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76" r:id="rId7"/>
    <p:sldId id="283" r:id="rId8"/>
    <p:sldId id="265" r:id="rId9"/>
    <p:sldId id="285" r:id="rId10"/>
    <p:sldId id="28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6964F23-0C85-4586-BAD8-BE09555FF6F0}">
          <p14:sldIdLst>
            <p14:sldId id="256"/>
            <p14:sldId id="257"/>
            <p14:sldId id="258"/>
            <p14:sldId id="276"/>
            <p14:sldId id="283"/>
            <p14:sldId id="265"/>
            <p14:sldId id="285"/>
            <p14:sldId id="28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B89"/>
    <a:srgbClr val="0265FC"/>
    <a:srgbClr val="6B8AB8"/>
    <a:srgbClr val="23346B"/>
    <a:srgbClr val="606060"/>
    <a:srgbClr val="7F7F7F"/>
    <a:srgbClr val="EAEAEA"/>
    <a:srgbClr val="8BADDA"/>
    <a:srgbClr val="FDFDF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6391" autoAdjust="0"/>
  </p:normalViewPr>
  <p:slideViewPr>
    <p:cSldViewPr snapToGrid="0">
      <p:cViewPr varScale="1">
        <p:scale>
          <a:sx n="82" d="100"/>
          <a:sy n="82" d="100"/>
        </p:scale>
        <p:origin x="245"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327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68D523-4D3D-4F11-8579-2B4BF489780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20B82E-EF7D-4A61-B6BF-9954BCE8AF0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幻灯片图像占位符 1"/>
          <p:cNvSpPr>
            <a:spLocks noGrp="1" noRot="1" noChangeAspect="1"/>
          </p:cNvSpPr>
          <p:nvPr>
            <p:ph type="sldImg"/>
          </p:nvPr>
        </p:nvSpPr>
        <p:spPr/>
        <p:txBody>
          <a:bodyPr/>
          <a:lstStyle/>
          <a:p/>
        </p:txBody>
      </p:sp>
      <p:sp>
        <p:nvSpPr>
          <p:cNvPr id="11" name="备注占位符 2"/>
          <p:cNvSpPr>
            <a:spLocks noGrp="1"/>
          </p:cNvSpPr>
          <p:nvPr>
            <p:ph type="body" idx="1"/>
          </p:nvPr>
        </p:nvSpPr>
        <p:spPr/>
        <p:txBody>
          <a:bodyPr/>
          <a:lstStyle/>
          <a:p>
            <a:endParaRPr lang="zh-CN" altLang="en-US"/>
          </a:p>
        </p:txBody>
      </p:sp>
      <p:sp>
        <p:nvSpPr>
          <p:cNvPr id="12"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p:txBody>
          <a:bodyPr/>
          <a:lstStyle/>
          <a:p/>
        </p:txBody>
      </p:sp>
      <p:sp>
        <p:nvSpPr>
          <p:cNvPr id="15" name="备注占位符 2"/>
          <p:cNvSpPr>
            <a:spLocks noGrp="1"/>
          </p:cNvSpPr>
          <p:nvPr>
            <p:ph type="body" idx="1"/>
          </p:nvPr>
        </p:nvSpPr>
        <p:spPr/>
        <p:txBody>
          <a:bodyPr/>
          <a:lstStyle/>
          <a:p>
            <a:endParaRPr lang="zh-CN" altLang="en-US" dirty="0"/>
          </a:p>
        </p:txBody>
      </p:sp>
      <p:sp>
        <p:nvSpPr>
          <p:cNvPr id="16" name="灯片编号占位符 3"/>
          <p:cNvSpPr>
            <a:spLocks noGrp="1"/>
          </p:cNvSpPr>
          <p:nvPr>
            <p:ph type="sldNum" sz="quarter" idx="5"/>
          </p:nvPr>
        </p:nvSpPr>
        <p:spPr/>
        <p:txBody>
          <a:bodyPr/>
          <a:lstStyle/>
          <a:p>
            <a:fld id="{EF20B82E-EF7D-4A61-B6BF-9954BCE8AF0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lstStyle/>
          <a:p/>
        </p:txBody>
      </p:sp>
      <p:sp>
        <p:nvSpPr>
          <p:cNvPr id="7" name="备注占位符 2"/>
          <p:cNvSpPr>
            <a:spLocks noGrp="1"/>
          </p:cNvSpPr>
          <p:nvPr>
            <p:ph type="body" idx="1"/>
          </p:nvPr>
        </p:nvSpPr>
        <p:spPr/>
        <p:txBody>
          <a:bodyPr/>
          <a:lstStyle/>
          <a:p>
            <a:endParaRPr lang="zh-CN" altLang="en-US" dirty="0"/>
          </a:p>
        </p:txBody>
      </p:sp>
      <p:sp>
        <p:nvSpPr>
          <p:cNvPr id="8" name="灯片编号占位符 3"/>
          <p:cNvSpPr>
            <a:spLocks noGrp="1"/>
          </p:cNvSpPr>
          <p:nvPr>
            <p:ph type="sldNum" sz="quarter" idx="5"/>
          </p:nvPr>
        </p:nvSpPr>
        <p:spPr/>
        <p:txBody>
          <a:bodyPr/>
          <a:lstStyle/>
          <a:p>
            <a:fld id="{EF20B82E-EF7D-4A61-B6BF-9954BCE8AF0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lstStyle/>
          <a:p/>
        </p:txBody>
      </p:sp>
      <p:sp>
        <p:nvSpPr>
          <p:cNvPr id="7" name="备注占位符 2"/>
          <p:cNvSpPr>
            <a:spLocks noGrp="1"/>
          </p:cNvSpPr>
          <p:nvPr>
            <p:ph type="body" idx="1"/>
          </p:nvPr>
        </p:nvSpPr>
        <p:spPr/>
        <p:txBody>
          <a:bodyPr/>
          <a:lstStyle/>
          <a:p>
            <a:endParaRPr lang="zh-CN" altLang="en-US" dirty="0"/>
          </a:p>
        </p:txBody>
      </p:sp>
      <p:sp>
        <p:nvSpPr>
          <p:cNvPr id="8" name="灯片编号占位符 3"/>
          <p:cNvSpPr>
            <a:spLocks noGrp="1"/>
          </p:cNvSpPr>
          <p:nvPr>
            <p:ph type="sldNum" sz="quarter" idx="5"/>
          </p:nvPr>
        </p:nvSpPr>
        <p:spPr/>
        <p:txBody>
          <a:bodyPr/>
          <a:lstStyle/>
          <a:p>
            <a:fld id="{EF20B82E-EF7D-4A61-B6BF-9954BCE8AF0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lstStyle/>
          <a:p/>
        </p:txBody>
      </p:sp>
      <p:sp>
        <p:nvSpPr>
          <p:cNvPr id="7" name="备注占位符 2"/>
          <p:cNvSpPr>
            <a:spLocks noGrp="1"/>
          </p:cNvSpPr>
          <p:nvPr>
            <p:ph type="body" idx="1"/>
          </p:nvPr>
        </p:nvSpPr>
        <p:spPr/>
        <p:txBody>
          <a:bodyPr/>
          <a:lstStyle/>
          <a:p>
            <a:endParaRPr lang="zh-CN" altLang="en-US" dirty="0"/>
          </a:p>
        </p:txBody>
      </p:sp>
      <p:sp>
        <p:nvSpPr>
          <p:cNvPr id="8" name="灯片编号占位符 3"/>
          <p:cNvSpPr>
            <a:spLocks noGrp="1"/>
          </p:cNvSpPr>
          <p:nvPr>
            <p:ph type="sldNum" sz="quarter" idx="5"/>
          </p:nvPr>
        </p:nvSpPr>
        <p:spPr/>
        <p:txBody>
          <a:bodyPr/>
          <a:lstStyle/>
          <a:p>
            <a:fld id="{EF20B82E-EF7D-4A61-B6BF-9954BCE8AF0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lstStyle/>
          <a:p/>
        </p:txBody>
      </p:sp>
      <p:sp>
        <p:nvSpPr>
          <p:cNvPr id="7" name="备注占位符 2"/>
          <p:cNvSpPr>
            <a:spLocks noGrp="1"/>
          </p:cNvSpPr>
          <p:nvPr>
            <p:ph type="body" idx="1"/>
          </p:nvPr>
        </p:nvSpPr>
        <p:spPr/>
        <p:txBody>
          <a:bodyPr/>
          <a:lstStyle/>
          <a:p>
            <a:endParaRPr lang="zh-CN" altLang="en-US" dirty="0"/>
          </a:p>
        </p:txBody>
      </p:sp>
      <p:sp>
        <p:nvSpPr>
          <p:cNvPr id="8" name="灯片编号占位符 3"/>
          <p:cNvSpPr>
            <a:spLocks noGrp="1"/>
          </p:cNvSpPr>
          <p:nvPr>
            <p:ph type="sldNum" sz="quarter" idx="5"/>
          </p:nvPr>
        </p:nvSpPr>
        <p:spPr/>
        <p:txBody>
          <a:bodyPr/>
          <a:lstStyle/>
          <a:p>
            <a:fld id="{EF20B82E-EF7D-4A61-B6BF-9954BCE8AF0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82600" y="352358"/>
            <a:ext cx="10972800" cy="533400"/>
          </a:xfrm>
          <a:prstGeom prst="rect">
            <a:avLst/>
          </a:prstGeom>
          <a:noFill/>
          <a:ln>
            <a:noFill/>
          </a:ln>
          <a:effec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a:t>单击此处编辑母版标题样式</a:t>
            </a:r>
            <a:endParaRPr lang="zh-CN" altLang="en-US"/>
          </a:p>
        </p:txBody>
      </p:sp>
      <p:sp>
        <p:nvSpPr>
          <p:cNvPr id="3" name="文本框 7"/>
          <p:cNvSpPr txBox="1"/>
          <p:nvPr userDrawn="1"/>
        </p:nvSpPr>
        <p:spPr>
          <a:xfrm>
            <a:off x="9361805" y="6635115"/>
            <a:ext cx="4064000" cy="368300"/>
          </a:xfrm>
          <a:prstGeom prst="rect">
            <a:avLst/>
          </a:prstGeom>
          <a:noFill/>
        </p:spPr>
        <p:txBody>
          <a:bodyPr wrap="square" rtlCol="0">
            <a:spAutoFit/>
          </a:bodyPr>
          <a:lstStyle/>
          <a:p>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自定义版式">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7"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8"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10"/>
          </p:nvPr>
        </p:nvSpPr>
        <p:spPr>
          <a:xfrm>
            <a:off x="838200" y="6356350"/>
            <a:ext cx="2743200" cy="365125"/>
          </a:xfrm>
        </p:spPr>
        <p:txBody>
          <a:bodyPr/>
          <a:lstStyle/>
          <a:p>
            <a:fld id="{C4F4E898-F71E-428E-9156-545EA3B6208B}" type="datetimeFigureOut">
              <a:rPr lang="zh-CN" altLang="en-US" smtClean="0"/>
            </a:fld>
            <a:endParaRPr lang="zh-CN" altLang="en-US"/>
          </a:p>
        </p:txBody>
      </p:sp>
      <p:sp>
        <p:nvSpPr>
          <p:cNvPr id="10" name="页脚占位符 4"/>
          <p:cNvSpPr>
            <a:spLocks noGrp="1"/>
          </p:cNvSpPr>
          <p:nvPr>
            <p:ph type="ftr" sz="quarter" idx="11"/>
          </p:nvPr>
        </p:nvSpPr>
        <p:spPr>
          <a:xfrm>
            <a:off x="4038600" y="6356350"/>
            <a:ext cx="4114800" cy="365125"/>
          </a:xfrm>
        </p:spPr>
        <p:txBody>
          <a:bodyPr/>
          <a:lstStyle/>
          <a:p>
            <a:endParaRPr lang="zh-CN" altLang="en-US"/>
          </a:p>
        </p:txBody>
      </p:sp>
      <p:sp>
        <p:nvSpPr>
          <p:cNvPr id="11" name="灯片编号占位符 5"/>
          <p:cNvSpPr>
            <a:spLocks noGrp="1"/>
          </p:cNvSpPr>
          <p:nvPr>
            <p:ph type="sldNum" sz="quarter" idx="12"/>
          </p:nvPr>
        </p:nvSpPr>
        <p:spPr>
          <a:xfrm>
            <a:off x="8610600" y="6356350"/>
            <a:ext cx="2743200" cy="365125"/>
          </a:xfrm>
        </p:spPr>
        <p:txBody>
          <a:bodyPr/>
          <a:lstStyle/>
          <a:p>
            <a:fld id="{2988B338-6790-4F3E-9930-96BA1D424258}"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1.png"/><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任意多边形 19"/>
          <p:cNvSpPr/>
          <p:nvPr userDrawn="1"/>
        </p:nvSpPr>
        <p:spPr>
          <a:xfrm rot="10800000">
            <a:off x="-5" y="198849"/>
            <a:ext cx="12196230" cy="1531133"/>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latin typeface="微软雅黑" panose="020B0503020204020204" pitchFamily="34" charset="-122"/>
              <a:ea typeface="微软雅黑" panose="020B0503020204020204" pitchFamily="34" charset="-122"/>
            </a:endParaRPr>
          </a:p>
        </p:txBody>
      </p:sp>
      <p:sp>
        <p:nvSpPr>
          <p:cNvPr id="3" name="任意多边形: 形状 7"/>
          <p:cNvSpPr/>
          <p:nvPr userDrawn="1"/>
        </p:nvSpPr>
        <p:spPr>
          <a:xfrm rot="10800000">
            <a:off x="0" y="-5"/>
            <a:ext cx="12192000" cy="1582061"/>
          </a:xfrm>
          <a:custGeom>
            <a:avLst/>
            <a:gdLst>
              <a:gd name="connsiteX0" fmla="*/ 12192000 w 12192000"/>
              <a:gd name="connsiteY0" fmla="*/ 1487914 h 1487914"/>
              <a:gd name="connsiteX1" fmla="*/ 0 w 12192000"/>
              <a:gd name="connsiteY1" fmla="*/ 1487914 h 1487914"/>
              <a:gd name="connsiteX2" fmla="*/ 0 w 12192000"/>
              <a:gd name="connsiteY2" fmla="*/ 464687 h 1487914"/>
              <a:gd name="connsiteX3" fmla="*/ 400424 w 12192000"/>
              <a:gd name="connsiteY3" fmla="*/ 531990 h 1487914"/>
              <a:gd name="connsiteX4" fmla="*/ 11146976 w 12192000"/>
              <a:gd name="connsiteY4" fmla="*/ 187933 h 1487914"/>
              <a:gd name="connsiteX5" fmla="*/ 11921298 w 12192000"/>
              <a:gd name="connsiteY5" fmla="*/ 53786 h 1487914"/>
              <a:gd name="connsiteX6" fmla="*/ 12192000 w 12192000"/>
              <a:gd name="connsiteY6" fmla="*/ 0 h 1487914"/>
              <a:gd name="connsiteX7" fmla="*/ 12192000 w 12192000"/>
              <a:gd name="connsiteY7" fmla="*/ 1487914 h 1487914"/>
              <a:gd name="connsiteX0-1" fmla="*/ 12192000 w 12192000"/>
              <a:gd name="connsiteY0-2" fmla="*/ 1487914 h 1487914"/>
              <a:gd name="connsiteX1-3" fmla="*/ 0 w 12192000"/>
              <a:gd name="connsiteY1-4" fmla="*/ 1487914 h 1487914"/>
              <a:gd name="connsiteX2-5" fmla="*/ 0 w 12192000"/>
              <a:gd name="connsiteY2-6" fmla="*/ 464687 h 1487914"/>
              <a:gd name="connsiteX3-7" fmla="*/ 11146976 w 12192000"/>
              <a:gd name="connsiteY3-8" fmla="*/ 187933 h 1487914"/>
              <a:gd name="connsiteX4-9" fmla="*/ 11921298 w 12192000"/>
              <a:gd name="connsiteY4-10" fmla="*/ 53786 h 1487914"/>
              <a:gd name="connsiteX5-11" fmla="*/ 12192000 w 12192000"/>
              <a:gd name="connsiteY5-12" fmla="*/ 0 h 1487914"/>
              <a:gd name="connsiteX6-13" fmla="*/ 12192000 w 12192000"/>
              <a:gd name="connsiteY6-14" fmla="*/ 1487914 h 1487914"/>
              <a:gd name="connsiteX0-15" fmla="*/ 12192000 w 12192000"/>
              <a:gd name="connsiteY0-16" fmla="*/ 1487914 h 1487914"/>
              <a:gd name="connsiteX1-17" fmla="*/ 0 w 12192000"/>
              <a:gd name="connsiteY1-18" fmla="*/ 1487914 h 1487914"/>
              <a:gd name="connsiteX2-19" fmla="*/ 0 w 12192000"/>
              <a:gd name="connsiteY2-20" fmla="*/ 464687 h 1487914"/>
              <a:gd name="connsiteX3-21" fmla="*/ 11146976 w 12192000"/>
              <a:gd name="connsiteY3-22" fmla="*/ 187933 h 1487914"/>
              <a:gd name="connsiteX4-23" fmla="*/ 11921298 w 12192000"/>
              <a:gd name="connsiteY4-24" fmla="*/ 53786 h 1487914"/>
              <a:gd name="connsiteX5-25" fmla="*/ 12192000 w 12192000"/>
              <a:gd name="connsiteY5-26" fmla="*/ 0 h 1487914"/>
              <a:gd name="connsiteX6-27" fmla="*/ 12192000 w 12192000"/>
              <a:gd name="connsiteY6-28" fmla="*/ 1487914 h 1487914"/>
              <a:gd name="connsiteX0-29" fmla="*/ 12192000 w 12192000"/>
              <a:gd name="connsiteY0-30" fmla="*/ 1487914 h 1487914"/>
              <a:gd name="connsiteX1-31" fmla="*/ 0 w 12192000"/>
              <a:gd name="connsiteY1-32" fmla="*/ 1487914 h 1487914"/>
              <a:gd name="connsiteX2-33" fmla="*/ 0 w 12192000"/>
              <a:gd name="connsiteY2-34" fmla="*/ 464687 h 1487914"/>
              <a:gd name="connsiteX3-35" fmla="*/ 11146976 w 12192000"/>
              <a:gd name="connsiteY3-36" fmla="*/ 187933 h 1487914"/>
              <a:gd name="connsiteX4-37" fmla="*/ 11921298 w 12192000"/>
              <a:gd name="connsiteY4-38" fmla="*/ 53786 h 1487914"/>
              <a:gd name="connsiteX5-39" fmla="*/ 12192000 w 12192000"/>
              <a:gd name="connsiteY5-40" fmla="*/ 0 h 1487914"/>
              <a:gd name="connsiteX6-41" fmla="*/ 12192000 w 12192000"/>
              <a:gd name="connsiteY6-42" fmla="*/ 1487914 h 1487914"/>
              <a:gd name="connsiteX0-43" fmla="*/ 12192000 w 12366837"/>
              <a:gd name="connsiteY0-44" fmla="*/ 1560914 h 1560914"/>
              <a:gd name="connsiteX1-45" fmla="*/ 0 w 12366837"/>
              <a:gd name="connsiteY1-46" fmla="*/ 1560914 h 1560914"/>
              <a:gd name="connsiteX2-47" fmla="*/ 0 w 12366837"/>
              <a:gd name="connsiteY2-48" fmla="*/ 537687 h 1560914"/>
              <a:gd name="connsiteX3-49" fmla="*/ 11146976 w 12366837"/>
              <a:gd name="connsiteY3-50" fmla="*/ 260933 h 1560914"/>
              <a:gd name="connsiteX4-51" fmla="*/ 12192000 w 12366837"/>
              <a:gd name="connsiteY4-52" fmla="*/ 73000 h 1560914"/>
              <a:gd name="connsiteX5-53" fmla="*/ 12192000 w 12366837"/>
              <a:gd name="connsiteY5-54" fmla="*/ 1560914 h 1560914"/>
              <a:gd name="connsiteX0-55" fmla="*/ 12192000 w 12192000"/>
              <a:gd name="connsiteY0-56" fmla="*/ 1575972 h 1575972"/>
              <a:gd name="connsiteX1-57" fmla="*/ 0 w 12192000"/>
              <a:gd name="connsiteY1-58" fmla="*/ 1575972 h 1575972"/>
              <a:gd name="connsiteX2-59" fmla="*/ 0 w 12192000"/>
              <a:gd name="connsiteY2-60" fmla="*/ 552745 h 1575972"/>
              <a:gd name="connsiteX3-61" fmla="*/ 11146976 w 12192000"/>
              <a:gd name="connsiteY3-62" fmla="*/ 275991 h 1575972"/>
              <a:gd name="connsiteX4-63" fmla="*/ 12192000 w 12192000"/>
              <a:gd name="connsiteY4-64" fmla="*/ 88058 h 1575972"/>
              <a:gd name="connsiteX5-65" fmla="*/ 12192000 w 12192000"/>
              <a:gd name="connsiteY5-66" fmla="*/ 1575972 h 1575972"/>
              <a:gd name="connsiteX0-67" fmla="*/ 12192000 w 12192000"/>
              <a:gd name="connsiteY0-68" fmla="*/ 1487914 h 1487914"/>
              <a:gd name="connsiteX1-69" fmla="*/ 0 w 12192000"/>
              <a:gd name="connsiteY1-70" fmla="*/ 1487914 h 1487914"/>
              <a:gd name="connsiteX2-71" fmla="*/ 0 w 12192000"/>
              <a:gd name="connsiteY2-72" fmla="*/ 464687 h 1487914"/>
              <a:gd name="connsiteX3-73" fmla="*/ 12192000 w 12192000"/>
              <a:gd name="connsiteY3-74" fmla="*/ 0 h 1487914"/>
              <a:gd name="connsiteX4-75" fmla="*/ 12192000 w 12192000"/>
              <a:gd name="connsiteY4-76" fmla="*/ 1487914 h 1487914"/>
              <a:gd name="connsiteX0-77" fmla="*/ 12192000 w 12192000"/>
              <a:gd name="connsiteY0-78" fmla="*/ 1487914 h 1487914"/>
              <a:gd name="connsiteX1-79" fmla="*/ 0 w 12192000"/>
              <a:gd name="connsiteY1-80" fmla="*/ 1487914 h 1487914"/>
              <a:gd name="connsiteX2-81" fmla="*/ 0 w 12192000"/>
              <a:gd name="connsiteY2-82" fmla="*/ 464687 h 1487914"/>
              <a:gd name="connsiteX3-83" fmla="*/ 12192000 w 12192000"/>
              <a:gd name="connsiteY3-84" fmla="*/ 0 h 1487914"/>
              <a:gd name="connsiteX4-85" fmla="*/ 12192000 w 12192000"/>
              <a:gd name="connsiteY4-86" fmla="*/ 1487914 h 1487914"/>
              <a:gd name="connsiteX0-87" fmla="*/ 12192000 w 12192000"/>
              <a:gd name="connsiteY0-88" fmla="*/ 1487914 h 1487914"/>
              <a:gd name="connsiteX1-89" fmla="*/ 0 w 12192000"/>
              <a:gd name="connsiteY1-90" fmla="*/ 1487914 h 1487914"/>
              <a:gd name="connsiteX2-91" fmla="*/ 0 w 12192000"/>
              <a:gd name="connsiteY2-92" fmla="*/ 464687 h 1487914"/>
              <a:gd name="connsiteX3-93" fmla="*/ 12192000 w 12192000"/>
              <a:gd name="connsiteY3-94" fmla="*/ 0 h 1487914"/>
              <a:gd name="connsiteX4-95" fmla="*/ 12192000 w 12192000"/>
              <a:gd name="connsiteY4-96" fmla="*/ 1487914 h 1487914"/>
              <a:gd name="connsiteX0-97" fmla="*/ 12192000 w 12192000"/>
              <a:gd name="connsiteY0-98" fmla="*/ 1487914 h 1487914"/>
              <a:gd name="connsiteX1-99" fmla="*/ 0 w 12192000"/>
              <a:gd name="connsiteY1-100" fmla="*/ 1487914 h 1487914"/>
              <a:gd name="connsiteX2-101" fmla="*/ 0 w 12192000"/>
              <a:gd name="connsiteY2-102" fmla="*/ 464687 h 1487914"/>
              <a:gd name="connsiteX3-103" fmla="*/ 12192000 w 12192000"/>
              <a:gd name="connsiteY3-104" fmla="*/ 0 h 1487914"/>
              <a:gd name="connsiteX4-105" fmla="*/ 12192000 w 12192000"/>
              <a:gd name="connsiteY4-106" fmla="*/ 1487914 h 1487914"/>
              <a:gd name="connsiteX0-107" fmla="*/ 12192000 w 12192000"/>
              <a:gd name="connsiteY0-108" fmla="*/ 1487914 h 1487914"/>
              <a:gd name="connsiteX1-109" fmla="*/ 0 w 12192000"/>
              <a:gd name="connsiteY1-110" fmla="*/ 1487914 h 1487914"/>
              <a:gd name="connsiteX2-111" fmla="*/ 0 w 12192000"/>
              <a:gd name="connsiteY2-112" fmla="*/ 464687 h 1487914"/>
              <a:gd name="connsiteX3-113" fmla="*/ 12192000 w 12192000"/>
              <a:gd name="connsiteY3-114" fmla="*/ 0 h 1487914"/>
              <a:gd name="connsiteX4-115" fmla="*/ 12192000 w 12192000"/>
              <a:gd name="connsiteY4-116" fmla="*/ 1487914 h 1487914"/>
              <a:gd name="connsiteX0-117" fmla="*/ 12192000 w 12192000"/>
              <a:gd name="connsiteY0-118" fmla="*/ 1487914 h 1487914"/>
              <a:gd name="connsiteX1-119" fmla="*/ 0 w 12192000"/>
              <a:gd name="connsiteY1-120" fmla="*/ 1487914 h 1487914"/>
              <a:gd name="connsiteX2-121" fmla="*/ 0 w 12192000"/>
              <a:gd name="connsiteY2-122" fmla="*/ 464687 h 1487914"/>
              <a:gd name="connsiteX3-123" fmla="*/ 12192000 w 12192000"/>
              <a:gd name="connsiteY3-124" fmla="*/ 0 h 1487914"/>
              <a:gd name="connsiteX4-125" fmla="*/ 12192000 w 12192000"/>
              <a:gd name="connsiteY4-126" fmla="*/ 1487914 h 148791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1487914">
                <a:moveTo>
                  <a:pt x="12192000" y="1487914"/>
                </a:moveTo>
                <a:lnTo>
                  <a:pt x="0" y="1487914"/>
                </a:lnTo>
                <a:lnTo>
                  <a:pt x="0" y="464687"/>
                </a:lnTo>
                <a:cubicBezTo>
                  <a:pt x="1770742" y="740031"/>
                  <a:pt x="7460343" y="1105009"/>
                  <a:pt x="12192000" y="0"/>
                </a:cubicBezTo>
                <a:lnTo>
                  <a:pt x="12192000" y="1487914"/>
                </a:lnTo>
                <a:close/>
              </a:path>
            </a:pathLst>
          </a:custGeom>
          <a:solidFill>
            <a:srgbClr val="F5F5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ea typeface="微软雅黑" panose="020B0503020204020204" pitchFamily="34" charset="-122"/>
            </a:endParaRPr>
          </a:p>
        </p:txBody>
      </p:sp>
      <p:sp>
        <p:nvSpPr>
          <p:cNvPr id="4" name="任意多边形 14"/>
          <p:cNvSpPr/>
          <p:nvPr/>
        </p:nvSpPr>
        <p:spPr>
          <a:xfrm>
            <a:off x="0" y="6172200"/>
            <a:ext cx="12196445" cy="68580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latin typeface="微软雅黑" panose="020B0503020204020204" pitchFamily="34" charset="-122"/>
              <a:ea typeface="微软雅黑" panose="020B0503020204020204" pitchFamily="34" charset="-122"/>
            </a:endParaRPr>
          </a:p>
        </p:txBody>
      </p:sp>
      <p:pic>
        <p:nvPicPr>
          <p:cNvPr id="5" name="图片 2"/>
          <p:cNvPicPr/>
          <p:nvPr userDrawn="1"/>
        </p:nvPicPr>
        <p:blipFill>
          <a:blip r:embed="rId21" cstate="print"/>
          <a:stretch>
            <a:fillRect/>
          </a:stretch>
        </p:blipFill>
        <p:spPr>
          <a:xfrm>
            <a:off x="11049000" y="203200"/>
            <a:ext cx="584200" cy="5842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图片 3"/>
          <p:cNvPicPr/>
          <p:nvPr/>
        </p:nvPicPr>
        <p:blipFill>
          <a:blip r:embed="rId1"/>
          <a:stretch>
            <a:fillRect/>
          </a:stretch>
        </p:blipFill>
        <p:spPr>
          <a:xfrm>
            <a:off x="0" y="0"/>
            <a:ext cx="12192000" cy="6362065"/>
          </a:xfrm>
          <a:prstGeom prst="rect">
            <a:avLst/>
          </a:prstGeom>
        </p:spPr>
      </p:pic>
      <p:grpSp>
        <p:nvGrpSpPr>
          <p:cNvPr id="50" name="组合 2"/>
          <p:cNvGrpSpPr/>
          <p:nvPr/>
        </p:nvGrpSpPr>
        <p:grpSpPr>
          <a:xfrm>
            <a:off x="1905" y="2552700"/>
            <a:ext cx="12202795" cy="4305300"/>
            <a:chOff x="0" y="3312958"/>
            <a:chExt cx="12192000" cy="3644278"/>
          </a:xfrm>
        </p:grpSpPr>
        <p:sp>
          <p:nvSpPr>
            <p:cNvPr id="51" name="任意多边形: 形状 22"/>
            <p:cNvSpPr/>
            <p:nvPr/>
          </p:nvSpPr>
          <p:spPr>
            <a:xfrm flipH="1">
              <a:off x="0" y="3312958"/>
              <a:ext cx="12192000" cy="1725442"/>
            </a:xfrm>
            <a:custGeom>
              <a:avLst/>
              <a:gdLst>
                <a:gd name="connsiteX0" fmla="*/ 12192000 w 12192000"/>
                <a:gd name="connsiteY0" fmla="*/ 1085850 h 2432050"/>
                <a:gd name="connsiteX1" fmla="*/ 12192000 w 12192000"/>
                <a:gd name="connsiteY1" fmla="*/ 921385 h 2432050"/>
                <a:gd name="connsiteX2" fmla="*/ 6939915 w 12192000"/>
                <a:gd name="connsiteY2" fmla="*/ 2085975 h 2432050"/>
                <a:gd name="connsiteX3" fmla="*/ 0 w 12192000"/>
                <a:gd name="connsiteY3" fmla="*/ 0 h 2432050"/>
                <a:gd name="connsiteX4" fmla="*/ 0 w 12192000"/>
                <a:gd name="connsiteY4" fmla="*/ 1098550 h 2432050"/>
                <a:gd name="connsiteX5" fmla="*/ 6022975 w 12192000"/>
                <a:gd name="connsiteY5" fmla="*/ 2435860 h 2432050"/>
                <a:gd name="connsiteX6" fmla="*/ 12192000 w 12192000"/>
                <a:gd name="connsiteY6" fmla="*/ 1085850 h 243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432050">
                  <a:moveTo>
                    <a:pt x="12192000" y="1085850"/>
                  </a:moveTo>
                  <a:lnTo>
                    <a:pt x="12192000" y="921385"/>
                  </a:lnTo>
                  <a:cubicBezTo>
                    <a:pt x="10547985" y="1675765"/>
                    <a:pt x="8780780" y="2085975"/>
                    <a:pt x="6939915" y="2085975"/>
                  </a:cubicBezTo>
                  <a:cubicBezTo>
                    <a:pt x="4451350" y="2085975"/>
                    <a:pt x="2096135" y="1336040"/>
                    <a:pt x="0" y="0"/>
                  </a:cubicBezTo>
                  <a:lnTo>
                    <a:pt x="0" y="1098550"/>
                  </a:lnTo>
                  <a:cubicBezTo>
                    <a:pt x="1849120" y="1959610"/>
                    <a:pt x="3884930" y="2435860"/>
                    <a:pt x="6022975" y="2435860"/>
                  </a:cubicBezTo>
                  <a:cubicBezTo>
                    <a:pt x="8217535" y="2436495"/>
                    <a:pt x="10935335" y="1819275"/>
                    <a:pt x="12192000" y="1085850"/>
                  </a:cubicBezTo>
                  <a:close/>
                </a:path>
              </a:pathLst>
            </a:custGeom>
            <a:solidFill>
              <a:schemeClr val="accent1">
                <a:alpha val="80000"/>
              </a:scheme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fontAlgn="base">
                <a:spcBef>
                  <a:spcPct val="0"/>
                </a:spcBef>
                <a:spcAft>
                  <a:spcPct val="0"/>
                </a:spcAft>
              </a:pPr>
              <a:endParaRPr lang="zh-CN" altLang="en-US" sz="2400" kern="0">
                <a:solidFill>
                  <a:prstClr val="white"/>
                </a:solidFill>
                <a:latin typeface="微软雅黑" panose="020B0503020204020204" pitchFamily="34" charset="-122"/>
                <a:ea typeface="黑体" panose="02010609060101010101" pitchFamily="49" charset="-122"/>
              </a:endParaRPr>
            </a:p>
          </p:txBody>
        </p:sp>
        <p:sp>
          <p:nvSpPr>
            <p:cNvPr id="52" name="任意多边形: 形状 19"/>
            <p:cNvSpPr/>
            <p:nvPr/>
          </p:nvSpPr>
          <p:spPr>
            <a:xfrm flipH="1">
              <a:off x="0" y="4054714"/>
              <a:ext cx="12192000" cy="2902522"/>
            </a:xfrm>
            <a:custGeom>
              <a:avLst/>
              <a:gdLst>
                <a:gd name="connsiteX0" fmla="*/ 12191368 w 12192000"/>
                <a:gd name="connsiteY0" fmla="*/ 0 h 3089202"/>
                <a:gd name="connsiteX1" fmla="*/ 12069968 w 12192000"/>
                <a:gd name="connsiteY1" fmla="*/ 48278 h 3089202"/>
                <a:gd name="connsiteX2" fmla="*/ 6022975 w 12192000"/>
                <a:gd name="connsiteY2" fmla="*/ 957527 h 3089202"/>
                <a:gd name="connsiteX3" fmla="*/ 0 w 12192000"/>
                <a:gd name="connsiteY3" fmla="*/ 8759 h 3089202"/>
                <a:gd name="connsiteX4" fmla="*/ 0 w 12192000"/>
                <a:gd name="connsiteY4" fmla="*/ 3089202 h 3089202"/>
                <a:gd name="connsiteX5" fmla="*/ 12192000 w 12192000"/>
                <a:gd name="connsiteY5" fmla="*/ 3089202 h 3089202"/>
                <a:gd name="connsiteX6" fmla="*/ 12191368 w 12192000"/>
                <a:gd name="connsiteY6" fmla="*/ 0 h 308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089202">
                  <a:moveTo>
                    <a:pt x="12191368" y="0"/>
                  </a:moveTo>
                  <a:lnTo>
                    <a:pt x="12069968" y="48278"/>
                  </a:lnTo>
                  <a:cubicBezTo>
                    <a:pt x="10765984" y="547025"/>
                    <a:pt x="8148955" y="957964"/>
                    <a:pt x="6022975" y="957527"/>
                  </a:cubicBezTo>
                  <a:cubicBezTo>
                    <a:pt x="3884930" y="957527"/>
                    <a:pt x="1849120" y="619647"/>
                    <a:pt x="0" y="8759"/>
                  </a:cubicBezTo>
                  <a:lnTo>
                    <a:pt x="0" y="3089202"/>
                  </a:lnTo>
                  <a:lnTo>
                    <a:pt x="12192000" y="3089202"/>
                  </a:lnTo>
                  <a:lnTo>
                    <a:pt x="12191368" y="0"/>
                  </a:lnTo>
                  <a:close/>
                </a:path>
              </a:pathLst>
            </a:custGeom>
            <a:solidFill>
              <a:schemeClr val="bg1"/>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fontAlgn="base">
                <a:spcBef>
                  <a:spcPct val="0"/>
                </a:spcBef>
                <a:spcAft>
                  <a:spcPct val="0"/>
                </a:spcAft>
              </a:pPr>
              <a:endParaRPr lang="zh-CN" altLang="en-US" sz="2400" kern="0">
                <a:solidFill>
                  <a:prstClr val="white"/>
                </a:solidFill>
                <a:latin typeface="微软雅黑" panose="020B0503020204020204" pitchFamily="34" charset="-122"/>
                <a:ea typeface="黑体" panose="02010609060101010101" pitchFamily="49" charset="-122"/>
              </a:endParaRPr>
            </a:p>
          </p:txBody>
        </p:sp>
      </p:grpSp>
      <p:sp>
        <p:nvSpPr>
          <p:cNvPr id="53" name="文本框 13"/>
          <p:cNvSpPr txBox="1"/>
          <p:nvPr/>
        </p:nvSpPr>
        <p:spPr>
          <a:xfrm>
            <a:off x="3080144" y="4591058"/>
            <a:ext cx="6031767" cy="1568450"/>
          </a:xfrm>
          <a:prstGeom prst="rect">
            <a:avLst/>
          </a:prstGeom>
          <a:solidFill>
            <a:schemeClr val="bg1">
              <a:alpha val="0"/>
            </a:schemeClr>
          </a:solidFill>
        </p:spPr>
        <p:txBody>
          <a:bodyPr wrap="square">
            <a:no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itchFamily="2" charset="-122"/>
              </a:defRPr>
            </a:lvl6pPr>
            <a:lvl7pPr marL="914400" algn="r" fontAlgn="base">
              <a:spcBef>
                <a:spcPct val="0"/>
              </a:spcBef>
              <a:spcAft>
                <a:spcPct val="0"/>
              </a:spcAft>
              <a:defRPr>
                <a:latin typeface="Arial" panose="020B0604020202020204" pitchFamily="34" charset="0"/>
                <a:ea typeface="宋体" pitchFamily="2" charset="-122"/>
              </a:defRPr>
            </a:lvl7pPr>
            <a:lvl8pPr marL="1371600" algn="r" fontAlgn="base">
              <a:spcBef>
                <a:spcPct val="0"/>
              </a:spcBef>
              <a:spcAft>
                <a:spcPct val="0"/>
              </a:spcAft>
              <a:defRPr>
                <a:latin typeface="Arial" panose="020B0604020202020204" pitchFamily="34" charset="0"/>
                <a:ea typeface="宋体" pitchFamily="2" charset="-122"/>
              </a:defRPr>
            </a:lvl8pPr>
            <a:lvl9pPr marL="1828800" algn="r" fontAlgn="base">
              <a:spcBef>
                <a:spcPct val="0"/>
              </a:spcBef>
              <a:spcAft>
                <a:spcPct val="0"/>
              </a:spcAft>
              <a:defRPr>
                <a:latin typeface="Arial" panose="020B0604020202020204" pitchFamily="34" charset="0"/>
                <a:ea typeface="宋体" pitchFamily="2" charset="-122"/>
              </a:defRPr>
            </a:lvl9pPr>
          </a:lstStyle>
          <a:p>
            <a:pPr algn="ctr"/>
            <a:r>
              <a:rPr lang="en-US" altLang="zh-CN" sz="4800" dirty="0">
                <a:solidFill>
                  <a:schemeClr val="tx1">
                    <a:alpha val="100000"/>
                  </a:schemeClr>
                </a:solidFill>
              </a:rPr>
              <a:t>UWB</a:t>
            </a:r>
            <a:r>
              <a:rPr lang="zh-CN" altLang="en-US" sz="4800" dirty="0">
                <a:solidFill>
                  <a:schemeClr val="tx1">
                    <a:alpha val="100000"/>
                  </a:schemeClr>
                </a:solidFill>
              </a:rPr>
              <a:t>技术</a:t>
            </a:r>
            <a:endParaRPr dirty="0"/>
          </a:p>
        </p:txBody>
      </p:sp>
      <p:pic>
        <p:nvPicPr>
          <p:cNvPr id="54" name="图片 5"/>
          <p:cNvPicPr/>
          <p:nvPr/>
        </p:nvPicPr>
        <p:blipFill>
          <a:blip r:embed="rId2" cstate="print"/>
          <a:stretch>
            <a:fillRect/>
          </a:stretch>
        </p:blipFill>
        <p:spPr>
          <a:xfrm>
            <a:off x="10385645" y="4542155"/>
            <a:ext cx="1524000" cy="1524000"/>
          </a:xfrm>
          <a:prstGeom prst="rect">
            <a:avLst/>
          </a:prstGeom>
        </p:spPr>
      </p:pic>
      <p:sp>
        <p:nvSpPr>
          <p:cNvPr id="55" name="文本框 54"/>
          <p:cNvSpPr txBox="1"/>
          <p:nvPr/>
        </p:nvSpPr>
        <p:spPr>
          <a:xfrm>
            <a:off x="2442502" y="5619535"/>
            <a:ext cx="7321647" cy="645160"/>
          </a:xfrm>
          <a:prstGeom prst="rect">
            <a:avLst/>
          </a:prstGeom>
          <a:ln w="12700">
            <a:prstDash val="solid"/>
          </a:ln>
        </p:spPr>
        <p:txBody>
          <a:bodyPr wrap="square">
            <a:noAutofit/>
          </a:bodyPr>
          <a:lstStyle/>
          <a:p>
            <a:r>
              <a:rPr lang="en-US" sz="3600" dirty="0">
                <a:solidFill>
                  <a:srgbClr val="000000"/>
                </a:solidFill>
                <a:latin typeface="微软雅黑" panose="020B0503020204020204" pitchFamily="34" charset="-122"/>
                <a:ea typeface="微软雅黑" panose="020B0503020204020204" pitchFamily="34" charset="-122"/>
              </a:rPr>
              <a:t>Team2 </a:t>
            </a:r>
            <a:r>
              <a:rPr lang="zh-CN" sz="3600" dirty="0">
                <a:solidFill>
                  <a:srgbClr val="000000"/>
                </a:solidFill>
                <a:latin typeface="微软雅黑" panose="020B0503020204020204" pitchFamily="34" charset="-122"/>
                <a:ea typeface="微软雅黑" panose="020B0503020204020204" pitchFamily="34" charset="-122"/>
              </a:rPr>
              <a:t>韩贤煜</a:t>
            </a:r>
            <a:r>
              <a:rPr lang="en-US" sz="3600" dirty="0">
                <a:solidFill>
                  <a:srgbClr val="000000"/>
                </a:solidFill>
                <a:latin typeface="微软雅黑" panose="020B0503020204020204" pitchFamily="34" charset="-122"/>
                <a:ea typeface="微软雅黑" panose="020B0503020204020204" pitchFamily="34" charset="-122"/>
              </a:rPr>
              <a:t> </a:t>
            </a:r>
            <a:r>
              <a:rPr lang="zh-CN" sz="3600" dirty="0">
                <a:solidFill>
                  <a:srgbClr val="000000"/>
                </a:solidFill>
                <a:latin typeface="微软雅黑" panose="020B0503020204020204" pitchFamily="34" charset="-122"/>
                <a:ea typeface="微软雅黑" panose="020B0503020204020204" pitchFamily="34" charset="-122"/>
              </a:rPr>
              <a:t>周靖杭</a:t>
            </a:r>
            <a:r>
              <a:rPr lang="en-US" sz="3600" dirty="0">
                <a:solidFill>
                  <a:srgbClr val="000000"/>
                </a:solidFill>
                <a:latin typeface="微软雅黑" panose="020B0503020204020204" pitchFamily="34" charset="-122"/>
                <a:ea typeface="微软雅黑" panose="020B0503020204020204" pitchFamily="34" charset="-122"/>
              </a:rPr>
              <a:t> </a:t>
            </a:r>
            <a:r>
              <a:rPr lang="zh-CN" sz="3600" dirty="0">
                <a:solidFill>
                  <a:srgbClr val="000000"/>
                </a:solidFill>
                <a:latin typeface="微软雅黑" panose="020B0503020204020204" pitchFamily="34" charset="-122"/>
                <a:ea typeface="微软雅黑" panose="020B0503020204020204" pitchFamily="34" charset="-122"/>
              </a:rPr>
              <a:t>曾坤 </a:t>
            </a:r>
            <a:r>
              <a:rPr lang="zh-CN" altLang="en-US" sz="3600" dirty="0">
                <a:solidFill>
                  <a:srgbClr val="000000"/>
                </a:solidFill>
                <a:latin typeface="微软雅黑" panose="020B0503020204020204" pitchFamily="34" charset="-122"/>
                <a:ea typeface="微软雅黑" panose="020B0503020204020204" pitchFamily="34" charset="-122"/>
              </a:rPr>
              <a:t>贾杰凡</a:t>
            </a:r>
            <a:endParaRPr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 name="矩形 34"/>
          <p:cNvSpPr/>
          <p:nvPr/>
        </p:nvSpPr>
        <p:spPr bwMode="auto">
          <a:xfrm>
            <a:off x="0" y="0"/>
            <a:ext cx="5892801" cy="68580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矩形 46"/>
          <p:cNvSpPr/>
          <p:nvPr/>
        </p:nvSpPr>
        <p:spPr bwMode="auto">
          <a:xfrm rot="5400000" flipV="1">
            <a:off x="1870073" y="-1870071"/>
            <a:ext cx="1238251" cy="4978398"/>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 name="矩形 37"/>
          <p:cNvSpPr/>
          <p:nvPr/>
        </p:nvSpPr>
        <p:spPr bwMode="auto">
          <a:xfrm rot="5400000">
            <a:off x="1879593" y="3759200"/>
            <a:ext cx="1219201" cy="49783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60" name="组合 52"/>
          <p:cNvGrpSpPr/>
          <p:nvPr/>
        </p:nvGrpSpPr>
        <p:grpSpPr>
          <a:xfrm>
            <a:off x="1524000" y="1070224"/>
            <a:ext cx="2754050" cy="4646991"/>
            <a:chOff x="0" y="1111187"/>
            <a:chExt cx="2754050" cy="4646991"/>
          </a:xfrm>
        </p:grpSpPr>
        <p:sp>
          <p:nvSpPr>
            <p:cNvPr id="61"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2"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3"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5"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6" name="图片 2"/>
          <p:cNvPicPr/>
          <p:nvPr/>
        </p:nvPicPr>
        <p:blipFill>
          <a:blip r:embed="rId1"/>
          <a:stretch>
            <a:fillRect/>
          </a:stretch>
        </p:blipFill>
        <p:spPr>
          <a:xfrm>
            <a:off x="0" y="1476018"/>
            <a:ext cx="6648450" cy="3905964"/>
          </a:xfrm>
          <a:prstGeom prst="rect">
            <a:avLst/>
          </a:prstGeom>
        </p:spPr>
      </p:pic>
      <p:sp>
        <p:nvSpPr>
          <p:cNvPr id="67" name="任意多边形 38"/>
          <p:cNvSpPr/>
          <p:nvPr/>
        </p:nvSpPr>
        <p:spPr>
          <a:xfrm rot="16200000">
            <a:off x="1629971" y="1470438"/>
            <a:ext cx="6858003" cy="391712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8" name="任意多边形 43"/>
          <p:cNvSpPr/>
          <p:nvPr/>
        </p:nvSpPr>
        <p:spPr>
          <a:xfrm rot="16200000">
            <a:off x="4283189" y="-16039"/>
            <a:ext cx="6868899" cy="6879174"/>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 name="矩形 76"/>
          <p:cNvSpPr/>
          <p:nvPr/>
        </p:nvSpPr>
        <p:spPr>
          <a:xfrm>
            <a:off x="6121090" y="3724996"/>
            <a:ext cx="556342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r>
              <a:rPr lang="zh-CN"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二、</a:t>
            </a:r>
            <a:r>
              <a:rPr lang="en-US" altLang="zh-CN"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UWB</a:t>
            </a:r>
            <a:r>
              <a:rPr lang="zh-CN" altLang="en-US"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的典型应用</a:t>
            </a:r>
            <a:endParaRPr dirty="0"/>
          </a:p>
        </p:txBody>
      </p:sp>
      <p:sp>
        <p:nvSpPr>
          <p:cNvPr id="71" name="文本框 23"/>
          <p:cNvSpPr txBox="1"/>
          <p:nvPr/>
        </p:nvSpPr>
        <p:spPr>
          <a:xfrm>
            <a:off x="6085204" y="1153841"/>
            <a:ext cx="2194896" cy="1446550"/>
          </a:xfrm>
          <a:prstGeom prst="rect">
            <a:avLst/>
          </a:prstGeom>
          <a:solidFill>
            <a:schemeClr val="bg1">
              <a:alpha val="0"/>
            </a:schemeClr>
          </a:solidFill>
        </p:spPr>
        <p:txBody>
          <a:bodyPr wrap="non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itchFamily="2" charset="-122"/>
              </a:defRPr>
            </a:lvl6pPr>
            <a:lvl7pPr marL="914400" algn="r" fontAlgn="base">
              <a:spcBef>
                <a:spcPct val="0"/>
              </a:spcBef>
              <a:spcAft>
                <a:spcPct val="0"/>
              </a:spcAft>
              <a:defRPr>
                <a:latin typeface="Arial" panose="020B0604020202020204" pitchFamily="34" charset="0"/>
                <a:ea typeface="宋体" pitchFamily="2" charset="-122"/>
              </a:defRPr>
            </a:lvl7pPr>
            <a:lvl8pPr marL="1371600" algn="r" fontAlgn="base">
              <a:spcBef>
                <a:spcPct val="0"/>
              </a:spcBef>
              <a:spcAft>
                <a:spcPct val="0"/>
              </a:spcAft>
              <a:defRPr>
                <a:latin typeface="Arial" panose="020B0604020202020204" pitchFamily="34" charset="0"/>
                <a:ea typeface="宋体" pitchFamily="2" charset="-122"/>
              </a:defRPr>
            </a:lvl8pPr>
            <a:lvl9pPr marL="1828800" algn="r" fontAlgn="base">
              <a:spcBef>
                <a:spcPct val="0"/>
              </a:spcBef>
              <a:spcAft>
                <a:spcPct val="0"/>
              </a:spcAft>
              <a:defRPr>
                <a:latin typeface="Arial" panose="020B0604020202020204" pitchFamily="34" charset="0"/>
                <a:ea typeface="宋体" pitchFamily="2" charset="-122"/>
              </a:defRPr>
            </a:lvl9pPr>
          </a:lstStyle>
          <a:p>
            <a:r>
              <a:rPr lang="zh-CN" altLang="en-US" sz="6000" dirty="0">
                <a:sym typeface="微软雅黑" panose="020B0503020204020204" pitchFamily="34" charset="-122"/>
              </a:rPr>
              <a:t>目 录</a:t>
            </a:r>
            <a:endParaRPr lang="en-US" altLang="zh-CN" sz="6000" dirty="0">
              <a:sym typeface="微软雅黑" panose="020B0503020204020204" pitchFamily="34" charset="-122"/>
            </a:endParaRPr>
          </a:p>
          <a:p>
            <a:r>
              <a:rPr lang="en-US" altLang="zh-CN" dirty="0">
                <a:sym typeface="微软雅黑" panose="020B0503020204020204" pitchFamily="34" charset="-122"/>
              </a:rPr>
              <a:t>CONTENTS</a:t>
            </a:r>
            <a:endParaRPr lang="en-US" altLang="zh-CN" dirty="0">
              <a:sym typeface="微软雅黑" panose="020B0503020204020204" pitchFamily="34" charset="-122"/>
            </a:endParaRPr>
          </a:p>
        </p:txBody>
      </p:sp>
      <p:pic>
        <p:nvPicPr>
          <p:cNvPr id="72" name="图片 5"/>
          <p:cNvPicPr/>
          <p:nvPr/>
        </p:nvPicPr>
        <p:blipFill>
          <a:blip r:embed="rId2" cstate="print"/>
          <a:stretch>
            <a:fillRect/>
          </a:stretch>
        </p:blipFill>
        <p:spPr>
          <a:xfrm>
            <a:off x="9906000" y="825500"/>
            <a:ext cx="1397000" cy="1397000"/>
          </a:xfrm>
          <a:prstGeom prst="rect">
            <a:avLst/>
          </a:prstGeom>
        </p:spPr>
      </p:pic>
      <p:sp>
        <p:nvSpPr>
          <p:cNvPr id="73" name="文本框 1"/>
          <p:cNvSpPr txBox="1"/>
          <p:nvPr/>
        </p:nvSpPr>
        <p:spPr>
          <a:xfrm>
            <a:off x="6121100" y="2842612"/>
            <a:ext cx="5036185" cy="1198880"/>
          </a:xfrm>
          <a:prstGeom prst="rect">
            <a:avLst/>
          </a:prstGeom>
          <a:noFill/>
        </p:spPr>
        <p:txBody>
          <a:bodyPr wrap="square" rtlCol="0">
            <a:noAutofit/>
          </a:bodyPr>
          <a:lstStyle/>
          <a:p>
            <a:r>
              <a:rPr lang="zh-CN"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一、</a:t>
            </a:r>
            <a:r>
              <a:rPr lang="en-US" altLang="zh-CN"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UWB</a:t>
            </a:r>
            <a:r>
              <a:rPr lang="zh-CN" altLang="en-US" sz="3600" b="1" dirty="0">
                <a:solidFill>
                  <a:schemeClr val="tx1">
                    <a:lumMod val="50000"/>
                    <a:lumOff val="50000"/>
                    <a:alpha val="100000"/>
                  </a:schemeClr>
                </a:solidFill>
                <a:latin typeface="微软雅黑" panose="020B0503020204020204" pitchFamily="34" charset="-122"/>
                <a:ea typeface="微软雅黑" panose="020B0503020204020204" pitchFamily="34" charset="-122"/>
                <a:cs typeface="+mn-cs"/>
                <a:sym typeface="微软雅黑" panose="020B0503020204020204" pitchFamily="34" charset="-122"/>
              </a:rPr>
              <a:t>的核心特征</a:t>
            </a:r>
            <a:endParaRPr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图片 1" descr="温大图片2"/>
          <p:cNvPicPr>
            <a:picLocks noChangeAspect="1"/>
          </p:cNvPicPr>
          <p:nvPr/>
        </p:nvPicPr>
        <p:blipFill>
          <a:blip r:embed="rId1"/>
          <a:stretch>
            <a:fillRect/>
          </a:stretch>
        </p:blipFill>
        <p:spPr>
          <a:xfrm>
            <a:off x="0" y="0"/>
            <a:ext cx="12192000" cy="6861175"/>
          </a:xfrm>
          <a:prstGeom prst="rect">
            <a:avLst/>
          </a:prstGeom>
          <a:blipFill>
            <a:blip r:embed="rId2"/>
            <a:tile tx="0" ty="0" sx="100000" sy="100000" flip="none" algn="tl"/>
          </a:blipFill>
        </p:spPr>
      </p:pic>
      <p:sp>
        <p:nvSpPr>
          <p:cNvPr id="76" name="矩形 10"/>
          <p:cNvSpPr/>
          <p:nvPr/>
        </p:nvSpPr>
        <p:spPr>
          <a:xfrm>
            <a:off x="0" y="0"/>
            <a:ext cx="12192000" cy="6858000"/>
          </a:xfrm>
          <a:prstGeom prst="rect">
            <a:avLst/>
          </a:prstGeom>
          <a:solidFill>
            <a:schemeClr val="bg1">
              <a:alpha val="9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16033"/>
          <p:cNvSpPr/>
          <p:nvPr/>
        </p:nvSpPr>
        <p:spPr>
          <a:xfrm>
            <a:off x="0" y="0"/>
            <a:ext cx="3033263" cy="3031665"/>
          </a:xfrm>
          <a:custGeom>
            <a:avLst/>
            <a:gdLst>
              <a:gd name="connsiteX0" fmla="*/ 242572 w 2401758"/>
              <a:gd name="connsiteY0" fmla="*/ 2396029 h 2400493"/>
              <a:gd name="connsiteX1" fmla="*/ 247036 w 2401758"/>
              <a:gd name="connsiteY1" fmla="*/ 2397517 h 2400493"/>
              <a:gd name="connsiteX2" fmla="*/ 244060 w 2401758"/>
              <a:gd name="connsiteY2" fmla="*/ 2400493 h 2400493"/>
              <a:gd name="connsiteX3" fmla="*/ 241084 w 2401758"/>
              <a:gd name="connsiteY3" fmla="*/ 2398013 h 2400493"/>
              <a:gd name="connsiteX4" fmla="*/ 242572 w 2401758"/>
              <a:gd name="connsiteY4" fmla="*/ 2396029 h 2400493"/>
              <a:gd name="connsiteX5" fmla="*/ 110135 w 2401758"/>
              <a:gd name="connsiteY5" fmla="*/ 2395533 h 2400493"/>
              <a:gd name="connsiteX6" fmla="*/ 113607 w 2401758"/>
              <a:gd name="connsiteY6" fmla="*/ 2397517 h 2400493"/>
              <a:gd name="connsiteX7" fmla="*/ 110135 w 2401758"/>
              <a:gd name="connsiteY7" fmla="*/ 2399997 h 2400493"/>
              <a:gd name="connsiteX8" fmla="*/ 107655 w 2401758"/>
              <a:gd name="connsiteY8" fmla="*/ 2398509 h 2400493"/>
              <a:gd name="connsiteX9" fmla="*/ 110135 w 2401758"/>
              <a:gd name="connsiteY9" fmla="*/ 2395533 h 2400493"/>
              <a:gd name="connsiteX10" fmla="*/ 44649 w 2401758"/>
              <a:gd name="connsiteY10" fmla="*/ 2395533 h 2400493"/>
              <a:gd name="connsiteX11" fmla="*/ 47129 w 2401758"/>
              <a:gd name="connsiteY11" fmla="*/ 2398509 h 2400493"/>
              <a:gd name="connsiteX12" fmla="*/ 43161 w 2401758"/>
              <a:gd name="connsiteY12" fmla="*/ 2399997 h 2400493"/>
              <a:gd name="connsiteX13" fmla="*/ 41673 w 2401758"/>
              <a:gd name="connsiteY13" fmla="*/ 2398013 h 2400493"/>
              <a:gd name="connsiteX14" fmla="*/ 44649 w 2401758"/>
              <a:gd name="connsiteY14" fmla="*/ 2395533 h 2400493"/>
              <a:gd name="connsiteX15" fmla="*/ 176105 w 2401758"/>
              <a:gd name="connsiteY15" fmla="*/ 2394541 h 2400493"/>
              <a:gd name="connsiteX16" fmla="*/ 179081 w 2401758"/>
              <a:gd name="connsiteY16" fmla="*/ 2397517 h 2400493"/>
              <a:gd name="connsiteX17" fmla="*/ 176601 w 2401758"/>
              <a:gd name="connsiteY17" fmla="*/ 2400493 h 2400493"/>
              <a:gd name="connsiteX18" fmla="*/ 174617 w 2401758"/>
              <a:gd name="connsiteY18" fmla="*/ 2399005 h 2400493"/>
              <a:gd name="connsiteX19" fmla="*/ 176105 w 2401758"/>
              <a:gd name="connsiteY19" fmla="*/ 2394541 h 2400493"/>
              <a:gd name="connsiteX20" fmla="*/ 581383 w 2401758"/>
              <a:gd name="connsiteY20" fmla="*/ 2329066 h 2400493"/>
              <a:gd name="connsiteX21" fmla="*/ 584855 w 2401758"/>
              <a:gd name="connsiteY21" fmla="*/ 2331050 h 2400493"/>
              <a:gd name="connsiteX22" fmla="*/ 581383 w 2401758"/>
              <a:gd name="connsiteY22" fmla="*/ 2333530 h 2400493"/>
              <a:gd name="connsiteX23" fmla="*/ 578902 w 2401758"/>
              <a:gd name="connsiteY23" fmla="*/ 2332042 h 2400493"/>
              <a:gd name="connsiteX24" fmla="*/ 581383 w 2401758"/>
              <a:gd name="connsiteY24" fmla="*/ 2329066 h 2400493"/>
              <a:gd name="connsiteX25" fmla="*/ 444973 w 2401758"/>
              <a:gd name="connsiteY25" fmla="*/ 2329066 h 2400493"/>
              <a:gd name="connsiteX26" fmla="*/ 447949 w 2401758"/>
              <a:gd name="connsiteY26" fmla="*/ 2331546 h 2400493"/>
              <a:gd name="connsiteX27" fmla="*/ 445965 w 2401758"/>
              <a:gd name="connsiteY27" fmla="*/ 2335018 h 2400493"/>
              <a:gd name="connsiteX28" fmla="*/ 443485 w 2401758"/>
              <a:gd name="connsiteY28" fmla="*/ 2331546 h 2400493"/>
              <a:gd name="connsiteX29" fmla="*/ 444973 w 2401758"/>
              <a:gd name="connsiteY29" fmla="*/ 2329066 h 2400493"/>
              <a:gd name="connsiteX30" fmla="*/ 514884 w 2401758"/>
              <a:gd name="connsiteY30" fmla="*/ 2328074 h 2400493"/>
              <a:gd name="connsiteX31" fmla="*/ 516868 w 2401758"/>
              <a:gd name="connsiteY31" fmla="*/ 2331546 h 2400493"/>
              <a:gd name="connsiteX32" fmla="*/ 513892 w 2401758"/>
              <a:gd name="connsiteY32" fmla="*/ 2334026 h 2400493"/>
              <a:gd name="connsiteX33" fmla="*/ 512404 w 2401758"/>
              <a:gd name="connsiteY33" fmla="*/ 2331546 h 2400493"/>
              <a:gd name="connsiteX34" fmla="*/ 514884 w 2401758"/>
              <a:gd name="connsiteY34" fmla="*/ 2328074 h 2400493"/>
              <a:gd name="connsiteX35" fmla="*/ 379486 w 2401758"/>
              <a:gd name="connsiteY35" fmla="*/ 2328074 h 2400493"/>
              <a:gd name="connsiteX36" fmla="*/ 381470 w 2401758"/>
              <a:gd name="connsiteY36" fmla="*/ 2331546 h 2400493"/>
              <a:gd name="connsiteX37" fmla="*/ 378494 w 2401758"/>
              <a:gd name="connsiteY37" fmla="*/ 2334026 h 2400493"/>
              <a:gd name="connsiteX38" fmla="*/ 377006 w 2401758"/>
              <a:gd name="connsiteY38" fmla="*/ 2331546 h 2400493"/>
              <a:gd name="connsiteX39" fmla="*/ 379486 w 2401758"/>
              <a:gd name="connsiteY39" fmla="*/ 2328074 h 2400493"/>
              <a:gd name="connsiteX40" fmla="*/ 647343 w 2401758"/>
              <a:gd name="connsiteY40" fmla="*/ 2327578 h 2400493"/>
              <a:gd name="connsiteX41" fmla="*/ 650319 w 2401758"/>
              <a:gd name="connsiteY41" fmla="*/ 2330554 h 2400493"/>
              <a:gd name="connsiteX42" fmla="*/ 647839 w 2401758"/>
              <a:gd name="connsiteY42" fmla="*/ 2333530 h 2400493"/>
              <a:gd name="connsiteX43" fmla="*/ 645855 w 2401758"/>
              <a:gd name="connsiteY43" fmla="*/ 2332042 h 2400493"/>
              <a:gd name="connsiteX44" fmla="*/ 647343 w 2401758"/>
              <a:gd name="connsiteY44" fmla="*/ 2327578 h 2400493"/>
              <a:gd name="connsiteX45" fmla="*/ 176611 w 2401758"/>
              <a:gd name="connsiteY45" fmla="*/ 2327578 h 2400493"/>
              <a:gd name="connsiteX46" fmla="*/ 182564 w 2401758"/>
              <a:gd name="connsiteY46" fmla="*/ 2331050 h 2400493"/>
              <a:gd name="connsiteX47" fmla="*/ 177604 w 2401758"/>
              <a:gd name="connsiteY47" fmla="*/ 2336506 h 2400493"/>
              <a:gd name="connsiteX48" fmla="*/ 172147 w 2401758"/>
              <a:gd name="connsiteY48" fmla="*/ 2332042 h 2400493"/>
              <a:gd name="connsiteX49" fmla="*/ 176611 w 2401758"/>
              <a:gd name="connsiteY49" fmla="*/ 2327578 h 2400493"/>
              <a:gd name="connsiteX50" fmla="*/ 242570 w 2401758"/>
              <a:gd name="connsiteY50" fmla="*/ 2327082 h 2400493"/>
              <a:gd name="connsiteX51" fmla="*/ 249018 w 2401758"/>
              <a:gd name="connsiteY51" fmla="*/ 2331050 h 2400493"/>
              <a:gd name="connsiteX52" fmla="*/ 243562 w 2401758"/>
              <a:gd name="connsiteY52" fmla="*/ 2336010 h 2400493"/>
              <a:gd name="connsiteX53" fmla="*/ 238105 w 2401758"/>
              <a:gd name="connsiteY53" fmla="*/ 2331546 h 2400493"/>
              <a:gd name="connsiteX54" fmla="*/ 242570 w 2401758"/>
              <a:gd name="connsiteY54" fmla="*/ 2327082 h 2400493"/>
              <a:gd name="connsiteX55" fmla="*/ 109644 w 2401758"/>
              <a:gd name="connsiteY55" fmla="*/ 2327082 h 2400493"/>
              <a:gd name="connsiteX56" fmla="*/ 116093 w 2401758"/>
              <a:gd name="connsiteY56" fmla="*/ 2331050 h 2400493"/>
              <a:gd name="connsiteX57" fmla="*/ 110637 w 2401758"/>
              <a:gd name="connsiteY57" fmla="*/ 2336010 h 2400493"/>
              <a:gd name="connsiteX58" fmla="*/ 105180 w 2401758"/>
              <a:gd name="connsiteY58" fmla="*/ 2331546 h 2400493"/>
              <a:gd name="connsiteX59" fmla="*/ 109644 w 2401758"/>
              <a:gd name="connsiteY59" fmla="*/ 2327082 h 2400493"/>
              <a:gd name="connsiteX60" fmla="*/ 44176 w 2401758"/>
              <a:gd name="connsiteY60" fmla="*/ 2327082 h 2400493"/>
              <a:gd name="connsiteX61" fmla="*/ 49633 w 2401758"/>
              <a:gd name="connsiteY61" fmla="*/ 2331546 h 2400493"/>
              <a:gd name="connsiteX62" fmla="*/ 43680 w 2401758"/>
              <a:gd name="connsiteY62" fmla="*/ 2336010 h 2400493"/>
              <a:gd name="connsiteX63" fmla="*/ 38720 w 2401758"/>
              <a:gd name="connsiteY63" fmla="*/ 2332042 h 2400493"/>
              <a:gd name="connsiteX64" fmla="*/ 44176 w 2401758"/>
              <a:gd name="connsiteY64" fmla="*/ 2327082 h 2400493"/>
              <a:gd name="connsiteX65" fmla="*/ 311527 w 2401758"/>
              <a:gd name="connsiteY65" fmla="*/ 2326586 h 2400493"/>
              <a:gd name="connsiteX66" fmla="*/ 316488 w 2401758"/>
              <a:gd name="connsiteY66" fmla="*/ 2332042 h 2400493"/>
              <a:gd name="connsiteX67" fmla="*/ 312023 w 2401758"/>
              <a:gd name="connsiteY67" fmla="*/ 2337499 h 2400493"/>
              <a:gd name="connsiteX68" fmla="*/ 307559 w 2401758"/>
              <a:gd name="connsiteY68" fmla="*/ 2331546 h 2400493"/>
              <a:gd name="connsiteX69" fmla="*/ 311527 w 2401758"/>
              <a:gd name="connsiteY69" fmla="*/ 2326586 h 2400493"/>
              <a:gd name="connsiteX70" fmla="*/ 783754 w 2401758"/>
              <a:gd name="connsiteY70" fmla="*/ 2263094 h 2400493"/>
              <a:gd name="connsiteX71" fmla="*/ 786236 w 2401758"/>
              <a:gd name="connsiteY71" fmla="*/ 2266070 h 2400493"/>
              <a:gd name="connsiteX72" fmla="*/ 783258 w 2401758"/>
              <a:gd name="connsiteY72" fmla="*/ 2268550 h 2400493"/>
              <a:gd name="connsiteX73" fmla="*/ 781769 w 2401758"/>
              <a:gd name="connsiteY73" fmla="*/ 2264582 h 2400493"/>
              <a:gd name="connsiteX74" fmla="*/ 783754 w 2401758"/>
              <a:gd name="connsiteY74" fmla="*/ 2263094 h 2400493"/>
              <a:gd name="connsiteX75" fmla="*/ 851725 w 2401758"/>
              <a:gd name="connsiteY75" fmla="*/ 2262102 h 2400493"/>
              <a:gd name="connsiteX76" fmla="*/ 854207 w 2401758"/>
              <a:gd name="connsiteY76" fmla="*/ 2265078 h 2400493"/>
              <a:gd name="connsiteX77" fmla="*/ 850238 w 2401758"/>
              <a:gd name="connsiteY77" fmla="*/ 2266566 h 2400493"/>
              <a:gd name="connsiteX78" fmla="*/ 848750 w 2401758"/>
              <a:gd name="connsiteY78" fmla="*/ 2264582 h 2400493"/>
              <a:gd name="connsiteX79" fmla="*/ 851725 w 2401758"/>
              <a:gd name="connsiteY79" fmla="*/ 2262102 h 2400493"/>
              <a:gd name="connsiteX80" fmla="*/ 714277 w 2401758"/>
              <a:gd name="connsiteY80" fmla="*/ 2261110 h 2400493"/>
              <a:gd name="connsiteX81" fmla="*/ 717253 w 2401758"/>
              <a:gd name="connsiteY81" fmla="*/ 2264086 h 2400493"/>
              <a:gd name="connsiteX82" fmla="*/ 714773 w 2401758"/>
              <a:gd name="connsiteY82" fmla="*/ 2267062 h 2400493"/>
              <a:gd name="connsiteX83" fmla="*/ 712789 w 2401758"/>
              <a:gd name="connsiteY83" fmla="*/ 2265574 h 2400493"/>
              <a:gd name="connsiteX84" fmla="*/ 714277 w 2401758"/>
              <a:gd name="connsiteY84" fmla="*/ 2261110 h 2400493"/>
              <a:gd name="connsiteX85" fmla="*/ 647833 w 2401758"/>
              <a:gd name="connsiteY85" fmla="*/ 2260118 h 2400493"/>
              <a:gd name="connsiteX86" fmla="*/ 654282 w 2401758"/>
              <a:gd name="connsiteY86" fmla="*/ 2264582 h 2400493"/>
              <a:gd name="connsiteX87" fmla="*/ 648329 w 2401758"/>
              <a:gd name="connsiteY87" fmla="*/ 2269046 h 2400493"/>
              <a:gd name="connsiteX88" fmla="*/ 642873 w 2401758"/>
              <a:gd name="connsiteY88" fmla="*/ 2264086 h 2400493"/>
              <a:gd name="connsiteX89" fmla="*/ 647833 w 2401758"/>
              <a:gd name="connsiteY89" fmla="*/ 2260118 h 2400493"/>
              <a:gd name="connsiteX90" fmla="*/ 580849 w 2401758"/>
              <a:gd name="connsiteY90" fmla="*/ 2260118 h 2400493"/>
              <a:gd name="connsiteX91" fmla="*/ 587297 w 2401758"/>
              <a:gd name="connsiteY91" fmla="*/ 2264086 h 2400493"/>
              <a:gd name="connsiteX92" fmla="*/ 581841 w 2401758"/>
              <a:gd name="connsiteY92" fmla="*/ 2269046 h 2400493"/>
              <a:gd name="connsiteX93" fmla="*/ 576384 w 2401758"/>
              <a:gd name="connsiteY93" fmla="*/ 2264582 h 2400493"/>
              <a:gd name="connsiteX94" fmla="*/ 580849 w 2401758"/>
              <a:gd name="connsiteY94" fmla="*/ 2260118 h 2400493"/>
              <a:gd name="connsiteX95" fmla="*/ 513928 w 2401758"/>
              <a:gd name="connsiteY95" fmla="*/ 2259622 h 2400493"/>
              <a:gd name="connsiteX96" fmla="*/ 519386 w 2401758"/>
              <a:gd name="connsiteY96" fmla="*/ 2265078 h 2400493"/>
              <a:gd name="connsiteX97" fmla="*/ 514920 w 2401758"/>
              <a:gd name="connsiteY97" fmla="*/ 2269543 h 2400493"/>
              <a:gd name="connsiteX98" fmla="*/ 509463 w 2401758"/>
              <a:gd name="connsiteY98" fmla="*/ 2264582 h 2400493"/>
              <a:gd name="connsiteX99" fmla="*/ 513928 w 2401758"/>
              <a:gd name="connsiteY99" fmla="*/ 2259622 h 2400493"/>
              <a:gd name="connsiteX100" fmla="*/ 378978 w 2401758"/>
              <a:gd name="connsiteY100" fmla="*/ 2257638 h 2400493"/>
              <a:gd name="connsiteX101" fmla="*/ 387411 w 2401758"/>
              <a:gd name="connsiteY101" fmla="*/ 2264582 h 2400493"/>
              <a:gd name="connsiteX102" fmla="*/ 378978 w 2401758"/>
              <a:gd name="connsiteY102" fmla="*/ 2271527 h 2400493"/>
              <a:gd name="connsiteX103" fmla="*/ 371537 w 2401758"/>
              <a:gd name="connsiteY103" fmla="*/ 2264086 h 2400493"/>
              <a:gd name="connsiteX104" fmla="*/ 378978 w 2401758"/>
              <a:gd name="connsiteY104" fmla="*/ 2257638 h 2400493"/>
              <a:gd name="connsiteX105" fmla="*/ 312008 w 2401758"/>
              <a:gd name="connsiteY105" fmla="*/ 2257638 h 2400493"/>
              <a:gd name="connsiteX106" fmla="*/ 319448 w 2401758"/>
              <a:gd name="connsiteY106" fmla="*/ 2264582 h 2400493"/>
              <a:gd name="connsiteX107" fmla="*/ 313000 w 2401758"/>
              <a:gd name="connsiteY107" fmla="*/ 2272023 h 2400493"/>
              <a:gd name="connsiteX108" fmla="*/ 305062 w 2401758"/>
              <a:gd name="connsiteY108" fmla="*/ 2265574 h 2400493"/>
              <a:gd name="connsiteX109" fmla="*/ 312008 w 2401758"/>
              <a:gd name="connsiteY109" fmla="*/ 2257638 h 2400493"/>
              <a:gd name="connsiteX110" fmla="*/ 244042 w 2401758"/>
              <a:gd name="connsiteY110" fmla="*/ 2257638 h 2400493"/>
              <a:gd name="connsiteX111" fmla="*/ 250491 w 2401758"/>
              <a:gd name="connsiteY111" fmla="*/ 2265078 h 2400493"/>
              <a:gd name="connsiteX112" fmla="*/ 243050 w 2401758"/>
              <a:gd name="connsiteY112" fmla="*/ 2272023 h 2400493"/>
              <a:gd name="connsiteX113" fmla="*/ 236106 w 2401758"/>
              <a:gd name="connsiteY113" fmla="*/ 2265078 h 2400493"/>
              <a:gd name="connsiteX114" fmla="*/ 244042 w 2401758"/>
              <a:gd name="connsiteY114" fmla="*/ 2257638 h 2400493"/>
              <a:gd name="connsiteX115" fmla="*/ 176600 w 2401758"/>
              <a:gd name="connsiteY115" fmla="*/ 2257638 h 2400493"/>
              <a:gd name="connsiteX116" fmla="*/ 184041 w 2401758"/>
              <a:gd name="connsiteY116" fmla="*/ 2264582 h 2400493"/>
              <a:gd name="connsiteX117" fmla="*/ 176600 w 2401758"/>
              <a:gd name="connsiteY117" fmla="*/ 2272023 h 2400493"/>
              <a:gd name="connsiteX118" fmla="*/ 170152 w 2401758"/>
              <a:gd name="connsiteY118" fmla="*/ 2264582 h 2400493"/>
              <a:gd name="connsiteX119" fmla="*/ 176600 w 2401758"/>
              <a:gd name="connsiteY119" fmla="*/ 2257638 h 2400493"/>
              <a:gd name="connsiteX120" fmla="*/ 109648 w 2401758"/>
              <a:gd name="connsiteY120" fmla="*/ 2257638 h 2400493"/>
              <a:gd name="connsiteX121" fmla="*/ 117585 w 2401758"/>
              <a:gd name="connsiteY121" fmla="*/ 2264086 h 2400493"/>
              <a:gd name="connsiteX122" fmla="*/ 111632 w 2401758"/>
              <a:gd name="connsiteY122" fmla="*/ 2272023 h 2400493"/>
              <a:gd name="connsiteX123" fmla="*/ 103200 w 2401758"/>
              <a:gd name="connsiteY123" fmla="*/ 2265078 h 2400493"/>
              <a:gd name="connsiteX124" fmla="*/ 109648 w 2401758"/>
              <a:gd name="connsiteY124" fmla="*/ 2257638 h 2400493"/>
              <a:gd name="connsiteX125" fmla="*/ 44154 w 2401758"/>
              <a:gd name="connsiteY125" fmla="*/ 2257638 h 2400493"/>
              <a:gd name="connsiteX126" fmla="*/ 50603 w 2401758"/>
              <a:gd name="connsiteY126" fmla="*/ 2265078 h 2400493"/>
              <a:gd name="connsiteX127" fmla="*/ 43162 w 2401758"/>
              <a:gd name="connsiteY127" fmla="*/ 2272023 h 2400493"/>
              <a:gd name="connsiteX128" fmla="*/ 36218 w 2401758"/>
              <a:gd name="connsiteY128" fmla="*/ 2265078 h 2400493"/>
              <a:gd name="connsiteX129" fmla="*/ 44154 w 2401758"/>
              <a:gd name="connsiteY129" fmla="*/ 2257638 h 2400493"/>
              <a:gd name="connsiteX130" fmla="*/ 444978 w 2401758"/>
              <a:gd name="connsiteY130" fmla="*/ 2256646 h 2400493"/>
              <a:gd name="connsiteX131" fmla="*/ 452419 w 2401758"/>
              <a:gd name="connsiteY131" fmla="*/ 2264086 h 2400493"/>
              <a:gd name="connsiteX132" fmla="*/ 446962 w 2401758"/>
              <a:gd name="connsiteY132" fmla="*/ 2272023 h 2400493"/>
              <a:gd name="connsiteX133" fmla="*/ 439025 w 2401758"/>
              <a:gd name="connsiteY133" fmla="*/ 2265079 h 2400493"/>
              <a:gd name="connsiteX134" fmla="*/ 444978 w 2401758"/>
              <a:gd name="connsiteY134" fmla="*/ 2256646 h 2400493"/>
              <a:gd name="connsiteX135" fmla="*/ 986132 w 2401758"/>
              <a:gd name="connsiteY135" fmla="*/ 2196131 h 2400493"/>
              <a:gd name="connsiteX136" fmla="*/ 988612 w 2401758"/>
              <a:gd name="connsiteY136" fmla="*/ 2199107 h 2400493"/>
              <a:gd name="connsiteX137" fmla="*/ 985636 w 2401758"/>
              <a:gd name="connsiteY137" fmla="*/ 2201587 h 2400493"/>
              <a:gd name="connsiteX138" fmla="*/ 984148 w 2401758"/>
              <a:gd name="connsiteY138" fmla="*/ 2197619 h 2400493"/>
              <a:gd name="connsiteX139" fmla="*/ 986132 w 2401758"/>
              <a:gd name="connsiteY139" fmla="*/ 2196131 h 2400493"/>
              <a:gd name="connsiteX140" fmla="*/ 917184 w 2401758"/>
              <a:gd name="connsiteY140" fmla="*/ 2196131 h 2400493"/>
              <a:gd name="connsiteX141" fmla="*/ 919664 w 2401758"/>
              <a:gd name="connsiteY141" fmla="*/ 2199107 h 2400493"/>
              <a:gd name="connsiteX142" fmla="*/ 916688 w 2401758"/>
              <a:gd name="connsiteY142" fmla="*/ 2201587 h 2400493"/>
              <a:gd name="connsiteX143" fmla="*/ 915200 w 2401758"/>
              <a:gd name="connsiteY143" fmla="*/ 2197619 h 2400493"/>
              <a:gd name="connsiteX144" fmla="*/ 917184 w 2401758"/>
              <a:gd name="connsiteY144" fmla="*/ 2196131 h 2400493"/>
              <a:gd name="connsiteX145" fmla="*/ 1054054 w 2401758"/>
              <a:gd name="connsiteY145" fmla="*/ 2195634 h 2400493"/>
              <a:gd name="connsiteX146" fmla="*/ 1056534 w 2401758"/>
              <a:gd name="connsiteY146" fmla="*/ 2198610 h 2400493"/>
              <a:gd name="connsiteX147" fmla="*/ 1052566 w 2401758"/>
              <a:gd name="connsiteY147" fmla="*/ 2200098 h 2400493"/>
              <a:gd name="connsiteX148" fmla="*/ 1051078 w 2401758"/>
              <a:gd name="connsiteY148" fmla="*/ 2198114 h 2400493"/>
              <a:gd name="connsiteX149" fmla="*/ 1054054 w 2401758"/>
              <a:gd name="connsiteY149" fmla="*/ 2195634 h 2400493"/>
              <a:gd name="connsiteX150" fmla="*/ 850692 w 2401758"/>
              <a:gd name="connsiteY150" fmla="*/ 2193651 h 2400493"/>
              <a:gd name="connsiteX151" fmla="*/ 855156 w 2401758"/>
              <a:gd name="connsiteY151" fmla="*/ 2198115 h 2400493"/>
              <a:gd name="connsiteX152" fmla="*/ 850692 w 2401758"/>
              <a:gd name="connsiteY152" fmla="*/ 2204067 h 2400493"/>
              <a:gd name="connsiteX153" fmla="*/ 845730 w 2401758"/>
              <a:gd name="connsiteY153" fmla="*/ 2198611 h 2400493"/>
              <a:gd name="connsiteX154" fmla="*/ 850692 w 2401758"/>
              <a:gd name="connsiteY154" fmla="*/ 2193651 h 2400493"/>
              <a:gd name="connsiteX155" fmla="*/ 783730 w 2401758"/>
              <a:gd name="connsiteY155" fmla="*/ 2193154 h 2400493"/>
              <a:gd name="connsiteX156" fmla="*/ 789188 w 2401758"/>
              <a:gd name="connsiteY156" fmla="*/ 2198114 h 2400493"/>
              <a:gd name="connsiteX157" fmla="*/ 784722 w 2401758"/>
              <a:gd name="connsiteY157" fmla="*/ 2203075 h 2400493"/>
              <a:gd name="connsiteX158" fmla="*/ 779265 w 2401758"/>
              <a:gd name="connsiteY158" fmla="*/ 2198114 h 2400493"/>
              <a:gd name="connsiteX159" fmla="*/ 783730 w 2401758"/>
              <a:gd name="connsiteY159" fmla="*/ 2193154 h 2400493"/>
              <a:gd name="connsiteX160" fmla="*/ 714817 w 2401758"/>
              <a:gd name="connsiteY160" fmla="*/ 2191666 h 2400493"/>
              <a:gd name="connsiteX161" fmla="*/ 723249 w 2401758"/>
              <a:gd name="connsiteY161" fmla="*/ 2198115 h 2400493"/>
              <a:gd name="connsiteX162" fmla="*/ 714817 w 2401758"/>
              <a:gd name="connsiteY162" fmla="*/ 2204563 h 2400493"/>
              <a:gd name="connsiteX163" fmla="*/ 707377 w 2401758"/>
              <a:gd name="connsiteY163" fmla="*/ 2198611 h 2400493"/>
              <a:gd name="connsiteX164" fmla="*/ 714817 w 2401758"/>
              <a:gd name="connsiteY164" fmla="*/ 2191666 h 2400493"/>
              <a:gd name="connsiteX165" fmla="*/ 648308 w 2401758"/>
              <a:gd name="connsiteY165" fmla="*/ 2190674 h 2400493"/>
              <a:gd name="connsiteX166" fmla="*/ 655253 w 2401758"/>
              <a:gd name="connsiteY166" fmla="*/ 2198114 h 2400493"/>
              <a:gd name="connsiteX167" fmla="*/ 648308 w 2401758"/>
              <a:gd name="connsiteY167" fmla="*/ 2205059 h 2400493"/>
              <a:gd name="connsiteX168" fmla="*/ 640868 w 2401758"/>
              <a:gd name="connsiteY168" fmla="*/ 2197122 h 2400493"/>
              <a:gd name="connsiteX169" fmla="*/ 648308 w 2401758"/>
              <a:gd name="connsiteY169" fmla="*/ 2190674 h 2400493"/>
              <a:gd name="connsiteX170" fmla="*/ 581391 w 2401758"/>
              <a:gd name="connsiteY170" fmla="*/ 2190674 h 2400493"/>
              <a:gd name="connsiteX171" fmla="*/ 588337 w 2401758"/>
              <a:gd name="connsiteY171" fmla="*/ 2198114 h 2400493"/>
              <a:gd name="connsiteX172" fmla="*/ 581391 w 2401758"/>
              <a:gd name="connsiteY172" fmla="*/ 2205059 h 2400493"/>
              <a:gd name="connsiteX173" fmla="*/ 573950 w 2401758"/>
              <a:gd name="connsiteY173" fmla="*/ 2197122 h 2400493"/>
              <a:gd name="connsiteX174" fmla="*/ 581391 w 2401758"/>
              <a:gd name="connsiteY174" fmla="*/ 2190674 h 2400493"/>
              <a:gd name="connsiteX175" fmla="*/ 312510 w 2401758"/>
              <a:gd name="connsiteY175" fmla="*/ 2189186 h 2400493"/>
              <a:gd name="connsiteX176" fmla="*/ 321935 w 2401758"/>
              <a:gd name="connsiteY176" fmla="*/ 2198114 h 2400493"/>
              <a:gd name="connsiteX177" fmla="*/ 313006 w 2401758"/>
              <a:gd name="connsiteY177" fmla="*/ 2208035 h 2400493"/>
              <a:gd name="connsiteX178" fmla="*/ 303085 w 2401758"/>
              <a:gd name="connsiteY178" fmla="*/ 2198114 h 2400493"/>
              <a:gd name="connsiteX179" fmla="*/ 312510 w 2401758"/>
              <a:gd name="connsiteY179" fmla="*/ 2189186 h 2400493"/>
              <a:gd name="connsiteX180" fmla="*/ 514462 w 2401758"/>
              <a:gd name="connsiteY180" fmla="*/ 2188690 h 2400493"/>
              <a:gd name="connsiteX181" fmla="*/ 521840 w 2401758"/>
              <a:gd name="connsiteY181" fmla="*/ 2194642 h 2400493"/>
              <a:gd name="connsiteX182" fmla="*/ 521344 w 2401758"/>
              <a:gd name="connsiteY182" fmla="*/ 2202083 h 2400493"/>
              <a:gd name="connsiteX183" fmla="*/ 516384 w 2401758"/>
              <a:gd name="connsiteY183" fmla="*/ 2207043 h 2400493"/>
              <a:gd name="connsiteX184" fmla="*/ 513904 w 2401758"/>
              <a:gd name="connsiteY184" fmla="*/ 2208035 h 2400493"/>
              <a:gd name="connsiteX185" fmla="*/ 507455 w 2401758"/>
              <a:gd name="connsiteY185" fmla="*/ 2202083 h 2400493"/>
              <a:gd name="connsiteX186" fmla="*/ 507455 w 2401758"/>
              <a:gd name="connsiteY186" fmla="*/ 2194642 h 2400493"/>
              <a:gd name="connsiteX187" fmla="*/ 514462 w 2401758"/>
              <a:gd name="connsiteY187" fmla="*/ 2188690 h 2400493"/>
              <a:gd name="connsiteX188" fmla="*/ 379459 w 2401758"/>
              <a:gd name="connsiteY188" fmla="*/ 2188690 h 2400493"/>
              <a:gd name="connsiteX189" fmla="*/ 388884 w 2401758"/>
              <a:gd name="connsiteY189" fmla="*/ 2198115 h 2400493"/>
              <a:gd name="connsiteX190" fmla="*/ 379459 w 2401758"/>
              <a:gd name="connsiteY190" fmla="*/ 2207539 h 2400493"/>
              <a:gd name="connsiteX191" fmla="*/ 369539 w 2401758"/>
              <a:gd name="connsiteY191" fmla="*/ 2198611 h 2400493"/>
              <a:gd name="connsiteX192" fmla="*/ 379459 w 2401758"/>
              <a:gd name="connsiteY192" fmla="*/ 2188690 h 2400493"/>
              <a:gd name="connsiteX193" fmla="*/ 243550 w 2401758"/>
              <a:gd name="connsiteY193" fmla="*/ 2188690 h 2400493"/>
              <a:gd name="connsiteX194" fmla="*/ 252974 w 2401758"/>
              <a:gd name="connsiteY194" fmla="*/ 2198114 h 2400493"/>
              <a:gd name="connsiteX195" fmla="*/ 243550 w 2401758"/>
              <a:gd name="connsiteY195" fmla="*/ 2207539 h 2400493"/>
              <a:gd name="connsiteX196" fmla="*/ 233629 w 2401758"/>
              <a:gd name="connsiteY196" fmla="*/ 2197618 h 2400493"/>
              <a:gd name="connsiteX197" fmla="*/ 243550 w 2401758"/>
              <a:gd name="connsiteY197" fmla="*/ 2188690 h 2400493"/>
              <a:gd name="connsiteX198" fmla="*/ 177094 w 2401758"/>
              <a:gd name="connsiteY198" fmla="*/ 2188690 h 2400493"/>
              <a:gd name="connsiteX199" fmla="*/ 186022 w 2401758"/>
              <a:gd name="connsiteY199" fmla="*/ 2198611 h 2400493"/>
              <a:gd name="connsiteX200" fmla="*/ 176597 w 2401758"/>
              <a:gd name="connsiteY200" fmla="*/ 2208035 h 2400493"/>
              <a:gd name="connsiteX201" fmla="*/ 167173 w 2401758"/>
              <a:gd name="connsiteY201" fmla="*/ 2198611 h 2400493"/>
              <a:gd name="connsiteX202" fmla="*/ 177094 w 2401758"/>
              <a:gd name="connsiteY202" fmla="*/ 2188690 h 2400493"/>
              <a:gd name="connsiteX203" fmla="*/ 43674 w 2401758"/>
              <a:gd name="connsiteY203" fmla="*/ 2188690 h 2400493"/>
              <a:gd name="connsiteX204" fmla="*/ 52602 w 2401758"/>
              <a:gd name="connsiteY204" fmla="*/ 2198611 h 2400493"/>
              <a:gd name="connsiteX205" fmla="*/ 43178 w 2401758"/>
              <a:gd name="connsiteY205" fmla="*/ 2208035 h 2400493"/>
              <a:gd name="connsiteX206" fmla="*/ 33753 w 2401758"/>
              <a:gd name="connsiteY206" fmla="*/ 2198611 h 2400493"/>
              <a:gd name="connsiteX207" fmla="*/ 43674 w 2401758"/>
              <a:gd name="connsiteY207" fmla="*/ 2188690 h 2400493"/>
              <a:gd name="connsiteX208" fmla="*/ 444456 w 2401758"/>
              <a:gd name="connsiteY208" fmla="*/ 2188194 h 2400493"/>
              <a:gd name="connsiteX209" fmla="*/ 454873 w 2401758"/>
              <a:gd name="connsiteY209" fmla="*/ 2197619 h 2400493"/>
              <a:gd name="connsiteX210" fmla="*/ 445944 w 2401758"/>
              <a:gd name="connsiteY210" fmla="*/ 2207539 h 2400493"/>
              <a:gd name="connsiteX211" fmla="*/ 436023 w 2401758"/>
              <a:gd name="connsiteY211" fmla="*/ 2198611 h 2400493"/>
              <a:gd name="connsiteX212" fmla="*/ 444456 w 2401758"/>
              <a:gd name="connsiteY212" fmla="*/ 2188194 h 2400493"/>
              <a:gd name="connsiteX213" fmla="*/ 109149 w 2401758"/>
              <a:gd name="connsiteY213" fmla="*/ 2188194 h 2400493"/>
              <a:gd name="connsiteX214" fmla="*/ 119070 w 2401758"/>
              <a:gd name="connsiteY214" fmla="*/ 2198115 h 2400493"/>
              <a:gd name="connsiteX215" fmla="*/ 109646 w 2401758"/>
              <a:gd name="connsiteY215" fmla="*/ 2207539 h 2400493"/>
              <a:gd name="connsiteX216" fmla="*/ 100221 w 2401758"/>
              <a:gd name="connsiteY216" fmla="*/ 2198115 h 2400493"/>
              <a:gd name="connsiteX217" fmla="*/ 109149 w 2401758"/>
              <a:gd name="connsiteY217" fmla="*/ 2188194 h 2400493"/>
              <a:gd name="connsiteX218" fmla="*/ 1053062 w 2401758"/>
              <a:gd name="connsiteY218" fmla="*/ 2127183 h 2400493"/>
              <a:gd name="connsiteX219" fmla="*/ 1056534 w 2401758"/>
              <a:gd name="connsiteY219" fmla="*/ 2129663 h 2400493"/>
              <a:gd name="connsiteX220" fmla="*/ 1053062 w 2401758"/>
              <a:gd name="connsiteY220" fmla="*/ 2131647 h 2400493"/>
              <a:gd name="connsiteX221" fmla="*/ 1050582 w 2401758"/>
              <a:gd name="connsiteY221" fmla="*/ 2128671 h 2400493"/>
              <a:gd name="connsiteX222" fmla="*/ 1053062 w 2401758"/>
              <a:gd name="connsiteY222" fmla="*/ 2127183 h 2400493"/>
              <a:gd name="connsiteX223" fmla="*/ 1185501 w 2401758"/>
              <a:gd name="connsiteY223" fmla="*/ 2126687 h 2400493"/>
              <a:gd name="connsiteX224" fmla="*/ 1188477 w 2401758"/>
              <a:gd name="connsiteY224" fmla="*/ 2129167 h 2400493"/>
              <a:gd name="connsiteX225" fmla="*/ 1186493 w 2401758"/>
              <a:gd name="connsiteY225" fmla="*/ 2132639 h 2400493"/>
              <a:gd name="connsiteX226" fmla="*/ 1184013 w 2401758"/>
              <a:gd name="connsiteY226" fmla="*/ 2129167 h 2400493"/>
              <a:gd name="connsiteX227" fmla="*/ 1185501 w 2401758"/>
              <a:gd name="connsiteY227" fmla="*/ 2126687 h 2400493"/>
              <a:gd name="connsiteX228" fmla="*/ 1119034 w 2401758"/>
              <a:gd name="connsiteY228" fmla="*/ 2125199 h 2400493"/>
              <a:gd name="connsiteX229" fmla="*/ 1122010 w 2401758"/>
              <a:gd name="connsiteY229" fmla="*/ 2128175 h 2400493"/>
              <a:gd name="connsiteX230" fmla="*/ 1119530 w 2401758"/>
              <a:gd name="connsiteY230" fmla="*/ 2131151 h 2400493"/>
              <a:gd name="connsiteX231" fmla="*/ 1117546 w 2401758"/>
              <a:gd name="connsiteY231" fmla="*/ 2129663 h 2400493"/>
              <a:gd name="connsiteX232" fmla="*/ 1119034 w 2401758"/>
              <a:gd name="connsiteY232" fmla="*/ 2125199 h 2400493"/>
              <a:gd name="connsiteX233" fmla="*/ 986631 w 2401758"/>
              <a:gd name="connsiteY233" fmla="*/ 2123711 h 2400493"/>
              <a:gd name="connsiteX234" fmla="*/ 991592 w 2401758"/>
              <a:gd name="connsiteY234" fmla="*/ 2129167 h 2400493"/>
              <a:gd name="connsiteX235" fmla="*/ 986631 w 2401758"/>
              <a:gd name="connsiteY235" fmla="*/ 2133632 h 2400493"/>
              <a:gd name="connsiteX236" fmla="*/ 981671 w 2401758"/>
              <a:gd name="connsiteY236" fmla="*/ 2128175 h 2400493"/>
              <a:gd name="connsiteX237" fmla="*/ 986631 w 2401758"/>
              <a:gd name="connsiteY237" fmla="*/ 2123711 h 2400493"/>
              <a:gd name="connsiteX238" fmla="*/ 780267 w 2401758"/>
              <a:gd name="connsiteY238" fmla="*/ 2122222 h 2400493"/>
              <a:gd name="connsiteX239" fmla="*/ 786718 w 2401758"/>
              <a:gd name="connsiteY239" fmla="*/ 2122222 h 2400493"/>
              <a:gd name="connsiteX240" fmla="*/ 794157 w 2401758"/>
              <a:gd name="connsiteY240" fmla="*/ 2127183 h 2400493"/>
              <a:gd name="connsiteX241" fmla="*/ 791677 w 2401758"/>
              <a:gd name="connsiteY241" fmla="*/ 2131647 h 2400493"/>
              <a:gd name="connsiteX242" fmla="*/ 786718 w 2401758"/>
              <a:gd name="connsiteY242" fmla="*/ 2136607 h 2400493"/>
              <a:gd name="connsiteX243" fmla="*/ 780267 w 2401758"/>
              <a:gd name="connsiteY243" fmla="*/ 2136607 h 2400493"/>
              <a:gd name="connsiteX244" fmla="*/ 776299 w 2401758"/>
              <a:gd name="connsiteY244" fmla="*/ 2132639 h 2400493"/>
              <a:gd name="connsiteX245" fmla="*/ 776299 w 2401758"/>
              <a:gd name="connsiteY245" fmla="*/ 2126191 h 2400493"/>
              <a:gd name="connsiteX246" fmla="*/ 780267 w 2401758"/>
              <a:gd name="connsiteY246" fmla="*/ 2122222 h 2400493"/>
              <a:gd name="connsiteX247" fmla="*/ 851228 w 2401758"/>
              <a:gd name="connsiteY247" fmla="*/ 2121727 h 2400493"/>
              <a:gd name="connsiteX248" fmla="*/ 857677 w 2401758"/>
              <a:gd name="connsiteY248" fmla="*/ 2129167 h 2400493"/>
              <a:gd name="connsiteX249" fmla="*/ 850237 w 2401758"/>
              <a:gd name="connsiteY249" fmla="*/ 2136112 h 2400493"/>
              <a:gd name="connsiteX250" fmla="*/ 843294 w 2401758"/>
              <a:gd name="connsiteY250" fmla="*/ 2129167 h 2400493"/>
              <a:gd name="connsiteX251" fmla="*/ 851228 w 2401758"/>
              <a:gd name="connsiteY251" fmla="*/ 2121727 h 2400493"/>
              <a:gd name="connsiteX252" fmla="*/ 916702 w 2401758"/>
              <a:gd name="connsiteY252" fmla="*/ 2120734 h 2400493"/>
              <a:gd name="connsiteX253" fmla="*/ 924143 w 2401758"/>
              <a:gd name="connsiteY253" fmla="*/ 2128670 h 2400493"/>
              <a:gd name="connsiteX254" fmla="*/ 916702 w 2401758"/>
              <a:gd name="connsiteY254" fmla="*/ 2136111 h 2400493"/>
              <a:gd name="connsiteX255" fmla="*/ 910254 w 2401758"/>
              <a:gd name="connsiteY255" fmla="*/ 2129167 h 2400493"/>
              <a:gd name="connsiteX256" fmla="*/ 916702 w 2401758"/>
              <a:gd name="connsiteY256" fmla="*/ 2120734 h 2400493"/>
              <a:gd name="connsiteX257" fmla="*/ 714778 w 2401758"/>
              <a:gd name="connsiteY257" fmla="*/ 2119743 h 2400493"/>
              <a:gd name="connsiteX258" fmla="*/ 724202 w 2401758"/>
              <a:gd name="connsiteY258" fmla="*/ 2128671 h 2400493"/>
              <a:gd name="connsiteX259" fmla="*/ 715770 w 2401758"/>
              <a:gd name="connsiteY259" fmla="*/ 2138592 h 2400493"/>
              <a:gd name="connsiteX260" fmla="*/ 705354 w 2401758"/>
              <a:gd name="connsiteY260" fmla="*/ 2129167 h 2400493"/>
              <a:gd name="connsiteX261" fmla="*/ 714778 w 2401758"/>
              <a:gd name="connsiteY261" fmla="*/ 2119743 h 2400493"/>
              <a:gd name="connsiteX262" fmla="*/ 580859 w 2401758"/>
              <a:gd name="connsiteY262" fmla="*/ 2119743 h 2400493"/>
              <a:gd name="connsiteX263" fmla="*/ 590779 w 2401758"/>
              <a:gd name="connsiteY263" fmla="*/ 2128671 h 2400493"/>
              <a:gd name="connsiteX264" fmla="*/ 581851 w 2401758"/>
              <a:gd name="connsiteY264" fmla="*/ 2138592 h 2400493"/>
              <a:gd name="connsiteX265" fmla="*/ 571434 w 2401758"/>
              <a:gd name="connsiteY265" fmla="*/ 2129167 h 2400493"/>
              <a:gd name="connsiteX266" fmla="*/ 580859 w 2401758"/>
              <a:gd name="connsiteY266" fmla="*/ 2119743 h 2400493"/>
              <a:gd name="connsiteX267" fmla="*/ 515388 w 2401758"/>
              <a:gd name="connsiteY267" fmla="*/ 2119743 h 2400493"/>
              <a:gd name="connsiteX268" fmla="*/ 524316 w 2401758"/>
              <a:gd name="connsiteY268" fmla="*/ 2129663 h 2400493"/>
              <a:gd name="connsiteX269" fmla="*/ 514395 w 2401758"/>
              <a:gd name="connsiteY269" fmla="*/ 2138592 h 2400493"/>
              <a:gd name="connsiteX270" fmla="*/ 504970 w 2401758"/>
              <a:gd name="connsiteY270" fmla="*/ 2129167 h 2400493"/>
              <a:gd name="connsiteX271" fmla="*/ 515388 w 2401758"/>
              <a:gd name="connsiteY271" fmla="*/ 2119743 h 2400493"/>
              <a:gd name="connsiteX272" fmla="*/ 647861 w 2401758"/>
              <a:gd name="connsiteY272" fmla="*/ 2119742 h 2400493"/>
              <a:gd name="connsiteX273" fmla="*/ 657780 w 2401758"/>
              <a:gd name="connsiteY273" fmla="*/ 2128671 h 2400493"/>
              <a:gd name="connsiteX274" fmla="*/ 647861 w 2401758"/>
              <a:gd name="connsiteY274" fmla="*/ 2138591 h 2400493"/>
              <a:gd name="connsiteX275" fmla="*/ 638436 w 2401758"/>
              <a:gd name="connsiteY275" fmla="*/ 2129167 h 2400493"/>
              <a:gd name="connsiteX276" fmla="*/ 647861 w 2401758"/>
              <a:gd name="connsiteY276" fmla="*/ 2119742 h 2400493"/>
              <a:gd name="connsiteX277" fmla="*/ 378505 w 2401758"/>
              <a:gd name="connsiteY277" fmla="*/ 2117263 h 2400493"/>
              <a:gd name="connsiteX278" fmla="*/ 390907 w 2401758"/>
              <a:gd name="connsiteY278" fmla="*/ 2128671 h 2400493"/>
              <a:gd name="connsiteX279" fmla="*/ 379497 w 2401758"/>
              <a:gd name="connsiteY279" fmla="*/ 2141072 h 2400493"/>
              <a:gd name="connsiteX280" fmla="*/ 367094 w 2401758"/>
              <a:gd name="connsiteY280" fmla="*/ 2129663 h 2400493"/>
              <a:gd name="connsiteX281" fmla="*/ 378505 w 2401758"/>
              <a:gd name="connsiteY281" fmla="*/ 2117263 h 2400493"/>
              <a:gd name="connsiteX282" fmla="*/ 445940 w 2401758"/>
              <a:gd name="connsiteY282" fmla="*/ 2117262 h 2400493"/>
              <a:gd name="connsiteX283" fmla="*/ 457348 w 2401758"/>
              <a:gd name="connsiteY283" fmla="*/ 2129663 h 2400493"/>
              <a:gd name="connsiteX284" fmla="*/ 444948 w 2401758"/>
              <a:gd name="connsiteY284" fmla="*/ 2141072 h 2400493"/>
              <a:gd name="connsiteX285" fmla="*/ 433538 w 2401758"/>
              <a:gd name="connsiteY285" fmla="*/ 2128671 h 2400493"/>
              <a:gd name="connsiteX286" fmla="*/ 445940 w 2401758"/>
              <a:gd name="connsiteY286" fmla="*/ 2117262 h 2400493"/>
              <a:gd name="connsiteX287" fmla="*/ 312997 w 2401758"/>
              <a:gd name="connsiteY287" fmla="*/ 2117262 h 2400493"/>
              <a:gd name="connsiteX288" fmla="*/ 324405 w 2401758"/>
              <a:gd name="connsiteY288" fmla="*/ 2129663 h 2400493"/>
              <a:gd name="connsiteX289" fmla="*/ 312005 w 2401758"/>
              <a:gd name="connsiteY289" fmla="*/ 2141071 h 2400493"/>
              <a:gd name="connsiteX290" fmla="*/ 300596 w 2401758"/>
              <a:gd name="connsiteY290" fmla="*/ 2128671 h 2400493"/>
              <a:gd name="connsiteX291" fmla="*/ 312997 w 2401758"/>
              <a:gd name="connsiteY291" fmla="*/ 2117262 h 2400493"/>
              <a:gd name="connsiteX292" fmla="*/ 243069 w 2401758"/>
              <a:gd name="connsiteY292" fmla="*/ 2117262 h 2400493"/>
              <a:gd name="connsiteX293" fmla="*/ 254973 w 2401758"/>
              <a:gd name="connsiteY293" fmla="*/ 2129167 h 2400493"/>
              <a:gd name="connsiteX294" fmla="*/ 243069 w 2401758"/>
              <a:gd name="connsiteY294" fmla="*/ 2141071 h 2400493"/>
              <a:gd name="connsiteX295" fmla="*/ 231164 w 2401758"/>
              <a:gd name="connsiteY295" fmla="*/ 2129167 h 2400493"/>
              <a:gd name="connsiteX296" fmla="*/ 243069 w 2401758"/>
              <a:gd name="connsiteY296" fmla="*/ 2117262 h 2400493"/>
              <a:gd name="connsiteX297" fmla="*/ 176106 w 2401758"/>
              <a:gd name="connsiteY297" fmla="*/ 2117262 h 2400493"/>
              <a:gd name="connsiteX298" fmla="*/ 188506 w 2401758"/>
              <a:gd name="connsiteY298" fmla="*/ 2128671 h 2400493"/>
              <a:gd name="connsiteX299" fmla="*/ 177098 w 2401758"/>
              <a:gd name="connsiteY299" fmla="*/ 2141071 h 2400493"/>
              <a:gd name="connsiteX300" fmla="*/ 164697 w 2401758"/>
              <a:gd name="connsiteY300" fmla="*/ 2129663 h 2400493"/>
              <a:gd name="connsiteX301" fmla="*/ 176106 w 2401758"/>
              <a:gd name="connsiteY301" fmla="*/ 2117262 h 2400493"/>
              <a:gd name="connsiteX302" fmla="*/ 110132 w 2401758"/>
              <a:gd name="connsiteY302" fmla="*/ 2117262 h 2400493"/>
              <a:gd name="connsiteX303" fmla="*/ 122036 w 2401758"/>
              <a:gd name="connsiteY303" fmla="*/ 2129167 h 2400493"/>
              <a:gd name="connsiteX304" fmla="*/ 110132 w 2401758"/>
              <a:gd name="connsiteY304" fmla="*/ 2141071 h 2400493"/>
              <a:gd name="connsiteX305" fmla="*/ 98227 w 2401758"/>
              <a:gd name="connsiteY305" fmla="*/ 2129167 h 2400493"/>
              <a:gd name="connsiteX306" fmla="*/ 110132 w 2401758"/>
              <a:gd name="connsiteY306" fmla="*/ 2117262 h 2400493"/>
              <a:gd name="connsiteX307" fmla="*/ 43183 w 2401758"/>
              <a:gd name="connsiteY307" fmla="*/ 2117262 h 2400493"/>
              <a:gd name="connsiteX308" fmla="*/ 55086 w 2401758"/>
              <a:gd name="connsiteY308" fmla="*/ 2129167 h 2400493"/>
              <a:gd name="connsiteX309" fmla="*/ 43183 w 2401758"/>
              <a:gd name="connsiteY309" fmla="*/ 2141071 h 2400493"/>
              <a:gd name="connsiteX310" fmla="*/ 31278 w 2401758"/>
              <a:gd name="connsiteY310" fmla="*/ 2129167 h 2400493"/>
              <a:gd name="connsiteX311" fmla="*/ 43183 w 2401758"/>
              <a:gd name="connsiteY311" fmla="*/ 2117262 h 2400493"/>
              <a:gd name="connsiteX312" fmla="*/ 1321908 w 2401758"/>
              <a:gd name="connsiteY312" fmla="*/ 2060715 h 2400493"/>
              <a:gd name="connsiteX313" fmla="*/ 1324388 w 2401758"/>
              <a:gd name="connsiteY313" fmla="*/ 2063691 h 2400493"/>
              <a:gd name="connsiteX314" fmla="*/ 1321412 w 2401758"/>
              <a:gd name="connsiteY314" fmla="*/ 2066171 h 2400493"/>
              <a:gd name="connsiteX315" fmla="*/ 1319924 w 2401758"/>
              <a:gd name="connsiteY315" fmla="*/ 2062203 h 2400493"/>
              <a:gd name="connsiteX316" fmla="*/ 1321908 w 2401758"/>
              <a:gd name="connsiteY316" fmla="*/ 2060715 h 2400493"/>
              <a:gd name="connsiteX317" fmla="*/ 1185501 w 2401758"/>
              <a:gd name="connsiteY317" fmla="*/ 2060219 h 2400493"/>
              <a:gd name="connsiteX318" fmla="*/ 1189965 w 2401758"/>
              <a:gd name="connsiteY318" fmla="*/ 2061707 h 2400493"/>
              <a:gd name="connsiteX319" fmla="*/ 1186989 w 2401758"/>
              <a:gd name="connsiteY319" fmla="*/ 2064683 h 2400493"/>
              <a:gd name="connsiteX320" fmla="*/ 1184013 w 2401758"/>
              <a:gd name="connsiteY320" fmla="*/ 2062203 h 2400493"/>
              <a:gd name="connsiteX321" fmla="*/ 1185501 w 2401758"/>
              <a:gd name="connsiteY321" fmla="*/ 2060219 h 2400493"/>
              <a:gd name="connsiteX322" fmla="*/ 1256433 w 2401758"/>
              <a:gd name="connsiteY322" fmla="*/ 2059723 h 2400493"/>
              <a:gd name="connsiteX323" fmla="*/ 1258913 w 2401758"/>
              <a:gd name="connsiteY323" fmla="*/ 2062699 h 2400493"/>
              <a:gd name="connsiteX324" fmla="*/ 1254945 w 2401758"/>
              <a:gd name="connsiteY324" fmla="*/ 2064187 h 2400493"/>
              <a:gd name="connsiteX325" fmla="*/ 1253457 w 2401758"/>
              <a:gd name="connsiteY325" fmla="*/ 2062203 h 2400493"/>
              <a:gd name="connsiteX326" fmla="*/ 1256433 w 2401758"/>
              <a:gd name="connsiteY326" fmla="*/ 2059723 h 2400493"/>
              <a:gd name="connsiteX327" fmla="*/ 1120025 w 2401758"/>
              <a:gd name="connsiteY327" fmla="*/ 2057739 h 2400493"/>
              <a:gd name="connsiteX328" fmla="*/ 1123994 w 2401758"/>
              <a:gd name="connsiteY328" fmla="*/ 2062700 h 2400493"/>
              <a:gd name="connsiteX329" fmla="*/ 1118537 w 2401758"/>
              <a:gd name="connsiteY329" fmla="*/ 2067660 h 2400493"/>
              <a:gd name="connsiteX330" fmla="*/ 1114073 w 2401758"/>
              <a:gd name="connsiteY330" fmla="*/ 2062700 h 2400493"/>
              <a:gd name="connsiteX331" fmla="*/ 1120025 w 2401758"/>
              <a:gd name="connsiteY331" fmla="*/ 2057739 h 2400493"/>
              <a:gd name="connsiteX332" fmla="*/ 1052566 w 2401758"/>
              <a:gd name="connsiteY332" fmla="*/ 2055755 h 2400493"/>
              <a:gd name="connsiteX333" fmla="*/ 1060998 w 2401758"/>
              <a:gd name="connsiteY333" fmla="*/ 2062203 h 2400493"/>
              <a:gd name="connsiteX334" fmla="*/ 1053062 w 2401758"/>
              <a:gd name="connsiteY334" fmla="*/ 2069644 h 2400493"/>
              <a:gd name="connsiteX335" fmla="*/ 1045655 w 2401758"/>
              <a:gd name="connsiteY335" fmla="*/ 2062203 h 2400493"/>
              <a:gd name="connsiteX336" fmla="*/ 1052566 w 2401758"/>
              <a:gd name="connsiteY336" fmla="*/ 2055755 h 2400493"/>
              <a:gd name="connsiteX337" fmla="*/ 985642 w 2401758"/>
              <a:gd name="connsiteY337" fmla="*/ 2055259 h 2400493"/>
              <a:gd name="connsiteX338" fmla="*/ 993082 w 2401758"/>
              <a:gd name="connsiteY338" fmla="*/ 2062203 h 2400493"/>
              <a:gd name="connsiteX339" fmla="*/ 986634 w 2401758"/>
              <a:gd name="connsiteY339" fmla="*/ 2069644 h 2400493"/>
              <a:gd name="connsiteX340" fmla="*/ 978697 w 2401758"/>
              <a:gd name="connsiteY340" fmla="*/ 2063195 h 2400493"/>
              <a:gd name="connsiteX341" fmla="*/ 985642 w 2401758"/>
              <a:gd name="connsiteY341" fmla="*/ 2055259 h 2400493"/>
              <a:gd name="connsiteX342" fmla="*/ 915679 w 2401758"/>
              <a:gd name="connsiteY342" fmla="*/ 2053275 h 2400493"/>
              <a:gd name="connsiteX343" fmla="*/ 926095 w 2401758"/>
              <a:gd name="connsiteY343" fmla="*/ 2062700 h 2400493"/>
              <a:gd name="connsiteX344" fmla="*/ 923615 w 2401758"/>
              <a:gd name="connsiteY344" fmla="*/ 2068652 h 2400493"/>
              <a:gd name="connsiteX345" fmla="*/ 917167 w 2401758"/>
              <a:gd name="connsiteY345" fmla="*/ 2072124 h 2400493"/>
              <a:gd name="connsiteX346" fmla="*/ 907246 w 2401758"/>
              <a:gd name="connsiteY346" fmla="*/ 2063196 h 2400493"/>
              <a:gd name="connsiteX347" fmla="*/ 915679 w 2401758"/>
              <a:gd name="connsiteY347" fmla="*/ 2053275 h 2400493"/>
              <a:gd name="connsiteX348" fmla="*/ 850237 w 2401758"/>
              <a:gd name="connsiteY348" fmla="*/ 2052779 h 2400493"/>
              <a:gd name="connsiteX349" fmla="*/ 859662 w 2401758"/>
              <a:gd name="connsiteY349" fmla="*/ 2062204 h 2400493"/>
              <a:gd name="connsiteX350" fmla="*/ 849742 w 2401758"/>
              <a:gd name="connsiteY350" fmla="*/ 2072124 h 2400493"/>
              <a:gd name="connsiteX351" fmla="*/ 840810 w 2401758"/>
              <a:gd name="connsiteY351" fmla="*/ 2062204 h 2400493"/>
              <a:gd name="connsiteX352" fmla="*/ 850237 w 2401758"/>
              <a:gd name="connsiteY352" fmla="*/ 2052779 h 2400493"/>
              <a:gd name="connsiteX353" fmla="*/ 783721 w 2401758"/>
              <a:gd name="connsiteY353" fmla="*/ 2052779 h 2400493"/>
              <a:gd name="connsiteX354" fmla="*/ 793146 w 2401758"/>
              <a:gd name="connsiteY354" fmla="*/ 2062204 h 2400493"/>
              <a:gd name="connsiteX355" fmla="*/ 784217 w 2401758"/>
              <a:gd name="connsiteY355" fmla="*/ 2072124 h 2400493"/>
              <a:gd name="connsiteX356" fmla="*/ 774297 w 2401758"/>
              <a:gd name="connsiteY356" fmla="*/ 2062204 h 2400493"/>
              <a:gd name="connsiteX357" fmla="*/ 783721 w 2401758"/>
              <a:gd name="connsiteY357" fmla="*/ 2052779 h 2400493"/>
              <a:gd name="connsiteX358" fmla="*/ 445970 w 2401758"/>
              <a:gd name="connsiteY358" fmla="*/ 2050795 h 2400493"/>
              <a:gd name="connsiteX359" fmla="*/ 457380 w 2401758"/>
              <a:gd name="connsiteY359" fmla="*/ 2062700 h 2400493"/>
              <a:gd name="connsiteX360" fmla="*/ 445474 w 2401758"/>
              <a:gd name="connsiteY360" fmla="*/ 2074604 h 2400493"/>
              <a:gd name="connsiteX361" fmla="*/ 433569 w 2401758"/>
              <a:gd name="connsiteY361" fmla="*/ 2063196 h 2400493"/>
              <a:gd name="connsiteX362" fmla="*/ 445970 w 2401758"/>
              <a:gd name="connsiteY362" fmla="*/ 2050795 h 2400493"/>
              <a:gd name="connsiteX363" fmla="*/ 647849 w 2401758"/>
              <a:gd name="connsiteY363" fmla="*/ 2050299 h 2400493"/>
              <a:gd name="connsiteX364" fmla="*/ 659752 w 2401758"/>
              <a:gd name="connsiteY364" fmla="*/ 2062204 h 2400493"/>
              <a:gd name="connsiteX365" fmla="*/ 647849 w 2401758"/>
              <a:gd name="connsiteY365" fmla="*/ 2074108 h 2400493"/>
              <a:gd name="connsiteX366" fmla="*/ 635945 w 2401758"/>
              <a:gd name="connsiteY366" fmla="*/ 2062204 h 2400493"/>
              <a:gd name="connsiteX367" fmla="*/ 647849 w 2401758"/>
              <a:gd name="connsiteY367" fmla="*/ 2050299 h 2400493"/>
              <a:gd name="connsiteX368" fmla="*/ 581400 w 2401758"/>
              <a:gd name="connsiteY368" fmla="*/ 2050299 h 2400493"/>
              <a:gd name="connsiteX369" fmla="*/ 593305 w 2401758"/>
              <a:gd name="connsiteY369" fmla="*/ 2062204 h 2400493"/>
              <a:gd name="connsiteX370" fmla="*/ 581400 w 2401758"/>
              <a:gd name="connsiteY370" fmla="*/ 2074108 h 2400493"/>
              <a:gd name="connsiteX371" fmla="*/ 569494 w 2401758"/>
              <a:gd name="connsiteY371" fmla="*/ 2062204 h 2400493"/>
              <a:gd name="connsiteX372" fmla="*/ 581400 w 2401758"/>
              <a:gd name="connsiteY372" fmla="*/ 2050299 h 2400493"/>
              <a:gd name="connsiteX373" fmla="*/ 513427 w 2401758"/>
              <a:gd name="connsiteY373" fmla="*/ 2050299 h 2400493"/>
              <a:gd name="connsiteX374" fmla="*/ 526324 w 2401758"/>
              <a:gd name="connsiteY374" fmla="*/ 2062203 h 2400493"/>
              <a:gd name="connsiteX375" fmla="*/ 514915 w 2401758"/>
              <a:gd name="connsiteY375" fmla="*/ 2074108 h 2400493"/>
              <a:gd name="connsiteX376" fmla="*/ 502513 w 2401758"/>
              <a:gd name="connsiteY376" fmla="*/ 2062699 h 2400493"/>
              <a:gd name="connsiteX377" fmla="*/ 513427 w 2401758"/>
              <a:gd name="connsiteY377" fmla="*/ 2050299 h 2400493"/>
              <a:gd name="connsiteX378" fmla="*/ 377999 w 2401758"/>
              <a:gd name="connsiteY378" fmla="*/ 2050299 h 2400493"/>
              <a:gd name="connsiteX379" fmla="*/ 390896 w 2401758"/>
              <a:gd name="connsiteY379" fmla="*/ 2062204 h 2400493"/>
              <a:gd name="connsiteX380" fmla="*/ 379487 w 2401758"/>
              <a:gd name="connsiteY380" fmla="*/ 2074108 h 2400493"/>
              <a:gd name="connsiteX381" fmla="*/ 367085 w 2401758"/>
              <a:gd name="connsiteY381" fmla="*/ 2062700 h 2400493"/>
              <a:gd name="connsiteX382" fmla="*/ 377999 w 2401758"/>
              <a:gd name="connsiteY382" fmla="*/ 2050299 h 2400493"/>
              <a:gd name="connsiteX383" fmla="*/ 313517 w 2401758"/>
              <a:gd name="connsiteY383" fmla="*/ 2050299 h 2400493"/>
              <a:gd name="connsiteX384" fmla="*/ 324431 w 2401758"/>
              <a:gd name="connsiteY384" fmla="*/ 2062700 h 2400493"/>
              <a:gd name="connsiteX385" fmla="*/ 311037 w 2401758"/>
              <a:gd name="connsiteY385" fmla="*/ 2074108 h 2400493"/>
              <a:gd name="connsiteX386" fmla="*/ 300621 w 2401758"/>
              <a:gd name="connsiteY386" fmla="*/ 2061212 h 2400493"/>
              <a:gd name="connsiteX387" fmla="*/ 313517 w 2401758"/>
              <a:gd name="connsiteY387" fmla="*/ 2050299 h 2400493"/>
              <a:gd name="connsiteX388" fmla="*/ 243055 w 2401758"/>
              <a:gd name="connsiteY388" fmla="*/ 2050299 h 2400493"/>
              <a:gd name="connsiteX389" fmla="*/ 254959 w 2401758"/>
              <a:gd name="connsiteY389" fmla="*/ 2062204 h 2400493"/>
              <a:gd name="connsiteX390" fmla="*/ 243551 w 2401758"/>
              <a:gd name="connsiteY390" fmla="*/ 2074108 h 2400493"/>
              <a:gd name="connsiteX391" fmla="*/ 231150 w 2401758"/>
              <a:gd name="connsiteY391" fmla="*/ 2061708 h 2400493"/>
              <a:gd name="connsiteX392" fmla="*/ 243055 w 2401758"/>
              <a:gd name="connsiteY392" fmla="*/ 2050299 h 2400493"/>
              <a:gd name="connsiteX393" fmla="*/ 176108 w 2401758"/>
              <a:gd name="connsiteY393" fmla="*/ 2050299 h 2400493"/>
              <a:gd name="connsiteX394" fmla="*/ 188508 w 2401758"/>
              <a:gd name="connsiteY394" fmla="*/ 2061708 h 2400493"/>
              <a:gd name="connsiteX395" fmla="*/ 177596 w 2401758"/>
              <a:gd name="connsiteY395" fmla="*/ 2074108 h 2400493"/>
              <a:gd name="connsiteX396" fmla="*/ 164699 w 2401758"/>
              <a:gd name="connsiteY396" fmla="*/ 2062204 h 2400493"/>
              <a:gd name="connsiteX397" fmla="*/ 176108 w 2401758"/>
              <a:gd name="connsiteY397" fmla="*/ 2050299 h 2400493"/>
              <a:gd name="connsiteX398" fmla="*/ 110637 w 2401758"/>
              <a:gd name="connsiteY398" fmla="*/ 2050299 h 2400493"/>
              <a:gd name="connsiteX399" fmla="*/ 122045 w 2401758"/>
              <a:gd name="connsiteY399" fmla="*/ 2062700 h 2400493"/>
              <a:gd name="connsiteX400" fmla="*/ 110141 w 2401758"/>
              <a:gd name="connsiteY400" fmla="*/ 2074108 h 2400493"/>
              <a:gd name="connsiteX401" fmla="*/ 98236 w 2401758"/>
              <a:gd name="connsiteY401" fmla="*/ 2062700 h 2400493"/>
              <a:gd name="connsiteX402" fmla="*/ 110637 w 2401758"/>
              <a:gd name="connsiteY402" fmla="*/ 2050299 h 2400493"/>
              <a:gd name="connsiteX403" fmla="*/ 42675 w 2401758"/>
              <a:gd name="connsiteY403" fmla="*/ 2050299 h 2400493"/>
              <a:gd name="connsiteX404" fmla="*/ 55075 w 2401758"/>
              <a:gd name="connsiteY404" fmla="*/ 2061212 h 2400493"/>
              <a:gd name="connsiteX405" fmla="*/ 43171 w 2401758"/>
              <a:gd name="connsiteY405" fmla="*/ 2074108 h 2400493"/>
              <a:gd name="connsiteX406" fmla="*/ 31266 w 2401758"/>
              <a:gd name="connsiteY406" fmla="*/ 2062700 h 2400493"/>
              <a:gd name="connsiteX407" fmla="*/ 42675 w 2401758"/>
              <a:gd name="connsiteY407" fmla="*/ 2050299 h 2400493"/>
              <a:gd name="connsiteX408" fmla="*/ 714322 w 2401758"/>
              <a:gd name="connsiteY408" fmla="*/ 2050298 h 2400493"/>
              <a:gd name="connsiteX409" fmla="*/ 726722 w 2401758"/>
              <a:gd name="connsiteY409" fmla="*/ 2061707 h 2400493"/>
              <a:gd name="connsiteX410" fmla="*/ 715314 w 2401758"/>
              <a:gd name="connsiteY410" fmla="*/ 2074108 h 2400493"/>
              <a:gd name="connsiteX411" fmla="*/ 702914 w 2401758"/>
              <a:gd name="connsiteY411" fmla="*/ 2062699 h 2400493"/>
              <a:gd name="connsiteX412" fmla="*/ 714322 w 2401758"/>
              <a:gd name="connsiteY412" fmla="*/ 2050298 h 2400493"/>
              <a:gd name="connsiteX413" fmla="*/ 1388872 w 2401758"/>
              <a:gd name="connsiteY413" fmla="*/ 1993752 h 2400493"/>
              <a:gd name="connsiteX414" fmla="*/ 1392344 w 2401758"/>
              <a:gd name="connsiteY414" fmla="*/ 1996232 h 2400493"/>
              <a:gd name="connsiteX415" fmla="*/ 1388872 w 2401758"/>
              <a:gd name="connsiteY415" fmla="*/ 1998216 h 2400493"/>
              <a:gd name="connsiteX416" fmla="*/ 1386392 w 2401758"/>
              <a:gd name="connsiteY416" fmla="*/ 1995240 h 2400493"/>
              <a:gd name="connsiteX417" fmla="*/ 1388872 w 2401758"/>
              <a:gd name="connsiteY417" fmla="*/ 1993752 h 2400493"/>
              <a:gd name="connsiteX418" fmla="*/ 1322405 w 2401758"/>
              <a:gd name="connsiteY418" fmla="*/ 1992264 h 2400493"/>
              <a:gd name="connsiteX419" fmla="*/ 1324389 w 2401758"/>
              <a:gd name="connsiteY419" fmla="*/ 1995736 h 2400493"/>
              <a:gd name="connsiteX420" fmla="*/ 1321413 w 2401758"/>
              <a:gd name="connsiteY420" fmla="*/ 1998216 h 2400493"/>
              <a:gd name="connsiteX421" fmla="*/ 1319925 w 2401758"/>
              <a:gd name="connsiteY421" fmla="*/ 1995736 h 2400493"/>
              <a:gd name="connsiteX422" fmla="*/ 1322405 w 2401758"/>
              <a:gd name="connsiteY422" fmla="*/ 1992264 h 2400493"/>
              <a:gd name="connsiteX423" fmla="*/ 1256433 w 2401758"/>
              <a:gd name="connsiteY423" fmla="*/ 1990776 h 2400493"/>
              <a:gd name="connsiteX424" fmla="*/ 1261394 w 2401758"/>
              <a:gd name="connsiteY424" fmla="*/ 1996232 h 2400493"/>
              <a:gd name="connsiteX425" fmla="*/ 1255441 w 2401758"/>
              <a:gd name="connsiteY425" fmla="*/ 2000200 h 2400493"/>
              <a:gd name="connsiteX426" fmla="*/ 1250977 w 2401758"/>
              <a:gd name="connsiteY426" fmla="*/ 1995736 h 2400493"/>
              <a:gd name="connsiteX427" fmla="*/ 1256433 w 2401758"/>
              <a:gd name="connsiteY427" fmla="*/ 1990776 h 2400493"/>
              <a:gd name="connsiteX428" fmla="*/ 1119034 w 2401758"/>
              <a:gd name="connsiteY428" fmla="*/ 1988295 h 2400493"/>
              <a:gd name="connsiteX429" fmla="*/ 1126474 w 2401758"/>
              <a:gd name="connsiteY429" fmla="*/ 1995239 h 2400493"/>
              <a:gd name="connsiteX430" fmla="*/ 1120026 w 2401758"/>
              <a:gd name="connsiteY430" fmla="*/ 2002680 h 2400493"/>
              <a:gd name="connsiteX431" fmla="*/ 1112089 w 2401758"/>
              <a:gd name="connsiteY431" fmla="*/ 1996728 h 2400493"/>
              <a:gd name="connsiteX432" fmla="*/ 1119034 w 2401758"/>
              <a:gd name="connsiteY432" fmla="*/ 1988295 h 2400493"/>
              <a:gd name="connsiteX433" fmla="*/ 1186493 w 2401758"/>
              <a:gd name="connsiteY433" fmla="*/ 1987303 h 2400493"/>
              <a:gd name="connsiteX434" fmla="*/ 1192941 w 2401758"/>
              <a:gd name="connsiteY434" fmla="*/ 1995735 h 2400493"/>
              <a:gd name="connsiteX435" fmla="*/ 1186493 w 2401758"/>
              <a:gd name="connsiteY435" fmla="*/ 2002680 h 2400493"/>
              <a:gd name="connsiteX436" fmla="*/ 1179549 w 2401758"/>
              <a:gd name="connsiteY436" fmla="*/ 1995239 h 2400493"/>
              <a:gd name="connsiteX437" fmla="*/ 1186493 w 2401758"/>
              <a:gd name="connsiteY437" fmla="*/ 1987303 h 2400493"/>
              <a:gd name="connsiteX438" fmla="*/ 986107 w 2401758"/>
              <a:gd name="connsiteY438" fmla="*/ 1986311 h 2400493"/>
              <a:gd name="connsiteX439" fmla="*/ 996028 w 2401758"/>
              <a:gd name="connsiteY439" fmla="*/ 1995240 h 2400493"/>
              <a:gd name="connsiteX440" fmla="*/ 986107 w 2401758"/>
              <a:gd name="connsiteY440" fmla="*/ 2005160 h 2400493"/>
              <a:gd name="connsiteX441" fmla="*/ 977179 w 2401758"/>
              <a:gd name="connsiteY441" fmla="*/ 1995735 h 2400493"/>
              <a:gd name="connsiteX442" fmla="*/ 986107 w 2401758"/>
              <a:gd name="connsiteY442" fmla="*/ 1986311 h 2400493"/>
              <a:gd name="connsiteX443" fmla="*/ 917157 w 2401758"/>
              <a:gd name="connsiteY443" fmla="*/ 1986311 h 2400493"/>
              <a:gd name="connsiteX444" fmla="*/ 926580 w 2401758"/>
              <a:gd name="connsiteY444" fmla="*/ 1995735 h 2400493"/>
              <a:gd name="connsiteX445" fmla="*/ 917157 w 2401758"/>
              <a:gd name="connsiteY445" fmla="*/ 2005160 h 2400493"/>
              <a:gd name="connsiteX446" fmla="*/ 907236 w 2401758"/>
              <a:gd name="connsiteY446" fmla="*/ 1995240 h 2400493"/>
              <a:gd name="connsiteX447" fmla="*/ 917157 w 2401758"/>
              <a:gd name="connsiteY447" fmla="*/ 1986311 h 2400493"/>
              <a:gd name="connsiteX448" fmla="*/ 1053558 w 2401758"/>
              <a:gd name="connsiteY448" fmla="*/ 1985815 h 2400493"/>
              <a:gd name="connsiteX449" fmla="*/ 1062487 w 2401758"/>
              <a:gd name="connsiteY449" fmla="*/ 1995736 h 2400493"/>
              <a:gd name="connsiteX450" fmla="*/ 1053062 w 2401758"/>
              <a:gd name="connsiteY450" fmla="*/ 2005160 h 2400493"/>
              <a:gd name="connsiteX451" fmla="*/ 1047145 w 2401758"/>
              <a:gd name="connsiteY451" fmla="*/ 2002680 h 2400493"/>
              <a:gd name="connsiteX452" fmla="*/ 1043673 w 2401758"/>
              <a:gd name="connsiteY452" fmla="*/ 1995736 h 2400493"/>
              <a:gd name="connsiteX453" fmla="*/ 1053558 w 2401758"/>
              <a:gd name="connsiteY453" fmla="*/ 1985815 h 2400493"/>
              <a:gd name="connsiteX454" fmla="*/ 850228 w 2401758"/>
              <a:gd name="connsiteY454" fmla="*/ 1983831 h 2400493"/>
              <a:gd name="connsiteX455" fmla="*/ 862133 w 2401758"/>
              <a:gd name="connsiteY455" fmla="*/ 1995736 h 2400493"/>
              <a:gd name="connsiteX456" fmla="*/ 850228 w 2401758"/>
              <a:gd name="connsiteY456" fmla="*/ 2007640 h 2400493"/>
              <a:gd name="connsiteX457" fmla="*/ 838321 w 2401758"/>
              <a:gd name="connsiteY457" fmla="*/ 1995736 h 2400493"/>
              <a:gd name="connsiteX458" fmla="*/ 850228 w 2401758"/>
              <a:gd name="connsiteY458" fmla="*/ 1983831 h 2400493"/>
              <a:gd name="connsiteX459" fmla="*/ 784220 w 2401758"/>
              <a:gd name="connsiteY459" fmla="*/ 1983831 h 2400493"/>
              <a:gd name="connsiteX460" fmla="*/ 795629 w 2401758"/>
              <a:gd name="connsiteY460" fmla="*/ 1996232 h 2400493"/>
              <a:gd name="connsiteX461" fmla="*/ 783724 w 2401758"/>
              <a:gd name="connsiteY461" fmla="*/ 2007640 h 2400493"/>
              <a:gd name="connsiteX462" fmla="*/ 771821 w 2401758"/>
              <a:gd name="connsiteY462" fmla="*/ 1996232 h 2400493"/>
              <a:gd name="connsiteX463" fmla="*/ 784220 w 2401758"/>
              <a:gd name="connsiteY463" fmla="*/ 1983831 h 2400493"/>
              <a:gd name="connsiteX464" fmla="*/ 714799 w 2401758"/>
              <a:gd name="connsiteY464" fmla="*/ 1983831 h 2400493"/>
              <a:gd name="connsiteX465" fmla="*/ 726702 w 2401758"/>
              <a:gd name="connsiteY465" fmla="*/ 1995240 h 2400493"/>
              <a:gd name="connsiteX466" fmla="*/ 714303 w 2401758"/>
              <a:gd name="connsiteY466" fmla="*/ 2007640 h 2400493"/>
              <a:gd name="connsiteX467" fmla="*/ 702895 w 2401758"/>
              <a:gd name="connsiteY467" fmla="*/ 1995736 h 2400493"/>
              <a:gd name="connsiteX468" fmla="*/ 714799 w 2401758"/>
              <a:gd name="connsiteY468" fmla="*/ 1983831 h 2400493"/>
              <a:gd name="connsiteX469" fmla="*/ 647821 w 2401758"/>
              <a:gd name="connsiteY469" fmla="*/ 1983831 h 2400493"/>
              <a:gd name="connsiteX470" fmla="*/ 659725 w 2401758"/>
              <a:gd name="connsiteY470" fmla="*/ 1995240 h 2400493"/>
              <a:gd name="connsiteX471" fmla="*/ 647325 w 2401758"/>
              <a:gd name="connsiteY471" fmla="*/ 2007640 h 2400493"/>
              <a:gd name="connsiteX472" fmla="*/ 635916 w 2401758"/>
              <a:gd name="connsiteY472" fmla="*/ 1995736 h 2400493"/>
              <a:gd name="connsiteX473" fmla="*/ 647821 w 2401758"/>
              <a:gd name="connsiteY473" fmla="*/ 1983831 h 2400493"/>
              <a:gd name="connsiteX474" fmla="*/ 581892 w 2401758"/>
              <a:gd name="connsiteY474" fmla="*/ 1983831 h 2400493"/>
              <a:gd name="connsiteX475" fmla="*/ 593301 w 2401758"/>
              <a:gd name="connsiteY475" fmla="*/ 1996232 h 2400493"/>
              <a:gd name="connsiteX476" fmla="*/ 581396 w 2401758"/>
              <a:gd name="connsiteY476" fmla="*/ 2007640 h 2400493"/>
              <a:gd name="connsiteX477" fmla="*/ 569490 w 2401758"/>
              <a:gd name="connsiteY477" fmla="*/ 1994744 h 2400493"/>
              <a:gd name="connsiteX478" fmla="*/ 581892 w 2401758"/>
              <a:gd name="connsiteY478" fmla="*/ 1983831 h 2400493"/>
              <a:gd name="connsiteX479" fmla="*/ 513902 w 2401758"/>
              <a:gd name="connsiteY479" fmla="*/ 1981847 h 2400493"/>
              <a:gd name="connsiteX480" fmla="*/ 528783 w 2401758"/>
              <a:gd name="connsiteY480" fmla="*/ 1995736 h 2400493"/>
              <a:gd name="connsiteX481" fmla="*/ 513902 w 2401758"/>
              <a:gd name="connsiteY481" fmla="*/ 2010121 h 2400493"/>
              <a:gd name="connsiteX482" fmla="*/ 500013 w 2401758"/>
              <a:gd name="connsiteY482" fmla="*/ 1995240 h 2400493"/>
              <a:gd name="connsiteX483" fmla="*/ 513902 w 2401758"/>
              <a:gd name="connsiteY483" fmla="*/ 1981847 h 2400493"/>
              <a:gd name="connsiteX484" fmla="*/ 378978 w 2401758"/>
              <a:gd name="connsiteY484" fmla="*/ 1981847 h 2400493"/>
              <a:gd name="connsiteX485" fmla="*/ 393363 w 2401758"/>
              <a:gd name="connsiteY485" fmla="*/ 1995736 h 2400493"/>
              <a:gd name="connsiteX486" fmla="*/ 379474 w 2401758"/>
              <a:gd name="connsiteY486" fmla="*/ 2010120 h 2400493"/>
              <a:gd name="connsiteX487" fmla="*/ 365088 w 2401758"/>
              <a:gd name="connsiteY487" fmla="*/ 1996232 h 2400493"/>
              <a:gd name="connsiteX488" fmla="*/ 378978 w 2401758"/>
              <a:gd name="connsiteY488" fmla="*/ 1981847 h 2400493"/>
              <a:gd name="connsiteX489" fmla="*/ 312517 w 2401758"/>
              <a:gd name="connsiteY489" fmla="*/ 1981847 h 2400493"/>
              <a:gd name="connsiteX490" fmla="*/ 326407 w 2401758"/>
              <a:gd name="connsiteY490" fmla="*/ 1996232 h 2400493"/>
              <a:gd name="connsiteX491" fmla="*/ 312021 w 2401758"/>
              <a:gd name="connsiteY491" fmla="*/ 2010121 h 2400493"/>
              <a:gd name="connsiteX492" fmla="*/ 298132 w 2401758"/>
              <a:gd name="connsiteY492" fmla="*/ 1995736 h 2400493"/>
              <a:gd name="connsiteX493" fmla="*/ 312517 w 2401758"/>
              <a:gd name="connsiteY493" fmla="*/ 1981847 h 2400493"/>
              <a:gd name="connsiteX494" fmla="*/ 243062 w 2401758"/>
              <a:gd name="connsiteY494" fmla="*/ 1981847 h 2400493"/>
              <a:gd name="connsiteX495" fmla="*/ 257447 w 2401758"/>
              <a:gd name="connsiteY495" fmla="*/ 1995736 h 2400493"/>
              <a:gd name="connsiteX496" fmla="*/ 243558 w 2401758"/>
              <a:gd name="connsiteY496" fmla="*/ 2010120 h 2400493"/>
              <a:gd name="connsiteX497" fmla="*/ 229173 w 2401758"/>
              <a:gd name="connsiteY497" fmla="*/ 1996232 h 2400493"/>
              <a:gd name="connsiteX498" fmla="*/ 243062 w 2401758"/>
              <a:gd name="connsiteY498" fmla="*/ 1981847 h 2400493"/>
              <a:gd name="connsiteX499" fmla="*/ 176596 w 2401758"/>
              <a:gd name="connsiteY499" fmla="*/ 1981847 h 2400493"/>
              <a:gd name="connsiteX500" fmla="*/ 190485 w 2401758"/>
              <a:gd name="connsiteY500" fmla="*/ 1996232 h 2400493"/>
              <a:gd name="connsiteX501" fmla="*/ 176100 w 2401758"/>
              <a:gd name="connsiteY501" fmla="*/ 2010121 h 2400493"/>
              <a:gd name="connsiteX502" fmla="*/ 162211 w 2401758"/>
              <a:gd name="connsiteY502" fmla="*/ 1995736 h 2400493"/>
              <a:gd name="connsiteX503" fmla="*/ 176596 w 2401758"/>
              <a:gd name="connsiteY503" fmla="*/ 1981847 h 2400493"/>
              <a:gd name="connsiteX504" fmla="*/ 444972 w 2401758"/>
              <a:gd name="connsiteY504" fmla="*/ 1981351 h 2400493"/>
              <a:gd name="connsiteX505" fmla="*/ 459853 w 2401758"/>
              <a:gd name="connsiteY505" fmla="*/ 1994744 h 2400493"/>
              <a:gd name="connsiteX506" fmla="*/ 446460 w 2401758"/>
              <a:gd name="connsiteY506" fmla="*/ 2010121 h 2400493"/>
              <a:gd name="connsiteX507" fmla="*/ 431578 w 2401758"/>
              <a:gd name="connsiteY507" fmla="*/ 1996232 h 2400493"/>
              <a:gd name="connsiteX508" fmla="*/ 444972 w 2401758"/>
              <a:gd name="connsiteY508" fmla="*/ 1981351 h 2400493"/>
              <a:gd name="connsiteX509" fmla="*/ 109654 w 2401758"/>
              <a:gd name="connsiteY509" fmla="*/ 1981351 h 2400493"/>
              <a:gd name="connsiteX510" fmla="*/ 124039 w 2401758"/>
              <a:gd name="connsiteY510" fmla="*/ 1995240 h 2400493"/>
              <a:gd name="connsiteX511" fmla="*/ 110150 w 2401758"/>
              <a:gd name="connsiteY511" fmla="*/ 2009625 h 2400493"/>
              <a:gd name="connsiteX512" fmla="*/ 95765 w 2401758"/>
              <a:gd name="connsiteY512" fmla="*/ 1995736 h 2400493"/>
              <a:gd name="connsiteX513" fmla="*/ 109654 w 2401758"/>
              <a:gd name="connsiteY513" fmla="*/ 1981351 h 2400493"/>
              <a:gd name="connsiteX514" fmla="*/ 43665 w 2401758"/>
              <a:gd name="connsiteY514" fmla="*/ 1981351 h 2400493"/>
              <a:gd name="connsiteX515" fmla="*/ 57553 w 2401758"/>
              <a:gd name="connsiteY515" fmla="*/ 1995736 h 2400493"/>
              <a:gd name="connsiteX516" fmla="*/ 43169 w 2401758"/>
              <a:gd name="connsiteY516" fmla="*/ 2009624 h 2400493"/>
              <a:gd name="connsiteX517" fmla="*/ 29280 w 2401758"/>
              <a:gd name="connsiteY517" fmla="*/ 1995240 h 2400493"/>
              <a:gd name="connsiteX518" fmla="*/ 43665 w 2401758"/>
              <a:gd name="connsiteY518" fmla="*/ 1981351 h 2400493"/>
              <a:gd name="connsiteX519" fmla="*/ 1457324 w 2401758"/>
              <a:gd name="connsiteY519" fmla="*/ 1927284 h 2400493"/>
              <a:gd name="connsiteX520" fmla="*/ 1459804 w 2401758"/>
              <a:gd name="connsiteY520" fmla="*/ 1930260 h 2400493"/>
              <a:gd name="connsiteX521" fmla="*/ 1456828 w 2401758"/>
              <a:gd name="connsiteY521" fmla="*/ 1932740 h 2400493"/>
              <a:gd name="connsiteX522" fmla="*/ 1455340 w 2401758"/>
              <a:gd name="connsiteY522" fmla="*/ 1928772 h 2400493"/>
              <a:gd name="connsiteX523" fmla="*/ 1457324 w 2401758"/>
              <a:gd name="connsiteY523" fmla="*/ 1927284 h 2400493"/>
              <a:gd name="connsiteX524" fmla="*/ 1388872 w 2401758"/>
              <a:gd name="connsiteY524" fmla="*/ 1924308 h 2400493"/>
              <a:gd name="connsiteX525" fmla="*/ 1394824 w 2401758"/>
              <a:gd name="connsiteY525" fmla="*/ 1928772 h 2400493"/>
              <a:gd name="connsiteX526" fmla="*/ 1389368 w 2401758"/>
              <a:gd name="connsiteY526" fmla="*/ 1933732 h 2400493"/>
              <a:gd name="connsiteX527" fmla="*/ 1384408 w 2401758"/>
              <a:gd name="connsiteY527" fmla="*/ 1928772 h 2400493"/>
              <a:gd name="connsiteX528" fmla="*/ 1388872 w 2401758"/>
              <a:gd name="connsiteY528" fmla="*/ 1924308 h 2400493"/>
              <a:gd name="connsiteX529" fmla="*/ 1321908 w 2401758"/>
              <a:gd name="connsiteY529" fmla="*/ 1924308 h 2400493"/>
              <a:gd name="connsiteX530" fmla="*/ 1326373 w 2401758"/>
              <a:gd name="connsiteY530" fmla="*/ 1928772 h 2400493"/>
              <a:gd name="connsiteX531" fmla="*/ 1321412 w 2401758"/>
              <a:gd name="connsiteY531" fmla="*/ 1934228 h 2400493"/>
              <a:gd name="connsiteX532" fmla="*/ 1316452 w 2401758"/>
              <a:gd name="connsiteY532" fmla="*/ 1929764 h 2400493"/>
              <a:gd name="connsiteX533" fmla="*/ 1321908 w 2401758"/>
              <a:gd name="connsiteY533" fmla="*/ 1924308 h 2400493"/>
              <a:gd name="connsiteX534" fmla="*/ 1254449 w 2401758"/>
              <a:gd name="connsiteY534" fmla="*/ 1921827 h 2400493"/>
              <a:gd name="connsiteX535" fmla="*/ 1262386 w 2401758"/>
              <a:gd name="connsiteY535" fmla="*/ 1928772 h 2400493"/>
              <a:gd name="connsiteX536" fmla="*/ 1255441 w 2401758"/>
              <a:gd name="connsiteY536" fmla="*/ 1936212 h 2400493"/>
              <a:gd name="connsiteX537" fmla="*/ 1248001 w 2401758"/>
              <a:gd name="connsiteY537" fmla="*/ 1929764 h 2400493"/>
              <a:gd name="connsiteX538" fmla="*/ 1254449 w 2401758"/>
              <a:gd name="connsiteY538" fmla="*/ 1921827 h 2400493"/>
              <a:gd name="connsiteX539" fmla="*/ 1119530 w 2401758"/>
              <a:gd name="connsiteY539" fmla="*/ 1919844 h 2400493"/>
              <a:gd name="connsiteX540" fmla="*/ 1128955 w 2401758"/>
              <a:gd name="connsiteY540" fmla="*/ 1928772 h 2400493"/>
              <a:gd name="connsiteX541" fmla="*/ 1120026 w 2401758"/>
              <a:gd name="connsiteY541" fmla="*/ 1938693 h 2400493"/>
              <a:gd name="connsiteX542" fmla="*/ 1110106 w 2401758"/>
              <a:gd name="connsiteY542" fmla="*/ 1928772 h 2400493"/>
              <a:gd name="connsiteX543" fmla="*/ 1119530 w 2401758"/>
              <a:gd name="connsiteY543" fmla="*/ 1919844 h 2400493"/>
              <a:gd name="connsiteX544" fmla="*/ 1186989 w 2401758"/>
              <a:gd name="connsiteY544" fmla="*/ 1919348 h 2400493"/>
              <a:gd name="connsiteX545" fmla="*/ 1195918 w 2401758"/>
              <a:gd name="connsiteY545" fmla="*/ 1929269 h 2400493"/>
              <a:gd name="connsiteX546" fmla="*/ 1186493 w 2401758"/>
              <a:gd name="connsiteY546" fmla="*/ 1938693 h 2400493"/>
              <a:gd name="connsiteX547" fmla="*/ 1180541 w 2401758"/>
              <a:gd name="connsiteY547" fmla="*/ 1936213 h 2400493"/>
              <a:gd name="connsiteX548" fmla="*/ 1177069 w 2401758"/>
              <a:gd name="connsiteY548" fmla="*/ 1929269 h 2400493"/>
              <a:gd name="connsiteX549" fmla="*/ 1186989 w 2401758"/>
              <a:gd name="connsiteY549" fmla="*/ 1919348 h 2400493"/>
              <a:gd name="connsiteX550" fmla="*/ 1053559 w 2401758"/>
              <a:gd name="connsiteY550" fmla="*/ 1919348 h 2400493"/>
              <a:gd name="connsiteX551" fmla="*/ 1062487 w 2401758"/>
              <a:gd name="connsiteY551" fmla="*/ 1929269 h 2400493"/>
              <a:gd name="connsiteX552" fmla="*/ 1051574 w 2401758"/>
              <a:gd name="connsiteY552" fmla="*/ 1938693 h 2400493"/>
              <a:gd name="connsiteX553" fmla="*/ 1043186 w 2401758"/>
              <a:gd name="connsiteY553" fmla="*/ 1928277 h 2400493"/>
              <a:gd name="connsiteX554" fmla="*/ 1053559 w 2401758"/>
              <a:gd name="connsiteY554" fmla="*/ 1919348 h 2400493"/>
              <a:gd name="connsiteX555" fmla="*/ 985646 w 2401758"/>
              <a:gd name="connsiteY555" fmla="*/ 1917364 h 2400493"/>
              <a:gd name="connsiteX556" fmla="*/ 998046 w 2401758"/>
              <a:gd name="connsiteY556" fmla="*/ 1928773 h 2400493"/>
              <a:gd name="connsiteX557" fmla="*/ 986638 w 2401758"/>
              <a:gd name="connsiteY557" fmla="*/ 1941173 h 2400493"/>
              <a:gd name="connsiteX558" fmla="*/ 974237 w 2401758"/>
              <a:gd name="connsiteY558" fmla="*/ 1929765 h 2400493"/>
              <a:gd name="connsiteX559" fmla="*/ 985646 w 2401758"/>
              <a:gd name="connsiteY559" fmla="*/ 1917364 h 2400493"/>
              <a:gd name="connsiteX560" fmla="*/ 917648 w 2401758"/>
              <a:gd name="connsiteY560" fmla="*/ 1917364 h 2400493"/>
              <a:gd name="connsiteX561" fmla="*/ 929057 w 2401758"/>
              <a:gd name="connsiteY561" fmla="*/ 1929269 h 2400493"/>
              <a:gd name="connsiteX562" fmla="*/ 917152 w 2401758"/>
              <a:gd name="connsiteY562" fmla="*/ 1941173 h 2400493"/>
              <a:gd name="connsiteX563" fmla="*/ 905247 w 2401758"/>
              <a:gd name="connsiteY563" fmla="*/ 1928773 h 2400493"/>
              <a:gd name="connsiteX564" fmla="*/ 917648 w 2401758"/>
              <a:gd name="connsiteY564" fmla="*/ 1917364 h 2400493"/>
              <a:gd name="connsiteX565" fmla="*/ 850192 w 2401758"/>
              <a:gd name="connsiteY565" fmla="*/ 1917364 h 2400493"/>
              <a:gd name="connsiteX566" fmla="*/ 862096 w 2401758"/>
              <a:gd name="connsiteY566" fmla="*/ 1928773 h 2400493"/>
              <a:gd name="connsiteX567" fmla="*/ 849696 w 2401758"/>
              <a:gd name="connsiteY567" fmla="*/ 1941173 h 2400493"/>
              <a:gd name="connsiteX568" fmla="*/ 838287 w 2401758"/>
              <a:gd name="connsiteY568" fmla="*/ 1928773 h 2400493"/>
              <a:gd name="connsiteX569" fmla="*/ 850192 w 2401758"/>
              <a:gd name="connsiteY569" fmla="*/ 1917364 h 2400493"/>
              <a:gd name="connsiteX570" fmla="*/ 646836 w 2401758"/>
              <a:gd name="connsiteY570" fmla="*/ 1915379 h 2400493"/>
              <a:gd name="connsiteX571" fmla="*/ 662212 w 2401758"/>
              <a:gd name="connsiteY571" fmla="*/ 1928772 h 2400493"/>
              <a:gd name="connsiteX572" fmla="*/ 648324 w 2401758"/>
              <a:gd name="connsiteY572" fmla="*/ 1943652 h 2400493"/>
              <a:gd name="connsiteX573" fmla="*/ 633444 w 2401758"/>
              <a:gd name="connsiteY573" fmla="*/ 1930260 h 2400493"/>
              <a:gd name="connsiteX574" fmla="*/ 646836 w 2401758"/>
              <a:gd name="connsiteY574" fmla="*/ 1915379 h 2400493"/>
              <a:gd name="connsiteX575" fmla="*/ 715270 w 2401758"/>
              <a:gd name="connsiteY575" fmla="*/ 1914883 h 2400493"/>
              <a:gd name="connsiteX576" fmla="*/ 729159 w 2401758"/>
              <a:gd name="connsiteY576" fmla="*/ 1929268 h 2400493"/>
              <a:gd name="connsiteX577" fmla="*/ 714774 w 2401758"/>
              <a:gd name="connsiteY577" fmla="*/ 1943157 h 2400493"/>
              <a:gd name="connsiteX578" fmla="*/ 700885 w 2401758"/>
              <a:gd name="connsiteY578" fmla="*/ 1928772 h 2400493"/>
              <a:gd name="connsiteX579" fmla="*/ 715270 w 2401758"/>
              <a:gd name="connsiteY579" fmla="*/ 1914883 h 2400493"/>
              <a:gd name="connsiteX580" fmla="*/ 581362 w 2401758"/>
              <a:gd name="connsiteY580" fmla="*/ 1914883 h 2400493"/>
              <a:gd name="connsiteX581" fmla="*/ 595747 w 2401758"/>
              <a:gd name="connsiteY581" fmla="*/ 1928772 h 2400493"/>
              <a:gd name="connsiteX582" fmla="*/ 581858 w 2401758"/>
              <a:gd name="connsiteY582" fmla="*/ 1943157 h 2400493"/>
              <a:gd name="connsiteX583" fmla="*/ 567472 w 2401758"/>
              <a:gd name="connsiteY583" fmla="*/ 1929268 h 2400493"/>
              <a:gd name="connsiteX584" fmla="*/ 581362 w 2401758"/>
              <a:gd name="connsiteY584" fmla="*/ 1914883 h 2400493"/>
              <a:gd name="connsiteX585" fmla="*/ 514900 w 2401758"/>
              <a:gd name="connsiteY585" fmla="*/ 1914883 h 2400493"/>
              <a:gd name="connsiteX586" fmla="*/ 528789 w 2401758"/>
              <a:gd name="connsiteY586" fmla="*/ 1929268 h 2400493"/>
              <a:gd name="connsiteX587" fmla="*/ 514404 w 2401758"/>
              <a:gd name="connsiteY587" fmla="*/ 1943157 h 2400493"/>
              <a:gd name="connsiteX588" fmla="*/ 500514 w 2401758"/>
              <a:gd name="connsiteY588" fmla="*/ 1928772 h 2400493"/>
              <a:gd name="connsiteX589" fmla="*/ 514900 w 2401758"/>
              <a:gd name="connsiteY589" fmla="*/ 1914883 h 2400493"/>
              <a:gd name="connsiteX590" fmla="*/ 378498 w 2401758"/>
              <a:gd name="connsiteY590" fmla="*/ 1914883 h 2400493"/>
              <a:gd name="connsiteX591" fmla="*/ 393380 w 2401758"/>
              <a:gd name="connsiteY591" fmla="*/ 1928276 h 2400493"/>
              <a:gd name="connsiteX592" fmla="*/ 378994 w 2401758"/>
              <a:gd name="connsiteY592" fmla="*/ 1943652 h 2400493"/>
              <a:gd name="connsiteX593" fmla="*/ 364608 w 2401758"/>
              <a:gd name="connsiteY593" fmla="*/ 1929268 h 2400493"/>
              <a:gd name="connsiteX594" fmla="*/ 378498 w 2401758"/>
              <a:gd name="connsiteY594" fmla="*/ 1914883 h 2400493"/>
              <a:gd name="connsiteX595" fmla="*/ 783730 w 2401758"/>
              <a:gd name="connsiteY595" fmla="*/ 1914697 h 2400493"/>
              <a:gd name="connsiteX596" fmla="*/ 793651 w 2401758"/>
              <a:gd name="connsiteY596" fmla="*/ 1920836 h 2400493"/>
              <a:gd name="connsiteX597" fmla="*/ 798611 w 2401758"/>
              <a:gd name="connsiteY597" fmla="*/ 1929268 h 2400493"/>
              <a:gd name="connsiteX598" fmla="*/ 792659 w 2401758"/>
              <a:gd name="connsiteY598" fmla="*/ 1938197 h 2400493"/>
              <a:gd name="connsiteX599" fmla="*/ 775298 w 2401758"/>
              <a:gd name="connsiteY599" fmla="*/ 1938197 h 2400493"/>
              <a:gd name="connsiteX600" fmla="*/ 773810 w 2401758"/>
              <a:gd name="connsiteY600" fmla="*/ 1920836 h 2400493"/>
              <a:gd name="connsiteX601" fmla="*/ 783730 w 2401758"/>
              <a:gd name="connsiteY601" fmla="*/ 1914697 h 2400493"/>
              <a:gd name="connsiteX602" fmla="*/ 445956 w 2401758"/>
              <a:gd name="connsiteY602" fmla="*/ 1914387 h 2400493"/>
              <a:gd name="connsiteX603" fmla="*/ 460343 w 2401758"/>
              <a:gd name="connsiteY603" fmla="*/ 1928772 h 2400493"/>
              <a:gd name="connsiteX604" fmla="*/ 445956 w 2401758"/>
              <a:gd name="connsiteY604" fmla="*/ 1943157 h 2400493"/>
              <a:gd name="connsiteX605" fmla="*/ 431571 w 2401758"/>
              <a:gd name="connsiteY605" fmla="*/ 1928772 h 2400493"/>
              <a:gd name="connsiteX606" fmla="*/ 445956 w 2401758"/>
              <a:gd name="connsiteY606" fmla="*/ 1914387 h 2400493"/>
              <a:gd name="connsiteX607" fmla="*/ 312991 w 2401758"/>
              <a:gd name="connsiteY607" fmla="*/ 1914387 h 2400493"/>
              <a:gd name="connsiteX608" fmla="*/ 326384 w 2401758"/>
              <a:gd name="connsiteY608" fmla="*/ 1929268 h 2400493"/>
              <a:gd name="connsiteX609" fmla="*/ 312495 w 2401758"/>
              <a:gd name="connsiteY609" fmla="*/ 1943652 h 2400493"/>
              <a:gd name="connsiteX610" fmla="*/ 298110 w 2401758"/>
              <a:gd name="connsiteY610" fmla="*/ 1928276 h 2400493"/>
              <a:gd name="connsiteX611" fmla="*/ 312991 w 2401758"/>
              <a:gd name="connsiteY611" fmla="*/ 1914387 h 2400493"/>
              <a:gd name="connsiteX612" fmla="*/ 242571 w 2401758"/>
              <a:gd name="connsiteY612" fmla="*/ 1914387 h 2400493"/>
              <a:gd name="connsiteX613" fmla="*/ 257947 w 2401758"/>
              <a:gd name="connsiteY613" fmla="*/ 1927780 h 2400493"/>
              <a:gd name="connsiteX614" fmla="*/ 243563 w 2401758"/>
              <a:gd name="connsiteY614" fmla="*/ 1943157 h 2400493"/>
              <a:gd name="connsiteX615" fmla="*/ 229178 w 2401758"/>
              <a:gd name="connsiteY615" fmla="*/ 1929268 h 2400493"/>
              <a:gd name="connsiteX616" fmla="*/ 242571 w 2401758"/>
              <a:gd name="connsiteY616" fmla="*/ 1914387 h 2400493"/>
              <a:gd name="connsiteX617" fmla="*/ 176098 w 2401758"/>
              <a:gd name="connsiteY617" fmla="*/ 1912899 h 2400493"/>
              <a:gd name="connsiteX618" fmla="*/ 188003 w 2401758"/>
              <a:gd name="connsiteY618" fmla="*/ 1918356 h 2400493"/>
              <a:gd name="connsiteX619" fmla="*/ 193459 w 2401758"/>
              <a:gd name="connsiteY619" fmla="*/ 1929268 h 2400493"/>
              <a:gd name="connsiteX620" fmla="*/ 187011 w 2401758"/>
              <a:gd name="connsiteY620" fmla="*/ 1941173 h 2400493"/>
              <a:gd name="connsiteX621" fmla="*/ 176098 w 2401758"/>
              <a:gd name="connsiteY621" fmla="*/ 1945141 h 2400493"/>
              <a:gd name="connsiteX622" fmla="*/ 164194 w 2401758"/>
              <a:gd name="connsiteY622" fmla="*/ 1939189 h 2400493"/>
              <a:gd name="connsiteX623" fmla="*/ 160225 w 2401758"/>
              <a:gd name="connsiteY623" fmla="*/ 1928276 h 2400493"/>
              <a:gd name="connsiteX624" fmla="*/ 166178 w 2401758"/>
              <a:gd name="connsiteY624" fmla="*/ 1916371 h 2400493"/>
              <a:gd name="connsiteX625" fmla="*/ 176098 w 2401758"/>
              <a:gd name="connsiteY625" fmla="*/ 1912899 h 2400493"/>
              <a:gd name="connsiteX626" fmla="*/ 110122 w 2401758"/>
              <a:gd name="connsiteY626" fmla="*/ 1912403 h 2400493"/>
              <a:gd name="connsiteX627" fmla="*/ 122027 w 2401758"/>
              <a:gd name="connsiteY627" fmla="*/ 1918851 h 2400493"/>
              <a:gd name="connsiteX628" fmla="*/ 125995 w 2401758"/>
              <a:gd name="connsiteY628" fmla="*/ 1929764 h 2400493"/>
              <a:gd name="connsiteX629" fmla="*/ 120043 w 2401758"/>
              <a:gd name="connsiteY629" fmla="*/ 1941669 h 2400493"/>
              <a:gd name="connsiteX630" fmla="*/ 108634 w 2401758"/>
              <a:gd name="connsiteY630" fmla="*/ 1946133 h 2400493"/>
              <a:gd name="connsiteX631" fmla="*/ 97226 w 2401758"/>
              <a:gd name="connsiteY631" fmla="*/ 1939684 h 2400493"/>
              <a:gd name="connsiteX632" fmla="*/ 93753 w 2401758"/>
              <a:gd name="connsiteY632" fmla="*/ 1929764 h 2400493"/>
              <a:gd name="connsiteX633" fmla="*/ 99210 w 2401758"/>
              <a:gd name="connsiteY633" fmla="*/ 1917859 h 2400493"/>
              <a:gd name="connsiteX634" fmla="*/ 110122 w 2401758"/>
              <a:gd name="connsiteY634" fmla="*/ 1912403 h 2400493"/>
              <a:gd name="connsiteX635" fmla="*/ 43166 w 2401758"/>
              <a:gd name="connsiteY635" fmla="*/ 1911907 h 2400493"/>
              <a:gd name="connsiteX636" fmla="*/ 55071 w 2401758"/>
              <a:gd name="connsiteY636" fmla="*/ 1917859 h 2400493"/>
              <a:gd name="connsiteX637" fmla="*/ 60031 w 2401758"/>
              <a:gd name="connsiteY637" fmla="*/ 1929268 h 2400493"/>
              <a:gd name="connsiteX638" fmla="*/ 53582 w 2401758"/>
              <a:gd name="connsiteY638" fmla="*/ 1941173 h 2400493"/>
              <a:gd name="connsiteX639" fmla="*/ 42670 w 2401758"/>
              <a:gd name="connsiteY639" fmla="*/ 1945141 h 2400493"/>
              <a:gd name="connsiteX640" fmla="*/ 30765 w 2401758"/>
              <a:gd name="connsiteY640" fmla="*/ 1939188 h 2400493"/>
              <a:gd name="connsiteX641" fmla="*/ 26301 w 2401758"/>
              <a:gd name="connsiteY641" fmla="*/ 1927780 h 2400493"/>
              <a:gd name="connsiteX642" fmla="*/ 31757 w 2401758"/>
              <a:gd name="connsiteY642" fmla="*/ 1916867 h 2400493"/>
              <a:gd name="connsiteX643" fmla="*/ 43166 w 2401758"/>
              <a:gd name="connsiteY643" fmla="*/ 1911907 h 2400493"/>
              <a:gd name="connsiteX644" fmla="*/ 1591251 w 2401758"/>
              <a:gd name="connsiteY644" fmla="*/ 1857840 h 2400493"/>
              <a:gd name="connsiteX645" fmla="*/ 1594723 w 2401758"/>
              <a:gd name="connsiteY645" fmla="*/ 1860320 h 2400493"/>
              <a:gd name="connsiteX646" fmla="*/ 1591251 w 2401758"/>
              <a:gd name="connsiteY646" fmla="*/ 1862304 h 2400493"/>
              <a:gd name="connsiteX647" fmla="*/ 1588771 w 2401758"/>
              <a:gd name="connsiteY647" fmla="*/ 1859328 h 2400493"/>
              <a:gd name="connsiteX648" fmla="*/ 1591251 w 2401758"/>
              <a:gd name="connsiteY648" fmla="*/ 1857840 h 2400493"/>
              <a:gd name="connsiteX649" fmla="*/ 1523791 w 2401758"/>
              <a:gd name="connsiteY649" fmla="*/ 1856352 h 2400493"/>
              <a:gd name="connsiteX650" fmla="*/ 1526767 w 2401758"/>
              <a:gd name="connsiteY650" fmla="*/ 1859328 h 2400493"/>
              <a:gd name="connsiteX651" fmla="*/ 1524287 w 2401758"/>
              <a:gd name="connsiteY651" fmla="*/ 1862304 h 2400493"/>
              <a:gd name="connsiteX652" fmla="*/ 1522303 w 2401758"/>
              <a:gd name="connsiteY652" fmla="*/ 1860816 h 2400493"/>
              <a:gd name="connsiteX653" fmla="*/ 1523791 w 2401758"/>
              <a:gd name="connsiteY653" fmla="*/ 1856352 h 2400493"/>
              <a:gd name="connsiteX654" fmla="*/ 1457323 w 2401758"/>
              <a:gd name="connsiteY654" fmla="*/ 1854864 h 2400493"/>
              <a:gd name="connsiteX655" fmla="*/ 1461788 w 2401758"/>
              <a:gd name="connsiteY655" fmla="*/ 1859328 h 2400493"/>
              <a:gd name="connsiteX656" fmla="*/ 1457819 w 2401758"/>
              <a:gd name="connsiteY656" fmla="*/ 1865777 h 2400493"/>
              <a:gd name="connsiteX657" fmla="*/ 1452859 w 2401758"/>
              <a:gd name="connsiteY657" fmla="*/ 1860321 h 2400493"/>
              <a:gd name="connsiteX658" fmla="*/ 1457323 w 2401758"/>
              <a:gd name="connsiteY658" fmla="*/ 1854864 h 2400493"/>
              <a:gd name="connsiteX659" fmla="*/ 1388376 w 2401758"/>
              <a:gd name="connsiteY659" fmla="*/ 1852880 h 2400493"/>
              <a:gd name="connsiteX660" fmla="*/ 1396808 w 2401758"/>
              <a:gd name="connsiteY660" fmla="*/ 1859824 h 2400493"/>
              <a:gd name="connsiteX661" fmla="*/ 1388376 w 2401758"/>
              <a:gd name="connsiteY661" fmla="*/ 1866769 h 2400493"/>
              <a:gd name="connsiteX662" fmla="*/ 1380936 w 2401758"/>
              <a:gd name="connsiteY662" fmla="*/ 1859328 h 2400493"/>
              <a:gd name="connsiteX663" fmla="*/ 1388376 w 2401758"/>
              <a:gd name="connsiteY663" fmla="*/ 1852880 h 2400493"/>
              <a:gd name="connsiteX664" fmla="*/ 1321413 w 2401758"/>
              <a:gd name="connsiteY664" fmla="*/ 1852384 h 2400493"/>
              <a:gd name="connsiteX665" fmla="*/ 1328853 w 2401758"/>
              <a:gd name="connsiteY665" fmla="*/ 1859328 h 2400493"/>
              <a:gd name="connsiteX666" fmla="*/ 1322405 w 2401758"/>
              <a:gd name="connsiteY666" fmla="*/ 1866769 h 2400493"/>
              <a:gd name="connsiteX667" fmla="*/ 1314468 w 2401758"/>
              <a:gd name="connsiteY667" fmla="*/ 1860817 h 2400493"/>
              <a:gd name="connsiteX668" fmla="*/ 1321413 w 2401758"/>
              <a:gd name="connsiteY668" fmla="*/ 1852384 h 2400493"/>
              <a:gd name="connsiteX669" fmla="*/ 1254944 w 2401758"/>
              <a:gd name="connsiteY669" fmla="*/ 1850400 h 2400493"/>
              <a:gd name="connsiteX670" fmla="*/ 1264369 w 2401758"/>
              <a:gd name="connsiteY670" fmla="*/ 1859824 h 2400493"/>
              <a:gd name="connsiteX671" fmla="*/ 1254448 w 2401758"/>
              <a:gd name="connsiteY671" fmla="*/ 1869745 h 2400493"/>
              <a:gd name="connsiteX672" fmla="*/ 1245520 w 2401758"/>
              <a:gd name="connsiteY672" fmla="*/ 1859824 h 2400493"/>
              <a:gd name="connsiteX673" fmla="*/ 1254944 w 2401758"/>
              <a:gd name="connsiteY673" fmla="*/ 1850400 h 2400493"/>
              <a:gd name="connsiteX674" fmla="*/ 1185998 w 2401758"/>
              <a:gd name="connsiteY674" fmla="*/ 1850400 h 2400493"/>
              <a:gd name="connsiteX675" fmla="*/ 1195422 w 2401758"/>
              <a:gd name="connsiteY675" fmla="*/ 1859824 h 2400493"/>
              <a:gd name="connsiteX676" fmla="*/ 1185998 w 2401758"/>
              <a:gd name="connsiteY676" fmla="*/ 1869249 h 2400493"/>
              <a:gd name="connsiteX677" fmla="*/ 1176077 w 2401758"/>
              <a:gd name="connsiteY677" fmla="*/ 1859328 h 2400493"/>
              <a:gd name="connsiteX678" fmla="*/ 1185998 w 2401758"/>
              <a:gd name="connsiteY678" fmla="*/ 1850400 h 2400493"/>
              <a:gd name="connsiteX679" fmla="*/ 1052566 w 2401758"/>
              <a:gd name="connsiteY679" fmla="*/ 1848415 h 2400493"/>
              <a:gd name="connsiteX680" fmla="*/ 1064471 w 2401758"/>
              <a:gd name="connsiteY680" fmla="*/ 1859824 h 2400493"/>
              <a:gd name="connsiteX681" fmla="*/ 1053062 w 2401758"/>
              <a:gd name="connsiteY681" fmla="*/ 1872225 h 2400493"/>
              <a:gd name="connsiteX682" fmla="*/ 1040666 w 2401758"/>
              <a:gd name="connsiteY682" fmla="*/ 1861312 h 2400493"/>
              <a:gd name="connsiteX683" fmla="*/ 1052566 w 2401758"/>
              <a:gd name="connsiteY683" fmla="*/ 1848415 h 2400493"/>
              <a:gd name="connsiteX684" fmla="*/ 1119034 w 2401758"/>
              <a:gd name="connsiteY684" fmla="*/ 1847920 h 2400493"/>
              <a:gd name="connsiteX685" fmla="*/ 1131434 w 2401758"/>
              <a:gd name="connsiteY685" fmla="*/ 1859329 h 2400493"/>
              <a:gd name="connsiteX686" fmla="*/ 1120026 w 2401758"/>
              <a:gd name="connsiteY686" fmla="*/ 1871729 h 2400493"/>
              <a:gd name="connsiteX687" fmla="*/ 1107625 w 2401758"/>
              <a:gd name="connsiteY687" fmla="*/ 1860321 h 2400493"/>
              <a:gd name="connsiteX688" fmla="*/ 1119034 w 2401758"/>
              <a:gd name="connsiteY688" fmla="*/ 1847920 h 2400493"/>
              <a:gd name="connsiteX689" fmla="*/ 986137 w 2401758"/>
              <a:gd name="connsiteY689" fmla="*/ 1847920 h 2400493"/>
              <a:gd name="connsiteX690" fmla="*/ 998040 w 2401758"/>
              <a:gd name="connsiteY690" fmla="*/ 1859825 h 2400493"/>
              <a:gd name="connsiteX691" fmla="*/ 986633 w 2401758"/>
              <a:gd name="connsiteY691" fmla="*/ 1871729 h 2400493"/>
              <a:gd name="connsiteX692" fmla="*/ 974232 w 2401758"/>
              <a:gd name="connsiteY692" fmla="*/ 1859329 h 2400493"/>
              <a:gd name="connsiteX693" fmla="*/ 986137 w 2401758"/>
              <a:gd name="connsiteY693" fmla="*/ 1847920 h 2400493"/>
              <a:gd name="connsiteX694" fmla="*/ 917609 w 2401758"/>
              <a:gd name="connsiteY694" fmla="*/ 1847113 h 2400493"/>
              <a:gd name="connsiteX695" fmla="*/ 928583 w 2401758"/>
              <a:gd name="connsiteY695" fmla="*/ 1853872 h 2400493"/>
              <a:gd name="connsiteX696" fmla="*/ 931560 w 2401758"/>
              <a:gd name="connsiteY696" fmla="*/ 1859824 h 2400493"/>
              <a:gd name="connsiteX697" fmla="*/ 928583 w 2401758"/>
              <a:gd name="connsiteY697" fmla="*/ 1866768 h 2400493"/>
              <a:gd name="connsiteX698" fmla="*/ 906262 w 2401758"/>
              <a:gd name="connsiteY698" fmla="*/ 1867264 h 2400493"/>
              <a:gd name="connsiteX699" fmla="*/ 906262 w 2401758"/>
              <a:gd name="connsiteY699" fmla="*/ 1853376 h 2400493"/>
              <a:gd name="connsiteX700" fmla="*/ 917609 w 2401758"/>
              <a:gd name="connsiteY700" fmla="*/ 1847113 h 2400493"/>
              <a:gd name="connsiteX701" fmla="*/ 783749 w 2401758"/>
              <a:gd name="connsiteY701" fmla="*/ 1845936 h 2400493"/>
              <a:gd name="connsiteX702" fmla="*/ 798133 w 2401758"/>
              <a:gd name="connsiteY702" fmla="*/ 1859825 h 2400493"/>
              <a:gd name="connsiteX703" fmla="*/ 784245 w 2401758"/>
              <a:gd name="connsiteY703" fmla="*/ 1874209 h 2400493"/>
              <a:gd name="connsiteX704" fmla="*/ 769859 w 2401758"/>
              <a:gd name="connsiteY704" fmla="*/ 1860321 h 2400493"/>
              <a:gd name="connsiteX705" fmla="*/ 783749 w 2401758"/>
              <a:gd name="connsiteY705" fmla="*/ 1845936 h 2400493"/>
              <a:gd name="connsiteX706" fmla="*/ 714774 w 2401758"/>
              <a:gd name="connsiteY706" fmla="*/ 1845936 h 2400493"/>
              <a:gd name="connsiteX707" fmla="*/ 729159 w 2401758"/>
              <a:gd name="connsiteY707" fmla="*/ 1860321 h 2400493"/>
              <a:gd name="connsiteX708" fmla="*/ 714774 w 2401758"/>
              <a:gd name="connsiteY708" fmla="*/ 1874705 h 2400493"/>
              <a:gd name="connsiteX709" fmla="*/ 700389 w 2401758"/>
              <a:gd name="connsiteY709" fmla="*/ 1860321 h 2400493"/>
              <a:gd name="connsiteX710" fmla="*/ 714774 w 2401758"/>
              <a:gd name="connsiteY710" fmla="*/ 1845936 h 2400493"/>
              <a:gd name="connsiteX711" fmla="*/ 850193 w 2401758"/>
              <a:gd name="connsiteY711" fmla="*/ 1845440 h 2400493"/>
              <a:gd name="connsiteX712" fmla="*/ 864578 w 2401758"/>
              <a:gd name="connsiteY712" fmla="*/ 1859825 h 2400493"/>
              <a:gd name="connsiteX713" fmla="*/ 850193 w 2401758"/>
              <a:gd name="connsiteY713" fmla="*/ 1874209 h 2400493"/>
              <a:gd name="connsiteX714" fmla="*/ 835808 w 2401758"/>
              <a:gd name="connsiteY714" fmla="*/ 1859825 h 2400493"/>
              <a:gd name="connsiteX715" fmla="*/ 850193 w 2401758"/>
              <a:gd name="connsiteY715" fmla="*/ 1845440 h 2400493"/>
              <a:gd name="connsiteX716" fmla="*/ 646874 w 2401758"/>
              <a:gd name="connsiteY716" fmla="*/ 1845440 h 2400493"/>
              <a:gd name="connsiteX717" fmla="*/ 662249 w 2401758"/>
              <a:gd name="connsiteY717" fmla="*/ 1859825 h 2400493"/>
              <a:gd name="connsiteX718" fmla="*/ 648361 w 2401758"/>
              <a:gd name="connsiteY718" fmla="*/ 1874209 h 2400493"/>
              <a:gd name="connsiteX719" fmla="*/ 633482 w 2401758"/>
              <a:gd name="connsiteY719" fmla="*/ 1860817 h 2400493"/>
              <a:gd name="connsiteX720" fmla="*/ 646874 w 2401758"/>
              <a:gd name="connsiteY720" fmla="*/ 1845440 h 2400493"/>
              <a:gd name="connsiteX721" fmla="*/ 582366 w 2401758"/>
              <a:gd name="connsiteY721" fmla="*/ 1843456 h 2400493"/>
              <a:gd name="connsiteX722" fmla="*/ 593279 w 2401758"/>
              <a:gd name="connsiteY722" fmla="*/ 1848912 h 2400493"/>
              <a:gd name="connsiteX723" fmla="*/ 598240 w 2401758"/>
              <a:gd name="connsiteY723" fmla="*/ 1860321 h 2400493"/>
              <a:gd name="connsiteX724" fmla="*/ 592783 w 2401758"/>
              <a:gd name="connsiteY724" fmla="*/ 1872225 h 2400493"/>
              <a:gd name="connsiteX725" fmla="*/ 581870 w 2401758"/>
              <a:gd name="connsiteY725" fmla="*/ 1877682 h 2400493"/>
              <a:gd name="connsiteX726" fmla="*/ 569469 w 2401758"/>
              <a:gd name="connsiteY726" fmla="*/ 1870737 h 2400493"/>
              <a:gd name="connsiteX727" fmla="*/ 565005 w 2401758"/>
              <a:gd name="connsiteY727" fmla="*/ 1859825 h 2400493"/>
              <a:gd name="connsiteX728" fmla="*/ 570957 w 2401758"/>
              <a:gd name="connsiteY728" fmla="*/ 1847920 h 2400493"/>
              <a:gd name="connsiteX729" fmla="*/ 582366 w 2401758"/>
              <a:gd name="connsiteY729" fmla="*/ 1843456 h 2400493"/>
              <a:gd name="connsiteX730" fmla="*/ 445933 w 2401758"/>
              <a:gd name="connsiteY730" fmla="*/ 1843456 h 2400493"/>
              <a:gd name="connsiteX731" fmla="*/ 462302 w 2401758"/>
              <a:gd name="connsiteY731" fmla="*/ 1860817 h 2400493"/>
              <a:gd name="connsiteX732" fmla="*/ 444445 w 2401758"/>
              <a:gd name="connsiteY732" fmla="*/ 1876689 h 2400493"/>
              <a:gd name="connsiteX733" fmla="*/ 429068 w 2401758"/>
              <a:gd name="connsiteY733" fmla="*/ 1859825 h 2400493"/>
              <a:gd name="connsiteX734" fmla="*/ 445933 w 2401758"/>
              <a:gd name="connsiteY734" fmla="*/ 1843456 h 2400493"/>
              <a:gd name="connsiteX735" fmla="*/ 378966 w 2401758"/>
              <a:gd name="connsiteY735" fmla="*/ 1843456 h 2400493"/>
              <a:gd name="connsiteX736" fmla="*/ 395832 w 2401758"/>
              <a:gd name="connsiteY736" fmla="*/ 1860321 h 2400493"/>
              <a:gd name="connsiteX737" fmla="*/ 378966 w 2401758"/>
              <a:gd name="connsiteY737" fmla="*/ 1876690 h 2400493"/>
              <a:gd name="connsiteX738" fmla="*/ 362597 w 2401758"/>
              <a:gd name="connsiteY738" fmla="*/ 1859329 h 2400493"/>
              <a:gd name="connsiteX739" fmla="*/ 378966 w 2401758"/>
              <a:gd name="connsiteY739" fmla="*/ 1843456 h 2400493"/>
              <a:gd name="connsiteX740" fmla="*/ 312509 w 2401758"/>
              <a:gd name="connsiteY740" fmla="*/ 1843456 h 2400493"/>
              <a:gd name="connsiteX741" fmla="*/ 328879 w 2401758"/>
              <a:gd name="connsiteY741" fmla="*/ 1860321 h 2400493"/>
              <a:gd name="connsiteX742" fmla="*/ 311517 w 2401758"/>
              <a:gd name="connsiteY742" fmla="*/ 1876690 h 2400493"/>
              <a:gd name="connsiteX743" fmla="*/ 295644 w 2401758"/>
              <a:gd name="connsiteY743" fmla="*/ 1859329 h 2400493"/>
              <a:gd name="connsiteX744" fmla="*/ 312509 w 2401758"/>
              <a:gd name="connsiteY744" fmla="*/ 1843456 h 2400493"/>
              <a:gd name="connsiteX745" fmla="*/ 243577 w 2401758"/>
              <a:gd name="connsiteY745" fmla="*/ 1843456 h 2400493"/>
              <a:gd name="connsiteX746" fmla="*/ 255481 w 2401758"/>
              <a:gd name="connsiteY746" fmla="*/ 1849408 h 2400493"/>
              <a:gd name="connsiteX747" fmla="*/ 260441 w 2401758"/>
              <a:gd name="connsiteY747" fmla="*/ 1860817 h 2400493"/>
              <a:gd name="connsiteX748" fmla="*/ 253993 w 2401758"/>
              <a:gd name="connsiteY748" fmla="*/ 1872721 h 2400493"/>
              <a:gd name="connsiteX749" fmla="*/ 242585 w 2401758"/>
              <a:gd name="connsiteY749" fmla="*/ 1877185 h 2400493"/>
              <a:gd name="connsiteX750" fmla="*/ 231176 w 2401758"/>
              <a:gd name="connsiteY750" fmla="*/ 1870241 h 2400493"/>
              <a:gd name="connsiteX751" fmla="*/ 226712 w 2401758"/>
              <a:gd name="connsiteY751" fmla="*/ 1859824 h 2400493"/>
              <a:gd name="connsiteX752" fmla="*/ 232664 w 2401758"/>
              <a:gd name="connsiteY752" fmla="*/ 1847920 h 2400493"/>
              <a:gd name="connsiteX753" fmla="*/ 243577 w 2401758"/>
              <a:gd name="connsiteY753" fmla="*/ 1843456 h 2400493"/>
              <a:gd name="connsiteX754" fmla="*/ 43663 w 2401758"/>
              <a:gd name="connsiteY754" fmla="*/ 1843455 h 2400493"/>
              <a:gd name="connsiteX755" fmla="*/ 54576 w 2401758"/>
              <a:gd name="connsiteY755" fmla="*/ 1848912 h 2400493"/>
              <a:gd name="connsiteX756" fmla="*/ 60032 w 2401758"/>
              <a:gd name="connsiteY756" fmla="*/ 1859824 h 2400493"/>
              <a:gd name="connsiteX757" fmla="*/ 55072 w 2401758"/>
              <a:gd name="connsiteY757" fmla="*/ 1870737 h 2400493"/>
              <a:gd name="connsiteX758" fmla="*/ 43167 w 2401758"/>
              <a:gd name="connsiteY758" fmla="*/ 1876193 h 2400493"/>
              <a:gd name="connsiteX759" fmla="*/ 31263 w 2401758"/>
              <a:gd name="connsiteY759" fmla="*/ 1870737 h 2400493"/>
              <a:gd name="connsiteX760" fmla="*/ 26302 w 2401758"/>
              <a:gd name="connsiteY760" fmla="*/ 1859824 h 2400493"/>
              <a:gd name="connsiteX761" fmla="*/ 43663 w 2401758"/>
              <a:gd name="connsiteY761" fmla="*/ 1843455 h 2400493"/>
              <a:gd name="connsiteX762" fmla="*/ 514907 w 2401758"/>
              <a:gd name="connsiteY762" fmla="*/ 1842960 h 2400493"/>
              <a:gd name="connsiteX763" fmla="*/ 531277 w 2401758"/>
              <a:gd name="connsiteY763" fmla="*/ 1860321 h 2400493"/>
              <a:gd name="connsiteX764" fmla="*/ 513915 w 2401758"/>
              <a:gd name="connsiteY764" fmla="*/ 1876690 h 2400493"/>
              <a:gd name="connsiteX765" fmla="*/ 498040 w 2401758"/>
              <a:gd name="connsiteY765" fmla="*/ 1858833 h 2400493"/>
              <a:gd name="connsiteX766" fmla="*/ 514907 w 2401758"/>
              <a:gd name="connsiteY766" fmla="*/ 1842960 h 2400493"/>
              <a:gd name="connsiteX767" fmla="*/ 109627 w 2401758"/>
              <a:gd name="connsiteY767" fmla="*/ 1842960 h 2400493"/>
              <a:gd name="connsiteX768" fmla="*/ 121035 w 2401758"/>
              <a:gd name="connsiteY768" fmla="*/ 1847920 h 2400493"/>
              <a:gd name="connsiteX769" fmla="*/ 127484 w 2401758"/>
              <a:gd name="connsiteY769" fmla="*/ 1859825 h 2400493"/>
              <a:gd name="connsiteX770" fmla="*/ 122524 w 2401758"/>
              <a:gd name="connsiteY770" fmla="*/ 1870737 h 2400493"/>
              <a:gd name="connsiteX771" fmla="*/ 110123 w 2401758"/>
              <a:gd name="connsiteY771" fmla="*/ 1876194 h 2400493"/>
              <a:gd name="connsiteX772" fmla="*/ 98218 w 2401758"/>
              <a:gd name="connsiteY772" fmla="*/ 1870737 h 2400493"/>
              <a:gd name="connsiteX773" fmla="*/ 93258 w 2401758"/>
              <a:gd name="connsiteY773" fmla="*/ 1859825 h 2400493"/>
              <a:gd name="connsiteX774" fmla="*/ 98714 w 2401758"/>
              <a:gd name="connsiteY774" fmla="*/ 1848912 h 2400493"/>
              <a:gd name="connsiteX775" fmla="*/ 109627 w 2401758"/>
              <a:gd name="connsiteY775" fmla="*/ 1842960 h 2400493"/>
              <a:gd name="connsiteX776" fmla="*/ 176586 w 2401758"/>
              <a:gd name="connsiteY776" fmla="*/ 1842959 h 2400493"/>
              <a:gd name="connsiteX777" fmla="*/ 187499 w 2401758"/>
              <a:gd name="connsiteY777" fmla="*/ 1847920 h 2400493"/>
              <a:gd name="connsiteX778" fmla="*/ 192955 w 2401758"/>
              <a:gd name="connsiteY778" fmla="*/ 1859824 h 2400493"/>
              <a:gd name="connsiteX779" fmla="*/ 187499 w 2401758"/>
              <a:gd name="connsiteY779" fmla="*/ 1871729 h 2400493"/>
              <a:gd name="connsiteX780" fmla="*/ 176586 w 2401758"/>
              <a:gd name="connsiteY780" fmla="*/ 1876689 h 2400493"/>
              <a:gd name="connsiteX781" fmla="*/ 160217 w 2401758"/>
              <a:gd name="connsiteY781" fmla="*/ 1859328 h 2400493"/>
              <a:gd name="connsiteX782" fmla="*/ 165674 w 2401758"/>
              <a:gd name="connsiteY782" fmla="*/ 1848416 h 2400493"/>
              <a:gd name="connsiteX783" fmla="*/ 176586 w 2401758"/>
              <a:gd name="connsiteY783" fmla="*/ 1842959 h 2400493"/>
              <a:gd name="connsiteX784" fmla="*/ 1592243 w 2401758"/>
              <a:gd name="connsiteY784" fmla="*/ 1790877 h 2400493"/>
              <a:gd name="connsiteX785" fmla="*/ 1594723 w 2401758"/>
              <a:gd name="connsiteY785" fmla="*/ 1793853 h 2400493"/>
              <a:gd name="connsiteX786" fmla="*/ 1590755 w 2401758"/>
              <a:gd name="connsiteY786" fmla="*/ 1795341 h 2400493"/>
              <a:gd name="connsiteX787" fmla="*/ 1589267 w 2401758"/>
              <a:gd name="connsiteY787" fmla="*/ 1793357 h 2400493"/>
              <a:gd name="connsiteX788" fmla="*/ 1592243 w 2401758"/>
              <a:gd name="connsiteY788" fmla="*/ 1790877 h 2400493"/>
              <a:gd name="connsiteX789" fmla="*/ 1657719 w 2401758"/>
              <a:gd name="connsiteY789" fmla="*/ 1789885 h 2400493"/>
              <a:gd name="connsiteX790" fmla="*/ 1659703 w 2401758"/>
              <a:gd name="connsiteY790" fmla="*/ 1793357 h 2400493"/>
              <a:gd name="connsiteX791" fmla="*/ 1656727 w 2401758"/>
              <a:gd name="connsiteY791" fmla="*/ 1795837 h 2400493"/>
              <a:gd name="connsiteX792" fmla="*/ 1655239 w 2401758"/>
              <a:gd name="connsiteY792" fmla="*/ 1793357 h 2400493"/>
              <a:gd name="connsiteX793" fmla="*/ 1657719 w 2401758"/>
              <a:gd name="connsiteY793" fmla="*/ 1789885 h 2400493"/>
              <a:gd name="connsiteX794" fmla="*/ 1524783 w 2401758"/>
              <a:gd name="connsiteY794" fmla="*/ 1788396 h 2400493"/>
              <a:gd name="connsiteX795" fmla="*/ 1528752 w 2401758"/>
              <a:gd name="connsiteY795" fmla="*/ 1793357 h 2400493"/>
              <a:gd name="connsiteX796" fmla="*/ 1523295 w 2401758"/>
              <a:gd name="connsiteY796" fmla="*/ 1798317 h 2400493"/>
              <a:gd name="connsiteX797" fmla="*/ 1518831 w 2401758"/>
              <a:gd name="connsiteY797" fmla="*/ 1793357 h 2400493"/>
              <a:gd name="connsiteX798" fmla="*/ 1524783 w 2401758"/>
              <a:gd name="connsiteY798" fmla="*/ 1788396 h 2400493"/>
              <a:gd name="connsiteX799" fmla="*/ 1457819 w 2401758"/>
              <a:gd name="connsiteY799" fmla="*/ 1785916 h 2400493"/>
              <a:gd name="connsiteX800" fmla="*/ 1464764 w 2401758"/>
              <a:gd name="connsiteY800" fmla="*/ 1793356 h 2400493"/>
              <a:gd name="connsiteX801" fmla="*/ 1457819 w 2401758"/>
              <a:gd name="connsiteY801" fmla="*/ 1800301 h 2400493"/>
              <a:gd name="connsiteX802" fmla="*/ 1450379 w 2401758"/>
              <a:gd name="connsiteY802" fmla="*/ 1792364 h 2400493"/>
              <a:gd name="connsiteX803" fmla="*/ 1457819 w 2401758"/>
              <a:gd name="connsiteY803" fmla="*/ 1785916 h 2400493"/>
              <a:gd name="connsiteX804" fmla="*/ 1388872 w 2401758"/>
              <a:gd name="connsiteY804" fmla="*/ 1783932 h 2400493"/>
              <a:gd name="connsiteX805" fmla="*/ 1397800 w 2401758"/>
              <a:gd name="connsiteY805" fmla="*/ 1793356 h 2400493"/>
              <a:gd name="connsiteX806" fmla="*/ 1387384 w 2401758"/>
              <a:gd name="connsiteY806" fmla="*/ 1802781 h 2400493"/>
              <a:gd name="connsiteX807" fmla="*/ 1378951 w 2401758"/>
              <a:gd name="connsiteY807" fmla="*/ 1792364 h 2400493"/>
              <a:gd name="connsiteX808" fmla="*/ 1388872 w 2401758"/>
              <a:gd name="connsiteY808" fmla="*/ 1783932 h 2400493"/>
              <a:gd name="connsiteX809" fmla="*/ 1321908 w 2401758"/>
              <a:gd name="connsiteY809" fmla="*/ 1783932 h 2400493"/>
              <a:gd name="connsiteX810" fmla="*/ 1331829 w 2401758"/>
              <a:gd name="connsiteY810" fmla="*/ 1792860 h 2400493"/>
              <a:gd name="connsiteX811" fmla="*/ 1321908 w 2401758"/>
              <a:gd name="connsiteY811" fmla="*/ 1802781 h 2400493"/>
              <a:gd name="connsiteX812" fmla="*/ 1312980 w 2401758"/>
              <a:gd name="connsiteY812" fmla="*/ 1793356 h 2400493"/>
              <a:gd name="connsiteX813" fmla="*/ 1321908 w 2401758"/>
              <a:gd name="connsiteY813" fmla="*/ 1783932 h 2400493"/>
              <a:gd name="connsiteX814" fmla="*/ 1060007 w 2401758"/>
              <a:gd name="connsiteY814" fmla="*/ 1782940 h 2400493"/>
              <a:gd name="connsiteX815" fmla="*/ 1059511 w 2401758"/>
              <a:gd name="connsiteY815" fmla="*/ 1805261 h 2400493"/>
              <a:gd name="connsiteX816" fmla="*/ 1053062 w 2401758"/>
              <a:gd name="connsiteY816" fmla="*/ 1807741 h 2400493"/>
              <a:gd name="connsiteX817" fmla="*/ 1045638 w 2401758"/>
              <a:gd name="connsiteY817" fmla="*/ 1803773 h 2400493"/>
              <a:gd name="connsiteX818" fmla="*/ 1045142 w 2401758"/>
              <a:gd name="connsiteY818" fmla="*/ 1783436 h 2400493"/>
              <a:gd name="connsiteX819" fmla="*/ 1060007 w 2401758"/>
              <a:gd name="connsiteY819" fmla="*/ 1782940 h 2400493"/>
              <a:gd name="connsiteX820" fmla="*/ 1185501 w 2401758"/>
              <a:gd name="connsiteY820" fmla="*/ 1781948 h 2400493"/>
              <a:gd name="connsiteX821" fmla="*/ 1197902 w 2401758"/>
              <a:gd name="connsiteY821" fmla="*/ 1792861 h 2400493"/>
              <a:gd name="connsiteX822" fmla="*/ 1186989 w 2401758"/>
              <a:gd name="connsiteY822" fmla="*/ 1805261 h 2400493"/>
              <a:gd name="connsiteX823" fmla="*/ 1174093 w 2401758"/>
              <a:gd name="connsiteY823" fmla="*/ 1794845 h 2400493"/>
              <a:gd name="connsiteX824" fmla="*/ 1185501 w 2401758"/>
              <a:gd name="connsiteY824" fmla="*/ 1781948 h 2400493"/>
              <a:gd name="connsiteX825" fmla="*/ 1254945 w 2401758"/>
              <a:gd name="connsiteY825" fmla="*/ 1781452 h 2400493"/>
              <a:gd name="connsiteX826" fmla="*/ 1266849 w 2401758"/>
              <a:gd name="connsiteY826" fmla="*/ 1793357 h 2400493"/>
              <a:gd name="connsiteX827" fmla="*/ 1254945 w 2401758"/>
              <a:gd name="connsiteY827" fmla="*/ 1805261 h 2400493"/>
              <a:gd name="connsiteX828" fmla="*/ 1243040 w 2401758"/>
              <a:gd name="connsiteY828" fmla="*/ 1793357 h 2400493"/>
              <a:gd name="connsiteX829" fmla="*/ 1254945 w 2401758"/>
              <a:gd name="connsiteY829" fmla="*/ 1781452 h 2400493"/>
              <a:gd name="connsiteX830" fmla="*/ 1120026 w 2401758"/>
              <a:gd name="connsiteY830" fmla="*/ 1781452 h 2400493"/>
              <a:gd name="connsiteX831" fmla="*/ 1131434 w 2401758"/>
              <a:gd name="connsiteY831" fmla="*/ 1793357 h 2400493"/>
              <a:gd name="connsiteX832" fmla="*/ 1119530 w 2401758"/>
              <a:gd name="connsiteY832" fmla="*/ 1805261 h 2400493"/>
              <a:gd name="connsiteX833" fmla="*/ 1107625 w 2401758"/>
              <a:gd name="connsiteY833" fmla="*/ 1793853 h 2400493"/>
              <a:gd name="connsiteX834" fmla="*/ 1120026 w 2401758"/>
              <a:gd name="connsiteY834" fmla="*/ 1781452 h 2400493"/>
              <a:gd name="connsiteX835" fmla="*/ 986107 w 2401758"/>
              <a:gd name="connsiteY835" fmla="*/ 1779468 h 2400493"/>
              <a:gd name="connsiteX836" fmla="*/ 1000492 w 2401758"/>
              <a:gd name="connsiteY836" fmla="*/ 1793357 h 2400493"/>
              <a:gd name="connsiteX837" fmla="*/ 986603 w 2401758"/>
              <a:gd name="connsiteY837" fmla="*/ 1807741 h 2400493"/>
              <a:gd name="connsiteX838" fmla="*/ 972218 w 2401758"/>
              <a:gd name="connsiteY838" fmla="*/ 1793853 h 2400493"/>
              <a:gd name="connsiteX839" fmla="*/ 986107 w 2401758"/>
              <a:gd name="connsiteY839" fmla="*/ 1779468 h 2400493"/>
              <a:gd name="connsiteX840" fmla="*/ 917695 w 2401758"/>
              <a:gd name="connsiteY840" fmla="*/ 1778972 h 2400493"/>
              <a:gd name="connsiteX841" fmla="*/ 931582 w 2401758"/>
              <a:gd name="connsiteY841" fmla="*/ 1793357 h 2400493"/>
              <a:gd name="connsiteX842" fmla="*/ 917199 w 2401758"/>
              <a:gd name="connsiteY842" fmla="*/ 1807245 h 2400493"/>
              <a:gd name="connsiteX843" fmla="*/ 903310 w 2401758"/>
              <a:gd name="connsiteY843" fmla="*/ 1792861 h 2400493"/>
              <a:gd name="connsiteX844" fmla="*/ 917695 w 2401758"/>
              <a:gd name="connsiteY844" fmla="*/ 1778972 h 2400493"/>
              <a:gd name="connsiteX845" fmla="*/ 850199 w 2401758"/>
              <a:gd name="connsiteY845" fmla="*/ 1778972 h 2400493"/>
              <a:gd name="connsiteX846" fmla="*/ 864585 w 2401758"/>
              <a:gd name="connsiteY846" fmla="*/ 1793357 h 2400493"/>
              <a:gd name="connsiteX847" fmla="*/ 850199 w 2401758"/>
              <a:gd name="connsiteY847" fmla="*/ 1807741 h 2400493"/>
              <a:gd name="connsiteX848" fmla="*/ 835815 w 2401758"/>
              <a:gd name="connsiteY848" fmla="*/ 1793357 h 2400493"/>
              <a:gd name="connsiteX849" fmla="*/ 850199 w 2401758"/>
              <a:gd name="connsiteY849" fmla="*/ 1778972 h 2400493"/>
              <a:gd name="connsiteX850" fmla="*/ 714794 w 2401758"/>
              <a:gd name="connsiteY850" fmla="*/ 1776988 h 2400493"/>
              <a:gd name="connsiteX851" fmla="*/ 731162 w 2401758"/>
              <a:gd name="connsiteY851" fmla="*/ 1793853 h 2400493"/>
              <a:gd name="connsiteX852" fmla="*/ 713802 w 2401758"/>
              <a:gd name="connsiteY852" fmla="*/ 1810222 h 2400493"/>
              <a:gd name="connsiteX853" fmla="*/ 697930 w 2401758"/>
              <a:gd name="connsiteY853" fmla="*/ 1792861 h 2400493"/>
              <a:gd name="connsiteX854" fmla="*/ 714794 w 2401758"/>
              <a:gd name="connsiteY854" fmla="*/ 1776988 h 2400493"/>
              <a:gd name="connsiteX855" fmla="*/ 647342 w 2401758"/>
              <a:gd name="connsiteY855" fmla="*/ 1776988 h 2400493"/>
              <a:gd name="connsiteX856" fmla="*/ 664702 w 2401758"/>
              <a:gd name="connsiteY856" fmla="*/ 1792861 h 2400493"/>
              <a:gd name="connsiteX857" fmla="*/ 648334 w 2401758"/>
              <a:gd name="connsiteY857" fmla="*/ 1810221 h 2400493"/>
              <a:gd name="connsiteX858" fmla="*/ 631470 w 2401758"/>
              <a:gd name="connsiteY858" fmla="*/ 1794845 h 2400493"/>
              <a:gd name="connsiteX859" fmla="*/ 647342 w 2401758"/>
              <a:gd name="connsiteY859" fmla="*/ 1776988 h 2400493"/>
              <a:gd name="connsiteX860" fmla="*/ 581845 w 2401758"/>
              <a:gd name="connsiteY860" fmla="*/ 1776492 h 2400493"/>
              <a:gd name="connsiteX861" fmla="*/ 593749 w 2401758"/>
              <a:gd name="connsiteY861" fmla="*/ 1782941 h 2400493"/>
              <a:gd name="connsiteX862" fmla="*/ 598214 w 2401758"/>
              <a:gd name="connsiteY862" fmla="*/ 1794349 h 2400493"/>
              <a:gd name="connsiteX863" fmla="*/ 591765 w 2401758"/>
              <a:gd name="connsiteY863" fmla="*/ 1805758 h 2400493"/>
              <a:gd name="connsiteX864" fmla="*/ 581349 w 2401758"/>
              <a:gd name="connsiteY864" fmla="*/ 1810222 h 2400493"/>
              <a:gd name="connsiteX865" fmla="*/ 569444 w 2401758"/>
              <a:gd name="connsiteY865" fmla="*/ 1804270 h 2400493"/>
              <a:gd name="connsiteX866" fmla="*/ 564484 w 2401758"/>
              <a:gd name="connsiteY866" fmla="*/ 1793853 h 2400493"/>
              <a:gd name="connsiteX867" fmla="*/ 581845 w 2401758"/>
              <a:gd name="connsiteY867" fmla="*/ 1776492 h 2400493"/>
              <a:gd name="connsiteX868" fmla="*/ 514878 w 2401758"/>
              <a:gd name="connsiteY868" fmla="*/ 1776492 h 2400493"/>
              <a:gd name="connsiteX869" fmla="*/ 531743 w 2401758"/>
              <a:gd name="connsiteY869" fmla="*/ 1793357 h 2400493"/>
              <a:gd name="connsiteX870" fmla="*/ 514878 w 2401758"/>
              <a:gd name="connsiteY870" fmla="*/ 1810222 h 2400493"/>
              <a:gd name="connsiteX871" fmla="*/ 498013 w 2401758"/>
              <a:gd name="connsiteY871" fmla="*/ 1793357 h 2400493"/>
              <a:gd name="connsiteX872" fmla="*/ 514878 w 2401758"/>
              <a:gd name="connsiteY872" fmla="*/ 1776492 h 2400493"/>
              <a:gd name="connsiteX873" fmla="*/ 446457 w 2401758"/>
              <a:gd name="connsiteY873" fmla="*/ 1776492 h 2400493"/>
              <a:gd name="connsiteX874" fmla="*/ 462827 w 2401758"/>
              <a:gd name="connsiteY874" fmla="*/ 1793853 h 2400493"/>
              <a:gd name="connsiteX875" fmla="*/ 445465 w 2401758"/>
              <a:gd name="connsiteY875" fmla="*/ 1810222 h 2400493"/>
              <a:gd name="connsiteX876" fmla="*/ 429095 w 2401758"/>
              <a:gd name="connsiteY876" fmla="*/ 1792861 h 2400493"/>
              <a:gd name="connsiteX877" fmla="*/ 446457 w 2401758"/>
              <a:gd name="connsiteY877" fmla="*/ 1776492 h 2400493"/>
              <a:gd name="connsiteX878" fmla="*/ 378996 w 2401758"/>
              <a:gd name="connsiteY878" fmla="*/ 1776492 h 2400493"/>
              <a:gd name="connsiteX879" fmla="*/ 395862 w 2401758"/>
              <a:gd name="connsiteY879" fmla="*/ 1793357 h 2400493"/>
              <a:gd name="connsiteX880" fmla="*/ 378996 w 2401758"/>
              <a:gd name="connsiteY880" fmla="*/ 1810222 h 2400493"/>
              <a:gd name="connsiteX881" fmla="*/ 362129 w 2401758"/>
              <a:gd name="connsiteY881" fmla="*/ 1793357 h 2400493"/>
              <a:gd name="connsiteX882" fmla="*/ 378996 w 2401758"/>
              <a:gd name="connsiteY882" fmla="*/ 1776492 h 2400493"/>
              <a:gd name="connsiteX883" fmla="*/ 312027 w 2401758"/>
              <a:gd name="connsiteY883" fmla="*/ 1776492 h 2400493"/>
              <a:gd name="connsiteX884" fmla="*/ 324924 w 2401758"/>
              <a:gd name="connsiteY884" fmla="*/ 1780461 h 2400493"/>
              <a:gd name="connsiteX885" fmla="*/ 328893 w 2401758"/>
              <a:gd name="connsiteY885" fmla="*/ 1791373 h 2400493"/>
              <a:gd name="connsiteX886" fmla="*/ 324924 w 2401758"/>
              <a:gd name="connsiteY886" fmla="*/ 1806254 h 2400493"/>
              <a:gd name="connsiteX887" fmla="*/ 312027 w 2401758"/>
              <a:gd name="connsiteY887" fmla="*/ 1810222 h 2400493"/>
              <a:gd name="connsiteX888" fmla="*/ 299130 w 2401758"/>
              <a:gd name="connsiteY888" fmla="*/ 1806254 h 2400493"/>
              <a:gd name="connsiteX889" fmla="*/ 295161 w 2401758"/>
              <a:gd name="connsiteY889" fmla="*/ 1793357 h 2400493"/>
              <a:gd name="connsiteX890" fmla="*/ 299130 w 2401758"/>
              <a:gd name="connsiteY890" fmla="*/ 1780461 h 2400493"/>
              <a:gd name="connsiteX891" fmla="*/ 312027 w 2401758"/>
              <a:gd name="connsiteY891" fmla="*/ 1776492 h 2400493"/>
              <a:gd name="connsiteX892" fmla="*/ 170155 w 2401758"/>
              <a:gd name="connsiteY892" fmla="*/ 1776492 h 2400493"/>
              <a:gd name="connsiteX893" fmla="*/ 185532 w 2401758"/>
              <a:gd name="connsiteY893" fmla="*/ 1776492 h 2400493"/>
              <a:gd name="connsiteX894" fmla="*/ 193965 w 2401758"/>
              <a:gd name="connsiteY894" fmla="*/ 1789388 h 2400493"/>
              <a:gd name="connsiteX895" fmla="*/ 193965 w 2401758"/>
              <a:gd name="connsiteY895" fmla="*/ 1795341 h 2400493"/>
              <a:gd name="connsiteX896" fmla="*/ 189996 w 2401758"/>
              <a:gd name="connsiteY896" fmla="*/ 1805757 h 2400493"/>
              <a:gd name="connsiteX897" fmla="*/ 179580 w 2401758"/>
              <a:gd name="connsiteY897" fmla="*/ 1809725 h 2400493"/>
              <a:gd name="connsiteX898" fmla="*/ 175612 w 2401758"/>
              <a:gd name="connsiteY898" fmla="*/ 1810221 h 2400493"/>
              <a:gd name="connsiteX899" fmla="*/ 163211 w 2401758"/>
              <a:gd name="connsiteY899" fmla="*/ 1805261 h 2400493"/>
              <a:gd name="connsiteX900" fmla="*/ 160235 w 2401758"/>
              <a:gd name="connsiteY900" fmla="*/ 1796829 h 2400493"/>
              <a:gd name="connsiteX901" fmla="*/ 163707 w 2401758"/>
              <a:gd name="connsiteY901" fmla="*/ 1781452 h 2400493"/>
              <a:gd name="connsiteX902" fmla="*/ 170155 w 2401758"/>
              <a:gd name="connsiteY902" fmla="*/ 1776492 h 2400493"/>
              <a:gd name="connsiteX903" fmla="*/ 111142 w 2401758"/>
              <a:gd name="connsiteY903" fmla="*/ 1776492 h 2400493"/>
              <a:gd name="connsiteX904" fmla="*/ 123542 w 2401758"/>
              <a:gd name="connsiteY904" fmla="*/ 1781452 h 2400493"/>
              <a:gd name="connsiteX905" fmla="*/ 127015 w 2401758"/>
              <a:gd name="connsiteY905" fmla="*/ 1789884 h 2400493"/>
              <a:gd name="connsiteX906" fmla="*/ 123542 w 2401758"/>
              <a:gd name="connsiteY906" fmla="*/ 1805261 h 2400493"/>
              <a:gd name="connsiteX907" fmla="*/ 117094 w 2401758"/>
              <a:gd name="connsiteY907" fmla="*/ 1810222 h 2400493"/>
              <a:gd name="connsiteX908" fmla="*/ 101717 w 2401758"/>
              <a:gd name="connsiteY908" fmla="*/ 1810222 h 2400493"/>
              <a:gd name="connsiteX909" fmla="*/ 92789 w 2401758"/>
              <a:gd name="connsiteY909" fmla="*/ 1797821 h 2400493"/>
              <a:gd name="connsiteX910" fmla="*/ 92789 w 2401758"/>
              <a:gd name="connsiteY910" fmla="*/ 1791869 h 2400493"/>
              <a:gd name="connsiteX911" fmla="*/ 96757 w 2401758"/>
              <a:gd name="connsiteY911" fmla="*/ 1781452 h 2400493"/>
              <a:gd name="connsiteX912" fmla="*/ 107174 w 2401758"/>
              <a:gd name="connsiteY912" fmla="*/ 1777484 h 2400493"/>
              <a:gd name="connsiteX913" fmla="*/ 111142 w 2401758"/>
              <a:gd name="connsiteY913" fmla="*/ 1776492 h 2400493"/>
              <a:gd name="connsiteX914" fmla="*/ 43676 w 2401758"/>
              <a:gd name="connsiteY914" fmla="*/ 1776492 h 2400493"/>
              <a:gd name="connsiteX915" fmla="*/ 60045 w 2401758"/>
              <a:gd name="connsiteY915" fmla="*/ 1793853 h 2400493"/>
              <a:gd name="connsiteX916" fmla="*/ 42684 w 2401758"/>
              <a:gd name="connsiteY916" fmla="*/ 1810222 h 2400493"/>
              <a:gd name="connsiteX917" fmla="*/ 26315 w 2401758"/>
              <a:gd name="connsiteY917" fmla="*/ 1792861 h 2400493"/>
              <a:gd name="connsiteX918" fmla="*/ 43676 w 2401758"/>
              <a:gd name="connsiteY918" fmla="*/ 1776492 h 2400493"/>
              <a:gd name="connsiteX919" fmla="*/ 783721 w 2401758"/>
              <a:gd name="connsiteY919" fmla="*/ 1775996 h 2400493"/>
              <a:gd name="connsiteX920" fmla="*/ 795625 w 2401758"/>
              <a:gd name="connsiteY920" fmla="*/ 1781948 h 2400493"/>
              <a:gd name="connsiteX921" fmla="*/ 800586 w 2401758"/>
              <a:gd name="connsiteY921" fmla="*/ 1793357 h 2400493"/>
              <a:gd name="connsiteX922" fmla="*/ 794137 w 2401758"/>
              <a:gd name="connsiteY922" fmla="*/ 1805262 h 2400493"/>
              <a:gd name="connsiteX923" fmla="*/ 783225 w 2401758"/>
              <a:gd name="connsiteY923" fmla="*/ 1809230 h 2400493"/>
              <a:gd name="connsiteX924" fmla="*/ 771320 w 2401758"/>
              <a:gd name="connsiteY924" fmla="*/ 1803277 h 2400493"/>
              <a:gd name="connsiteX925" fmla="*/ 766856 w 2401758"/>
              <a:gd name="connsiteY925" fmla="*/ 1791869 h 2400493"/>
              <a:gd name="connsiteX926" fmla="*/ 772312 w 2401758"/>
              <a:gd name="connsiteY926" fmla="*/ 1780956 h 2400493"/>
              <a:gd name="connsiteX927" fmla="*/ 783721 w 2401758"/>
              <a:gd name="connsiteY927" fmla="*/ 1775996 h 2400493"/>
              <a:gd name="connsiteX928" fmla="*/ 239099 w 2401758"/>
              <a:gd name="connsiteY928" fmla="*/ 1775996 h 2400493"/>
              <a:gd name="connsiteX929" fmla="*/ 245052 w 2401758"/>
              <a:gd name="connsiteY929" fmla="*/ 1775996 h 2400493"/>
              <a:gd name="connsiteX930" fmla="*/ 255468 w 2401758"/>
              <a:gd name="connsiteY930" fmla="*/ 1779964 h 2400493"/>
              <a:gd name="connsiteX931" fmla="*/ 259437 w 2401758"/>
              <a:gd name="connsiteY931" fmla="*/ 1790380 h 2400493"/>
              <a:gd name="connsiteX932" fmla="*/ 259933 w 2401758"/>
              <a:gd name="connsiteY932" fmla="*/ 1794349 h 2400493"/>
              <a:gd name="connsiteX933" fmla="*/ 254972 w 2401758"/>
              <a:gd name="connsiteY933" fmla="*/ 1806749 h 2400493"/>
              <a:gd name="connsiteX934" fmla="*/ 246540 w 2401758"/>
              <a:gd name="connsiteY934" fmla="*/ 1809725 h 2400493"/>
              <a:gd name="connsiteX935" fmla="*/ 231163 w 2401758"/>
              <a:gd name="connsiteY935" fmla="*/ 1806253 h 2400493"/>
              <a:gd name="connsiteX936" fmla="*/ 226203 w 2401758"/>
              <a:gd name="connsiteY936" fmla="*/ 1799805 h 2400493"/>
              <a:gd name="connsiteX937" fmla="*/ 226203 w 2401758"/>
              <a:gd name="connsiteY937" fmla="*/ 1784428 h 2400493"/>
              <a:gd name="connsiteX938" fmla="*/ 239099 w 2401758"/>
              <a:gd name="connsiteY938" fmla="*/ 1775996 h 2400493"/>
              <a:gd name="connsiteX939" fmla="*/ 1658711 w 2401758"/>
              <a:gd name="connsiteY939" fmla="*/ 1724409 h 2400493"/>
              <a:gd name="connsiteX940" fmla="*/ 1661191 w 2401758"/>
              <a:gd name="connsiteY940" fmla="*/ 1727385 h 2400493"/>
              <a:gd name="connsiteX941" fmla="*/ 1657223 w 2401758"/>
              <a:gd name="connsiteY941" fmla="*/ 1728873 h 2400493"/>
              <a:gd name="connsiteX942" fmla="*/ 1655735 w 2401758"/>
              <a:gd name="connsiteY942" fmla="*/ 1726889 h 2400493"/>
              <a:gd name="connsiteX943" fmla="*/ 1658711 w 2401758"/>
              <a:gd name="connsiteY943" fmla="*/ 1724409 h 2400493"/>
              <a:gd name="connsiteX944" fmla="*/ 1726170 w 2401758"/>
              <a:gd name="connsiteY944" fmla="*/ 1722921 h 2400493"/>
              <a:gd name="connsiteX945" fmla="*/ 1729146 w 2401758"/>
              <a:gd name="connsiteY945" fmla="*/ 1725897 h 2400493"/>
              <a:gd name="connsiteX946" fmla="*/ 1726666 w 2401758"/>
              <a:gd name="connsiteY946" fmla="*/ 1728873 h 2400493"/>
              <a:gd name="connsiteX947" fmla="*/ 1724682 w 2401758"/>
              <a:gd name="connsiteY947" fmla="*/ 1727385 h 2400493"/>
              <a:gd name="connsiteX948" fmla="*/ 1726170 w 2401758"/>
              <a:gd name="connsiteY948" fmla="*/ 1722921 h 2400493"/>
              <a:gd name="connsiteX949" fmla="*/ 1591251 w 2401758"/>
              <a:gd name="connsiteY949" fmla="*/ 1721433 h 2400493"/>
              <a:gd name="connsiteX950" fmla="*/ 1595716 w 2401758"/>
              <a:gd name="connsiteY950" fmla="*/ 1726393 h 2400493"/>
              <a:gd name="connsiteX951" fmla="*/ 1590259 w 2401758"/>
              <a:gd name="connsiteY951" fmla="*/ 1731354 h 2400493"/>
              <a:gd name="connsiteX952" fmla="*/ 1585795 w 2401758"/>
              <a:gd name="connsiteY952" fmla="*/ 1726393 h 2400493"/>
              <a:gd name="connsiteX953" fmla="*/ 1591251 w 2401758"/>
              <a:gd name="connsiteY953" fmla="*/ 1721433 h 2400493"/>
              <a:gd name="connsiteX954" fmla="*/ 1523792 w 2401758"/>
              <a:gd name="connsiteY954" fmla="*/ 1719449 h 2400493"/>
              <a:gd name="connsiteX955" fmla="*/ 1531232 w 2401758"/>
              <a:gd name="connsiteY955" fmla="*/ 1725897 h 2400493"/>
              <a:gd name="connsiteX956" fmla="*/ 1524784 w 2401758"/>
              <a:gd name="connsiteY956" fmla="*/ 1733834 h 2400493"/>
              <a:gd name="connsiteX957" fmla="*/ 1516847 w 2401758"/>
              <a:gd name="connsiteY957" fmla="*/ 1727881 h 2400493"/>
              <a:gd name="connsiteX958" fmla="*/ 1523792 w 2401758"/>
              <a:gd name="connsiteY958" fmla="*/ 1719449 h 2400493"/>
              <a:gd name="connsiteX959" fmla="*/ 1388376 w 2401758"/>
              <a:gd name="connsiteY959" fmla="*/ 1717465 h 2400493"/>
              <a:gd name="connsiteX960" fmla="*/ 1397801 w 2401758"/>
              <a:gd name="connsiteY960" fmla="*/ 1726889 h 2400493"/>
              <a:gd name="connsiteX961" fmla="*/ 1388872 w 2401758"/>
              <a:gd name="connsiteY961" fmla="*/ 1736314 h 2400493"/>
              <a:gd name="connsiteX962" fmla="*/ 1378952 w 2401758"/>
              <a:gd name="connsiteY962" fmla="*/ 1727881 h 2400493"/>
              <a:gd name="connsiteX963" fmla="*/ 1388376 w 2401758"/>
              <a:gd name="connsiteY963" fmla="*/ 1717465 h 2400493"/>
              <a:gd name="connsiteX964" fmla="*/ 1456828 w 2401758"/>
              <a:gd name="connsiteY964" fmla="*/ 1716969 h 2400493"/>
              <a:gd name="connsiteX965" fmla="*/ 1466748 w 2401758"/>
              <a:gd name="connsiteY965" fmla="*/ 1726889 h 2400493"/>
              <a:gd name="connsiteX966" fmla="*/ 1457323 w 2401758"/>
              <a:gd name="connsiteY966" fmla="*/ 1736314 h 2400493"/>
              <a:gd name="connsiteX967" fmla="*/ 1447899 w 2401758"/>
              <a:gd name="connsiteY967" fmla="*/ 1726889 h 2400493"/>
              <a:gd name="connsiteX968" fmla="*/ 1456828 w 2401758"/>
              <a:gd name="connsiteY968" fmla="*/ 1716969 h 2400493"/>
              <a:gd name="connsiteX969" fmla="*/ 1321413 w 2401758"/>
              <a:gd name="connsiteY969" fmla="*/ 1714985 h 2400493"/>
              <a:gd name="connsiteX970" fmla="*/ 1333813 w 2401758"/>
              <a:gd name="connsiteY970" fmla="*/ 1726394 h 2400493"/>
              <a:gd name="connsiteX971" fmla="*/ 1322405 w 2401758"/>
              <a:gd name="connsiteY971" fmla="*/ 1738794 h 2400493"/>
              <a:gd name="connsiteX972" fmla="*/ 1310004 w 2401758"/>
              <a:gd name="connsiteY972" fmla="*/ 1727386 h 2400493"/>
              <a:gd name="connsiteX973" fmla="*/ 1321413 w 2401758"/>
              <a:gd name="connsiteY973" fmla="*/ 1714985 h 2400493"/>
              <a:gd name="connsiteX974" fmla="*/ 1187486 w 2401758"/>
              <a:gd name="connsiteY974" fmla="*/ 1714985 h 2400493"/>
              <a:gd name="connsiteX975" fmla="*/ 1198398 w 2401758"/>
              <a:gd name="connsiteY975" fmla="*/ 1727881 h 2400493"/>
              <a:gd name="connsiteX976" fmla="*/ 1185998 w 2401758"/>
              <a:gd name="connsiteY976" fmla="*/ 1738794 h 2400493"/>
              <a:gd name="connsiteX977" fmla="*/ 1174589 w 2401758"/>
              <a:gd name="connsiteY977" fmla="*/ 1725401 h 2400493"/>
              <a:gd name="connsiteX978" fmla="*/ 1187486 w 2401758"/>
              <a:gd name="connsiteY978" fmla="*/ 1714985 h 2400493"/>
              <a:gd name="connsiteX979" fmla="*/ 1254449 w 2401758"/>
              <a:gd name="connsiteY979" fmla="*/ 1714489 h 2400493"/>
              <a:gd name="connsiteX980" fmla="*/ 1266849 w 2401758"/>
              <a:gd name="connsiteY980" fmla="*/ 1725401 h 2400493"/>
              <a:gd name="connsiteX981" fmla="*/ 1254945 w 2401758"/>
              <a:gd name="connsiteY981" fmla="*/ 1738298 h 2400493"/>
              <a:gd name="connsiteX982" fmla="*/ 1243040 w 2401758"/>
              <a:gd name="connsiteY982" fmla="*/ 1726890 h 2400493"/>
              <a:gd name="connsiteX983" fmla="*/ 1254449 w 2401758"/>
              <a:gd name="connsiteY983" fmla="*/ 1714489 h 2400493"/>
              <a:gd name="connsiteX984" fmla="*/ 1119530 w 2401758"/>
              <a:gd name="connsiteY984" fmla="*/ 1712505 h 2400493"/>
              <a:gd name="connsiteX985" fmla="*/ 1133915 w 2401758"/>
              <a:gd name="connsiteY985" fmla="*/ 1726890 h 2400493"/>
              <a:gd name="connsiteX986" fmla="*/ 1119530 w 2401758"/>
              <a:gd name="connsiteY986" fmla="*/ 1741274 h 2400493"/>
              <a:gd name="connsiteX987" fmla="*/ 1105145 w 2401758"/>
              <a:gd name="connsiteY987" fmla="*/ 1726890 h 2400493"/>
              <a:gd name="connsiteX988" fmla="*/ 1119530 w 2401758"/>
              <a:gd name="connsiteY988" fmla="*/ 1712505 h 2400493"/>
              <a:gd name="connsiteX989" fmla="*/ 1052566 w 2401758"/>
              <a:gd name="connsiteY989" fmla="*/ 1712505 h 2400493"/>
              <a:gd name="connsiteX990" fmla="*/ 1066951 w 2401758"/>
              <a:gd name="connsiteY990" fmla="*/ 1726890 h 2400493"/>
              <a:gd name="connsiteX991" fmla="*/ 1052566 w 2401758"/>
              <a:gd name="connsiteY991" fmla="*/ 1741274 h 2400493"/>
              <a:gd name="connsiteX992" fmla="*/ 1038215 w 2401758"/>
              <a:gd name="connsiteY992" fmla="*/ 1726890 h 2400493"/>
              <a:gd name="connsiteX993" fmla="*/ 1052566 w 2401758"/>
              <a:gd name="connsiteY993" fmla="*/ 1712505 h 2400493"/>
              <a:gd name="connsiteX994" fmla="*/ 986120 w 2401758"/>
              <a:gd name="connsiteY994" fmla="*/ 1712505 h 2400493"/>
              <a:gd name="connsiteX995" fmla="*/ 1000505 w 2401758"/>
              <a:gd name="connsiteY995" fmla="*/ 1726890 h 2400493"/>
              <a:gd name="connsiteX996" fmla="*/ 986120 w 2401758"/>
              <a:gd name="connsiteY996" fmla="*/ 1741274 h 2400493"/>
              <a:gd name="connsiteX997" fmla="*/ 971735 w 2401758"/>
              <a:gd name="connsiteY997" fmla="*/ 1726890 h 2400493"/>
              <a:gd name="connsiteX998" fmla="*/ 986120 w 2401758"/>
              <a:gd name="connsiteY998" fmla="*/ 1712505 h 2400493"/>
              <a:gd name="connsiteX999" fmla="*/ 851229 w 2401758"/>
              <a:gd name="connsiteY999" fmla="*/ 1710025 h 2400493"/>
              <a:gd name="connsiteX1000" fmla="*/ 867105 w 2401758"/>
              <a:gd name="connsiteY1000" fmla="*/ 1726394 h 2400493"/>
              <a:gd name="connsiteX1001" fmla="*/ 850238 w 2401758"/>
              <a:gd name="connsiteY1001" fmla="*/ 1743259 h 2400493"/>
              <a:gd name="connsiteX1002" fmla="*/ 833872 w 2401758"/>
              <a:gd name="connsiteY1002" fmla="*/ 1726394 h 2400493"/>
              <a:gd name="connsiteX1003" fmla="*/ 851229 w 2401758"/>
              <a:gd name="connsiteY1003" fmla="*/ 1710025 h 2400493"/>
              <a:gd name="connsiteX1004" fmla="*/ 714821 w 2401758"/>
              <a:gd name="connsiteY1004" fmla="*/ 1710024 h 2400493"/>
              <a:gd name="connsiteX1005" fmla="*/ 731188 w 2401758"/>
              <a:gd name="connsiteY1005" fmla="*/ 1726889 h 2400493"/>
              <a:gd name="connsiteX1006" fmla="*/ 714325 w 2401758"/>
              <a:gd name="connsiteY1006" fmla="*/ 1743258 h 2400493"/>
              <a:gd name="connsiteX1007" fmla="*/ 697958 w 2401758"/>
              <a:gd name="connsiteY1007" fmla="*/ 1726393 h 2400493"/>
              <a:gd name="connsiteX1008" fmla="*/ 714821 w 2401758"/>
              <a:gd name="connsiteY1008" fmla="*/ 1710024 h 2400493"/>
              <a:gd name="connsiteX1009" fmla="*/ 647861 w 2401758"/>
              <a:gd name="connsiteY1009" fmla="*/ 1710024 h 2400493"/>
              <a:gd name="connsiteX1010" fmla="*/ 664725 w 2401758"/>
              <a:gd name="connsiteY1010" fmla="*/ 1726393 h 2400493"/>
              <a:gd name="connsiteX1011" fmla="*/ 648357 w 2401758"/>
              <a:gd name="connsiteY1011" fmla="*/ 1743258 h 2400493"/>
              <a:gd name="connsiteX1012" fmla="*/ 631494 w 2401758"/>
              <a:gd name="connsiteY1012" fmla="*/ 1726889 h 2400493"/>
              <a:gd name="connsiteX1013" fmla="*/ 647861 w 2401758"/>
              <a:gd name="connsiteY1013" fmla="*/ 1710024 h 2400493"/>
              <a:gd name="connsiteX1014" fmla="*/ 916690 w 2401758"/>
              <a:gd name="connsiteY1014" fmla="*/ 1709528 h 2400493"/>
              <a:gd name="connsiteX1015" fmla="*/ 928595 w 2401758"/>
              <a:gd name="connsiteY1015" fmla="*/ 1715976 h 2400493"/>
              <a:gd name="connsiteX1016" fmla="*/ 933058 w 2401758"/>
              <a:gd name="connsiteY1016" fmla="*/ 1726889 h 2400493"/>
              <a:gd name="connsiteX1017" fmla="*/ 927106 w 2401758"/>
              <a:gd name="connsiteY1017" fmla="*/ 1738794 h 2400493"/>
              <a:gd name="connsiteX1018" fmla="*/ 915698 w 2401758"/>
              <a:gd name="connsiteY1018" fmla="*/ 1743258 h 2400493"/>
              <a:gd name="connsiteX1019" fmla="*/ 904785 w 2401758"/>
              <a:gd name="connsiteY1019" fmla="*/ 1737801 h 2400493"/>
              <a:gd name="connsiteX1020" fmla="*/ 899825 w 2401758"/>
              <a:gd name="connsiteY1020" fmla="*/ 1726393 h 2400493"/>
              <a:gd name="connsiteX1021" fmla="*/ 905281 w 2401758"/>
              <a:gd name="connsiteY1021" fmla="*/ 1714488 h 2400493"/>
              <a:gd name="connsiteX1022" fmla="*/ 916690 w 2401758"/>
              <a:gd name="connsiteY1022" fmla="*/ 1709528 h 2400493"/>
              <a:gd name="connsiteX1023" fmla="*/ 782771 w 2401758"/>
              <a:gd name="connsiteY1023" fmla="*/ 1709528 h 2400493"/>
              <a:gd name="connsiteX1024" fmla="*/ 794181 w 2401758"/>
              <a:gd name="connsiteY1024" fmla="*/ 1714488 h 2400493"/>
              <a:gd name="connsiteX1025" fmla="*/ 800131 w 2401758"/>
              <a:gd name="connsiteY1025" fmla="*/ 1726393 h 2400493"/>
              <a:gd name="connsiteX1026" fmla="*/ 795669 w 2401758"/>
              <a:gd name="connsiteY1026" fmla="*/ 1737306 h 2400493"/>
              <a:gd name="connsiteX1027" fmla="*/ 783764 w 2401758"/>
              <a:gd name="connsiteY1027" fmla="*/ 1743258 h 2400493"/>
              <a:gd name="connsiteX1028" fmla="*/ 773349 w 2401758"/>
              <a:gd name="connsiteY1028" fmla="*/ 1738794 h 2400493"/>
              <a:gd name="connsiteX1029" fmla="*/ 766401 w 2401758"/>
              <a:gd name="connsiteY1029" fmla="*/ 1727385 h 2400493"/>
              <a:gd name="connsiteX1030" fmla="*/ 770865 w 2401758"/>
              <a:gd name="connsiteY1030" fmla="*/ 1715976 h 2400493"/>
              <a:gd name="connsiteX1031" fmla="*/ 782771 w 2401758"/>
              <a:gd name="connsiteY1031" fmla="*/ 1709528 h 2400493"/>
              <a:gd name="connsiteX1032" fmla="*/ 581366 w 2401758"/>
              <a:gd name="connsiteY1032" fmla="*/ 1709528 h 2400493"/>
              <a:gd name="connsiteX1033" fmla="*/ 594263 w 2401758"/>
              <a:gd name="connsiteY1033" fmla="*/ 1713497 h 2400493"/>
              <a:gd name="connsiteX1034" fmla="*/ 598231 w 2401758"/>
              <a:gd name="connsiteY1034" fmla="*/ 1726393 h 2400493"/>
              <a:gd name="connsiteX1035" fmla="*/ 594263 w 2401758"/>
              <a:gd name="connsiteY1035" fmla="*/ 1739290 h 2400493"/>
              <a:gd name="connsiteX1036" fmla="*/ 583350 w 2401758"/>
              <a:gd name="connsiteY1036" fmla="*/ 1743258 h 2400493"/>
              <a:gd name="connsiteX1037" fmla="*/ 568469 w 2401758"/>
              <a:gd name="connsiteY1037" fmla="*/ 1739290 h 2400493"/>
              <a:gd name="connsiteX1038" fmla="*/ 564500 w 2401758"/>
              <a:gd name="connsiteY1038" fmla="*/ 1726393 h 2400493"/>
              <a:gd name="connsiteX1039" fmla="*/ 568469 w 2401758"/>
              <a:gd name="connsiteY1039" fmla="*/ 1713497 h 2400493"/>
              <a:gd name="connsiteX1040" fmla="*/ 581366 w 2401758"/>
              <a:gd name="connsiteY1040" fmla="*/ 1709528 h 2400493"/>
              <a:gd name="connsiteX1041" fmla="*/ 513426 w 2401758"/>
              <a:gd name="connsiteY1041" fmla="*/ 1707544 h 2400493"/>
              <a:gd name="connsiteX1042" fmla="*/ 523843 w 2401758"/>
              <a:gd name="connsiteY1042" fmla="*/ 1710520 h 2400493"/>
              <a:gd name="connsiteX1043" fmla="*/ 533269 w 2401758"/>
              <a:gd name="connsiteY1043" fmla="*/ 1725401 h 2400493"/>
              <a:gd name="connsiteX1044" fmla="*/ 529300 w 2401758"/>
              <a:gd name="connsiteY1044" fmla="*/ 1736313 h 2400493"/>
              <a:gd name="connsiteX1045" fmla="*/ 514914 w 2401758"/>
              <a:gd name="connsiteY1045" fmla="*/ 1745738 h 2400493"/>
              <a:gd name="connsiteX1046" fmla="*/ 504001 w 2401758"/>
              <a:gd name="connsiteY1046" fmla="*/ 1740778 h 2400493"/>
              <a:gd name="connsiteX1047" fmla="*/ 496063 w 2401758"/>
              <a:gd name="connsiteY1047" fmla="*/ 1726393 h 2400493"/>
              <a:gd name="connsiteX1048" fmla="*/ 499536 w 2401758"/>
              <a:gd name="connsiteY1048" fmla="*/ 1716472 h 2400493"/>
              <a:gd name="connsiteX1049" fmla="*/ 513426 w 2401758"/>
              <a:gd name="connsiteY1049" fmla="*/ 1707544 h 2400493"/>
              <a:gd name="connsiteX1050" fmla="*/ 446455 w 2401758"/>
              <a:gd name="connsiteY1050" fmla="*/ 1707544 h 2400493"/>
              <a:gd name="connsiteX1051" fmla="*/ 464810 w 2401758"/>
              <a:gd name="connsiteY1051" fmla="*/ 1726393 h 2400493"/>
              <a:gd name="connsiteX1052" fmla="*/ 445463 w 2401758"/>
              <a:gd name="connsiteY1052" fmla="*/ 1745738 h 2400493"/>
              <a:gd name="connsiteX1053" fmla="*/ 426613 w 2401758"/>
              <a:gd name="connsiteY1053" fmla="*/ 1725897 h 2400493"/>
              <a:gd name="connsiteX1054" fmla="*/ 446455 w 2401758"/>
              <a:gd name="connsiteY1054" fmla="*/ 1707544 h 2400493"/>
              <a:gd name="connsiteX1055" fmla="*/ 379472 w 2401758"/>
              <a:gd name="connsiteY1055" fmla="*/ 1707544 h 2400493"/>
              <a:gd name="connsiteX1056" fmla="*/ 397825 w 2401758"/>
              <a:gd name="connsiteY1056" fmla="*/ 1726393 h 2400493"/>
              <a:gd name="connsiteX1057" fmla="*/ 378975 w 2401758"/>
              <a:gd name="connsiteY1057" fmla="*/ 1745738 h 2400493"/>
              <a:gd name="connsiteX1058" fmla="*/ 359630 w 2401758"/>
              <a:gd name="connsiteY1058" fmla="*/ 1726393 h 2400493"/>
              <a:gd name="connsiteX1059" fmla="*/ 379472 w 2401758"/>
              <a:gd name="connsiteY1059" fmla="*/ 1707544 h 2400493"/>
              <a:gd name="connsiteX1060" fmla="*/ 312003 w 2401758"/>
              <a:gd name="connsiteY1060" fmla="*/ 1707048 h 2400493"/>
              <a:gd name="connsiteX1061" fmla="*/ 325892 w 2401758"/>
              <a:gd name="connsiteY1061" fmla="*/ 1713496 h 2400493"/>
              <a:gd name="connsiteX1062" fmla="*/ 331844 w 2401758"/>
              <a:gd name="connsiteY1062" fmla="*/ 1726889 h 2400493"/>
              <a:gd name="connsiteX1063" fmla="*/ 325396 w 2401758"/>
              <a:gd name="connsiteY1063" fmla="*/ 1739786 h 2400493"/>
              <a:gd name="connsiteX1064" fmla="*/ 311507 w 2401758"/>
              <a:gd name="connsiteY1064" fmla="*/ 1745242 h 2400493"/>
              <a:gd name="connsiteX1065" fmla="*/ 298610 w 2401758"/>
              <a:gd name="connsiteY1065" fmla="*/ 1739290 h 2400493"/>
              <a:gd name="connsiteX1066" fmla="*/ 293154 w 2401758"/>
              <a:gd name="connsiteY1066" fmla="*/ 1724905 h 2400493"/>
              <a:gd name="connsiteX1067" fmla="*/ 299106 w 2401758"/>
              <a:gd name="connsiteY1067" fmla="*/ 1712504 h 2400493"/>
              <a:gd name="connsiteX1068" fmla="*/ 312003 w 2401758"/>
              <a:gd name="connsiteY1068" fmla="*/ 1707048 h 2400493"/>
              <a:gd name="connsiteX1069" fmla="*/ 243071 w 2401758"/>
              <a:gd name="connsiteY1069" fmla="*/ 1707048 h 2400493"/>
              <a:gd name="connsiteX1070" fmla="*/ 256959 w 2401758"/>
              <a:gd name="connsiteY1070" fmla="*/ 1713496 h 2400493"/>
              <a:gd name="connsiteX1071" fmla="*/ 262912 w 2401758"/>
              <a:gd name="connsiteY1071" fmla="*/ 1726889 h 2400493"/>
              <a:gd name="connsiteX1072" fmla="*/ 256463 w 2401758"/>
              <a:gd name="connsiteY1072" fmla="*/ 1739786 h 2400493"/>
              <a:gd name="connsiteX1073" fmla="*/ 242575 w 2401758"/>
              <a:gd name="connsiteY1073" fmla="*/ 1745242 h 2400493"/>
              <a:gd name="connsiteX1074" fmla="*/ 229678 w 2401758"/>
              <a:gd name="connsiteY1074" fmla="*/ 1739290 h 2400493"/>
              <a:gd name="connsiteX1075" fmla="*/ 224222 w 2401758"/>
              <a:gd name="connsiteY1075" fmla="*/ 1724905 h 2400493"/>
              <a:gd name="connsiteX1076" fmla="*/ 230174 w 2401758"/>
              <a:gd name="connsiteY1076" fmla="*/ 1712504 h 2400493"/>
              <a:gd name="connsiteX1077" fmla="*/ 243071 w 2401758"/>
              <a:gd name="connsiteY1077" fmla="*/ 1707048 h 2400493"/>
              <a:gd name="connsiteX1078" fmla="*/ 176586 w 2401758"/>
              <a:gd name="connsiteY1078" fmla="*/ 1707048 h 2400493"/>
              <a:gd name="connsiteX1079" fmla="*/ 189483 w 2401758"/>
              <a:gd name="connsiteY1079" fmla="*/ 1713000 h 2400493"/>
              <a:gd name="connsiteX1080" fmla="*/ 194939 w 2401758"/>
              <a:gd name="connsiteY1080" fmla="*/ 1726889 h 2400493"/>
              <a:gd name="connsiteX1081" fmla="*/ 189483 w 2401758"/>
              <a:gd name="connsiteY1081" fmla="*/ 1739786 h 2400493"/>
              <a:gd name="connsiteX1082" fmla="*/ 175594 w 2401758"/>
              <a:gd name="connsiteY1082" fmla="*/ 1745242 h 2400493"/>
              <a:gd name="connsiteX1083" fmla="*/ 162697 w 2401758"/>
              <a:gd name="connsiteY1083" fmla="*/ 1739290 h 2400493"/>
              <a:gd name="connsiteX1084" fmla="*/ 157241 w 2401758"/>
              <a:gd name="connsiteY1084" fmla="*/ 1726393 h 2400493"/>
              <a:gd name="connsiteX1085" fmla="*/ 163689 w 2401758"/>
              <a:gd name="connsiteY1085" fmla="*/ 1712504 h 2400493"/>
              <a:gd name="connsiteX1086" fmla="*/ 176586 w 2401758"/>
              <a:gd name="connsiteY1086" fmla="*/ 1707048 h 2400493"/>
              <a:gd name="connsiteX1087" fmla="*/ 110117 w 2401758"/>
              <a:gd name="connsiteY1087" fmla="*/ 1707048 h 2400493"/>
              <a:gd name="connsiteX1088" fmla="*/ 123014 w 2401758"/>
              <a:gd name="connsiteY1088" fmla="*/ 1713000 h 2400493"/>
              <a:gd name="connsiteX1089" fmla="*/ 128470 w 2401758"/>
              <a:gd name="connsiteY1089" fmla="*/ 1726889 h 2400493"/>
              <a:gd name="connsiteX1090" fmla="*/ 123014 w 2401758"/>
              <a:gd name="connsiteY1090" fmla="*/ 1739786 h 2400493"/>
              <a:gd name="connsiteX1091" fmla="*/ 109125 w 2401758"/>
              <a:gd name="connsiteY1091" fmla="*/ 1745242 h 2400493"/>
              <a:gd name="connsiteX1092" fmla="*/ 96228 w 2401758"/>
              <a:gd name="connsiteY1092" fmla="*/ 1739290 h 2400493"/>
              <a:gd name="connsiteX1093" fmla="*/ 90772 w 2401758"/>
              <a:gd name="connsiteY1093" fmla="*/ 1726393 h 2400493"/>
              <a:gd name="connsiteX1094" fmla="*/ 97220 w 2401758"/>
              <a:gd name="connsiteY1094" fmla="*/ 1712504 h 2400493"/>
              <a:gd name="connsiteX1095" fmla="*/ 110117 w 2401758"/>
              <a:gd name="connsiteY1095" fmla="*/ 1707048 h 2400493"/>
              <a:gd name="connsiteX1096" fmla="*/ 43164 w 2401758"/>
              <a:gd name="connsiteY1096" fmla="*/ 1707048 h 2400493"/>
              <a:gd name="connsiteX1097" fmla="*/ 57053 w 2401758"/>
              <a:gd name="connsiteY1097" fmla="*/ 1713496 h 2400493"/>
              <a:gd name="connsiteX1098" fmla="*/ 62509 w 2401758"/>
              <a:gd name="connsiteY1098" fmla="*/ 1726393 h 2400493"/>
              <a:gd name="connsiteX1099" fmla="*/ 57549 w 2401758"/>
              <a:gd name="connsiteY1099" fmla="*/ 1739290 h 2400493"/>
              <a:gd name="connsiteX1100" fmla="*/ 45148 w 2401758"/>
              <a:gd name="connsiteY1100" fmla="*/ 1745242 h 2400493"/>
              <a:gd name="connsiteX1101" fmla="*/ 30763 w 2401758"/>
              <a:gd name="connsiteY1101" fmla="*/ 1739786 h 2400493"/>
              <a:gd name="connsiteX1102" fmla="*/ 24811 w 2401758"/>
              <a:gd name="connsiteY1102" fmla="*/ 1726889 h 2400493"/>
              <a:gd name="connsiteX1103" fmla="*/ 30267 w 2401758"/>
              <a:gd name="connsiteY1103" fmla="*/ 1712504 h 2400493"/>
              <a:gd name="connsiteX1104" fmla="*/ 43164 w 2401758"/>
              <a:gd name="connsiteY1104" fmla="*/ 1707048 h 2400493"/>
              <a:gd name="connsiteX1105" fmla="*/ 1793630 w 2401758"/>
              <a:gd name="connsiteY1105" fmla="*/ 1655462 h 2400493"/>
              <a:gd name="connsiteX1106" fmla="*/ 1797102 w 2401758"/>
              <a:gd name="connsiteY1106" fmla="*/ 1657942 h 2400493"/>
              <a:gd name="connsiteX1107" fmla="*/ 1793630 w 2401758"/>
              <a:gd name="connsiteY1107" fmla="*/ 1659926 h 2400493"/>
              <a:gd name="connsiteX1108" fmla="*/ 1791150 w 2401758"/>
              <a:gd name="connsiteY1108" fmla="*/ 1656950 h 2400493"/>
              <a:gd name="connsiteX1109" fmla="*/ 1793630 w 2401758"/>
              <a:gd name="connsiteY1109" fmla="*/ 1655462 h 2400493"/>
              <a:gd name="connsiteX1110" fmla="*/ 1727658 w 2401758"/>
              <a:gd name="connsiteY1110" fmla="*/ 1654965 h 2400493"/>
              <a:gd name="connsiteX1111" fmla="*/ 1730138 w 2401758"/>
              <a:gd name="connsiteY1111" fmla="*/ 1657941 h 2400493"/>
              <a:gd name="connsiteX1112" fmla="*/ 1726170 w 2401758"/>
              <a:gd name="connsiteY1112" fmla="*/ 1659429 h 2400493"/>
              <a:gd name="connsiteX1113" fmla="*/ 1724682 w 2401758"/>
              <a:gd name="connsiteY1113" fmla="*/ 1657445 h 2400493"/>
              <a:gd name="connsiteX1114" fmla="*/ 1727658 w 2401758"/>
              <a:gd name="connsiteY1114" fmla="*/ 1654965 h 2400493"/>
              <a:gd name="connsiteX1115" fmla="*/ 1654060 w 2401758"/>
              <a:gd name="connsiteY1115" fmla="*/ 1652857 h 2400493"/>
              <a:gd name="connsiteX1116" fmla="*/ 1657718 w 2401758"/>
              <a:gd name="connsiteY1116" fmla="*/ 1652981 h 2400493"/>
              <a:gd name="connsiteX1117" fmla="*/ 1662183 w 2401758"/>
              <a:gd name="connsiteY1117" fmla="*/ 1658934 h 2400493"/>
              <a:gd name="connsiteX1118" fmla="*/ 1656726 w 2401758"/>
              <a:gd name="connsiteY1118" fmla="*/ 1662406 h 2400493"/>
              <a:gd name="connsiteX1119" fmla="*/ 1652262 w 2401758"/>
              <a:gd name="connsiteY1119" fmla="*/ 1656453 h 2400493"/>
              <a:gd name="connsiteX1120" fmla="*/ 1654060 w 2401758"/>
              <a:gd name="connsiteY1120" fmla="*/ 1652857 h 2400493"/>
              <a:gd name="connsiteX1121" fmla="*/ 1590755 w 2401758"/>
              <a:gd name="connsiteY1121" fmla="*/ 1650501 h 2400493"/>
              <a:gd name="connsiteX1122" fmla="*/ 1598196 w 2401758"/>
              <a:gd name="connsiteY1122" fmla="*/ 1656949 h 2400493"/>
              <a:gd name="connsiteX1123" fmla="*/ 1591747 w 2401758"/>
              <a:gd name="connsiteY1123" fmla="*/ 1664886 h 2400493"/>
              <a:gd name="connsiteX1124" fmla="*/ 1583811 w 2401758"/>
              <a:gd name="connsiteY1124" fmla="*/ 1657941 h 2400493"/>
              <a:gd name="connsiteX1125" fmla="*/ 1590755 w 2401758"/>
              <a:gd name="connsiteY1125" fmla="*/ 1650501 h 2400493"/>
              <a:gd name="connsiteX1126" fmla="*/ 1524287 w 2401758"/>
              <a:gd name="connsiteY1126" fmla="*/ 1648517 h 2400493"/>
              <a:gd name="connsiteX1127" fmla="*/ 1533712 w 2401758"/>
              <a:gd name="connsiteY1127" fmla="*/ 1657445 h 2400493"/>
              <a:gd name="connsiteX1128" fmla="*/ 1524783 w 2401758"/>
              <a:gd name="connsiteY1128" fmla="*/ 1667366 h 2400493"/>
              <a:gd name="connsiteX1129" fmla="*/ 1514863 w 2401758"/>
              <a:gd name="connsiteY1129" fmla="*/ 1657445 h 2400493"/>
              <a:gd name="connsiteX1130" fmla="*/ 1524287 w 2401758"/>
              <a:gd name="connsiteY1130" fmla="*/ 1648517 h 2400493"/>
              <a:gd name="connsiteX1131" fmla="*/ 1458316 w 2401758"/>
              <a:gd name="connsiteY1131" fmla="*/ 1648021 h 2400493"/>
              <a:gd name="connsiteX1132" fmla="*/ 1467244 w 2401758"/>
              <a:gd name="connsiteY1132" fmla="*/ 1658437 h 2400493"/>
              <a:gd name="connsiteX1133" fmla="*/ 1457323 w 2401758"/>
              <a:gd name="connsiteY1133" fmla="*/ 1667366 h 2400493"/>
              <a:gd name="connsiteX1134" fmla="*/ 1447899 w 2401758"/>
              <a:gd name="connsiteY1134" fmla="*/ 1656453 h 2400493"/>
              <a:gd name="connsiteX1135" fmla="*/ 1458316 w 2401758"/>
              <a:gd name="connsiteY1135" fmla="*/ 1648021 h 2400493"/>
              <a:gd name="connsiteX1136" fmla="*/ 1388376 w 2401758"/>
              <a:gd name="connsiteY1136" fmla="*/ 1645541 h 2400493"/>
              <a:gd name="connsiteX1137" fmla="*/ 1400280 w 2401758"/>
              <a:gd name="connsiteY1137" fmla="*/ 1657446 h 2400493"/>
              <a:gd name="connsiteX1138" fmla="*/ 1388376 w 2401758"/>
              <a:gd name="connsiteY1138" fmla="*/ 1669350 h 2400493"/>
              <a:gd name="connsiteX1139" fmla="*/ 1376471 w 2401758"/>
              <a:gd name="connsiteY1139" fmla="*/ 1657446 h 2400493"/>
              <a:gd name="connsiteX1140" fmla="*/ 1388376 w 2401758"/>
              <a:gd name="connsiteY1140" fmla="*/ 1645541 h 2400493"/>
              <a:gd name="connsiteX1141" fmla="*/ 1322405 w 2401758"/>
              <a:gd name="connsiteY1141" fmla="*/ 1645541 h 2400493"/>
              <a:gd name="connsiteX1142" fmla="*/ 1333813 w 2401758"/>
              <a:gd name="connsiteY1142" fmla="*/ 1657942 h 2400493"/>
              <a:gd name="connsiteX1143" fmla="*/ 1321909 w 2401758"/>
              <a:gd name="connsiteY1143" fmla="*/ 1669350 h 2400493"/>
              <a:gd name="connsiteX1144" fmla="*/ 1310004 w 2401758"/>
              <a:gd name="connsiteY1144" fmla="*/ 1657942 h 2400493"/>
              <a:gd name="connsiteX1145" fmla="*/ 1322405 w 2401758"/>
              <a:gd name="connsiteY1145" fmla="*/ 1645541 h 2400493"/>
              <a:gd name="connsiteX1146" fmla="*/ 1254945 w 2401758"/>
              <a:gd name="connsiteY1146" fmla="*/ 1643557 h 2400493"/>
              <a:gd name="connsiteX1147" fmla="*/ 1269329 w 2401758"/>
              <a:gd name="connsiteY1147" fmla="*/ 1657942 h 2400493"/>
              <a:gd name="connsiteX1148" fmla="*/ 1255937 w 2401758"/>
              <a:gd name="connsiteY1148" fmla="*/ 1672327 h 2400493"/>
              <a:gd name="connsiteX1149" fmla="*/ 1240560 w 2401758"/>
              <a:gd name="connsiteY1149" fmla="*/ 1658438 h 2400493"/>
              <a:gd name="connsiteX1150" fmla="*/ 1254945 w 2401758"/>
              <a:gd name="connsiteY1150" fmla="*/ 1643557 h 2400493"/>
              <a:gd name="connsiteX1151" fmla="*/ 1185997 w 2401758"/>
              <a:gd name="connsiteY1151" fmla="*/ 1643557 h 2400493"/>
              <a:gd name="connsiteX1152" fmla="*/ 1200382 w 2401758"/>
              <a:gd name="connsiteY1152" fmla="*/ 1657446 h 2400493"/>
              <a:gd name="connsiteX1153" fmla="*/ 1186493 w 2401758"/>
              <a:gd name="connsiteY1153" fmla="*/ 1671831 h 2400493"/>
              <a:gd name="connsiteX1154" fmla="*/ 1172108 w 2401758"/>
              <a:gd name="connsiteY1154" fmla="*/ 1657942 h 2400493"/>
              <a:gd name="connsiteX1155" fmla="*/ 1185997 w 2401758"/>
              <a:gd name="connsiteY1155" fmla="*/ 1643557 h 2400493"/>
              <a:gd name="connsiteX1156" fmla="*/ 1119530 w 2401758"/>
              <a:gd name="connsiteY1156" fmla="*/ 1643061 h 2400493"/>
              <a:gd name="connsiteX1157" fmla="*/ 1133915 w 2401758"/>
              <a:gd name="connsiteY1157" fmla="*/ 1657446 h 2400493"/>
              <a:gd name="connsiteX1158" fmla="*/ 1119530 w 2401758"/>
              <a:gd name="connsiteY1158" fmla="*/ 1671830 h 2400493"/>
              <a:gd name="connsiteX1159" fmla="*/ 1105145 w 2401758"/>
              <a:gd name="connsiteY1159" fmla="*/ 1657446 h 2400493"/>
              <a:gd name="connsiteX1160" fmla="*/ 1119530 w 2401758"/>
              <a:gd name="connsiteY1160" fmla="*/ 1643061 h 2400493"/>
              <a:gd name="connsiteX1161" fmla="*/ 984630 w 2401758"/>
              <a:gd name="connsiteY1161" fmla="*/ 1641077 h 2400493"/>
              <a:gd name="connsiteX1162" fmla="*/ 1002486 w 2401758"/>
              <a:gd name="connsiteY1162" fmla="*/ 1656950 h 2400493"/>
              <a:gd name="connsiteX1163" fmla="*/ 986613 w 2401758"/>
              <a:gd name="connsiteY1163" fmla="*/ 1674311 h 2400493"/>
              <a:gd name="connsiteX1164" fmla="*/ 969253 w 2401758"/>
              <a:gd name="connsiteY1164" fmla="*/ 1657942 h 2400493"/>
              <a:gd name="connsiteX1165" fmla="*/ 984630 w 2401758"/>
              <a:gd name="connsiteY1165" fmla="*/ 1641077 h 2400493"/>
              <a:gd name="connsiteX1166" fmla="*/ 1053062 w 2401758"/>
              <a:gd name="connsiteY1166" fmla="*/ 1640581 h 2400493"/>
              <a:gd name="connsiteX1167" fmla="*/ 1064967 w 2401758"/>
              <a:gd name="connsiteY1167" fmla="*/ 1646037 h 2400493"/>
              <a:gd name="connsiteX1168" fmla="*/ 1069927 w 2401758"/>
              <a:gd name="connsiteY1168" fmla="*/ 1657446 h 2400493"/>
              <a:gd name="connsiteX1169" fmla="*/ 1063478 w 2401758"/>
              <a:gd name="connsiteY1169" fmla="*/ 1669350 h 2400493"/>
              <a:gd name="connsiteX1170" fmla="*/ 1052566 w 2401758"/>
              <a:gd name="connsiteY1170" fmla="*/ 1673815 h 2400493"/>
              <a:gd name="connsiteX1171" fmla="*/ 1040694 w 2401758"/>
              <a:gd name="connsiteY1171" fmla="*/ 1667862 h 2400493"/>
              <a:gd name="connsiteX1172" fmla="*/ 1036230 w 2401758"/>
              <a:gd name="connsiteY1172" fmla="*/ 1656454 h 2400493"/>
              <a:gd name="connsiteX1173" fmla="*/ 1041686 w 2401758"/>
              <a:gd name="connsiteY1173" fmla="*/ 1645541 h 2400493"/>
              <a:gd name="connsiteX1174" fmla="*/ 1053062 w 2401758"/>
              <a:gd name="connsiteY1174" fmla="*/ 1640581 h 2400493"/>
              <a:gd name="connsiteX1175" fmla="*/ 916685 w 2401758"/>
              <a:gd name="connsiteY1175" fmla="*/ 1640581 h 2400493"/>
              <a:gd name="connsiteX1176" fmla="*/ 928094 w 2401758"/>
              <a:gd name="connsiteY1176" fmla="*/ 1645541 h 2400493"/>
              <a:gd name="connsiteX1177" fmla="*/ 934542 w 2401758"/>
              <a:gd name="connsiteY1177" fmla="*/ 1657446 h 2400493"/>
              <a:gd name="connsiteX1178" fmla="*/ 929582 w 2401758"/>
              <a:gd name="connsiteY1178" fmla="*/ 1668358 h 2400493"/>
              <a:gd name="connsiteX1179" fmla="*/ 917181 w 2401758"/>
              <a:gd name="connsiteY1179" fmla="*/ 1673814 h 2400493"/>
              <a:gd name="connsiteX1180" fmla="*/ 905276 w 2401758"/>
              <a:gd name="connsiteY1180" fmla="*/ 1668358 h 2400493"/>
              <a:gd name="connsiteX1181" fmla="*/ 900316 w 2401758"/>
              <a:gd name="connsiteY1181" fmla="*/ 1657446 h 2400493"/>
              <a:gd name="connsiteX1182" fmla="*/ 905772 w 2401758"/>
              <a:gd name="connsiteY1182" fmla="*/ 1646533 h 2400493"/>
              <a:gd name="connsiteX1183" fmla="*/ 916685 w 2401758"/>
              <a:gd name="connsiteY1183" fmla="*/ 1640581 h 2400493"/>
              <a:gd name="connsiteX1184" fmla="*/ 850710 w 2401758"/>
              <a:gd name="connsiteY1184" fmla="*/ 1640581 h 2400493"/>
              <a:gd name="connsiteX1185" fmla="*/ 867080 w 2401758"/>
              <a:gd name="connsiteY1185" fmla="*/ 1657942 h 2400493"/>
              <a:gd name="connsiteX1186" fmla="*/ 849719 w 2401758"/>
              <a:gd name="connsiteY1186" fmla="*/ 1674311 h 2400493"/>
              <a:gd name="connsiteX1187" fmla="*/ 833351 w 2401758"/>
              <a:gd name="connsiteY1187" fmla="*/ 1656950 h 2400493"/>
              <a:gd name="connsiteX1188" fmla="*/ 850710 w 2401758"/>
              <a:gd name="connsiteY1188" fmla="*/ 1640581 h 2400493"/>
              <a:gd name="connsiteX1189" fmla="*/ 779264 w 2401758"/>
              <a:gd name="connsiteY1189" fmla="*/ 1640085 h 2400493"/>
              <a:gd name="connsiteX1190" fmla="*/ 785219 w 2401758"/>
              <a:gd name="connsiteY1190" fmla="*/ 1640085 h 2400493"/>
              <a:gd name="connsiteX1191" fmla="*/ 795634 w 2401758"/>
              <a:gd name="connsiteY1191" fmla="*/ 1644053 h 2400493"/>
              <a:gd name="connsiteX1192" fmla="*/ 799602 w 2401758"/>
              <a:gd name="connsiteY1192" fmla="*/ 1654469 h 2400493"/>
              <a:gd name="connsiteX1193" fmla="*/ 800595 w 2401758"/>
              <a:gd name="connsiteY1193" fmla="*/ 1658438 h 2400493"/>
              <a:gd name="connsiteX1194" fmla="*/ 795634 w 2401758"/>
              <a:gd name="connsiteY1194" fmla="*/ 1670838 h 2400493"/>
              <a:gd name="connsiteX1195" fmla="*/ 787203 w 2401758"/>
              <a:gd name="connsiteY1195" fmla="*/ 1673814 h 2400493"/>
              <a:gd name="connsiteX1196" fmla="*/ 771826 w 2401758"/>
              <a:gd name="connsiteY1196" fmla="*/ 1670342 h 2400493"/>
              <a:gd name="connsiteX1197" fmla="*/ 766864 w 2401758"/>
              <a:gd name="connsiteY1197" fmla="*/ 1663894 h 2400493"/>
              <a:gd name="connsiteX1198" fmla="*/ 766864 w 2401758"/>
              <a:gd name="connsiteY1198" fmla="*/ 1648517 h 2400493"/>
              <a:gd name="connsiteX1199" fmla="*/ 779264 w 2401758"/>
              <a:gd name="connsiteY1199" fmla="*/ 1640085 h 2400493"/>
              <a:gd name="connsiteX1200" fmla="*/ 714800 w 2401758"/>
              <a:gd name="connsiteY1200" fmla="*/ 1638596 h 2400493"/>
              <a:gd name="connsiteX1201" fmla="*/ 728688 w 2401758"/>
              <a:gd name="connsiteY1201" fmla="*/ 1646036 h 2400493"/>
              <a:gd name="connsiteX1202" fmla="*/ 733648 w 2401758"/>
              <a:gd name="connsiteY1202" fmla="*/ 1657941 h 2400493"/>
              <a:gd name="connsiteX1203" fmla="*/ 728688 w 2401758"/>
              <a:gd name="connsiteY1203" fmla="*/ 1669846 h 2400493"/>
              <a:gd name="connsiteX1204" fmla="*/ 715792 w 2401758"/>
              <a:gd name="connsiteY1204" fmla="*/ 1676294 h 2400493"/>
              <a:gd name="connsiteX1205" fmla="*/ 704880 w 2401758"/>
              <a:gd name="connsiteY1205" fmla="*/ 1672326 h 2400493"/>
              <a:gd name="connsiteX1206" fmla="*/ 696448 w 2401758"/>
              <a:gd name="connsiteY1206" fmla="*/ 1658437 h 2400493"/>
              <a:gd name="connsiteX1207" fmla="*/ 701903 w 2401758"/>
              <a:gd name="connsiteY1207" fmla="*/ 1646532 h 2400493"/>
              <a:gd name="connsiteX1208" fmla="*/ 714800 w 2401758"/>
              <a:gd name="connsiteY1208" fmla="*/ 1638596 h 2400493"/>
              <a:gd name="connsiteX1209" fmla="*/ 648312 w 2401758"/>
              <a:gd name="connsiteY1209" fmla="*/ 1638596 h 2400493"/>
              <a:gd name="connsiteX1210" fmla="*/ 667161 w 2401758"/>
              <a:gd name="connsiteY1210" fmla="*/ 1658437 h 2400493"/>
              <a:gd name="connsiteX1211" fmla="*/ 647320 w 2401758"/>
              <a:gd name="connsiteY1211" fmla="*/ 1676790 h 2400493"/>
              <a:gd name="connsiteX1212" fmla="*/ 629464 w 2401758"/>
              <a:gd name="connsiteY1212" fmla="*/ 1657445 h 2400493"/>
              <a:gd name="connsiteX1213" fmla="*/ 648312 w 2401758"/>
              <a:gd name="connsiteY1213" fmla="*/ 1638596 h 2400493"/>
              <a:gd name="connsiteX1214" fmla="*/ 581359 w 2401758"/>
              <a:gd name="connsiteY1214" fmla="*/ 1638596 h 2400493"/>
              <a:gd name="connsiteX1215" fmla="*/ 594256 w 2401758"/>
              <a:gd name="connsiteY1215" fmla="*/ 1643556 h 2400493"/>
              <a:gd name="connsiteX1216" fmla="*/ 601201 w 2401758"/>
              <a:gd name="connsiteY1216" fmla="*/ 1657445 h 2400493"/>
              <a:gd name="connsiteX1217" fmla="*/ 594256 w 2401758"/>
              <a:gd name="connsiteY1217" fmla="*/ 1671334 h 2400493"/>
              <a:gd name="connsiteX1218" fmla="*/ 581359 w 2401758"/>
              <a:gd name="connsiteY1218" fmla="*/ 1676294 h 2400493"/>
              <a:gd name="connsiteX1219" fmla="*/ 568461 w 2401758"/>
              <a:gd name="connsiteY1219" fmla="*/ 1670838 h 2400493"/>
              <a:gd name="connsiteX1220" fmla="*/ 563005 w 2401758"/>
              <a:gd name="connsiteY1220" fmla="*/ 1656949 h 2400493"/>
              <a:gd name="connsiteX1221" fmla="*/ 568461 w 2401758"/>
              <a:gd name="connsiteY1221" fmla="*/ 1644052 h 2400493"/>
              <a:gd name="connsiteX1222" fmla="*/ 581359 w 2401758"/>
              <a:gd name="connsiteY1222" fmla="*/ 1638596 h 2400493"/>
              <a:gd name="connsiteX1223" fmla="*/ 515393 w 2401758"/>
              <a:gd name="connsiteY1223" fmla="*/ 1638596 h 2400493"/>
              <a:gd name="connsiteX1224" fmla="*/ 533747 w 2401758"/>
              <a:gd name="connsiteY1224" fmla="*/ 1658437 h 2400493"/>
              <a:gd name="connsiteX1225" fmla="*/ 514897 w 2401758"/>
              <a:gd name="connsiteY1225" fmla="*/ 1676790 h 2400493"/>
              <a:gd name="connsiteX1226" fmla="*/ 495551 w 2401758"/>
              <a:gd name="connsiteY1226" fmla="*/ 1657445 h 2400493"/>
              <a:gd name="connsiteX1227" fmla="*/ 515393 w 2401758"/>
              <a:gd name="connsiteY1227" fmla="*/ 1638596 h 2400493"/>
              <a:gd name="connsiteX1228" fmla="*/ 378967 w 2401758"/>
              <a:gd name="connsiteY1228" fmla="*/ 1638596 h 2400493"/>
              <a:gd name="connsiteX1229" fmla="*/ 397817 w 2401758"/>
              <a:gd name="connsiteY1229" fmla="*/ 1657941 h 2400493"/>
              <a:gd name="connsiteX1230" fmla="*/ 378471 w 2401758"/>
              <a:gd name="connsiteY1230" fmla="*/ 1676790 h 2400493"/>
              <a:gd name="connsiteX1231" fmla="*/ 360118 w 2401758"/>
              <a:gd name="connsiteY1231" fmla="*/ 1656949 h 2400493"/>
              <a:gd name="connsiteX1232" fmla="*/ 378967 w 2401758"/>
              <a:gd name="connsiteY1232" fmla="*/ 1638596 h 2400493"/>
              <a:gd name="connsiteX1233" fmla="*/ 312998 w 2401758"/>
              <a:gd name="connsiteY1233" fmla="*/ 1638596 h 2400493"/>
              <a:gd name="connsiteX1234" fmla="*/ 331352 w 2401758"/>
              <a:gd name="connsiteY1234" fmla="*/ 1657445 h 2400493"/>
              <a:gd name="connsiteX1235" fmla="*/ 312006 w 2401758"/>
              <a:gd name="connsiteY1235" fmla="*/ 1676790 h 2400493"/>
              <a:gd name="connsiteX1236" fmla="*/ 293157 w 2401758"/>
              <a:gd name="connsiteY1236" fmla="*/ 1656949 h 2400493"/>
              <a:gd name="connsiteX1237" fmla="*/ 312998 w 2401758"/>
              <a:gd name="connsiteY1237" fmla="*/ 1638596 h 2400493"/>
              <a:gd name="connsiteX1238" fmla="*/ 243069 w 2401758"/>
              <a:gd name="connsiteY1238" fmla="*/ 1638596 h 2400493"/>
              <a:gd name="connsiteX1239" fmla="*/ 262415 w 2401758"/>
              <a:gd name="connsiteY1239" fmla="*/ 1657941 h 2400493"/>
              <a:gd name="connsiteX1240" fmla="*/ 243069 w 2401758"/>
              <a:gd name="connsiteY1240" fmla="*/ 1676790 h 2400493"/>
              <a:gd name="connsiteX1241" fmla="*/ 224220 w 2401758"/>
              <a:gd name="connsiteY1241" fmla="*/ 1656949 h 2400493"/>
              <a:gd name="connsiteX1242" fmla="*/ 243069 w 2401758"/>
              <a:gd name="connsiteY1242" fmla="*/ 1638596 h 2400493"/>
              <a:gd name="connsiteX1243" fmla="*/ 445463 w 2401758"/>
              <a:gd name="connsiteY1243" fmla="*/ 1638101 h 2400493"/>
              <a:gd name="connsiteX1244" fmla="*/ 464810 w 2401758"/>
              <a:gd name="connsiteY1244" fmla="*/ 1657446 h 2400493"/>
              <a:gd name="connsiteX1245" fmla="*/ 445463 w 2401758"/>
              <a:gd name="connsiteY1245" fmla="*/ 1676295 h 2400493"/>
              <a:gd name="connsiteX1246" fmla="*/ 426613 w 2401758"/>
              <a:gd name="connsiteY1246" fmla="*/ 1656454 h 2400493"/>
              <a:gd name="connsiteX1247" fmla="*/ 445463 w 2401758"/>
              <a:gd name="connsiteY1247" fmla="*/ 1638101 h 2400493"/>
              <a:gd name="connsiteX1248" fmla="*/ 110128 w 2401758"/>
              <a:gd name="connsiteY1248" fmla="*/ 1638101 h 2400493"/>
              <a:gd name="connsiteX1249" fmla="*/ 123520 w 2401758"/>
              <a:gd name="connsiteY1249" fmla="*/ 1643061 h 2400493"/>
              <a:gd name="connsiteX1250" fmla="*/ 128976 w 2401758"/>
              <a:gd name="connsiteY1250" fmla="*/ 1658438 h 2400493"/>
              <a:gd name="connsiteX1251" fmla="*/ 124016 w 2401758"/>
              <a:gd name="connsiteY1251" fmla="*/ 1671335 h 2400493"/>
              <a:gd name="connsiteX1252" fmla="*/ 109136 w 2401758"/>
              <a:gd name="connsiteY1252" fmla="*/ 1676791 h 2400493"/>
              <a:gd name="connsiteX1253" fmla="*/ 95744 w 2401758"/>
              <a:gd name="connsiteY1253" fmla="*/ 1671335 h 2400493"/>
              <a:gd name="connsiteX1254" fmla="*/ 90783 w 2401758"/>
              <a:gd name="connsiteY1254" fmla="*/ 1656454 h 2400493"/>
              <a:gd name="connsiteX1255" fmla="*/ 96736 w 2401758"/>
              <a:gd name="connsiteY1255" fmla="*/ 1643061 h 2400493"/>
              <a:gd name="connsiteX1256" fmla="*/ 110128 w 2401758"/>
              <a:gd name="connsiteY1256" fmla="*/ 1638101 h 2400493"/>
              <a:gd name="connsiteX1257" fmla="*/ 176605 w 2401758"/>
              <a:gd name="connsiteY1257" fmla="*/ 1638100 h 2400493"/>
              <a:gd name="connsiteX1258" fmla="*/ 189998 w 2401758"/>
              <a:gd name="connsiteY1258" fmla="*/ 1643060 h 2400493"/>
              <a:gd name="connsiteX1259" fmla="*/ 195454 w 2401758"/>
              <a:gd name="connsiteY1259" fmla="*/ 1656949 h 2400493"/>
              <a:gd name="connsiteX1260" fmla="*/ 190990 w 2401758"/>
              <a:gd name="connsiteY1260" fmla="*/ 1671334 h 2400493"/>
              <a:gd name="connsiteX1261" fmla="*/ 176605 w 2401758"/>
              <a:gd name="connsiteY1261" fmla="*/ 1676790 h 2400493"/>
              <a:gd name="connsiteX1262" fmla="*/ 163213 w 2401758"/>
              <a:gd name="connsiteY1262" fmla="*/ 1671334 h 2400493"/>
              <a:gd name="connsiteX1263" fmla="*/ 157756 w 2401758"/>
              <a:gd name="connsiteY1263" fmla="*/ 1656453 h 2400493"/>
              <a:gd name="connsiteX1264" fmla="*/ 163213 w 2401758"/>
              <a:gd name="connsiteY1264" fmla="*/ 1643060 h 2400493"/>
              <a:gd name="connsiteX1265" fmla="*/ 176605 w 2401758"/>
              <a:gd name="connsiteY1265" fmla="*/ 1638100 h 2400493"/>
              <a:gd name="connsiteX1266" fmla="*/ 44177 w 2401758"/>
              <a:gd name="connsiteY1266" fmla="*/ 1638100 h 2400493"/>
              <a:gd name="connsiteX1267" fmla="*/ 57569 w 2401758"/>
              <a:gd name="connsiteY1267" fmla="*/ 1644053 h 2400493"/>
              <a:gd name="connsiteX1268" fmla="*/ 62530 w 2401758"/>
              <a:gd name="connsiteY1268" fmla="*/ 1657445 h 2400493"/>
              <a:gd name="connsiteX1269" fmla="*/ 57569 w 2401758"/>
              <a:gd name="connsiteY1269" fmla="*/ 1670838 h 2400493"/>
              <a:gd name="connsiteX1270" fmla="*/ 42192 w 2401758"/>
              <a:gd name="connsiteY1270" fmla="*/ 1676294 h 2400493"/>
              <a:gd name="connsiteX1271" fmla="*/ 29297 w 2401758"/>
              <a:gd name="connsiteY1271" fmla="*/ 1671334 h 2400493"/>
              <a:gd name="connsiteX1272" fmla="*/ 23840 w 2401758"/>
              <a:gd name="connsiteY1272" fmla="*/ 1656453 h 2400493"/>
              <a:gd name="connsiteX1273" fmla="*/ 29297 w 2401758"/>
              <a:gd name="connsiteY1273" fmla="*/ 1643061 h 2400493"/>
              <a:gd name="connsiteX1274" fmla="*/ 44177 w 2401758"/>
              <a:gd name="connsiteY1274" fmla="*/ 1638100 h 2400493"/>
              <a:gd name="connsiteX1275" fmla="*/ 1861090 w 2401758"/>
              <a:gd name="connsiteY1275" fmla="*/ 1588498 h 2400493"/>
              <a:gd name="connsiteX1276" fmla="*/ 1863570 w 2401758"/>
              <a:gd name="connsiteY1276" fmla="*/ 1591474 h 2400493"/>
              <a:gd name="connsiteX1277" fmla="*/ 1859602 w 2401758"/>
              <a:gd name="connsiteY1277" fmla="*/ 1592962 h 2400493"/>
              <a:gd name="connsiteX1278" fmla="*/ 1858114 w 2401758"/>
              <a:gd name="connsiteY1278" fmla="*/ 1590978 h 2400493"/>
              <a:gd name="connsiteX1279" fmla="*/ 1861090 w 2401758"/>
              <a:gd name="connsiteY1279" fmla="*/ 1588498 h 2400493"/>
              <a:gd name="connsiteX1280" fmla="*/ 1794622 w 2401758"/>
              <a:gd name="connsiteY1280" fmla="*/ 1588498 h 2400493"/>
              <a:gd name="connsiteX1281" fmla="*/ 1797102 w 2401758"/>
              <a:gd name="connsiteY1281" fmla="*/ 1591474 h 2400493"/>
              <a:gd name="connsiteX1282" fmla="*/ 1793134 w 2401758"/>
              <a:gd name="connsiteY1282" fmla="*/ 1592962 h 2400493"/>
              <a:gd name="connsiteX1283" fmla="*/ 1791646 w 2401758"/>
              <a:gd name="connsiteY1283" fmla="*/ 1590978 h 2400493"/>
              <a:gd name="connsiteX1284" fmla="*/ 1794622 w 2401758"/>
              <a:gd name="connsiteY1284" fmla="*/ 1588498 h 2400493"/>
              <a:gd name="connsiteX1285" fmla="*/ 1725674 w 2401758"/>
              <a:gd name="connsiteY1285" fmla="*/ 1585522 h 2400493"/>
              <a:gd name="connsiteX1286" fmla="*/ 1731131 w 2401758"/>
              <a:gd name="connsiteY1286" fmla="*/ 1590978 h 2400493"/>
              <a:gd name="connsiteX1287" fmla="*/ 1726666 w 2401758"/>
              <a:gd name="connsiteY1287" fmla="*/ 1595443 h 2400493"/>
              <a:gd name="connsiteX1288" fmla="*/ 1721210 w 2401758"/>
              <a:gd name="connsiteY1288" fmla="*/ 1590482 h 2400493"/>
              <a:gd name="connsiteX1289" fmla="*/ 1725674 w 2401758"/>
              <a:gd name="connsiteY1289" fmla="*/ 1585522 h 2400493"/>
              <a:gd name="connsiteX1290" fmla="*/ 1657222 w 2401758"/>
              <a:gd name="connsiteY1290" fmla="*/ 1584034 h 2400493"/>
              <a:gd name="connsiteX1291" fmla="*/ 1664663 w 2401758"/>
              <a:gd name="connsiteY1291" fmla="*/ 1590978 h 2400493"/>
              <a:gd name="connsiteX1292" fmla="*/ 1657222 w 2401758"/>
              <a:gd name="connsiteY1292" fmla="*/ 1598419 h 2400493"/>
              <a:gd name="connsiteX1293" fmla="*/ 1650774 w 2401758"/>
              <a:gd name="connsiteY1293" fmla="*/ 1590978 h 2400493"/>
              <a:gd name="connsiteX1294" fmla="*/ 1657222 w 2401758"/>
              <a:gd name="connsiteY1294" fmla="*/ 1584034 h 2400493"/>
              <a:gd name="connsiteX1295" fmla="*/ 1590259 w 2401758"/>
              <a:gd name="connsiteY1295" fmla="*/ 1581554 h 2400493"/>
              <a:gd name="connsiteX1296" fmla="*/ 1600179 w 2401758"/>
              <a:gd name="connsiteY1296" fmla="*/ 1591474 h 2400493"/>
              <a:gd name="connsiteX1297" fmla="*/ 1590755 w 2401758"/>
              <a:gd name="connsiteY1297" fmla="*/ 1600899 h 2400493"/>
              <a:gd name="connsiteX1298" fmla="*/ 1581330 w 2401758"/>
              <a:gd name="connsiteY1298" fmla="*/ 1591474 h 2400493"/>
              <a:gd name="connsiteX1299" fmla="*/ 1590259 w 2401758"/>
              <a:gd name="connsiteY1299" fmla="*/ 1581554 h 2400493"/>
              <a:gd name="connsiteX1300" fmla="*/ 1523792 w 2401758"/>
              <a:gd name="connsiteY1300" fmla="*/ 1581058 h 2400493"/>
              <a:gd name="connsiteX1301" fmla="*/ 1533712 w 2401758"/>
              <a:gd name="connsiteY1301" fmla="*/ 1590482 h 2400493"/>
              <a:gd name="connsiteX1302" fmla="*/ 1524784 w 2401758"/>
              <a:gd name="connsiteY1302" fmla="*/ 1600403 h 2400493"/>
              <a:gd name="connsiteX1303" fmla="*/ 1514367 w 2401758"/>
              <a:gd name="connsiteY1303" fmla="*/ 1591970 h 2400493"/>
              <a:gd name="connsiteX1304" fmla="*/ 1523792 w 2401758"/>
              <a:gd name="connsiteY1304" fmla="*/ 1581058 h 2400493"/>
              <a:gd name="connsiteX1305" fmla="*/ 1457324 w 2401758"/>
              <a:gd name="connsiteY1305" fmla="*/ 1579073 h 2400493"/>
              <a:gd name="connsiteX1306" fmla="*/ 1469725 w 2401758"/>
              <a:gd name="connsiteY1306" fmla="*/ 1590482 h 2400493"/>
              <a:gd name="connsiteX1307" fmla="*/ 1458812 w 2401758"/>
              <a:gd name="connsiteY1307" fmla="*/ 1602882 h 2400493"/>
              <a:gd name="connsiteX1308" fmla="*/ 1445915 w 2401758"/>
              <a:gd name="connsiteY1308" fmla="*/ 1590978 h 2400493"/>
              <a:gd name="connsiteX1309" fmla="*/ 1457324 w 2401758"/>
              <a:gd name="connsiteY1309" fmla="*/ 1579073 h 2400493"/>
              <a:gd name="connsiteX1310" fmla="*/ 1388376 w 2401758"/>
              <a:gd name="connsiteY1310" fmla="*/ 1579073 h 2400493"/>
              <a:gd name="connsiteX1311" fmla="*/ 1400280 w 2401758"/>
              <a:gd name="connsiteY1311" fmla="*/ 1590482 h 2400493"/>
              <a:gd name="connsiteX1312" fmla="*/ 1389368 w 2401758"/>
              <a:gd name="connsiteY1312" fmla="*/ 1602882 h 2400493"/>
              <a:gd name="connsiteX1313" fmla="*/ 1376471 w 2401758"/>
              <a:gd name="connsiteY1313" fmla="*/ 1591970 h 2400493"/>
              <a:gd name="connsiteX1314" fmla="*/ 1388376 w 2401758"/>
              <a:gd name="connsiteY1314" fmla="*/ 1579073 h 2400493"/>
              <a:gd name="connsiteX1315" fmla="*/ 1322405 w 2401758"/>
              <a:gd name="connsiteY1315" fmla="*/ 1576593 h 2400493"/>
              <a:gd name="connsiteX1316" fmla="*/ 1336293 w 2401758"/>
              <a:gd name="connsiteY1316" fmla="*/ 1590978 h 2400493"/>
              <a:gd name="connsiteX1317" fmla="*/ 1321909 w 2401758"/>
              <a:gd name="connsiteY1317" fmla="*/ 1604867 h 2400493"/>
              <a:gd name="connsiteX1318" fmla="*/ 1308020 w 2401758"/>
              <a:gd name="connsiteY1318" fmla="*/ 1590482 h 2400493"/>
              <a:gd name="connsiteX1319" fmla="*/ 1322405 w 2401758"/>
              <a:gd name="connsiteY1319" fmla="*/ 1576593 h 2400493"/>
              <a:gd name="connsiteX1320" fmla="*/ 1254945 w 2401758"/>
              <a:gd name="connsiteY1320" fmla="*/ 1576593 h 2400493"/>
              <a:gd name="connsiteX1321" fmla="*/ 1269330 w 2401758"/>
              <a:gd name="connsiteY1321" fmla="*/ 1590482 h 2400493"/>
              <a:gd name="connsiteX1322" fmla="*/ 1255441 w 2401758"/>
              <a:gd name="connsiteY1322" fmla="*/ 1604867 h 2400493"/>
              <a:gd name="connsiteX1323" fmla="*/ 1241056 w 2401758"/>
              <a:gd name="connsiteY1323" fmla="*/ 1590978 h 2400493"/>
              <a:gd name="connsiteX1324" fmla="*/ 1254945 w 2401758"/>
              <a:gd name="connsiteY1324" fmla="*/ 1576593 h 2400493"/>
              <a:gd name="connsiteX1325" fmla="*/ 1185997 w 2401758"/>
              <a:gd name="connsiteY1325" fmla="*/ 1576593 h 2400493"/>
              <a:gd name="connsiteX1326" fmla="*/ 1200382 w 2401758"/>
              <a:gd name="connsiteY1326" fmla="*/ 1590482 h 2400493"/>
              <a:gd name="connsiteX1327" fmla="*/ 1186989 w 2401758"/>
              <a:gd name="connsiteY1327" fmla="*/ 1605363 h 2400493"/>
              <a:gd name="connsiteX1328" fmla="*/ 1172108 w 2401758"/>
              <a:gd name="connsiteY1328" fmla="*/ 1590978 h 2400493"/>
              <a:gd name="connsiteX1329" fmla="*/ 1185997 w 2401758"/>
              <a:gd name="connsiteY1329" fmla="*/ 1576593 h 2400493"/>
              <a:gd name="connsiteX1330" fmla="*/ 1053062 w 2401758"/>
              <a:gd name="connsiteY1330" fmla="*/ 1574609 h 2400493"/>
              <a:gd name="connsiteX1331" fmla="*/ 1069431 w 2401758"/>
              <a:gd name="connsiteY1331" fmla="*/ 1591970 h 2400493"/>
              <a:gd name="connsiteX1332" fmla="*/ 1053062 w 2401758"/>
              <a:gd name="connsiteY1332" fmla="*/ 1607843 h 2400493"/>
              <a:gd name="connsiteX1333" fmla="*/ 1036212 w 2401758"/>
              <a:gd name="connsiteY1333" fmla="*/ 1590978 h 2400493"/>
              <a:gd name="connsiteX1334" fmla="*/ 1053062 w 2401758"/>
              <a:gd name="connsiteY1334" fmla="*/ 1574609 h 2400493"/>
              <a:gd name="connsiteX1335" fmla="*/ 1118042 w 2401758"/>
              <a:gd name="connsiteY1335" fmla="*/ 1574113 h 2400493"/>
              <a:gd name="connsiteX1336" fmla="*/ 1135899 w 2401758"/>
              <a:gd name="connsiteY1336" fmla="*/ 1590482 h 2400493"/>
              <a:gd name="connsiteX1337" fmla="*/ 1119034 w 2401758"/>
              <a:gd name="connsiteY1337" fmla="*/ 1607347 h 2400493"/>
              <a:gd name="connsiteX1338" fmla="*/ 1102169 w 2401758"/>
              <a:gd name="connsiteY1338" fmla="*/ 1591474 h 2400493"/>
              <a:gd name="connsiteX1339" fmla="*/ 1118042 w 2401758"/>
              <a:gd name="connsiteY1339" fmla="*/ 1574113 h 2400493"/>
              <a:gd name="connsiteX1340" fmla="*/ 986142 w 2401758"/>
              <a:gd name="connsiteY1340" fmla="*/ 1574113 h 2400493"/>
              <a:gd name="connsiteX1341" fmla="*/ 1003006 w 2401758"/>
              <a:gd name="connsiteY1341" fmla="*/ 1590978 h 2400493"/>
              <a:gd name="connsiteX1342" fmla="*/ 986142 w 2401758"/>
              <a:gd name="connsiteY1342" fmla="*/ 1607843 h 2400493"/>
              <a:gd name="connsiteX1343" fmla="*/ 969277 w 2401758"/>
              <a:gd name="connsiteY1343" fmla="*/ 1590978 h 2400493"/>
              <a:gd name="connsiteX1344" fmla="*/ 986142 w 2401758"/>
              <a:gd name="connsiteY1344" fmla="*/ 1574113 h 2400493"/>
              <a:gd name="connsiteX1345" fmla="*/ 916686 w 2401758"/>
              <a:gd name="connsiteY1345" fmla="*/ 1574113 h 2400493"/>
              <a:gd name="connsiteX1346" fmla="*/ 933551 w 2401758"/>
              <a:gd name="connsiteY1346" fmla="*/ 1590482 h 2400493"/>
              <a:gd name="connsiteX1347" fmla="*/ 917182 w 2401758"/>
              <a:gd name="connsiteY1347" fmla="*/ 1607347 h 2400493"/>
              <a:gd name="connsiteX1348" fmla="*/ 900318 w 2401758"/>
              <a:gd name="connsiteY1348" fmla="*/ 1590978 h 2400493"/>
              <a:gd name="connsiteX1349" fmla="*/ 916686 w 2401758"/>
              <a:gd name="connsiteY1349" fmla="*/ 1574113 h 2400493"/>
              <a:gd name="connsiteX1350" fmla="*/ 850711 w 2401758"/>
              <a:gd name="connsiteY1350" fmla="*/ 1572129 h 2400493"/>
              <a:gd name="connsiteX1351" fmla="*/ 863609 w 2401758"/>
              <a:gd name="connsiteY1351" fmla="*/ 1578577 h 2400493"/>
              <a:gd name="connsiteX1352" fmla="*/ 869561 w 2401758"/>
              <a:gd name="connsiteY1352" fmla="*/ 1590978 h 2400493"/>
              <a:gd name="connsiteX1353" fmla="*/ 862120 w 2401758"/>
              <a:gd name="connsiteY1353" fmla="*/ 1604371 h 2400493"/>
              <a:gd name="connsiteX1354" fmla="*/ 850215 w 2401758"/>
              <a:gd name="connsiteY1354" fmla="*/ 1609827 h 2400493"/>
              <a:gd name="connsiteX1355" fmla="*/ 836326 w 2401758"/>
              <a:gd name="connsiteY1355" fmla="*/ 1601395 h 2400493"/>
              <a:gd name="connsiteX1356" fmla="*/ 832360 w 2401758"/>
              <a:gd name="connsiteY1356" fmla="*/ 1590482 h 2400493"/>
              <a:gd name="connsiteX1357" fmla="*/ 838805 w 2401758"/>
              <a:gd name="connsiteY1357" fmla="*/ 1577585 h 2400493"/>
              <a:gd name="connsiteX1358" fmla="*/ 850711 w 2401758"/>
              <a:gd name="connsiteY1358" fmla="*/ 1572129 h 2400493"/>
              <a:gd name="connsiteX1359" fmla="*/ 713793 w 2401758"/>
              <a:gd name="connsiteY1359" fmla="*/ 1572129 h 2400493"/>
              <a:gd name="connsiteX1360" fmla="*/ 733634 w 2401758"/>
              <a:gd name="connsiteY1360" fmla="*/ 1590482 h 2400493"/>
              <a:gd name="connsiteX1361" fmla="*/ 714785 w 2401758"/>
              <a:gd name="connsiteY1361" fmla="*/ 1609827 h 2400493"/>
              <a:gd name="connsiteX1362" fmla="*/ 695441 w 2401758"/>
              <a:gd name="connsiteY1362" fmla="*/ 1590978 h 2400493"/>
              <a:gd name="connsiteX1363" fmla="*/ 713793 w 2401758"/>
              <a:gd name="connsiteY1363" fmla="*/ 1572129 h 2400493"/>
              <a:gd name="connsiteX1364" fmla="*/ 647843 w 2401758"/>
              <a:gd name="connsiteY1364" fmla="*/ 1572129 h 2400493"/>
              <a:gd name="connsiteX1365" fmla="*/ 666690 w 2401758"/>
              <a:gd name="connsiteY1365" fmla="*/ 1591474 h 2400493"/>
              <a:gd name="connsiteX1366" fmla="*/ 646851 w 2401758"/>
              <a:gd name="connsiteY1366" fmla="*/ 1610323 h 2400493"/>
              <a:gd name="connsiteX1367" fmla="*/ 628499 w 2401758"/>
              <a:gd name="connsiteY1367" fmla="*/ 1591474 h 2400493"/>
              <a:gd name="connsiteX1368" fmla="*/ 647843 w 2401758"/>
              <a:gd name="connsiteY1368" fmla="*/ 1572129 h 2400493"/>
              <a:gd name="connsiteX1369" fmla="*/ 515389 w 2401758"/>
              <a:gd name="connsiteY1369" fmla="*/ 1572129 h 2400493"/>
              <a:gd name="connsiteX1370" fmla="*/ 528287 w 2401758"/>
              <a:gd name="connsiteY1370" fmla="*/ 1577089 h 2400493"/>
              <a:gd name="connsiteX1371" fmla="*/ 533743 w 2401758"/>
              <a:gd name="connsiteY1371" fmla="*/ 1591474 h 2400493"/>
              <a:gd name="connsiteX1372" fmla="*/ 528287 w 2401758"/>
              <a:gd name="connsiteY1372" fmla="*/ 1604867 h 2400493"/>
              <a:gd name="connsiteX1373" fmla="*/ 513405 w 2401758"/>
              <a:gd name="connsiteY1373" fmla="*/ 1609827 h 2400493"/>
              <a:gd name="connsiteX1374" fmla="*/ 500011 w 2401758"/>
              <a:gd name="connsiteY1374" fmla="*/ 1603874 h 2400493"/>
              <a:gd name="connsiteX1375" fmla="*/ 495051 w 2401758"/>
              <a:gd name="connsiteY1375" fmla="*/ 1590482 h 2400493"/>
              <a:gd name="connsiteX1376" fmla="*/ 500011 w 2401758"/>
              <a:gd name="connsiteY1376" fmla="*/ 1577089 h 2400493"/>
              <a:gd name="connsiteX1377" fmla="*/ 515389 w 2401758"/>
              <a:gd name="connsiteY1377" fmla="*/ 1572129 h 2400493"/>
              <a:gd name="connsiteX1378" fmla="*/ 581851 w 2401758"/>
              <a:gd name="connsiteY1378" fmla="*/ 1571633 h 2400493"/>
              <a:gd name="connsiteX1379" fmla="*/ 600204 w 2401758"/>
              <a:gd name="connsiteY1379" fmla="*/ 1590482 h 2400493"/>
              <a:gd name="connsiteX1380" fmla="*/ 580859 w 2401758"/>
              <a:gd name="connsiteY1380" fmla="*/ 1609827 h 2400493"/>
              <a:gd name="connsiteX1381" fmla="*/ 562009 w 2401758"/>
              <a:gd name="connsiteY1381" fmla="*/ 1589986 h 2400493"/>
              <a:gd name="connsiteX1382" fmla="*/ 581851 w 2401758"/>
              <a:gd name="connsiteY1382" fmla="*/ 1571633 h 2400493"/>
              <a:gd name="connsiteX1383" fmla="*/ 446429 w 2401758"/>
              <a:gd name="connsiteY1383" fmla="*/ 1571632 h 2400493"/>
              <a:gd name="connsiteX1384" fmla="*/ 459823 w 2401758"/>
              <a:gd name="connsiteY1384" fmla="*/ 1577089 h 2400493"/>
              <a:gd name="connsiteX1385" fmla="*/ 464783 w 2401758"/>
              <a:gd name="connsiteY1385" fmla="*/ 1591970 h 2400493"/>
              <a:gd name="connsiteX1386" fmla="*/ 458831 w 2401758"/>
              <a:gd name="connsiteY1386" fmla="*/ 1605362 h 2400493"/>
              <a:gd name="connsiteX1387" fmla="*/ 445437 w 2401758"/>
              <a:gd name="connsiteY1387" fmla="*/ 1610323 h 2400493"/>
              <a:gd name="connsiteX1388" fmla="*/ 432044 w 2401758"/>
              <a:gd name="connsiteY1388" fmla="*/ 1605362 h 2400493"/>
              <a:gd name="connsiteX1389" fmla="*/ 426588 w 2401758"/>
              <a:gd name="connsiteY1389" fmla="*/ 1589986 h 2400493"/>
              <a:gd name="connsiteX1390" fmla="*/ 431548 w 2401758"/>
              <a:gd name="connsiteY1390" fmla="*/ 1577089 h 2400493"/>
              <a:gd name="connsiteX1391" fmla="*/ 446429 w 2401758"/>
              <a:gd name="connsiteY1391" fmla="*/ 1571632 h 2400493"/>
              <a:gd name="connsiteX1392" fmla="*/ 783726 w 2401758"/>
              <a:gd name="connsiteY1392" fmla="*/ 1571137 h 2400493"/>
              <a:gd name="connsiteX1393" fmla="*/ 796623 w 2401758"/>
              <a:gd name="connsiteY1393" fmla="*/ 1577089 h 2400493"/>
              <a:gd name="connsiteX1394" fmla="*/ 802079 w 2401758"/>
              <a:gd name="connsiteY1394" fmla="*/ 1590978 h 2400493"/>
              <a:gd name="connsiteX1395" fmla="*/ 796623 w 2401758"/>
              <a:gd name="connsiteY1395" fmla="*/ 1603875 h 2400493"/>
              <a:gd name="connsiteX1396" fmla="*/ 782734 w 2401758"/>
              <a:gd name="connsiteY1396" fmla="*/ 1609331 h 2400493"/>
              <a:gd name="connsiteX1397" fmla="*/ 769837 w 2401758"/>
              <a:gd name="connsiteY1397" fmla="*/ 1603379 h 2400493"/>
              <a:gd name="connsiteX1398" fmla="*/ 764381 w 2401758"/>
              <a:gd name="connsiteY1398" fmla="*/ 1590482 h 2400493"/>
              <a:gd name="connsiteX1399" fmla="*/ 770829 w 2401758"/>
              <a:gd name="connsiteY1399" fmla="*/ 1576593 h 2400493"/>
              <a:gd name="connsiteX1400" fmla="*/ 783726 w 2401758"/>
              <a:gd name="connsiteY1400" fmla="*/ 1571137 h 2400493"/>
              <a:gd name="connsiteX1401" fmla="*/ 313508 w 2401758"/>
              <a:gd name="connsiteY1401" fmla="*/ 1570145 h 2400493"/>
              <a:gd name="connsiteX1402" fmla="*/ 326902 w 2401758"/>
              <a:gd name="connsiteY1402" fmla="*/ 1576097 h 2400493"/>
              <a:gd name="connsiteX1403" fmla="*/ 333351 w 2401758"/>
              <a:gd name="connsiteY1403" fmla="*/ 1590482 h 2400493"/>
              <a:gd name="connsiteX1404" fmla="*/ 327398 w 2401758"/>
              <a:gd name="connsiteY1404" fmla="*/ 1605363 h 2400493"/>
              <a:gd name="connsiteX1405" fmla="*/ 312020 w 2401758"/>
              <a:gd name="connsiteY1405" fmla="*/ 1612803 h 2400493"/>
              <a:gd name="connsiteX1406" fmla="*/ 297636 w 2401758"/>
              <a:gd name="connsiteY1406" fmla="*/ 1605363 h 2400493"/>
              <a:gd name="connsiteX1407" fmla="*/ 291683 w 2401758"/>
              <a:gd name="connsiteY1407" fmla="*/ 1590482 h 2400493"/>
              <a:gd name="connsiteX1408" fmla="*/ 298628 w 2401758"/>
              <a:gd name="connsiteY1408" fmla="*/ 1576097 h 2400493"/>
              <a:gd name="connsiteX1409" fmla="*/ 313508 w 2401758"/>
              <a:gd name="connsiteY1409" fmla="*/ 1570145 h 2400493"/>
              <a:gd name="connsiteX1410" fmla="*/ 110148 w 2401758"/>
              <a:gd name="connsiteY1410" fmla="*/ 1570144 h 2400493"/>
              <a:gd name="connsiteX1411" fmla="*/ 131476 w 2401758"/>
              <a:gd name="connsiteY1411" fmla="*/ 1591474 h 2400493"/>
              <a:gd name="connsiteX1412" fmla="*/ 109652 w 2401758"/>
              <a:gd name="connsiteY1412" fmla="*/ 1612803 h 2400493"/>
              <a:gd name="connsiteX1413" fmla="*/ 88819 w 2401758"/>
              <a:gd name="connsiteY1413" fmla="*/ 1590482 h 2400493"/>
              <a:gd name="connsiteX1414" fmla="*/ 110148 w 2401758"/>
              <a:gd name="connsiteY1414" fmla="*/ 1570144 h 2400493"/>
              <a:gd name="connsiteX1415" fmla="*/ 42162 w 2401758"/>
              <a:gd name="connsiteY1415" fmla="*/ 1569649 h 2400493"/>
              <a:gd name="connsiteX1416" fmla="*/ 64483 w 2401758"/>
              <a:gd name="connsiteY1416" fmla="*/ 1590482 h 2400493"/>
              <a:gd name="connsiteX1417" fmla="*/ 43154 w 2401758"/>
              <a:gd name="connsiteY1417" fmla="*/ 1612307 h 2400493"/>
              <a:gd name="connsiteX1418" fmla="*/ 21329 w 2401758"/>
              <a:gd name="connsiteY1418" fmla="*/ 1591970 h 2400493"/>
              <a:gd name="connsiteX1419" fmla="*/ 42162 w 2401758"/>
              <a:gd name="connsiteY1419" fmla="*/ 1569649 h 2400493"/>
              <a:gd name="connsiteX1420" fmla="*/ 243569 w 2401758"/>
              <a:gd name="connsiteY1420" fmla="*/ 1569648 h 2400493"/>
              <a:gd name="connsiteX1421" fmla="*/ 264402 w 2401758"/>
              <a:gd name="connsiteY1421" fmla="*/ 1591970 h 2400493"/>
              <a:gd name="connsiteX1422" fmla="*/ 243073 w 2401758"/>
              <a:gd name="connsiteY1422" fmla="*/ 1612803 h 2400493"/>
              <a:gd name="connsiteX1423" fmla="*/ 221744 w 2401758"/>
              <a:gd name="connsiteY1423" fmla="*/ 1590978 h 2400493"/>
              <a:gd name="connsiteX1424" fmla="*/ 243569 w 2401758"/>
              <a:gd name="connsiteY1424" fmla="*/ 1569648 h 2400493"/>
              <a:gd name="connsiteX1425" fmla="*/ 378997 w 2401758"/>
              <a:gd name="connsiteY1425" fmla="*/ 1569153 h 2400493"/>
              <a:gd name="connsiteX1426" fmla="*/ 393879 w 2401758"/>
              <a:gd name="connsiteY1426" fmla="*/ 1575601 h 2400493"/>
              <a:gd name="connsiteX1427" fmla="*/ 400824 w 2401758"/>
              <a:gd name="connsiteY1427" fmla="*/ 1590978 h 2400493"/>
              <a:gd name="connsiteX1428" fmla="*/ 393384 w 2401758"/>
              <a:gd name="connsiteY1428" fmla="*/ 1605363 h 2400493"/>
              <a:gd name="connsiteX1429" fmla="*/ 378501 w 2401758"/>
              <a:gd name="connsiteY1429" fmla="*/ 1611315 h 2400493"/>
              <a:gd name="connsiteX1430" fmla="*/ 364114 w 2401758"/>
              <a:gd name="connsiteY1430" fmla="*/ 1604371 h 2400493"/>
              <a:gd name="connsiteX1431" fmla="*/ 358162 w 2401758"/>
              <a:gd name="connsiteY1431" fmla="*/ 1589490 h 2400493"/>
              <a:gd name="connsiteX1432" fmla="*/ 364114 w 2401758"/>
              <a:gd name="connsiteY1432" fmla="*/ 1575601 h 2400493"/>
              <a:gd name="connsiteX1433" fmla="*/ 378997 w 2401758"/>
              <a:gd name="connsiteY1433" fmla="*/ 1569153 h 2400493"/>
              <a:gd name="connsiteX1434" fmla="*/ 176612 w 2401758"/>
              <a:gd name="connsiteY1434" fmla="*/ 1569153 h 2400493"/>
              <a:gd name="connsiteX1435" fmla="*/ 197941 w 2401758"/>
              <a:gd name="connsiteY1435" fmla="*/ 1590978 h 2400493"/>
              <a:gd name="connsiteX1436" fmla="*/ 176116 w 2401758"/>
              <a:gd name="connsiteY1436" fmla="*/ 1612307 h 2400493"/>
              <a:gd name="connsiteX1437" fmla="*/ 155284 w 2401758"/>
              <a:gd name="connsiteY1437" fmla="*/ 1589986 h 2400493"/>
              <a:gd name="connsiteX1438" fmla="*/ 176612 w 2401758"/>
              <a:gd name="connsiteY1438" fmla="*/ 1569153 h 2400493"/>
              <a:gd name="connsiteX1439" fmla="*/ 1860097 w 2401758"/>
              <a:gd name="connsiteY1439" fmla="*/ 1522030 h 2400493"/>
              <a:gd name="connsiteX1440" fmla="*/ 1863569 w 2401758"/>
              <a:gd name="connsiteY1440" fmla="*/ 1524014 h 2400493"/>
              <a:gd name="connsiteX1441" fmla="*/ 1860097 w 2401758"/>
              <a:gd name="connsiteY1441" fmla="*/ 1526494 h 2400493"/>
              <a:gd name="connsiteX1442" fmla="*/ 1857617 w 2401758"/>
              <a:gd name="connsiteY1442" fmla="*/ 1525006 h 2400493"/>
              <a:gd name="connsiteX1443" fmla="*/ 1860097 w 2401758"/>
              <a:gd name="connsiteY1443" fmla="*/ 1522030 h 2400493"/>
              <a:gd name="connsiteX1444" fmla="*/ 1928549 w 2401758"/>
              <a:gd name="connsiteY1444" fmla="*/ 1520542 h 2400493"/>
              <a:gd name="connsiteX1445" fmla="*/ 1931525 w 2401758"/>
              <a:gd name="connsiteY1445" fmla="*/ 1523518 h 2400493"/>
              <a:gd name="connsiteX1446" fmla="*/ 1929045 w 2401758"/>
              <a:gd name="connsiteY1446" fmla="*/ 1526494 h 2400493"/>
              <a:gd name="connsiteX1447" fmla="*/ 1927061 w 2401758"/>
              <a:gd name="connsiteY1447" fmla="*/ 1525006 h 2400493"/>
              <a:gd name="connsiteX1448" fmla="*/ 1928549 w 2401758"/>
              <a:gd name="connsiteY1448" fmla="*/ 1520542 h 2400493"/>
              <a:gd name="connsiteX1449" fmla="*/ 1792638 w 2401758"/>
              <a:gd name="connsiteY1449" fmla="*/ 1519054 h 2400493"/>
              <a:gd name="connsiteX1450" fmla="*/ 1798095 w 2401758"/>
              <a:gd name="connsiteY1450" fmla="*/ 1524510 h 2400493"/>
              <a:gd name="connsiteX1451" fmla="*/ 1793630 w 2401758"/>
              <a:gd name="connsiteY1451" fmla="*/ 1528975 h 2400493"/>
              <a:gd name="connsiteX1452" fmla="*/ 1788174 w 2401758"/>
              <a:gd name="connsiteY1452" fmla="*/ 1524014 h 2400493"/>
              <a:gd name="connsiteX1453" fmla="*/ 1792638 w 2401758"/>
              <a:gd name="connsiteY1453" fmla="*/ 1519054 h 2400493"/>
              <a:gd name="connsiteX1454" fmla="*/ 1726170 w 2401758"/>
              <a:gd name="connsiteY1454" fmla="*/ 1517070 h 2400493"/>
              <a:gd name="connsiteX1455" fmla="*/ 1733610 w 2401758"/>
              <a:gd name="connsiteY1455" fmla="*/ 1524014 h 2400493"/>
              <a:gd name="connsiteX1456" fmla="*/ 1727162 w 2401758"/>
              <a:gd name="connsiteY1456" fmla="*/ 1531455 h 2400493"/>
              <a:gd name="connsiteX1457" fmla="*/ 1719225 w 2401758"/>
              <a:gd name="connsiteY1457" fmla="*/ 1525006 h 2400493"/>
              <a:gd name="connsiteX1458" fmla="*/ 1726170 w 2401758"/>
              <a:gd name="connsiteY1458" fmla="*/ 1517070 h 2400493"/>
              <a:gd name="connsiteX1459" fmla="*/ 1656726 w 2401758"/>
              <a:gd name="connsiteY1459" fmla="*/ 1514590 h 2400493"/>
              <a:gd name="connsiteX1460" fmla="*/ 1666647 w 2401758"/>
              <a:gd name="connsiteY1460" fmla="*/ 1524510 h 2400493"/>
              <a:gd name="connsiteX1461" fmla="*/ 1657222 w 2401758"/>
              <a:gd name="connsiteY1461" fmla="*/ 1533935 h 2400493"/>
              <a:gd name="connsiteX1462" fmla="*/ 1647798 w 2401758"/>
              <a:gd name="connsiteY1462" fmla="*/ 1524510 h 2400493"/>
              <a:gd name="connsiteX1463" fmla="*/ 1656726 w 2401758"/>
              <a:gd name="connsiteY1463" fmla="*/ 1514590 h 2400493"/>
              <a:gd name="connsiteX1464" fmla="*/ 1591251 w 2401758"/>
              <a:gd name="connsiteY1464" fmla="*/ 1514590 h 2400493"/>
              <a:gd name="connsiteX1465" fmla="*/ 1600180 w 2401758"/>
              <a:gd name="connsiteY1465" fmla="*/ 1524511 h 2400493"/>
              <a:gd name="connsiteX1466" fmla="*/ 1589267 w 2401758"/>
              <a:gd name="connsiteY1466" fmla="*/ 1533935 h 2400493"/>
              <a:gd name="connsiteX1467" fmla="*/ 1580835 w 2401758"/>
              <a:gd name="connsiteY1467" fmla="*/ 1523519 h 2400493"/>
              <a:gd name="connsiteX1468" fmla="*/ 1591251 w 2401758"/>
              <a:gd name="connsiteY1468" fmla="*/ 1514590 h 2400493"/>
              <a:gd name="connsiteX1469" fmla="*/ 1458812 w 2401758"/>
              <a:gd name="connsiteY1469" fmla="*/ 1512606 h 2400493"/>
              <a:gd name="connsiteX1470" fmla="*/ 1469228 w 2401758"/>
              <a:gd name="connsiteY1470" fmla="*/ 1525503 h 2400493"/>
              <a:gd name="connsiteX1471" fmla="*/ 1456332 w 2401758"/>
              <a:gd name="connsiteY1471" fmla="*/ 1536415 h 2400493"/>
              <a:gd name="connsiteX1472" fmla="*/ 1445419 w 2401758"/>
              <a:gd name="connsiteY1472" fmla="*/ 1524015 h 2400493"/>
              <a:gd name="connsiteX1473" fmla="*/ 1458812 w 2401758"/>
              <a:gd name="connsiteY1473" fmla="*/ 1512606 h 2400493"/>
              <a:gd name="connsiteX1474" fmla="*/ 1524784 w 2401758"/>
              <a:gd name="connsiteY1474" fmla="*/ 1512605 h 2400493"/>
              <a:gd name="connsiteX1475" fmla="*/ 1536192 w 2401758"/>
              <a:gd name="connsiteY1475" fmla="*/ 1525006 h 2400493"/>
              <a:gd name="connsiteX1476" fmla="*/ 1524288 w 2401758"/>
              <a:gd name="connsiteY1476" fmla="*/ 1536415 h 2400493"/>
              <a:gd name="connsiteX1477" fmla="*/ 1512383 w 2401758"/>
              <a:gd name="connsiteY1477" fmla="*/ 1524510 h 2400493"/>
              <a:gd name="connsiteX1478" fmla="*/ 1524784 w 2401758"/>
              <a:gd name="connsiteY1478" fmla="*/ 1512605 h 2400493"/>
              <a:gd name="connsiteX1479" fmla="*/ 1388376 w 2401758"/>
              <a:gd name="connsiteY1479" fmla="*/ 1510126 h 2400493"/>
              <a:gd name="connsiteX1480" fmla="*/ 1402760 w 2401758"/>
              <a:gd name="connsiteY1480" fmla="*/ 1524511 h 2400493"/>
              <a:gd name="connsiteX1481" fmla="*/ 1388376 w 2401758"/>
              <a:gd name="connsiteY1481" fmla="*/ 1538896 h 2400493"/>
              <a:gd name="connsiteX1482" fmla="*/ 1373991 w 2401758"/>
              <a:gd name="connsiteY1482" fmla="*/ 1524511 h 2400493"/>
              <a:gd name="connsiteX1483" fmla="*/ 1388376 w 2401758"/>
              <a:gd name="connsiteY1483" fmla="*/ 1510126 h 2400493"/>
              <a:gd name="connsiteX1484" fmla="*/ 1322405 w 2401758"/>
              <a:gd name="connsiteY1484" fmla="*/ 1510126 h 2400493"/>
              <a:gd name="connsiteX1485" fmla="*/ 1336293 w 2401758"/>
              <a:gd name="connsiteY1485" fmla="*/ 1524511 h 2400493"/>
              <a:gd name="connsiteX1486" fmla="*/ 1321909 w 2401758"/>
              <a:gd name="connsiteY1486" fmla="*/ 1538399 h 2400493"/>
              <a:gd name="connsiteX1487" fmla="*/ 1308020 w 2401758"/>
              <a:gd name="connsiteY1487" fmla="*/ 1524015 h 2400493"/>
              <a:gd name="connsiteX1488" fmla="*/ 1322405 w 2401758"/>
              <a:gd name="connsiteY1488" fmla="*/ 1510126 h 2400493"/>
              <a:gd name="connsiteX1489" fmla="*/ 1255441 w 2401758"/>
              <a:gd name="connsiteY1489" fmla="*/ 1510126 h 2400493"/>
              <a:gd name="connsiteX1490" fmla="*/ 1269329 w 2401758"/>
              <a:gd name="connsiteY1490" fmla="*/ 1525007 h 2400493"/>
              <a:gd name="connsiteX1491" fmla="*/ 1254945 w 2401758"/>
              <a:gd name="connsiteY1491" fmla="*/ 1538400 h 2400493"/>
              <a:gd name="connsiteX1492" fmla="*/ 1240560 w 2401758"/>
              <a:gd name="connsiteY1492" fmla="*/ 1524511 h 2400493"/>
              <a:gd name="connsiteX1493" fmla="*/ 1255441 w 2401758"/>
              <a:gd name="connsiteY1493" fmla="*/ 1510126 h 2400493"/>
              <a:gd name="connsiteX1494" fmla="*/ 1185997 w 2401758"/>
              <a:gd name="connsiteY1494" fmla="*/ 1507645 h 2400493"/>
              <a:gd name="connsiteX1495" fmla="*/ 1202862 w 2401758"/>
              <a:gd name="connsiteY1495" fmla="*/ 1524510 h 2400493"/>
              <a:gd name="connsiteX1496" fmla="*/ 1186989 w 2401758"/>
              <a:gd name="connsiteY1496" fmla="*/ 1540879 h 2400493"/>
              <a:gd name="connsiteX1497" fmla="*/ 1169628 w 2401758"/>
              <a:gd name="connsiteY1497" fmla="*/ 1525006 h 2400493"/>
              <a:gd name="connsiteX1498" fmla="*/ 1185997 w 2401758"/>
              <a:gd name="connsiteY1498" fmla="*/ 1507645 h 2400493"/>
              <a:gd name="connsiteX1499" fmla="*/ 1120522 w 2401758"/>
              <a:gd name="connsiteY1499" fmla="*/ 1507645 h 2400493"/>
              <a:gd name="connsiteX1500" fmla="*/ 1132427 w 2401758"/>
              <a:gd name="connsiteY1500" fmla="*/ 1514093 h 2400493"/>
              <a:gd name="connsiteX1501" fmla="*/ 1136395 w 2401758"/>
              <a:gd name="connsiteY1501" fmla="*/ 1525502 h 2400493"/>
              <a:gd name="connsiteX1502" fmla="*/ 1129451 w 2401758"/>
              <a:gd name="connsiteY1502" fmla="*/ 1536911 h 2400493"/>
              <a:gd name="connsiteX1503" fmla="*/ 1119034 w 2401758"/>
              <a:gd name="connsiteY1503" fmla="*/ 1540879 h 2400493"/>
              <a:gd name="connsiteX1504" fmla="*/ 1107129 w 2401758"/>
              <a:gd name="connsiteY1504" fmla="*/ 1534430 h 2400493"/>
              <a:gd name="connsiteX1505" fmla="*/ 1102665 w 2401758"/>
              <a:gd name="connsiteY1505" fmla="*/ 1523022 h 2400493"/>
              <a:gd name="connsiteX1506" fmla="*/ 1109113 w 2401758"/>
              <a:gd name="connsiteY1506" fmla="*/ 1511117 h 2400493"/>
              <a:gd name="connsiteX1507" fmla="*/ 1120522 w 2401758"/>
              <a:gd name="connsiteY1507" fmla="*/ 1507645 h 2400493"/>
              <a:gd name="connsiteX1508" fmla="*/ 1053062 w 2401758"/>
              <a:gd name="connsiteY1508" fmla="*/ 1507645 h 2400493"/>
              <a:gd name="connsiteX1509" fmla="*/ 1069431 w 2401758"/>
              <a:gd name="connsiteY1509" fmla="*/ 1524510 h 2400493"/>
              <a:gd name="connsiteX1510" fmla="*/ 1052566 w 2401758"/>
              <a:gd name="connsiteY1510" fmla="*/ 1540879 h 2400493"/>
              <a:gd name="connsiteX1511" fmla="*/ 1036233 w 2401758"/>
              <a:gd name="connsiteY1511" fmla="*/ 1524014 h 2400493"/>
              <a:gd name="connsiteX1512" fmla="*/ 1053062 w 2401758"/>
              <a:gd name="connsiteY1512" fmla="*/ 1507645 h 2400493"/>
              <a:gd name="connsiteX1513" fmla="*/ 985154 w 2401758"/>
              <a:gd name="connsiteY1513" fmla="*/ 1505661 h 2400493"/>
              <a:gd name="connsiteX1514" fmla="*/ 996067 w 2401758"/>
              <a:gd name="connsiteY1514" fmla="*/ 1509629 h 2400493"/>
              <a:gd name="connsiteX1515" fmla="*/ 1005491 w 2401758"/>
              <a:gd name="connsiteY1515" fmla="*/ 1524014 h 2400493"/>
              <a:gd name="connsiteX1516" fmla="*/ 1000531 w 2401758"/>
              <a:gd name="connsiteY1516" fmla="*/ 1534927 h 2400493"/>
              <a:gd name="connsiteX1517" fmla="*/ 986146 w 2401758"/>
              <a:gd name="connsiteY1517" fmla="*/ 1543359 h 2400493"/>
              <a:gd name="connsiteX1518" fmla="*/ 974242 w 2401758"/>
              <a:gd name="connsiteY1518" fmla="*/ 1537903 h 2400493"/>
              <a:gd name="connsiteX1519" fmla="*/ 966802 w 2401758"/>
              <a:gd name="connsiteY1519" fmla="*/ 1524014 h 2400493"/>
              <a:gd name="connsiteX1520" fmla="*/ 971762 w 2401758"/>
              <a:gd name="connsiteY1520" fmla="*/ 1513101 h 2400493"/>
              <a:gd name="connsiteX1521" fmla="*/ 985154 w 2401758"/>
              <a:gd name="connsiteY1521" fmla="*/ 1505661 h 2400493"/>
              <a:gd name="connsiteX1522" fmla="*/ 647836 w 2401758"/>
              <a:gd name="connsiteY1522" fmla="*/ 1505661 h 2400493"/>
              <a:gd name="connsiteX1523" fmla="*/ 662220 w 2401758"/>
              <a:gd name="connsiteY1523" fmla="*/ 1511117 h 2400493"/>
              <a:gd name="connsiteX1524" fmla="*/ 666684 w 2401758"/>
              <a:gd name="connsiteY1524" fmla="*/ 1524014 h 2400493"/>
              <a:gd name="connsiteX1525" fmla="*/ 661228 w 2401758"/>
              <a:gd name="connsiteY1525" fmla="*/ 1538895 h 2400493"/>
              <a:gd name="connsiteX1526" fmla="*/ 647836 w 2401758"/>
              <a:gd name="connsiteY1526" fmla="*/ 1543855 h 2400493"/>
              <a:gd name="connsiteX1527" fmla="*/ 634444 w 2401758"/>
              <a:gd name="connsiteY1527" fmla="*/ 1538895 h 2400493"/>
              <a:gd name="connsiteX1528" fmla="*/ 628988 w 2401758"/>
              <a:gd name="connsiteY1528" fmla="*/ 1524510 h 2400493"/>
              <a:gd name="connsiteX1529" fmla="*/ 634444 w 2401758"/>
              <a:gd name="connsiteY1529" fmla="*/ 1511117 h 2400493"/>
              <a:gd name="connsiteX1530" fmla="*/ 647836 w 2401758"/>
              <a:gd name="connsiteY1530" fmla="*/ 1505661 h 2400493"/>
              <a:gd name="connsiteX1531" fmla="*/ 916176 w 2401758"/>
              <a:gd name="connsiteY1531" fmla="*/ 1505165 h 2400493"/>
              <a:gd name="connsiteX1532" fmla="*/ 936017 w 2401758"/>
              <a:gd name="connsiteY1532" fmla="*/ 1523518 h 2400493"/>
              <a:gd name="connsiteX1533" fmla="*/ 917168 w 2401758"/>
              <a:gd name="connsiteY1533" fmla="*/ 1543359 h 2400493"/>
              <a:gd name="connsiteX1534" fmla="*/ 897823 w 2401758"/>
              <a:gd name="connsiteY1534" fmla="*/ 1525502 h 2400493"/>
              <a:gd name="connsiteX1535" fmla="*/ 916176 w 2401758"/>
              <a:gd name="connsiteY1535" fmla="*/ 1505165 h 2400493"/>
              <a:gd name="connsiteX1536" fmla="*/ 850719 w 2401758"/>
              <a:gd name="connsiteY1536" fmla="*/ 1505165 h 2400493"/>
              <a:gd name="connsiteX1537" fmla="*/ 869569 w 2401758"/>
              <a:gd name="connsiteY1537" fmla="*/ 1525006 h 2400493"/>
              <a:gd name="connsiteX1538" fmla="*/ 849727 w 2401758"/>
              <a:gd name="connsiteY1538" fmla="*/ 1543359 h 2400493"/>
              <a:gd name="connsiteX1539" fmla="*/ 831376 w 2401758"/>
              <a:gd name="connsiteY1539" fmla="*/ 1524510 h 2400493"/>
              <a:gd name="connsiteX1540" fmla="*/ 850719 w 2401758"/>
              <a:gd name="connsiteY1540" fmla="*/ 1505165 h 2400493"/>
              <a:gd name="connsiteX1541" fmla="*/ 783749 w 2401758"/>
              <a:gd name="connsiteY1541" fmla="*/ 1505165 h 2400493"/>
              <a:gd name="connsiteX1542" fmla="*/ 802597 w 2401758"/>
              <a:gd name="connsiteY1542" fmla="*/ 1524510 h 2400493"/>
              <a:gd name="connsiteX1543" fmla="*/ 782756 w 2401758"/>
              <a:gd name="connsiteY1543" fmla="*/ 1543359 h 2400493"/>
              <a:gd name="connsiteX1544" fmla="*/ 764403 w 2401758"/>
              <a:gd name="connsiteY1544" fmla="*/ 1524510 h 2400493"/>
              <a:gd name="connsiteX1545" fmla="*/ 783749 w 2401758"/>
              <a:gd name="connsiteY1545" fmla="*/ 1505165 h 2400493"/>
              <a:gd name="connsiteX1546" fmla="*/ 714289 w 2401758"/>
              <a:gd name="connsiteY1546" fmla="*/ 1505165 h 2400493"/>
              <a:gd name="connsiteX1547" fmla="*/ 727682 w 2401758"/>
              <a:gd name="connsiteY1547" fmla="*/ 1510621 h 2400493"/>
              <a:gd name="connsiteX1548" fmla="*/ 733138 w 2401758"/>
              <a:gd name="connsiteY1548" fmla="*/ 1524510 h 2400493"/>
              <a:gd name="connsiteX1549" fmla="*/ 728178 w 2401758"/>
              <a:gd name="connsiteY1549" fmla="*/ 1538399 h 2400493"/>
              <a:gd name="connsiteX1550" fmla="*/ 713297 w 2401758"/>
              <a:gd name="connsiteY1550" fmla="*/ 1543855 h 2400493"/>
              <a:gd name="connsiteX1551" fmla="*/ 699906 w 2401758"/>
              <a:gd name="connsiteY1551" fmla="*/ 1538399 h 2400493"/>
              <a:gd name="connsiteX1552" fmla="*/ 694945 w 2401758"/>
              <a:gd name="connsiteY1552" fmla="*/ 1523518 h 2400493"/>
              <a:gd name="connsiteX1553" fmla="*/ 700898 w 2401758"/>
              <a:gd name="connsiteY1553" fmla="*/ 1510125 h 2400493"/>
              <a:gd name="connsiteX1554" fmla="*/ 714289 w 2401758"/>
              <a:gd name="connsiteY1554" fmla="*/ 1505165 h 2400493"/>
              <a:gd name="connsiteX1555" fmla="*/ 581849 w 2401758"/>
              <a:gd name="connsiteY1555" fmla="*/ 1503677 h 2400493"/>
              <a:gd name="connsiteX1556" fmla="*/ 596234 w 2401758"/>
              <a:gd name="connsiteY1556" fmla="*/ 1510622 h 2400493"/>
              <a:gd name="connsiteX1557" fmla="*/ 602187 w 2401758"/>
              <a:gd name="connsiteY1557" fmla="*/ 1525502 h 2400493"/>
              <a:gd name="connsiteX1558" fmla="*/ 596234 w 2401758"/>
              <a:gd name="connsiteY1558" fmla="*/ 1538895 h 2400493"/>
              <a:gd name="connsiteX1559" fmla="*/ 581849 w 2401758"/>
              <a:gd name="connsiteY1559" fmla="*/ 1545343 h 2400493"/>
              <a:gd name="connsiteX1560" fmla="*/ 566968 w 2401758"/>
              <a:gd name="connsiteY1560" fmla="*/ 1539391 h 2400493"/>
              <a:gd name="connsiteX1561" fmla="*/ 559528 w 2401758"/>
              <a:gd name="connsiteY1561" fmla="*/ 1524014 h 2400493"/>
              <a:gd name="connsiteX1562" fmla="*/ 566968 w 2401758"/>
              <a:gd name="connsiteY1562" fmla="*/ 1509630 h 2400493"/>
              <a:gd name="connsiteX1563" fmla="*/ 581849 w 2401758"/>
              <a:gd name="connsiteY1563" fmla="*/ 1503677 h 2400493"/>
              <a:gd name="connsiteX1564" fmla="*/ 514885 w 2401758"/>
              <a:gd name="connsiteY1564" fmla="*/ 1503181 h 2400493"/>
              <a:gd name="connsiteX1565" fmla="*/ 536215 w 2401758"/>
              <a:gd name="connsiteY1565" fmla="*/ 1524511 h 2400493"/>
              <a:gd name="connsiteX1566" fmla="*/ 514389 w 2401758"/>
              <a:gd name="connsiteY1566" fmla="*/ 1545840 h 2400493"/>
              <a:gd name="connsiteX1567" fmla="*/ 493556 w 2401758"/>
              <a:gd name="connsiteY1567" fmla="*/ 1523519 h 2400493"/>
              <a:gd name="connsiteX1568" fmla="*/ 514885 w 2401758"/>
              <a:gd name="connsiteY1568" fmla="*/ 1503181 h 2400493"/>
              <a:gd name="connsiteX1569" fmla="*/ 176598 w 2401758"/>
              <a:gd name="connsiteY1569" fmla="*/ 1503181 h 2400493"/>
              <a:gd name="connsiteX1570" fmla="*/ 197927 w 2401758"/>
              <a:gd name="connsiteY1570" fmla="*/ 1525006 h 2400493"/>
              <a:gd name="connsiteX1571" fmla="*/ 175606 w 2401758"/>
              <a:gd name="connsiteY1571" fmla="*/ 1545839 h 2400493"/>
              <a:gd name="connsiteX1572" fmla="*/ 154774 w 2401758"/>
              <a:gd name="connsiteY1572" fmla="*/ 1523518 h 2400493"/>
              <a:gd name="connsiteX1573" fmla="*/ 176598 w 2401758"/>
              <a:gd name="connsiteY1573" fmla="*/ 1503181 h 2400493"/>
              <a:gd name="connsiteX1574" fmla="*/ 108648 w 2401758"/>
              <a:gd name="connsiteY1574" fmla="*/ 1503181 h 2400493"/>
              <a:gd name="connsiteX1575" fmla="*/ 130968 w 2401758"/>
              <a:gd name="connsiteY1575" fmla="*/ 1524014 h 2400493"/>
              <a:gd name="connsiteX1576" fmla="*/ 110136 w 2401758"/>
              <a:gd name="connsiteY1576" fmla="*/ 1545839 h 2400493"/>
              <a:gd name="connsiteX1577" fmla="*/ 88311 w 2401758"/>
              <a:gd name="connsiteY1577" fmla="*/ 1524510 h 2400493"/>
              <a:gd name="connsiteX1578" fmla="*/ 108648 w 2401758"/>
              <a:gd name="connsiteY1578" fmla="*/ 1503181 h 2400493"/>
              <a:gd name="connsiteX1579" fmla="*/ 445456 w 2401758"/>
              <a:gd name="connsiteY1579" fmla="*/ 1502685 h 2400493"/>
              <a:gd name="connsiteX1580" fmla="*/ 467282 w 2401758"/>
              <a:gd name="connsiteY1580" fmla="*/ 1525006 h 2400493"/>
              <a:gd name="connsiteX1581" fmla="*/ 460833 w 2401758"/>
              <a:gd name="connsiteY1581" fmla="*/ 1538895 h 2400493"/>
              <a:gd name="connsiteX1582" fmla="*/ 445952 w 2401758"/>
              <a:gd name="connsiteY1582" fmla="*/ 1545343 h 2400493"/>
              <a:gd name="connsiteX1583" fmla="*/ 424621 w 2401758"/>
              <a:gd name="connsiteY1583" fmla="*/ 1525006 h 2400493"/>
              <a:gd name="connsiteX1584" fmla="*/ 445456 w 2401758"/>
              <a:gd name="connsiteY1584" fmla="*/ 1502685 h 2400493"/>
              <a:gd name="connsiteX1585" fmla="*/ 378993 w 2401758"/>
              <a:gd name="connsiteY1585" fmla="*/ 1502685 h 2400493"/>
              <a:gd name="connsiteX1586" fmla="*/ 400323 w 2401758"/>
              <a:gd name="connsiteY1586" fmla="*/ 1524510 h 2400493"/>
              <a:gd name="connsiteX1587" fmla="*/ 378497 w 2401758"/>
              <a:gd name="connsiteY1587" fmla="*/ 1545839 h 2400493"/>
              <a:gd name="connsiteX1588" fmla="*/ 357662 w 2401758"/>
              <a:gd name="connsiteY1588" fmla="*/ 1523518 h 2400493"/>
              <a:gd name="connsiteX1589" fmla="*/ 378993 w 2401758"/>
              <a:gd name="connsiteY1589" fmla="*/ 1502685 h 2400493"/>
              <a:gd name="connsiteX1590" fmla="*/ 312495 w 2401758"/>
              <a:gd name="connsiteY1590" fmla="*/ 1502685 h 2400493"/>
              <a:gd name="connsiteX1591" fmla="*/ 333824 w 2401758"/>
              <a:gd name="connsiteY1591" fmla="*/ 1524510 h 2400493"/>
              <a:gd name="connsiteX1592" fmla="*/ 311999 w 2401758"/>
              <a:gd name="connsiteY1592" fmla="*/ 1545839 h 2400493"/>
              <a:gd name="connsiteX1593" fmla="*/ 291166 w 2401758"/>
              <a:gd name="connsiteY1593" fmla="*/ 1525006 h 2400493"/>
              <a:gd name="connsiteX1594" fmla="*/ 312495 w 2401758"/>
              <a:gd name="connsiteY1594" fmla="*/ 1502685 h 2400493"/>
              <a:gd name="connsiteX1595" fmla="*/ 244567 w 2401758"/>
              <a:gd name="connsiteY1595" fmla="*/ 1502685 h 2400493"/>
              <a:gd name="connsiteX1596" fmla="*/ 264905 w 2401758"/>
              <a:gd name="connsiteY1596" fmla="*/ 1524510 h 2400493"/>
              <a:gd name="connsiteX1597" fmla="*/ 243079 w 2401758"/>
              <a:gd name="connsiteY1597" fmla="*/ 1545839 h 2400493"/>
              <a:gd name="connsiteX1598" fmla="*/ 222246 w 2401758"/>
              <a:gd name="connsiteY1598" fmla="*/ 1523518 h 2400493"/>
              <a:gd name="connsiteX1599" fmla="*/ 244567 w 2401758"/>
              <a:gd name="connsiteY1599" fmla="*/ 1502685 h 2400493"/>
              <a:gd name="connsiteX1600" fmla="*/ 42689 w 2401758"/>
              <a:gd name="connsiteY1600" fmla="*/ 1502685 h 2400493"/>
              <a:gd name="connsiteX1601" fmla="*/ 64514 w 2401758"/>
              <a:gd name="connsiteY1601" fmla="*/ 1524014 h 2400493"/>
              <a:gd name="connsiteX1602" fmla="*/ 43185 w 2401758"/>
              <a:gd name="connsiteY1602" fmla="*/ 1545839 h 2400493"/>
              <a:gd name="connsiteX1603" fmla="*/ 21856 w 2401758"/>
              <a:gd name="connsiteY1603" fmla="*/ 1525006 h 2400493"/>
              <a:gd name="connsiteX1604" fmla="*/ 42689 w 2401758"/>
              <a:gd name="connsiteY1604" fmla="*/ 1502685 h 2400493"/>
              <a:gd name="connsiteX1605" fmla="*/ 1928549 w 2401758"/>
              <a:gd name="connsiteY1605" fmla="*/ 1455563 h 2400493"/>
              <a:gd name="connsiteX1606" fmla="*/ 1931525 w 2401758"/>
              <a:gd name="connsiteY1606" fmla="*/ 1458043 h 2400493"/>
              <a:gd name="connsiteX1607" fmla="*/ 1929541 w 2401758"/>
              <a:gd name="connsiteY1607" fmla="*/ 1461515 h 2400493"/>
              <a:gd name="connsiteX1608" fmla="*/ 1927061 w 2401758"/>
              <a:gd name="connsiteY1608" fmla="*/ 1458043 h 2400493"/>
              <a:gd name="connsiteX1609" fmla="*/ 1928549 w 2401758"/>
              <a:gd name="connsiteY1609" fmla="*/ 1455563 h 2400493"/>
              <a:gd name="connsiteX1610" fmla="*/ 1860098 w 2401758"/>
              <a:gd name="connsiteY1610" fmla="*/ 1451595 h 2400493"/>
              <a:gd name="connsiteX1611" fmla="*/ 1864066 w 2401758"/>
              <a:gd name="connsiteY1611" fmla="*/ 1457547 h 2400493"/>
              <a:gd name="connsiteX1612" fmla="*/ 1859602 w 2401758"/>
              <a:gd name="connsiteY1612" fmla="*/ 1462012 h 2400493"/>
              <a:gd name="connsiteX1613" fmla="*/ 1854642 w 2401758"/>
              <a:gd name="connsiteY1613" fmla="*/ 1456555 h 2400493"/>
              <a:gd name="connsiteX1614" fmla="*/ 1860098 w 2401758"/>
              <a:gd name="connsiteY1614" fmla="*/ 1451595 h 2400493"/>
              <a:gd name="connsiteX1615" fmla="*/ 1793134 w 2401758"/>
              <a:gd name="connsiteY1615" fmla="*/ 1450602 h 2400493"/>
              <a:gd name="connsiteX1616" fmla="*/ 1800574 w 2401758"/>
              <a:gd name="connsiteY1616" fmla="*/ 1457546 h 2400493"/>
              <a:gd name="connsiteX1617" fmla="*/ 1794126 w 2401758"/>
              <a:gd name="connsiteY1617" fmla="*/ 1464987 h 2400493"/>
              <a:gd name="connsiteX1618" fmla="*/ 1786189 w 2401758"/>
              <a:gd name="connsiteY1618" fmla="*/ 1458538 h 2400493"/>
              <a:gd name="connsiteX1619" fmla="*/ 1793134 w 2401758"/>
              <a:gd name="connsiteY1619" fmla="*/ 1450602 h 2400493"/>
              <a:gd name="connsiteX1620" fmla="*/ 1726667 w 2401758"/>
              <a:gd name="connsiteY1620" fmla="*/ 1448122 h 2400493"/>
              <a:gd name="connsiteX1621" fmla="*/ 1736091 w 2401758"/>
              <a:gd name="connsiteY1621" fmla="*/ 1457546 h 2400493"/>
              <a:gd name="connsiteX1622" fmla="*/ 1726667 w 2401758"/>
              <a:gd name="connsiteY1622" fmla="*/ 1466971 h 2400493"/>
              <a:gd name="connsiteX1623" fmla="*/ 1716746 w 2401758"/>
              <a:gd name="connsiteY1623" fmla="*/ 1457051 h 2400493"/>
              <a:gd name="connsiteX1624" fmla="*/ 1726667 w 2401758"/>
              <a:gd name="connsiteY1624" fmla="*/ 1448122 h 2400493"/>
              <a:gd name="connsiteX1625" fmla="*/ 1657719 w 2401758"/>
              <a:gd name="connsiteY1625" fmla="*/ 1448122 h 2400493"/>
              <a:gd name="connsiteX1626" fmla="*/ 1667143 w 2401758"/>
              <a:gd name="connsiteY1626" fmla="*/ 1459035 h 2400493"/>
              <a:gd name="connsiteX1627" fmla="*/ 1656726 w 2401758"/>
              <a:gd name="connsiteY1627" fmla="*/ 1467467 h 2400493"/>
              <a:gd name="connsiteX1628" fmla="*/ 1647798 w 2401758"/>
              <a:gd name="connsiteY1628" fmla="*/ 1457051 h 2400493"/>
              <a:gd name="connsiteX1629" fmla="*/ 1657719 w 2401758"/>
              <a:gd name="connsiteY1629" fmla="*/ 1448122 h 2400493"/>
              <a:gd name="connsiteX1630" fmla="*/ 1590259 w 2401758"/>
              <a:gd name="connsiteY1630" fmla="*/ 1445643 h 2400493"/>
              <a:gd name="connsiteX1631" fmla="*/ 1603155 w 2401758"/>
              <a:gd name="connsiteY1631" fmla="*/ 1457547 h 2400493"/>
              <a:gd name="connsiteX1632" fmla="*/ 1591251 w 2401758"/>
              <a:gd name="connsiteY1632" fmla="*/ 1469452 h 2400493"/>
              <a:gd name="connsiteX1633" fmla="*/ 1579346 w 2401758"/>
              <a:gd name="connsiteY1633" fmla="*/ 1458043 h 2400493"/>
              <a:gd name="connsiteX1634" fmla="*/ 1590259 w 2401758"/>
              <a:gd name="connsiteY1634" fmla="*/ 1445643 h 2400493"/>
              <a:gd name="connsiteX1635" fmla="*/ 1524288 w 2401758"/>
              <a:gd name="connsiteY1635" fmla="*/ 1445642 h 2400493"/>
              <a:gd name="connsiteX1636" fmla="*/ 1536192 w 2401758"/>
              <a:gd name="connsiteY1636" fmla="*/ 1457051 h 2400493"/>
              <a:gd name="connsiteX1637" fmla="*/ 1525280 w 2401758"/>
              <a:gd name="connsiteY1637" fmla="*/ 1469451 h 2400493"/>
              <a:gd name="connsiteX1638" fmla="*/ 1512383 w 2401758"/>
              <a:gd name="connsiteY1638" fmla="*/ 1458539 h 2400493"/>
              <a:gd name="connsiteX1639" fmla="*/ 1524288 w 2401758"/>
              <a:gd name="connsiteY1639" fmla="*/ 1445642 h 2400493"/>
              <a:gd name="connsiteX1640" fmla="*/ 1457324 w 2401758"/>
              <a:gd name="connsiteY1640" fmla="*/ 1443162 h 2400493"/>
              <a:gd name="connsiteX1641" fmla="*/ 1471709 w 2401758"/>
              <a:gd name="connsiteY1641" fmla="*/ 1457547 h 2400493"/>
              <a:gd name="connsiteX1642" fmla="*/ 1457324 w 2401758"/>
              <a:gd name="connsiteY1642" fmla="*/ 1471932 h 2400493"/>
              <a:gd name="connsiteX1643" fmla="*/ 1442939 w 2401758"/>
              <a:gd name="connsiteY1643" fmla="*/ 1457547 h 2400493"/>
              <a:gd name="connsiteX1644" fmla="*/ 1457324 w 2401758"/>
              <a:gd name="connsiteY1644" fmla="*/ 1443162 h 2400493"/>
              <a:gd name="connsiteX1645" fmla="*/ 1388376 w 2401758"/>
              <a:gd name="connsiteY1645" fmla="*/ 1443162 h 2400493"/>
              <a:gd name="connsiteX1646" fmla="*/ 1402760 w 2401758"/>
              <a:gd name="connsiteY1646" fmla="*/ 1457547 h 2400493"/>
              <a:gd name="connsiteX1647" fmla="*/ 1388376 w 2401758"/>
              <a:gd name="connsiteY1647" fmla="*/ 1471932 h 2400493"/>
              <a:gd name="connsiteX1648" fmla="*/ 1373991 w 2401758"/>
              <a:gd name="connsiteY1648" fmla="*/ 1457547 h 2400493"/>
              <a:gd name="connsiteX1649" fmla="*/ 1388376 w 2401758"/>
              <a:gd name="connsiteY1649" fmla="*/ 1443162 h 2400493"/>
              <a:gd name="connsiteX1650" fmla="*/ 1253953 w 2401758"/>
              <a:gd name="connsiteY1650" fmla="*/ 1441178 h 2400493"/>
              <a:gd name="connsiteX1651" fmla="*/ 1271810 w 2401758"/>
              <a:gd name="connsiteY1651" fmla="*/ 1457547 h 2400493"/>
              <a:gd name="connsiteX1652" fmla="*/ 1254945 w 2401758"/>
              <a:gd name="connsiteY1652" fmla="*/ 1474412 h 2400493"/>
              <a:gd name="connsiteX1653" fmla="*/ 1238080 w 2401758"/>
              <a:gd name="connsiteY1653" fmla="*/ 1458539 h 2400493"/>
              <a:gd name="connsiteX1654" fmla="*/ 1253953 w 2401758"/>
              <a:gd name="connsiteY1654" fmla="*/ 1441178 h 2400493"/>
              <a:gd name="connsiteX1655" fmla="*/ 1321413 w 2401758"/>
              <a:gd name="connsiteY1655" fmla="*/ 1440682 h 2400493"/>
              <a:gd name="connsiteX1656" fmla="*/ 1332822 w 2401758"/>
              <a:gd name="connsiteY1656" fmla="*/ 1445146 h 2400493"/>
              <a:gd name="connsiteX1657" fmla="*/ 1338774 w 2401758"/>
              <a:gd name="connsiteY1657" fmla="*/ 1457547 h 2400493"/>
              <a:gd name="connsiteX1658" fmla="*/ 1332325 w 2401758"/>
              <a:gd name="connsiteY1658" fmla="*/ 1469452 h 2400493"/>
              <a:gd name="connsiteX1659" fmla="*/ 1321413 w 2401758"/>
              <a:gd name="connsiteY1659" fmla="*/ 1473916 h 2400493"/>
              <a:gd name="connsiteX1660" fmla="*/ 1309508 w 2401758"/>
              <a:gd name="connsiteY1660" fmla="*/ 1467963 h 2400493"/>
              <a:gd name="connsiteX1661" fmla="*/ 1305044 w 2401758"/>
              <a:gd name="connsiteY1661" fmla="*/ 1456555 h 2400493"/>
              <a:gd name="connsiteX1662" fmla="*/ 1310500 w 2401758"/>
              <a:gd name="connsiteY1662" fmla="*/ 1445642 h 2400493"/>
              <a:gd name="connsiteX1663" fmla="*/ 1321413 w 2401758"/>
              <a:gd name="connsiteY1663" fmla="*/ 1440682 h 2400493"/>
              <a:gd name="connsiteX1664" fmla="*/ 1185997 w 2401758"/>
              <a:gd name="connsiteY1664" fmla="*/ 1440682 h 2400493"/>
              <a:gd name="connsiteX1665" fmla="*/ 1202862 w 2401758"/>
              <a:gd name="connsiteY1665" fmla="*/ 1457547 h 2400493"/>
              <a:gd name="connsiteX1666" fmla="*/ 1185997 w 2401758"/>
              <a:gd name="connsiteY1666" fmla="*/ 1474412 h 2400493"/>
              <a:gd name="connsiteX1667" fmla="*/ 1169132 w 2401758"/>
              <a:gd name="connsiteY1667" fmla="*/ 1457547 h 2400493"/>
              <a:gd name="connsiteX1668" fmla="*/ 1185997 w 2401758"/>
              <a:gd name="connsiteY1668" fmla="*/ 1440682 h 2400493"/>
              <a:gd name="connsiteX1669" fmla="*/ 1114569 w 2401758"/>
              <a:gd name="connsiteY1669" fmla="*/ 1440186 h 2400493"/>
              <a:gd name="connsiteX1670" fmla="*/ 1120522 w 2401758"/>
              <a:gd name="connsiteY1670" fmla="*/ 1440186 h 2400493"/>
              <a:gd name="connsiteX1671" fmla="*/ 1130938 w 2401758"/>
              <a:gd name="connsiteY1671" fmla="*/ 1444154 h 2400493"/>
              <a:gd name="connsiteX1672" fmla="*/ 1134907 w 2401758"/>
              <a:gd name="connsiteY1672" fmla="*/ 1454571 h 2400493"/>
              <a:gd name="connsiteX1673" fmla="*/ 1135899 w 2401758"/>
              <a:gd name="connsiteY1673" fmla="*/ 1458539 h 2400493"/>
              <a:gd name="connsiteX1674" fmla="*/ 1130938 w 2401758"/>
              <a:gd name="connsiteY1674" fmla="*/ 1470939 h 2400493"/>
              <a:gd name="connsiteX1675" fmla="*/ 1122506 w 2401758"/>
              <a:gd name="connsiteY1675" fmla="*/ 1474412 h 2400493"/>
              <a:gd name="connsiteX1676" fmla="*/ 1107129 w 2401758"/>
              <a:gd name="connsiteY1676" fmla="*/ 1470939 h 2400493"/>
              <a:gd name="connsiteX1677" fmla="*/ 1102169 w 2401758"/>
              <a:gd name="connsiteY1677" fmla="*/ 1464491 h 2400493"/>
              <a:gd name="connsiteX1678" fmla="*/ 1102169 w 2401758"/>
              <a:gd name="connsiteY1678" fmla="*/ 1449114 h 2400493"/>
              <a:gd name="connsiteX1679" fmla="*/ 1114569 w 2401758"/>
              <a:gd name="connsiteY1679" fmla="*/ 1440186 h 2400493"/>
              <a:gd name="connsiteX1680" fmla="*/ 785254 w 2401758"/>
              <a:gd name="connsiteY1680" fmla="*/ 1439194 h 2400493"/>
              <a:gd name="connsiteX1681" fmla="*/ 798644 w 2401758"/>
              <a:gd name="connsiteY1681" fmla="*/ 1445146 h 2400493"/>
              <a:gd name="connsiteX1682" fmla="*/ 803603 w 2401758"/>
              <a:gd name="connsiteY1682" fmla="*/ 1458539 h 2400493"/>
              <a:gd name="connsiteX1683" fmla="*/ 798644 w 2401758"/>
              <a:gd name="connsiteY1683" fmla="*/ 1471932 h 2400493"/>
              <a:gd name="connsiteX1684" fmla="*/ 784261 w 2401758"/>
              <a:gd name="connsiteY1684" fmla="*/ 1476396 h 2400493"/>
              <a:gd name="connsiteX1685" fmla="*/ 770370 w 2401758"/>
              <a:gd name="connsiteY1685" fmla="*/ 1471932 h 2400493"/>
              <a:gd name="connsiteX1686" fmla="*/ 764913 w 2401758"/>
              <a:gd name="connsiteY1686" fmla="*/ 1457547 h 2400493"/>
              <a:gd name="connsiteX1687" fmla="*/ 770370 w 2401758"/>
              <a:gd name="connsiteY1687" fmla="*/ 1444154 h 2400493"/>
              <a:gd name="connsiteX1688" fmla="*/ 785254 w 2401758"/>
              <a:gd name="connsiteY1688" fmla="*/ 1439194 h 2400493"/>
              <a:gd name="connsiteX1689" fmla="*/ 842572 w 2401758"/>
              <a:gd name="connsiteY1689" fmla="*/ 1439132 h 2400493"/>
              <a:gd name="connsiteX1690" fmla="*/ 849702 w 2401758"/>
              <a:gd name="connsiteY1690" fmla="*/ 1439194 h 2400493"/>
              <a:gd name="connsiteX1691" fmla="*/ 864087 w 2401758"/>
              <a:gd name="connsiteY1691" fmla="*/ 1443658 h 2400493"/>
              <a:gd name="connsiteX1692" fmla="*/ 869543 w 2401758"/>
              <a:gd name="connsiteY1692" fmla="*/ 1458043 h 2400493"/>
              <a:gd name="connsiteX1693" fmla="*/ 864087 w 2401758"/>
              <a:gd name="connsiteY1693" fmla="*/ 1471436 h 2400493"/>
              <a:gd name="connsiteX1694" fmla="*/ 849205 w 2401758"/>
              <a:gd name="connsiteY1694" fmla="*/ 1476892 h 2400493"/>
              <a:gd name="connsiteX1695" fmla="*/ 835812 w 2401758"/>
              <a:gd name="connsiteY1695" fmla="*/ 1471436 h 2400493"/>
              <a:gd name="connsiteX1696" fmla="*/ 830853 w 2401758"/>
              <a:gd name="connsiteY1696" fmla="*/ 1458043 h 2400493"/>
              <a:gd name="connsiteX1697" fmla="*/ 835812 w 2401758"/>
              <a:gd name="connsiteY1697" fmla="*/ 1444650 h 2400493"/>
              <a:gd name="connsiteX1698" fmla="*/ 842572 w 2401758"/>
              <a:gd name="connsiteY1698" fmla="*/ 1439132 h 2400493"/>
              <a:gd name="connsiteX1699" fmla="*/ 1052566 w 2401758"/>
              <a:gd name="connsiteY1699" fmla="*/ 1438698 h 2400493"/>
              <a:gd name="connsiteX1700" fmla="*/ 1071911 w 2401758"/>
              <a:gd name="connsiteY1700" fmla="*/ 1458043 h 2400493"/>
              <a:gd name="connsiteX1701" fmla="*/ 1052070 w 2401758"/>
              <a:gd name="connsiteY1701" fmla="*/ 1476892 h 2400493"/>
              <a:gd name="connsiteX1702" fmla="*/ 1033726 w 2401758"/>
              <a:gd name="connsiteY1702" fmla="*/ 1457051 h 2400493"/>
              <a:gd name="connsiteX1703" fmla="*/ 1052566 w 2401758"/>
              <a:gd name="connsiteY1703" fmla="*/ 1438698 h 2400493"/>
              <a:gd name="connsiteX1704" fmla="*/ 916680 w 2401758"/>
              <a:gd name="connsiteY1704" fmla="*/ 1438698 h 2400493"/>
              <a:gd name="connsiteX1705" fmla="*/ 936025 w 2401758"/>
              <a:gd name="connsiteY1705" fmla="*/ 1457547 h 2400493"/>
              <a:gd name="connsiteX1706" fmla="*/ 917176 w 2401758"/>
              <a:gd name="connsiteY1706" fmla="*/ 1476892 h 2400493"/>
              <a:gd name="connsiteX1707" fmla="*/ 898327 w 2401758"/>
              <a:gd name="connsiteY1707" fmla="*/ 1458539 h 2400493"/>
              <a:gd name="connsiteX1708" fmla="*/ 916680 w 2401758"/>
              <a:gd name="connsiteY1708" fmla="*/ 1438698 h 2400493"/>
              <a:gd name="connsiteX1709" fmla="*/ 986633 w 2401758"/>
              <a:gd name="connsiteY1709" fmla="*/ 1437706 h 2400493"/>
              <a:gd name="connsiteX1710" fmla="*/ 1000025 w 2401758"/>
              <a:gd name="connsiteY1710" fmla="*/ 1444650 h 2400493"/>
              <a:gd name="connsiteX1711" fmla="*/ 1004489 w 2401758"/>
              <a:gd name="connsiteY1711" fmla="*/ 1458043 h 2400493"/>
              <a:gd name="connsiteX1712" fmla="*/ 999033 w 2401758"/>
              <a:gd name="connsiteY1712" fmla="*/ 1470940 h 2400493"/>
              <a:gd name="connsiteX1713" fmla="*/ 985145 w 2401758"/>
              <a:gd name="connsiteY1713" fmla="*/ 1476396 h 2400493"/>
              <a:gd name="connsiteX1714" fmla="*/ 972248 w 2401758"/>
              <a:gd name="connsiteY1714" fmla="*/ 1470444 h 2400493"/>
              <a:gd name="connsiteX1715" fmla="*/ 966792 w 2401758"/>
              <a:gd name="connsiteY1715" fmla="*/ 1457547 h 2400493"/>
              <a:gd name="connsiteX1716" fmla="*/ 973240 w 2401758"/>
              <a:gd name="connsiteY1716" fmla="*/ 1443658 h 2400493"/>
              <a:gd name="connsiteX1717" fmla="*/ 986633 w 2401758"/>
              <a:gd name="connsiteY1717" fmla="*/ 1437706 h 2400493"/>
              <a:gd name="connsiteX1718" fmla="*/ 312005 w 2401758"/>
              <a:gd name="connsiteY1718" fmla="*/ 1436714 h 2400493"/>
              <a:gd name="connsiteX1719" fmla="*/ 327382 w 2401758"/>
              <a:gd name="connsiteY1719" fmla="*/ 1441674 h 2400493"/>
              <a:gd name="connsiteX1720" fmla="*/ 333831 w 2401758"/>
              <a:gd name="connsiteY1720" fmla="*/ 1458043 h 2400493"/>
              <a:gd name="connsiteX1721" fmla="*/ 327382 w 2401758"/>
              <a:gd name="connsiteY1721" fmla="*/ 1474412 h 2400493"/>
              <a:gd name="connsiteX1722" fmla="*/ 312005 w 2401758"/>
              <a:gd name="connsiteY1722" fmla="*/ 1479868 h 2400493"/>
              <a:gd name="connsiteX1723" fmla="*/ 296628 w 2401758"/>
              <a:gd name="connsiteY1723" fmla="*/ 1473916 h 2400493"/>
              <a:gd name="connsiteX1724" fmla="*/ 290180 w 2401758"/>
              <a:gd name="connsiteY1724" fmla="*/ 1458539 h 2400493"/>
              <a:gd name="connsiteX1725" fmla="*/ 296628 w 2401758"/>
              <a:gd name="connsiteY1725" fmla="*/ 1442170 h 2400493"/>
              <a:gd name="connsiteX1726" fmla="*/ 312005 w 2401758"/>
              <a:gd name="connsiteY1726" fmla="*/ 1436714 h 2400493"/>
              <a:gd name="connsiteX1727" fmla="*/ 648333 w 2401758"/>
              <a:gd name="connsiteY1727" fmla="*/ 1436218 h 2400493"/>
              <a:gd name="connsiteX1728" fmla="*/ 663213 w 2401758"/>
              <a:gd name="connsiteY1728" fmla="*/ 1442666 h 2400493"/>
              <a:gd name="connsiteX1729" fmla="*/ 670157 w 2401758"/>
              <a:gd name="connsiteY1729" fmla="*/ 1458043 h 2400493"/>
              <a:gd name="connsiteX1730" fmla="*/ 662221 w 2401758"/>
              <a:gd name="connsiteY1730" fmla="*/ 1473916 h 2400493"/>
              <a:gd name="connsiteX1731" fmla="*/ 647837 w 2401758"/>
              <a:gd name="connsiteY1731" fmla="*/ 1478876 h 2400493"/>
              <a:gd name="connsiteX1732" fmla="*/ 627006 w 2401758"/>
              <a:gd name="connsiteY1732" fmla="*/ 1457051 h 2400493"/>
              <a:gd name="connsiteX1733" fmla="*/ 648333 w 2401758"/>
              <a:gd name="connsiteY1733" fmla="*/ 1436218 h 2400493"/>
              <a:gd name="connsiteX1734" fmla="*/ 580888 w 2401758"/>
              <a:gd name="connsiteY1734" fmla="*/ 1436218 h 2400493"/>
              <a:gd name="connsiteX1735" fmla="*/ 602714 w 2401758"/>
              <a:gd name="connsiteY1735" fmla="*/ 1457547 h 2400493"/>
              <a:gd name="connsiteX1736" fmla="*/ 580888 w 2401758"/>
              <a:gd name="connsiteY1736" fmla="*/ 1478876 h 2400493"/>
              <a:gd name="connsiteX1737" fmla="*/ 559557 w 2401758"/>
              <a:gd name="connsiteY1737" fmla="*/ 1457051 h 2400493"/>
              <a:gd name="connsiteX1738" fmla="*/ 580888 w 2401758"/>
              <a:gd name="connsiteY1738" fmla="*/ 1436218 h 2400493"/>
              <a:gd name="connsiteX1739" fmla="*/ 514396 w 2401758"/>
              <a:gd name="connsiteY1739" fmla="*/ 1436218 h 2400493"/>
              <a:gd name="connsiteX1740" fmla="*/ 536222 w 2401758"/>
              <a:gd name="connsiteY1740" fmla="*/ 1457547 h 2400493"/>
              <a:gd name="connsiteX1741" fmla="*/ 514396 w 2401758"/>
              <a:gd name="connsiteY1741" fmla="*/ 1478876 h 2400493"/>
              <a:gd name="connsiteX1742" fmla="*/ 493066 w 2401758"/>
              <a:gd name="connsiteY1742" fmla="*/ 1457051 h 2400493"/>
              <a:gd name="connsiteX1743" fmla="*/ 514396 w 2401758"/>
              <a:gd name="connsiteY1743" fmla="*/ 1436218 h 2400493"/>
              <a:gd name="connsiteX1744" fmla="*/ 445941 w 2401758"/>
              <a:gd name="connsiteY1744" fmla="*/ 1436218 h 2400493"/>
              <a:gd name="connsiteX1745" fmla="*/ 467271 w 2401758"/>
              <a:gd name="connsiteY1745" fmla="*/ 1458043 h 2400493"/>
              <a:gd name="connsiteX1746" fmla="*/ 444949 w 2401758"/>
              <a:gd name="connsiteY1746" fmla="*/ 1478876 h 2400493"/>
              <a:gd name="connsiteX1747" fmla="*/ 424612 w 2401758"/>
              <a:gd name="connsiteY1747" fmla="*/ 1457547 h 2400493"/>
              <a:gd name="connsiteX1748" fmla="*/ 445941 w 2401758"/>
              <a:gd name="connsiteY1748" fmla="*/ 1436218 h 2400493"/>
              <a:gd name="connsiteX1749" fmla="*/ 243051 w 2401758"/>
              <a:gd name="connsiteY1749" fmla="*/ 1436218 h 2400493"/>
              <a:gd name="connsiteX1750" fmla="*/ 264876 w 2401758"/>
              <a:gd name="connsiteY1750" fmla="*/ 1457547 h 2400493"/>
              <a:gd name="connsiteX1751" fmla="*/ 243547 w 2401758"/>
              <a:gd name="connsiteY1751" fmla="*/ 1479372 h 2400493"/>
              <a:gd name="connsiteX1752" fmla="*/ 222218 w 2401758"/>
              <a:gd name="connsiteY1752" fmla="*/ 1457547 h 2400493"/>
              <a:gd name="connsiteX1753" fmla="*/ 243051 w 2401758"/>
              <a:gd name="connsiteY1753" fmla="*/ 1436218 h 2400493"/>
              <a:gd name="connsiteX1754" fmla="*/ 178093 w 2401758"/>
              <a:gd name="connsiteY1754" fmla="*/ 1436218 h 2400493"/>
              <a:gd name="connsiteX1755" fmla="*/ 197934 w 2401758"/>
              <a:gd name="connsiteY1755" fmla="*/ 1458043 h 2400493"/>
              <a:gd name="connsiteX1756" fmla="*/ 175613 w 2401758"/>
              <a:gd name="connsiteY1756" fmla="*/ 1478876 h 2400493"/>
              <a:gd name="connsiteX1757" fmla="*/ 155277 w 2401758"/>
              <a:gd name="connsiteY1757" fmla="*/ 1456555 h 2400493"/>
              <a:gd name="connsiteX1758" fmla="*/ 178093 w 2401758"/>
              <a:gd name="connsiteY1758" fmla="*/ 1436218 h 2400493"/>
              <a:gd name="connsiteX1759" fmla="*/ 109639 w 2401758"/>
              <a:gd name="connsiteY1759" fmla="*/ 1436218 h 2400493"/>
              <a:gd name="connsiteX1760" fmla="*/ 131464 w 2401758"/>
              <a:gd name="connsiteY1760" fmla="*/ 1457547 h 2400493"/>
              <a:gd name="connsiteX1761" fmla="*/ 109639 w 2401758"/>
              <a:gd name="connsiteY1761" fmla="*/ 1478876 h 2400493"/>
              <a:gd name="connsiteX1762" fmla="*/ 88310 w 2401758"/>
              <a:gd name="connsiteY1762" fmla="*/ 1458043 h 2400493"/>
              <a:gd name="connsiteX1763" fmla="*/ 109639 w 2401758"/>
              <a:gd name="connsiteY1763" fmla="*/ 1436218 h 2400493"/>
              <a:gd name="connsiteX1764" fmla="*/ 43682 w 2401758"/>
              <a:gd name="connsiteY1764" fmla="*/ 1436218 h 2400493"/>
              <a:gd name="connsiteX1765" fmla="*/ 65011 w 2401758"/>
              <a:gd name="connsiteY1765" fmla="*/ 1457051 h 2400493"/>
              <a:gd name="connsiteX1766" fmla="*/ 43682 w 2401758"/>
              <a:gd name="connsiteY1766" fmla="*/ 1478876 h 2400493"/>
              <a:gd name="connsiteX1767" fmla="*/ 21858 w 2401758"/>
              <a:gd name="connsiteY1767" fmla="*/ 1457547 h 2400493"/>
              <a:gd name="connsiteX1768" fmla="*/ 43682 w 2401758"/>
              <a:gd name="connsiteY1768" fmla="*/ 1436218 h 2400493"/>
              <a:gd name="connsiteX1769" fmla="*/ 713824 w 2401758"/>
              <a:gd name="connsiteY1769" fmla="*/ 1435722 h 2400493"/>
              <a:gd name="connsiteX1770" fmla="*/ 736143 w 2401758"/>
              <a:gd name="connsiteY1770" fmla="*/ 1457547 h 2400493"/>
              <a:gd name="connsiteX1771" fmla="*/ 714320 w 2401758"/>
              <a:gd name="connsiteY1771" fmla="*/ 1478876 h 2400493"/>
              <a:gd name="connsiteX1772" fmla="*/ 692993 w 2401758"/>
              <a:gd name="connsiteY1772" fmla="*/ 1458043 h 2400493"/>
              <a:gd name="connsiteX1773" fmla="*/ 713824 w 2401758"/>
              <a:gd name="connsiteY1773" fmla="*/ 1435722 h 2400493"/>
              <a:gd name="connsiteX1774" fmla="*/ 378476 w 2401758"/>
              <a:gd name="connsiteY1774" fmla="*/ 1435722 h 2400493"/>
              <a:gd name="connsiteX1775" fmla="*/ 394845 w 2401758"/>
              <a:gd name="connsiteY1775" fmla="*/ 1442666 h 2400493"/>
              <a:gd name="connsiteX1776" fmla="*/ 399805 w 2401758"/>
              <a:gd name="connsiteY1776" fmla="*/ 1458043 h 2400493"/>
              <a:gd name="connsiteX1777" fmla="*/ 394349 w 2401758"/>
              <a:gd name="connsiteY1777" fmla="*/ 1473420 h 2400493"/>
              <a:gd name="connsiteX1778" fmla="*/ 377980 w 2401758"/>
              <a:gd name="connsiteY1778" fmla="*/ 1479372 h 2400493"/>
              <a:gd name="connsiteX1779" fmla="*/ 362602 w 2401758"/>
              <a:gd name="connsiteY1779" fmla="*/ 1472924 h 2400493"/>
              <a:gd name="connsiteX1780" fmla="*/ 356650 w 2401758"/>
              <a:gd name="connsiteY1780" fmla="*/ 1456555 h 2400493"/>
              <a:gd name="connsiteX1781" fmla="*/ 363098 w 2401758"/>
              <a:gd name="connsiteY1781" fmla="*/ 1441674 h 2400493"/>
              <a:gd name="connsiteX1782" fmla="*/ 378476 w 2401758"/>
              <a:gd name="connsiteY1782" fmla="*/ 1435722 h 2400493"/>
              <a:gd name="connsiteX1783" fmla="*/ 1996009 w 2401758"/>
              <a:gd name="connsiteY1783" fmla="*/ 1385127 h 2400493"/>
              <a:gd name="connsiteX1784" fmla="*/ 1997993 w 2401758"/>
              <a:gd name="connsiteY1784" fmla="*/ 1388599 h 2400493"/>
              <a:gd name="connsiteX1785" fmla="*/ 1995017 w 2401758"/>
              <a:gd name="connsiteY1785" fmla="*/ 1391079 h 2400493"/>
              <a:gd name="connsiteX1786" fmla="*/ 1993529 w 2401758"/>
              <a:gd name="connsiteY1786" fmla="*/ 1388599 h 2400493"/>
              <a:gd name="connsiteX1787" fmla="*/ 1996009 w 2401758"/>
              <a:gd name="connsiteY1787" fmla="*/ 1385127 h 2400493"/>
              <a:gd name="connsiteX1788" fmla="*/ 1928549 w 2401758"/>
              <a:gd name="connsiteY1788" fmla="*/ 1382647 h 2400493"/>
              <a:gd name="connsiteX1789" fmla="*/ 1933509 w 2401758"/>
              <a:gd name="connsiteY1789" fmla="*/ 1388103 h 2400493"/>
              <a:gd name="connsiteX1790" fmla="*/ 1928549 w 2401758"/>
              <a:gd name="connsiteY1790" fmla="*/ 1393063 h 2400493"/>
              <a:gd name="connsiteX1791" fmla="*/ 1924085 w 2401758"/>
              <a:gd name="connsiteY1791" fmla="*/ 1388599 h 2400493"/>
              <a:gd name="connsiteX1792" fmla="*/ 1928549 w 2401758"/>
              <a:gd name="connsiteY1792" fmla="*/ 1382647 h 2400493"/>
              <a:gd name="connsiteX1793" fmla="*/ 1860098 w 2401758"/>
              <a:gd name="connsiteY1793" fmla="*/ 1381655 h 2400493"/>
              <a:gd name="connsiteX1794" fmla="*/ 1868530 w 2401758"/>
              <a:gd name="connsiteY1794" fmla="*/ 1388103 h 2400493"/>
              <a:gd name="connsiteX1795" fmla="*/ 1860594 w 2401758"/>
              <a:gd name="connsiteY1795" fmla="*/ 1395544 h 2400493"/>
              <a:gd name="connsiteX1796" fmla="*/ 1853154 w 2401758"/>
              <a:gd name="connsiteY1796" fmla="*/ 1388103 h 2400493"/>
              <a:gd name="connsiteX1797" fmla="*/ 1860098 w 2401758"/>
              <a:gd name="connsiteY1797" fmla="*/ 1381655 h 2400493"/>
              <a:gd name="connsiteX1798" fmla="*/ 1793630 w 2401758"/>
              <a:gd name="connsiteY1798" fmla="*/ 1379174 h 2400493"/>
              <a:gd name="connsiteX1799" fmla="*/ 1800574 w 2401758"/>
              <a:gd name="connsiteY1799" fmla="*/ 1382647 h 2400493"/>
              <a:gd name="connsiteX1800" fmla="*/ 1802558 w 2401758"/>
              <a:gd name="connsiteY1800" fmla="*/ 1388599 h 2400493"/>
              <a:gd name="connsiteX1801" fmla="*/ 1793630 w 2401758"/>
              <a:gd name="connsiteY1801" fmla="*/ 1398023 h 2400493"/>
              <a:gd name="connsiteX1802" fmla="*/ 1783709 w 2401758"/>
              <a:gd name="connsiteY1802" fmla="*/ 1388103 h 2400493"/>
              <a:gd name="connsiteX1803" fmla="*/ 1793630 w 2401758"/>
              <a:gd name="connsiteY1803" fmla="*/ 1379174 h 2400493"/>
              <a:gd name="connsiteX1804" fmla="*/ 1726666 w 2401758"/>
              <a:gd name="connsiteY1804" fmla="*/ 1379174 h 2400493"/>
              <a:gd name="connsiteX1805" fmla="*/ 1736091 w 2401758"/>
              <a:gd name="connsiteY1805" fmla="*/ 1388599 h 2400493"/>
              <a:gd name="connsiteX1806" fmla="*/ 1726666 w 2401758"/>
              <a:gd name="connsiteY1806" fmla="*/ 1398023 h 2400493"/>
              <a:gd name="connsiteX1807" fmla="*/ 1716746 w 2401758"/>
              <a:gd name="connsiteY1807" fmla="*/ 1389095 h 2400493"/>
              <a:gd name="connsiteX1808" fmla="*/ 1726666 w 2401758"/>
              <a:gd name="connsiteY1808" fmla="*/ 1379174 h 2400493"/>
              <a:gd name="connsiteX1809" fmla="*/ 1657719 w 2401758"/>
              <a:gd name="connsiteY1809" fmla="*/ 1376694 h 2400493"/>
              <a:gd name="connsiteX1810" fmla="*/ 1669623 w 2401758"/>
              <a:gd name="connsiteY1810" fmla="*/ 1388599 h 2400493"/>
              <a:gd name="connsiteX1811" fmla="*/ 1657719 w 2401758"/>
              <a:gd name="connsiteY1811" fmla="*/ 1400503 h 2400493"/>
              <a:gd name="connsiteX1812" fmla="*/ 1645814 w 2401758"/>
              <a:gd name="connsiteY1812" fmla="*/ 1388599 h 2400493"/>
              <a:gd name="connsiteX1813" fmla="*/ 1657719 w 2401758"/>
              <a:gd name="connsiteY1813" fmla="*/ 1376694 h 2400493"/>
              <a:gd name="connsiteX1814" fmla="*/ 1590259 w 2401758"/>
              <a:gd name="connsiteY1814" fmla="*/ 1376694 h 2400493"/>
              <a:gd name="connsiteX1815" fmla="*/ 1602659 w 2401758"/>
              <a:gd name="connsiteY1815" fmla="*/ 1389095 h 2400493"/>
              <a:gd name="connsiteX1816" fmla="*/ 1590755 w 2401758"/>
              <a:gd name="connsiteY1816" fmla="*/ 1400503 h 2400493"/>
              <a:gd name="connsiteX1817" fmla="*/ 1578850 w 2401758"/>
              <a:gd name="connsiteY1817" fmla="*/ 1388599 h 2400493"/>
              <a:gd name="connsiteX1818" fmla="*/ 1590259 w 2401758"/>
              <a:gd name="connsiteY1818" fmla="*/ 1376694 h 2400493"/>
              <a:gd name="connsiteX1819" fmla="*/ 1524288 w 2401758"/>
              <a:gd name="connsiteY1819" fmla="*/ 1374214 h 2400493"/>
              <a:gd name="connsiteX1820" fmla="*/ 1538673 w 2401758"/>
              <a:gd name="connsiteY1820" fmla="*/ 1388103 h 2400493"/>
              <a:gd name="connsiteX1821" fmla="*/ 1524784 w 2401758"/>
              <a:gd name="connsiteY1821" fmla="*/ 1402488 h 2400493"/>
              <a:gd name="connsiteX1822" fmla="*/ 1510399 w 2401758"/>
              <a:gd name="connsiteY1822" fmla="*/ 1388599 h 2400493"/>
              <a:gd name="connsiteX1823" fmla="*/ 1524288 w 2401758"/>
              <a:gd name="connsiteY1823" fmla="*/ 1374214 h 2400493"/>
              <a:gd name="connsiteX1824" fmla="*/ 1457324 w 2401758"/>
              <a:gd name="connsiteY1824" fmla="*/ 1374214 h 2400493"/>
              <a:gd name="connsiteX1825" fmla="*/ 1471709 w 2401758"/>
              <a:gd name="connsiteY1825" fmla="*/ 1388103 h 2400493"/>
              <a:gd name="connsiteX1826" fmla="*/ 1457820 w 2401758"/>
              <a:gd name="connsiteY1826" fmla="*/ 1402488 h 2400493"/>
              <a:gd name="connsiteX1827" fmla="*/ 1443435 w 2401758"/>
              <a:gd name="connsiteY1827" fmla="*/ 1388599 h 2400493"/>
              <a:gd name="connsiteX1828" fmla="*/ 1457324 w 2401758"/>
              <a:gd name="connsiteY1828" fmla="*/ 1374214 h 2400493"/>
              <a:gd name="connsiteX1829" fmla="*/ 1388872 w 2401758"/>
              <a:gd name="connsiteY1829" fmla="*/ 1372230 h 2400493"/>
              <a:gd name="connsiteX1830" fmla="*/ 1400777 w 2401758"/>
              <a:gd name="connsiteY1830" fmla="*/ 1378182 h 2400493"/>
              <a:gd name="connsiteX1831" fmla="*/ 1405241 w 2401758"/>
              <a:gd name="connsiteY1831" fmla="*/ 1389591 h 2400493"/>
              <a:gd name="connsiteX1832" fmla="*/ 1399785 w 2401758"/>
              <a:gd name="connsiteY1832" fmla="*/ 1400503 h 2400493"/>
              <a:gd name="connsiteX1833" fmla="*/ 1388872 w 2401758"/>
              <a:gd name="connsiteY1833" fmla="*/ 1405464 h 2400493"/>
              <a:gd name="connsiteX1834" fmla="*/ 1377463 w 2401758"/>
              <a:gd name="connsiteY1834" fmla="*/ 1400999 h 2400493"/>
              <a:gd name="connsiteX1835" fmla="*/ 1371511 w 2401758"/>
              <a:gd name="connsiteY1835" fmla="*/ 1388599 h 2400493"/>
              <a:gd name="connsiteX1836" fmla="*/ 1377959 w 2401758"/>
              <a:gd name="connsiteY1836" fmla="*/ 1376694 h 2400493"/>
              <a:gd name="connsiteX1837" fmla="*/ 1388872 w 2401758"/>
              <a:gd name="connsiteY1837" fmla="*/ 1372230 h 2400493"/>
              <a:gd name="connsiteX1838" fmla="*/ 1321413 w 2401758"/>
              <a:gd name="connsiteY1838" fmla="*/ 1371734 h 2400493"/>
              <a:gd name="connsiteX1839" fmla="*/ 1338278 w 2401758"/>
              <a:gd name="connsiteY1839" fmla="*/ 1388599 h 2400493"/>
              <a:gd name="connsiteX1840" fmla="*/ 1321413 w 2401758"/>
              <a:gd name="connsiteY1840" fmla="*/ 1404968 h 2400493"/>
              <a:gd name="connsiteX1841" fmla="*/ 1305044 w 2401758"/>
              <a:gd name="connsiteY1841" fmla="*/ 1387607 h 2400493"/>
              <a:gd name="connsiteX1842" fmla="*/ 1321413 w 2401758"/>
              <a:gd name="connsiteY1842" fmla="*/ 1371734 h 2400493"/>
              <a:gd name="connsiteX1843" fmla="*/ 1254945 w 2401758"/>
              <a:gd name="connsiteY1843" fmla="*/ 1371734 h 2400493"/>
              <a:gd name="connsiteX1844" fmla="*/ 1271810 w 2401758"/>
              <a:gd name="connsiteY1844" fmla="*/ 1388599 h 2400493"/>
              <a:gd name="connsiteX1845" fmla="*/ 1254945 w 2401758"/>
              <a:gd name="connsiteY1845" fmla="*/ 1405464 h 2400493"/>
              <a:gd name="connsiteX1846" fmla="*/ 1238080 w 2401758"/>
              <a:gd name="connsiteY1846" fmla="*/ 1388599 h 2400493"/>
              <a:gd name="connsiteX1847" fmla="*/ 1254945 w 2401758"/>
              <a:gd name="connsiteY1847" fmla="*/ 1371734 h 2400493"/>
              <a:gd name="connsiteX1848" fmla="*/ 1185997 w 2401758"/>
              <a:gd name="connsiteY1848" fmla="*/ 1369750 h 2400493"/>
              <a:gd name="connsiteX1849" fmla="*/ 1198894 w 2401758"/>
              <a:gd name="connsiteY1849" fmla="*/ 1376198 h 2400493"/>
              <a:gd name="connsiteX1850" fmla="*/ 1205342 w 2401758"/>
              <a:gd name="connsiteY1850" fmla="*/ 1388599 h 2400493"/>
              <a:gd name="connsiteX1851" fmla="*/ 1196910 w 2401758"/>
              <a:gd name="connsiteY1851" fmla="*/ 1402984 h 2400493"/>
              <a:gd name="connsiteX1852" fmla="*/ 1185997 w 2401758"/>
              <a:gd name="connsiteY1852" fmla="*/ 1407448 h 2400493"/>
              <a:gd name="connsiteX1853" fmla="*/ 1171612 w 2401758"/>
              <a:gd name="connsiteY1853" fmla="*/ 1399016 h 2400493"/>
              <a:gd name="connsiteX1854" fmla="*/ 1167644 w 2401758"/>
              <a:gd name="connsiteY1854" fmla="*/ 1388103 h 2400493"/>
              <a:gd name="connsiteX1855" fmla="*/ 1175084 w 2401758"/>
              <a:gd name="connsiteY1855" fmla="*/ 1374710 h 2400493"/>
              <a:gd name="connsiteX1856" fmla="*/ 1185997 w 2401758"/>
              <a:gd name="connsiteY1856" fmla="*/ 1369750 h 2400493"/>
              <a:gd name="connsiteX1857" fmla="*/ 986128 w 2401758"/>
              <a:gd name="connsiteY1857" fmla="*/ 1369750 h 2400493"/>
              <a:gd name="connsiteX1858" fmla="*/ 1005473 w 2401758"/>
              <a:gd name="connsiteY1858" fmla="*/ 1389095 h 2400493"/>
              <a:gd name="connsiteX1859" fmla="*/ 987120 w 2401758"/>
              <a:gd name="connsiteY1859" fmla="*/ 1407944 h 2400493"/>
              <a:gd name="connsiteX1860" fmla="*/ 967279 w 2401758"/>
              <a:gd name="connsiteY1860" fmla="*/ 1389095 h 2400493"/>
              <a:gd name="connsiteX1861" fmla="*/ 986128 w 2401758"/>
              <a:gd name="connsiteY1861" fmla="*/ 1369750 h 2400493"/>
              <a:gd name="connsiteX1862" fmla="*/ 1121018 w 2401758"/>
              <a:gd name="connsiteY1862" fmla="*/ 1369254 h 2400493"/>
              <a:gd name="connsiteX1863" fmla="*/ 1138875 w 2401758"/>
              <a:gd name="connsiteY1863" fmla="*/ 1388599 h 2400493"/>
              <a:gd name="connsiteX1864" fmla="*/ 1119034 w 2401758"/>
              <a:gd name="connsiteY1864" fmla="*/ 1407448 h 2400493"/>
              <a:gd name="connsiteX1865" fmla="*/ 1100681 w 2401758"/>
              <a:gd name="connsiteY1865" fmla="*/ 1387607 h 2400493"/>
              <a:gd name="connsiteX1866" fmla="*/ 1121018 w 2401758"/>
              <a:gd name="connsiteY1866" fmla="*/ 1369254 h 2400493"/>
              <a:gd name="connsiteX1867" fmla="*/ 1052566 w 2401758"/>
              <a:gd name="connsiteY1867" fmla="*/ 1369254 h 2400493"/>
              <a:gd name="connsiteX1868" fmla="*/ 1071911 w 2401758"/>
              <a:gd name="connsiteY1868" fmla="*/ 1388599 h 2400493"/>
              <a:gd name="connsiteX1869" fmla="*/ 1052566 w 2401758"/>
              <a:gd name="connsiteY1869" fmla="*/ 1407448 h 2400493"/>
              <a:gd name="connsiteX1870" fmla="*/ 1033740 w 2401758"/>
              <a:gd name="connsiteY1870" fmla="*/ 1387607 h 2400493"/>
              <a:gd name="connsiteX1871" fmla="*/ 1052566 w 2401758"/>
              <a:gd name="connsiteY1871" fmla="*/ 1369254 h 2400493"/>
              <a:gd name="connsiteX1872" fmla="*/ 916688 w 2401758"/>
              <a:gd name="connsiteY1872" fmla="*/ 1369254 h 2400493"/>
              <a:gd name="connsiteX1873" fmla="*/ 930081 w 2401758"/>
              <a:gd name="connsiteY1873" fmla="*/ 1374214 h 2400493"/>
              <a:gd name="connsiteX1874" fmla="*/ 936033 w 2401758"/>
              <a:gd name="connsiteY1874" fmla="*/ 1389095 h 2400493"/>
              <a:gd name="connsiteX1875" fmla="*/ 931073 w 2401758"/>
              <a:gd name="connsiteY1875" fmla="*/ 1402488 h 2400493"/>
              <a:gd name="connsiteX1876" fmla="*/ 916688 w 2401758"/>
              <a:gd name="connsiteY1876" fmla="*/ 1407944 h 2400493"/>
              <a:gd name="connsiteX1877" fmla="*/ 903297 w 2401758"/>
              <a:gd name="connsiteY1877" fmla="*/ 1402488 h 2400493"/>
              <a:gd name="connsiteX1878" fmla="*/ 897840 w 2401758"/>
              <a:gd name="connsiteY1878" fmla="*/ 1387607 h 2400493"/>
              <a:gd name="connsiteX1879" fmla="*/ 903297 w 2401758"/>
              <a:gd name="connsiteY1879" fmla="*/ 1374214 h 2400493"/>
              <a:gd name="connsiteX1880" fmla="*/ 916688 w 2401758"/>
              <a:gd name="connsiteY1880" fmla="*/ 1369254 h 2400493"/>
              <a:gd name="connsiteX1881" fmla="*/ 783245 w 2401758"/>
              <a:gd name="connsiteY1881" fmla="*/ 1367270 h 2400493"/>
              <a:gd name="connsiteX1882" fmla="*/ 805068 w 2401758"/>
              <a:gd name="connsiteY1882" fmla="*/ 1389591 h 2400493"/>
              <a:gd name="connsiteX1883" fmla="*/ 797134 w 2401758"/>
              <a:gd name="connsiteY1883" fmla="*/ 1404968 h 2400493"/>
              <a:gd name="connsiteX1884" fmla="*/ 782749 w 2401758"/>
              <a:gd name="connsiteY1884" fmla="*/ 1409928 h 2400493"/>
              <a:gd name="connsiteX1885" fmla="*/ 767371 w 2401758"/>
              <a:gd name="connsiteY1885" fmla="*/ 1401992 h 2400493"/>
              <a:gd name="connsiteX1886" fmla="*/ 762411 w 2401758"/>
              <a:gd name="connsiteY1886" fmla="*/ 1388599 h 2400493"/>
              <a:gd name="connsiteX1887" fmla="*/ 769851 w 2401758"/>
              <a:gd name="connsiteY1887" fmla="*/ 1372726 h 2400493"/>
              <a:gd name="connsiteX1888" fmla="*/ 783245 w 2401758"/>
              <a:gd name="connsiteY1888" fmla="*/ 1367270 h 2400493"/>
              <a:gd name="connsiteX1889" fmla="*/ 714326 w 2401758"/>
              <a:gd name="connsiteY1889" fmla="*/ 1367270 h 2400493"/>
              <a:gd name="connsiteX1890" fmla="*/ 736148 w 2401758"/>
              <a:gd name="connsiteY1890" fmla="*/ 1388599 h 2400493"/>
              <a:gd name="connsiteX1891" fmla="*/ 714326 w 2401758"/>
              <a:gd name="connsiteY1891" fmla="*/ 1409928 h 2400493"/>
              <a:gd name="connsiteX1892" fmla="*/ 692999 w 2401758"/>
              <a:gd name="connsiteY1892" fmla="*/ 1388103 h 2400493"/>
              <a:gd name="connsiteX1893" fmla="*/ 714326 w 2401758"/>
              <a:gd name="connsiteY1893" fmla="*/ 1367270 h 2400493"/>
              <a:gd name="connsiteX1894" fmla="*/ 647861 w 2401758"/>
              <a:gd name="connsiteY1894" fmla="*/ 1367270 h 2400493"/>
              <a:gd name="connsiteX1895" fmla="*/ 669683 w 2401758"/>
              <a:gd name="connsiteY1895" fmla="*/ 1388599 h 2400493"/>
              <a:gd name="connsiteX1896" fmla="*/ 648357 w 2401758"/>
              <a:gd name="connsiteY1896" fmla="*/ 1410424 h 2400493"/>
              <a:gd name="connsiteX1897" fmla="*/ 627029 w 2401758"/>
              <a:gd name="connsiteY1897" fmla="*/ 1389591 h 2400493"/>
              <a:gd name="connsiteX1898" fmla="*/ 647861 w 2401758"/>
              <a:gd name="connsiteY1898" fmla="*/ 1367270 h 2400493"/>
              <a:gd name="connsiteX1899" fmla="*/ 514908 w 2401758"/>
              <a:gd name="connsiteY1899" fmla="*/ 1367270 h 2400493"/>
              <a:gd name="connsiteX1900" fmla="*/ 536239 w 2401758"/>
              <a:gd name="connsiteY1900" fmla="*/ 1388103 h 2400493"/>
              <a:gd name="connsiteX1901" fmla="*/ 514908 w 2401758"/>
              <a:gd name="connsiteY1901" fmla="*/ 1409928 h 2400493"/>
              <a:gd name="connsiteX1902" fmla="*/ 493082 w 2401758"/>
              <a:gd name="connsiteY1902" fmla="*/ 1388599 h 2400493"/>
              <a:gd name="connsiteX1903" fmla="*/ 514908 w 2401758"/>
              <a:gd name="connsiteY1903" fmla="*/ 1367270 h 2400493"/>
              <a:gd name="connsiteX1904" fmla="*/ 849699 w 2401758"/>
              <a:gd name="connsiteY1904" fmla="*/ 1366774 h 2400493"/>
              <a:gd name="connsiteX1905" fmla="*/ 872020 w 2401758"/>
              <a:gd name="connsiteY1905" fmla="*/ 1388599 h 2400493"/>
              <a:gd name="connsiteX1906" fmla="*/ 850195 w 2401758"/>
              <a:gd name="connsiteY1906" fmla="*/ 1409928 h 2400493"/>
              <a:gd name="connsiteX1907" fmla="*/ 828866 w 2401758"/>
              <a:gd name="connsiteY1907" fmla="*/ 1389095 h 2400493"/>
              <a:gd name="connsiteX1908" fmla="*/ 849699 w 2401758"/>
              <a:gd name="connsiteY1908" fmla="*/ 1366774 h 2400493"/>
              <a:gd name="connsiteX1909" fmla="*/ 582382 w 2401758"/>
              <a:gd name="connsiteY1909" fmla="*/ 1366774 h 2400493"/>
              <a:gd name="connsiteX1910" fmla="*/ 597760 w 2401758"/>
              <a:gd name="connsiteY1910" fmla="*/ 1373222 h 2400493"/>
              <a:gd name="connsiteX1911" fmla="*/ 603713 w 2401758"/>
              <a:gd name="connsiteY1911" fmla="*/ 1389591 h 2400493"/>
              <a:gd name="connsiteX1912" fmla="*/ 597264 w 2401758"/>
              <a:gd name="connsiteY1912" fmla="*/ 1404472 h 2400493"/>
              <a:gd name="connsiteX1913" fmla="*/ 581886 w 2401758"/>
              <a:gd name="connsiteY1913" fmla="*/ 1409928 h 2400493"/>
              <a:gd name="connsiteX1914" fmla="*/ 566507 w 2401758"/>
              <a:gd name="connsiteY1914" fmla="*/ 1403976 h 2400493"/>
              <a:gd name="connsiteX1915" fmla="*/ 560555 w 2401758"/>
              <a:gd name="connsiteY1915" fmla="*/ 1388103 h 2400493"/>
              <a:gd name="connsiteX1916" fmla="*/ 566011 w 2401758"/>
              <a:gd name="connsiteY1916" fmla="*/ 1372726 h 2400493"/>
              <a:gd name="connsiteX1917" fmla="*/ 582382 w 2401758"/>
              <a:gd name="connsiteY1917" fmla="*/ 1366774 h 2400493"/>
              <a:gd name="connsiteX1918" fmla="*/ 445965 w 2401758"/>
              <a:gd name="connsiteY1918" fmla="*/ 1364790 h 2400493"/>
              <a:gd name="connsiteX1919" fmla="*/ 460848 w 2401758"/>
              <a:gd name="connsiteY1919" fmla="*/ 1371734 h 2400493"/>
              <a:gd name="connsiteX1920" fmla="*/ 469777 w 2401758"/>
              <a:gd name="connsiteY1920" fmla="*/ 1388103 h 2400493"/>
              <a:gd name="connsiteX1921" fmla="*/ 462832 w 2401758"/>
              <a:gd name="connsiteY1921" fmla="*/ 1404472 h 2400493"/>
              <a:gd name="connsiteX1922" fmla="*/ 445965 w 2401758"/>
              <a:gd name="connsiteY1922" fmla="*/ 1412409 h 2400493"/>
              <a:gd name="connsiteX1923" fmla="*/ 431083 w 2401758"/>
              <a:gd name="connsiteY1923" fmla="*/ 1406456 h 2400493"/>
              <a:gd name="connsiteX1924" fmla="*/ 422154 w 2401758"/>
              <a:gd name="connsiteY1924" fmla="*/ 1390087 h 2400493"/>
              <a:gd name="connsiteX1925" fmla="*/ 429099 w 2401758"/>
              <a:gd name="connsiteY1925" fmla="*/ 1373718 h 2400493"/>
              <a:gd name="connsiteX1926" fmla="*/ 445965 w 2401758"/>
              <a:gd name="connsiteY1926" fmla="*/ 1364790 h 2400493"/>
              <a:gd name="connsiteX1927" fmla="*/ 378493 w 2401758"/>
              <a:gd name="connsiteY1927" fmla="*/ 1364790 h 2400493"/>
              <a:gd name="connsiteX1928" fmla="*/ 402799 w 2401758"/>
              <a:gd name="connsiteY1928" fmla="*/ 1387607 h 2400493"/>
              <a:gd name="connsiteX1929" fmla="*/ 379485 w 2401758"/>
              <a:gd name="connsiteY1929" fmla="*/ 1412408 h 2400493"/>
              <a:gd name="connsiteX1930" fmla="*/ 355177 w 2401758"/>
              <a:gd name="connsiteY1930" fmla="*/ 1389591 h 2400493"/>
              <a:gd name="connsiteX1931" fmla="*/ 378493 w 2401758"/>
              <a:gd name="connsiteY1931" fmla="*/ 1364790 h 2400493"/>
              <a:gd name="connsiteX1932" fmla="*/ 312015 w 2401758"/>
              <a:gd name="connsiteY1932" fmla="*/ 1364790 h 2400493"/>
              <a:gd name="connsiteX1933" fmla="*/ 335825 w 2401758"/>
              <a:gd name="connsiteY1933" fmla="*/ 1389591 h 2400493"/>
              <a:gd name="connsiteX1934" fmla="*/ 312015 w 2401758"/>
              <a:gd name="connsiteY1934" fmla="*/ 1412409 h 2400493"/>
              <a:gd name="connsiteX1935" fmla="*/ 288205 w 2401758"/>
              <a:gd name="connsiteY1935" fmla="*/ 1387607 h 2400493"/>
              <a:gd name="connsiteX1936" fmla="*/ 312015 w 2401758"/>
              <a:gd name="connsiteY1936" fmla="*/ 1364790 h 2400493"/>
              <a:gd name="connsiteX1937" fmla="*/ 242063 w 2401758"/>
              <a:gd name="connsiteY1937" fmla="*/ 1364790 h 2400493"/>
              <a:gd name="connsiteX1938" fmla="*/ 266865 w 2401758"/>
              <a:gd name="connsiteY1938" fmla="*/ 1388103 h 2400493"/>
              <a:gd name="connsiteX1939" fmla="*/ 244047 w 2401758"/>
              <a:gd name="connsiteY1939" fmla="*/ 1412409 h 2400493"/>
              <a:gd name="connsiteX1940" fmla="*/ 219246 w 2401758"/>
              <a:gd name="connsiteY1940" fmla="*/ 1389095 h 2400493"/>
              <a:gd name="connsiteX1941" fmla="*/ 242063 w 2401758"/>
              <a:gd name="connsiteY1941" fmla="*/ 1364790 h 2400493"/>
              <a:gd name="connsiteX1942" fmla="*/ 176614 w 2401758"/>
              <a:gd name="connsiteY1942" fmla="*/ 1364790 h 2400493"/>
              <a:gd name="connsiteX1943" fmla="*/ 200423 w 2401758"/>
              <a:gd name="connsiteY1943" fmla="*/ 1389095 h 2400493"/>
              <a:gd name="connsiteX1944" fmla="*/ 176614 w 2401758"/>
              <a:gd name="connsiteY1944" fmla="*/ 1412409 h 2400493"/>
              <a:gd name="connsiteX1945" fmla="*/ 152806 w 2401758"/>
              <a:gd name="connsiteY1945" fmla="*/ 1388103 h 2400493"/>
              <a:gd name="connsiteX1946" fmla="*/ 176614 w 2401758"/>
              <a:gd name="connsiteY1946" fmla="*/ 1364790 h 2400493"/>
              <a:gd name="connsiteX1947" fmla="*/ 42667 w 2401758"/>
              <a:gd name="connsiteY1947" fmla="*/ 1364790 h 2400493"/>
              <a:gd name="connsiteX1948" fmla="*/ 66972 w 2401758"/>
              <a:gd name="connsiteY1948" fmla="*/ 1387607 h 2400493"/>
              <a:gd name="connsiteX1949" fmla="*/ 43659 w 2401758"/>
              <a:gd name="connsiteY1949" fmla="*/ 1412409 h 2400493"/>
              <a:gd name="connsiteX1950" fmla="*/ 19353 w 2401758"/>
              <a:gd name="connsiteY1950" fmla="*/ 1389591 h 2400493"/>
              <a:gd name="connsiteX1951" fmla="*/ 42667 w 2401758"/>
              <a:gd name="connsiteY1951" fmla="*/ 1364790 h 2400493"/>
              <a:gd name="connsiteX1952" fmla="*/ 109132 w 2401758"/>
              <a:gd name="connsiteY1952" fmla="*/ 1364789 h 2400493"/>
              <a:gd name="connsiteX1953" fmla="*/ 133934 w 2401758"/>
              <a:gd name="connsiteY1953" fmla="*/ 1388599 h 2400493"/>
              <a:gd name="connsiteX1954" fmla="*/ 111116 w 2401758"/>
              <a:gd name="connsiteY1954" fmla="*/ 1412408 h 2400493"/>
              <a:gd name="connsiteX1955" fmla="*/ 86315 w 2401758"/>
              <a:gd name="connsiteY1955" fmla="*/ 1388599 h 2400493"/>
              <a:gd name="connsiteX1956" fmla="*/ 109132 w 2401758"/>
              <a:gd name="connsiteY1956" fmla="*/ 1364789 h 2400493"/>
              <a:gd name="connsiteX1957" fmla="*/ 1996009 w 2401758"/>
              <a:gd name="connsiteY1957" fmla="*/ 1319651 h 2400493"/>
              <a:gd name="connsiteX1958" fmla="*/ 1999481 w 2401758"/>
              <a:gd name="connsiteY1958" fmla="*/ 1321635 h 2400493"/>
              <a:gd name="connsiteX1959" fmla="*/ 1996009 w 2401758"/>
              <a:gd name="connsiteY1959" fmla="*/ 1324115 h 2400493"/>
              <a:gd name="connsiteX1960" fmla="*/ 1993529 w 2401758"/>
              <a:gd name="connsiteY1960" fmla="*/ 1322627 h 2400493"/>
              <a:gd name="connsiteX1961" fmla="*/ 1996009 w 2401758"/>
              <a:gd name="connsiteY1961" fmla="*/ 1319651 h 2400493"/>
              <a:gd name="connsiteX1962" fmla="*/ 2062476 w 2401758"/>
              <a:gd name="connsiteY1962" fmla="*/ 1318163 h 2400493"/>
              <a:gd name="connsiteX1963" fmla="*/ 2064460 w 2401758"/>
              <a:gd name="connsiteY1963" fmla="*/ 1321635 h 2400493"/>
              <a:gd name="connsiteX1964" fmla="*/ 2061484 w 2401758"/>
              <a:gd name="connsiteY1964" fmla="*/ 1324115 h 2400493"/>
              <a:gd name="connsiteX1965" fmla="*/ 2059996 w 2401758"/>
              <a:gd name="connsiteY1965" fmla="*/ 1321635 h 2400493"/>
              <a:gd name="connsiteX1966" fmla="*/ 2062476 w 2401758"/>
              <a:gd name="connsiteY1966" fmla="*/ 1318163 h 2400493"/>
              <a:gd name="connsiteX1967" fmla="*/ 1925387 w 2401758"/>
              <a:gd name="connsiteY1967" fmla="*/ 1317047 h 2400493"/>
              <a:gd name="connsiteX1968" fmla="*/ 1929045 w 2401758"/>
              <a:gd name="connsiteY1968" fmla="*/ 1317171 h 2400493"/>
              <a:gd name="connsiteX1969" fmla="*/ 1933510 w 2401758"/>
              <a:gd name="connsiteY1969" fmla="*/ 1323124 h 2400493"/>
              <a:gd name="connsiteX1970" fmla="*/ 1928053 w 2401758"/>
              <a:gd name="connsiteY1970" fmla="*/ 1326596 h 2400493"/>
              <a:gd name="connsiteX1971" fmla="*/ 1923589 w 2401758"/>
              <a:gd name="connsiteY1971" fmla="*/ 1320643 h 2400493"/>
              <a:gd name="connsiteX1972" fmla="*/ 1925387 w 2401758"/>
              <a:gd name="connsiteY1972" fmla="*/ 1317047 h 2400493"/>
              <a:gd name="connsiteX1973" fmla="*/ 1859602 w 2401758"/>
              <a:gd name="connsiteY1973" fmla="*/ 1312211 h 2400493"/>
              <a:gd name="connsiteX1974" fmla="*/ 1869522 w 2401758"/>
              <a:gd name="connsiteY1974" fmla="*/ 1323124 h 2400493"/>
              <a:gd name="connsiteX1975" fmla="*/ 1860594 w 2401758"/>
              <a:gd name="connsiteY1975" fmla="*/ 1331060 h 2400493"/>
              <a:gd name="connsiteX1976" fmla="*/ 1858610 w 2401758"/>
              <a:gd name="connsiteY1976" fmla="*/ 1330564 h 2400493"/>
              <a:gd name="connsiteX1977" fmla="*/ 1857122 w 2401758"/>
              <a:gd name="connsiteY1977" fmla="*/ 1329076 h 2400493"/>
              <a:gd name="connsiteX1978" fmla="*/ 1858610 w 2401758"/>
              <a:gd name="connsiteY1978" fmla="*/ 1312707 h 2400493"/>
              <a:gd name="connsiteX1979" fmla="*/ 1859602 w 2401758"/>
              <a:gd name="connsiteY1979" fmla="*/ 1312211 h 2400493"/>
              <a:gd name="connsiteX1980" fmla="*/ 1792637 w 2401758"/>
              <a:gd name="connsiteY1980" fmla="*/ 1312211 h 2400493"/>
              <a:gd name="connsiteX1981" fmla="*/ 1802558 w 2401758"/>
              <a:gd name="connsiteY1981" fmla="*/ 1321139 h 2400493"/>
              <a:gd name="connsiteX1982" fmla="*/ 1793133 w 2401758"/>
              <a:gd name="connsiteY1982" fmla="*/ 1331556 h 2400493"/>
              <a:gd name="connsiteX1983" fmla="*/ 1783709 w 2401758"/>
              <a:gd name="connsiteY1983" fmla="*/ 1322132 h 2400493"/>
              <a:gd name="connsiteX1984" fmla="*/ 1792637 w 2401758"/>
              <a:gd name="connsiteY1984" fmla="*/ 1312211 h 2400493"/>
              <a:gd name="connsiteX1985" fmla="*/ 1727163 w 2401758"/>
              <a:gd name="connsiteY1985" fmla="*/ 1310227 h 2400493"/>
              <a:gd name="connsiteX1986" fmla="*/ 1738571 w 2401758"/>
              <a:gd name="connsiteY1986" fmla="*/ 1322628 h 2400493"/>
              <a:gd name="connsiteX1987" fmla="*/ 1726171 w 2401758"/>
              <a:gd name="connsiteY1987" fmla="*/ 1334036 h 2400493"/>
              <a:gd name="connsiteX1988" fmla="*/ 1714762 w 2401758"/>
              <a:gd name="connsiteY1988" fmla="*/ 1321636 h 2400493"/>
              <a:gd name="connsiteX1989" fmla="*/ 1727163 w 2401758"/>
              <a:gd name="connsiteY1989" fmla="*/ 1310227 h 2400493"/>
              <a:gd name="connsiteX1990" fmla="*/ 1658215 w 2401758"/>
              <a:gd name="connsiteY1990" fmla="*/ 1309731 h 2400493"/>
              <a:gd name="connsiteX1991" fmla="*/ 1669623 w 2401758"/>
              <a:gd name="connsiteY1991" fmla="*/ 1322132 h 2400493"/>
              <a:gd name="connsiteX1992" fmla="*/ 1657719 w 2401758"/>
              <a:gd name="connsiteY1992" fmla="*/ 1333540 h 2400493"/>
              <a:gd name="connsiteX1993" fmla="*/ 1645814 w 2401758"/>
              <a:gd name="connsiteY1993" fmla="*/ 1320644 h 2400493"/>
              <a:gd name="connsiteX1994" fmla="*/ 1658215 w 2401758"/>
              <a:gd name="connsiteY1994" fmla="*/ 1309731 h 2400493"/>
              <a:gd name="connsiteX1995" fmla="*/ 1591747 w 2401758"/>
              <a:gd name="connsiteY1995" fmla="*/ 1307747 h 2400493"/>
              <a:gd name="connsiteX1996" fmla="*/ 1605139 w 2401758"/>
              <a:gd name="connsiteY1996" fmla="*/ 1322628 h 2400493"/>
              <a:gd name="connsiteX1997" fmla="*/ 1590259 w 2401758"/>
              <a:gd name="connsiteY1997" fmla="*/ 1336020 h 2400493"/>
              <a:gd name="connsiteX1998" fmla="*/ 1576866 w 2401758"/>
              <a:gd name="connsiteY1998" fmla="*/ 1321140 h 2400493"/>
              <a:gd name="connsiteX1999" fmla="*/ 1591747 w 2401758"/>
              <a:gd name="connsiteY1999" fmla="*/ 1307747 h 2400493"/>
              <a:gd name="connsiteX2000" fmla="*/ 1524288 w 2401758"/>
              <a:gd name="connsiteY2000" fmla="*/ 1307251 h 2400493"/>
              <a:gd name="connsiteX2001" fmla="*/ 1538673 w 2401758"/>
              <a:gd name="connsiteY2001" fmla="*/ 1321636 h 2400493"/>
              <a:gd name="connsiteX2002" fmla="*/ 1524288 w 2401758"/>
              <a:gd name="connsiteY2002" fmla="*/ 1336020 h 2400493"/>
              <a:gd name="connsiteX2003" fmla="*/ 1509903 w 2401758"/>
              <a:gd name="connsiteY2003" fmla="*/ 1321636 h 2400493"/>
              <a:gd name="connsiteX2004" fmla="*/ 1524288 w 2401758"/>
              <a:gd name="connsiteY2004" fmla="*/ 1307251 h 2400493"/>
              <a:gd name="connsiteX2005" fmla="*/ 1456332 w 2401758"/>
              <a:gd name="connsiteY2005" fmla="*/ 1305763 h 2400493"/>
              <a:gd name="connsiteX2006" fmla="*/ 1467741 w 2401758"/>
              <a:gd name="connsiteY2006" fmla="*/ 1310227 h 2400493"/>
              <a:gd name="connsiteX2007" fmla="*/ 1473693 w 2401758"/>
              <a:gd name="connsiteY2007" fmla="*/ 1322132 h 2400493"/>
              <a:gd name="connsiteX2008" fmla="*/ 1469725 w 2401758"/>
              <a:gd name="connsiteY2008" fmla="*/ 1333044 h 2400493"/>
              <a:gd name="connsiteX2009" fmla="*/ 1457820 w 2401758"/>
              <a:gd name="connsiteY2009" fmla="*/ 1338997 h 2400493"/>
              <a:gd name="connsiteX2010" fmla="*/ 1446908 w 2401758"/>
              <a:gd name="connsiteY2010" fmla="*/ 1334036 h 2400493"/>
              <a:gd name="connsiteX2011" fmla="*/ 1441451 w 2401758"/>
              <a:gd name="connsiteY2011" fmla="*/ 1322132 h 2400493"/>
              <a:gd name="connsiteX2012" fmla="*/ 1444923 w 2401758"/>
              <a:gd name="connsiteY2012" fmla="*/ 1312211 h 2400493"/>
              <a:gd name="connsiteX2013" fmla="*/ 1456332 w 2401758"/>
              <a:gd name="connsiteY2013" fmla="*/ 1305763 h 2400493"/>
              <a:gd name="connsiteX2014" fmla="*/ 1388376 w 2401758"/>
              <a:gd name="connsiteY2014" fmla="*/ 1305267 h 2400493"/>
              <a:gd name="connsiteX2015" fmla="*/ 1405240 w 2401758"/>
              <a:gd name="connsiteY2015" fmla="*/ 1322132 h 2400493"/>
              <a:gd name="connsiteX2016" fmla="*/ 1387880 w 2401758"/>
              <a:gd name="connsiteY2016" fmla="*/ 1338501 h 2400493"/>
              <a:gd name="connsiteX2017" fmla="*/ 1372007 w 2401758"/>
              <a:gd name="connsiteY2017" fmla="*/ 1321140 h 2400493"/>
              <a:gd name="connsiteX2018" fmla="*/ 1388376 w 2401758"/>
              <a:gd name="connsiteY2018" fmla="*/ 1305267 h 2400493"/>
              <a:gd name="connsiteX2019" fmla="*/ 1321413 w 2401758"/>
              <a:gd name="connsiteY2019" fmla="*/ 1305267 h 2400493"/>
              <a:gd name="connsiteX2020" fmla="*/ 1338278 w 2401758"/>
              <a:gd name="connsiteY2020" fmla="*/ 1322132 h 2400493"/>
              <a:gd name="connsiteX2021" fmla="*/ 1321413 w 2401758"/>
              <a:gd name="connsiteY2021" fmla="*/ 1338997 h 2400493"/>
              <a:gd name="connsiteX2022" fmla="*/ 1304548 w 2401758"/>
              <a:gd name="connsiteY2022" fmla="*/ 1322132 h 2400493"/>
              <a:gd name="connsiteX2023" fmla="*/ 1321413 w 2401758"/>
              <a:gd name="connsiteY2023" fmla="*/ 1305267 h 2400493"/>
              <a:gd name="connsiteX2024" fmla="*/ 1054054 w 2401758"/>
              <a:gd name="connsiteY2024" fmla="*/ 1303282 h 2400493"/>
              <a:gd name="connsiteX2025" fmla="*/ 1066951 w 2401758"/>
              <a:gd name="connsiteY2025" fmla="*/ 1308242 h 2400493"/>
              <a:gd name="connsiteX2026" fmla="*/ 1072407 w 2401758"/>
              <a:gd name="connsiteY2026" fmla="*/ 1323123 h 2400493"/>
              <a:gd name="connsiteX2027" fmla="*/ 1066951 w 2401758"/>
              <a:gd name="connsiteY2027" fmla="*/ 1336516 h 2400493"/>
              <a:gd name="connsiteX2028" fmla="*/ 1052070 w 2401758"/>
              <a:gd name="connsiteY2028" fmla="*/ 1341476 h 2400493"/>
              <a:gd name="connsiteX2029" fmla="*/ 1038692 w 2401758"/>
              <a:gd name="connsiteY2029" fmla="*/ 1335524 h 2400493"/>
              <a:gd name="connsiteX2030" fmla="*/ 1033732 w 2401758"/>
              <a:gd name="connsiteY2030" fmla="*/ 1322131 h 2400493"/>
              <a:gd name="connsiteX2031" fmla="*/ 1038692 w 2401758"/>
              <a:gd name="connsiteY2031" fmla="*/ 1308738 h 2400493"/>
              <a:gd name="connsiteX2032" fmla="*/ 1054054 w 2401758"/>
              <a:gd name="connsiteY2032" fmla="*/ 1303282 h 2400493"/>
              <a:gd name="connsiteX2033" fmla="*/ 1254945 w 2401758"/>
              <a:gd name="connsiteY2033" fmla="*/ 1302787 h 2400493"/>
              <a:gd name="connsiteX2034" fmla="*/ 1269330 w 2401758"/>
              <a:gd name="connsiteY2034" fmla="*/ 1311715 h 2400493"/>
              <a:gd name="connsiteX2035" fmla="*/ 1273298 w 2401758"/>
              <a:gd name="connsiteY2035" fmla="*/ 1322628 h 2400493"/>
              <a:gd name="connsiteX2036" fmla="*/ 1264866 w 2401758"/>
              <a:gd name="connsiteY2036" fmla="*/ 1337013 h 2400493"/>
              <a:gd name="connsiteX2037" fmla="*/ 1253953 w 2401758"/>
              <a:gd name="connsiteY2037" fmla="*/ 1340981 h 2400493"/>
              <a:gd name="connsiteX2038" fmla="*/ 1240560 w 2401758"/>
              <a:gd name="connsiteY2038" fmla="*/ 1333541 h 2400493"/>
              <a:gd name="connsiteX2039" fmla="*/ 1235600 w 2401758"/>
              <a:gd name="connsiteY2039" fmla="*/ 1322628 h 2400493"/>
              <a:gd name="connsiteX2040" fmla="*/ 1243040 w 2401758"/>
              <a:gd name="connsiteY2040" fmla="*/ 1308739 h 2400493"/>
              <a:gd name="connsiteX2041" fmla="*/ 1254945 w 2401758"/>
              <a:gd name="connsiteY2041" fmla="*/ 1302787 h 2400493"/>
              <a:gd name="connsiteX2042" fmla="*/ 1185501 w 2401758"/>
              <a:gd name="connsiteY2042" fmla="*/ 1302787 h 2400493"/>
              <a:gd name="connsiteX2043" fmla="*/ 1198398 w 2401758"/>
              <a:gd name="connsiteY2043" fmla="*/ 1308243 h 2400493"/>
              <a:gd name="connsiteX2044" fmla="*/ 1205838 w 2401758"/>
              <a:gd name="connsiteY2044" fmla="*/ 1322132 h 2400493"/>
              <a:gd name="connsiteX2045" fmla="*/ 1198894 w 2401758"/>
              <a:gd name="connsiteY2045" fmla="*/ 1336021 h 2400493"/>
              <a:gd name="connsiteX2046" fmla="*/ 1185501 w 2401758"/>
              <a:gd name="connsiteY2046" fmla="*/ 1340485 h 2400493"/>
              <a:gd name="connsiteX2047" fmla="*/ 1172604 w 2401758"/>
              <a:gd name="connsiteY2047" fmla="*/ 1335029 h 2400493"/>
              <a:gd name="connsiteX2048" fmla="*/ 1167148 w 2401758"/>
              <a:gd name="connsiteY2048" fmla="*/ 1321140 h 2400493"/>
              <a:gd name="connsiteX2049" fmla="*/ 1172604 w 2401758"/>
              <a:gd name="connsiteY2049" fmla="*/ 1308243 h 2400493"/>
              <a:gd name="connsiteX2050" fmla="*/ 1185501 w 2401758"/>
              <a:gd name="connsiteY2050" fmla="*/ 1302787 h 2400493"/>
              <a:gd name="connsiteX2051" fmla="*/ 1120026 w 2401758"/>
              <a:gd name="connsiteY2051" fmla="*/ 1302786 h 2400493"/>
              <a:gd name="connsiteX2052" fmla="*/ 1138379 w 2401758"/>
              <a:gd name="connsiteY2052" fmla="*/ 1321635 h 2400493"/>
              <a:gd name="connsiteX2053" fmla="*/ 1119034 w 2401758"/>
              <a:gd name="connsiteY2053" fmla="*/ 1340980 h 2400493"/>
              <a:gd name="connsiteX2054" fmla="*/ 1100185 w 2401758"/>
              <a:gd name="connsiteY2054" fmla="*/ 1321139 h 2400493"/>
              <a:gd name="connsiteX2055" fmla="*/ 1120026 w 2401758"/>
              <a:gd name="connsiteY2055" fmla="*/ 1302786 h 2400493"/>
              <a:gd name="connsiteX2056" fmla="*/ 917671 w 2401758"/>
              <a:gd name="connsiteY2056" fmla="*/ 1300803 h 2400493"/>
              <a:gd name="connsiteX2057" fmla="*/ 938504 w 2401758"/>
              <a:gd name="connsiteY2057" fmla="*/ 1322132 h 2400493"/>
              <a:gd name="connsiteX2058" fmla="*/ 932055 w 2401758"/>
              <a:gd name="connsiteY2058" fmla="*/ 1337013 h 2400493"/>
              <a:gd name="connsiteX2059" fmla="*/ 916679 w 2401758"/>
              <a:gd name="connsiteY2059" fmla="*/ 1343957 h 2400493"/>
              <a:gd name="connsiteX2060" fmla="*/ 900806 w 2401758"/>
              <a:gd name="connsiteY2060" fmla="*/ 1336021 h 2400493"/>
              <a:gd name="connsiteX2061" fmla="*/ 895846 w 2401758"/>
              <a:gd name="connsiteY2061" fmla="*/ 1321636 h 2400493"/>
              <a:gd name="connsiteX2062" fmla="*/ 917671 w 2401758"/>
              <a:gd name="connsiteY2062" fmla="*/ 1300803 h 2400493"/>
              <a:gd name="connsiteX2063" fmla="*/ 783757 w 2401758"/>
              <a:gd name="connsiteY2063" fmla="*/ 1300802 h 2400493"/>
              <a:gd name="connsiteX2064" fmla="*/ 805083 w 2401758"/>
              <a:gd name="connsiteY2064" fmla="*/ 1322627 h 2400493"/>
              <a:gd name="connsiteX2065" fmla="*/ 782764 w 2401758"/>
              <a:gd name="connsiteY2065" fmla="*/ 1343460 h 2400493"/>
              <a:gd name="connsiteX2066" fmla="*/ 761929 w 2401758"/>
              <a:gd name="connsiteY2066" fmla="*/ 1321139 h 2400493"/>
              <a:gd name="connsiteX2067" fmla="*/ 783757 w 2401758"/>
              <a:gd name="connsiteY2067" fmla="*/ 1300802 h 2400493"/>
              <a:gd name="connsiteX2068" fmla="*/ 985636 w 2401758"/>
              <a:gd name="connsiteY2068" fmla="*/ 1300306 h 2400493"/>
              <a:gd name="connsiteX2069" fmla="*/ 1000021 w 2401758"/>
              <a:gd name="connsiteY2069" fmla="*/ 1307250 h 2400493"/>
              <a:gd name="connsiteX2070" fmla="*/ 1006468 w 2401758"/>
              <a:gd name="connsiteY2070" fmla="*/ 1321635 h 2400493"/>
              <a:gd name="connsiteX2071" fmla="*/ 1000021 w 2401758"/>
              <a:gd name="connsiteY2071" fmla="*/ 1336516 h 2400493"/>
              <a:gd name="connsiteX2072" fmla="*/ 985140 w 2401758"/>
              <a:gd name="connsiteY2072" fmla="*/ 1342964 h 2400493"/>
              <a:gd name="connsiteX2073" fmla="*/ 971251 w 2401758"/>
              <a:gd name="connsiteY2073" fmla="*/ 1337508 h 2400493"/>
              <a:gd name="connsiteX2074" fmla="*/ 964307 w 2401758"/>
              <a:gd name="connsiteY2074" fmla="*/ 1323123 h 2400493"/>
              <a:gd name="connsiteX2075" fmla="*/ 970259 w 2401758"/>
              <a:gd name="connsiteY2075" fmla="*/ 1308242 h 2400493"/>
              <a:gd name="connsiteX2076" fmla="*/ 985636 w 2401758"/>
              <a:gd name="connsiteY2076" fmla="*/ 1300306 h 2400493"/>
              <a:gd name="connsiteX2077" fmla="*/ 850703 w 2401758"/>
              <a:gd name="connsiteY2077" fmla="*/ 1300306 h 2400493"/>
              <a:gd name="connsiteX2078" fmla="*/ 872032 w 2401758"/>
              <a:gd name="connsiteY2078" fmla="*/ 1322131 h 2400493"/>
              <a:gd name="connsiteX2079" fmla="*/ 850207 w 2401758"/>
              <a:gd name="connsiteY2079" fmla="*/ 1343460 h 2400493"/>
              <a:gd name="connsiteX2080" fmla="*/ 829375 w 2401758"/>
              <a:gd name="connsiteY2080" fmla="*/ 1321139 h 2400493"/>
              <a:gd name="connsiteX2081" fmla="*/ 850703 w 2401758"/>
              <a:gd name="connsiteY2081" fmla="*/ 1300306 h 2400493"/>
              <a:gd name="connsiteX2082" fmla="*/ 715292 w 2401758"/>
              <a:gd name="connsiteY2082" fmla="*/ 1300306 h 2400493"/>
              <a:gd name="connsiteX2083" fmla="*/ 736124 w 2401758"/>
              <a:gd name="connsiteY2083" fmla="*/ 1321635 h 2400493"/>
              <a:gd name="connsiteX2084" fmla="*/ 714797 w 2401758"/>
              <a:gd name="connsiteY2084" fmla="*/ 1343460 h 2400493"/>
              <a:gd name="connsiteX2085" fmla="*/ 693468 w 2401758"/>
              <a:gd name="connsiteY2085" fmla="*/ 1321635 h 2400493"/>
              <a:gd name="connsiteX2086" fmla="*/ 715292 w 2401758"/>
              <a:gd name="connsiteY2086" fmla="*/ 1300306 h 2400493"/>
              <a:gd name="connsiteX2087" fmla="*/ 581885 w 2401758"/>
              <a:gd name="connsiteY2087" fmla="*/ 1298322 h 2400493"/>
              <a:gd name="connsiteX2088" fmla="*/ 605199 w 2401758"/>
              <a:gd name="connsiteY2088" fmla="*/ 1323123 h 2400493"/>
              <a:gd name="connsiteX2089" fmla="*/ 580892 w 2401758"/>
              <a:gd name="connsiteY2089" fmla="*/ 1345940 h 2400493"/>
              <a:gd name="connsiteX2090" fmla="*/ 557577 w 2401758"/>
              <a:gd name="connsiteY2090" fmla="*/ 1321139 h 2400493"/>
              <a:gd name="connsiteX2091" fmla="*/ 581885 w 2401758"/>
              <a:gd name="connsiteY2091" fmla="*/ 1298322 h 2400493"/>
              <a:gd name="connsiteX2092" fmla="*/ 513899 w 2401758"/>
              <a:gd name="connsiteY2092" fmla="*/ 1298322 h 2400493"/>
              <a:gd name="connsiteX2093" fmla="*/ 538702 w 2401758"/>
              <a:gd name="connsiteY2093" fmla="*/ 1321635 h 2400493"/>
              <a:gd name="connsiteX2094" fmla="*/ 515883 w 2401758"/>
              <a:gd name="connsiteY2094" fmla="*/ 1345940 h 2400493"/>
              <a:gd name="connsiteX2095" fmla="*/ 491081 w 2401758"/>
              <a:gd name="connsiteY2095" fmla="*/ 1322627 h 2400493"/>
              <a:gd name="connsiteX2096" fmla="*/ 513899 w 2401758"/>
              <a:gd name="connsiteY2096" fmla="*/ 1298322 h 2400493"/>
              <a:gd name="connsiteX2097" fmla="*/ 378488 w 2401758"/>
              <a:gd name="connsiteY2097" fmla="*/ 1298322 h 2400493"/>
              <a:gd name="connsiteX2098" fmla="*/ 402795 w 2401758"/>
              <a:gd name="connsiteY2098" fmla="*/ 1321139 h 2400493"/>
              <a:gd name="connsiteX2099" fmla="*/ 379480 w 2401758"/>
              <a:gd name="connsiteY2099" fmla="*/ 1345940 h 2400493"/>
              <a:gd name="connsiteX2100" fmla="*/ 355174 w 2401758"/>
              <a:gd name="connsiteY2100" fmla="*/ 1323123 h 2400493"/>
              <a:gd name="connsiteX2101" fmla="*/ 378488 w 2401758"/>
              <a:gd name="connsiteY2101" fmla="*/ 1298322 h 2400493"/>
              <a:gd name="connsiteX2102" fmla="*/ 177100 w 2401758"/>
              <a:gd name="connsiteY2102" fmla="*/ 1298322 h 2400493"/>
              <a:gd name="connsiteX2103" fmla="*/ 200414 w 2401758"/>
              <a:gd name="connsiteY2103" fmla="*/ 1322627 h 2400493"/>
              <a:gd name="connsiteX2104" fmla="*/ 177100 w 2401758"/>
              <a:gd name="connsiteY2104" fmla="*/ 1345940 h 2400493"/>
              <a:gd name="connsiteX2105" fmla="*/ 152796 w 2401758"/>
              <a:gd name="connsiteY2105" fmla="*/ 1322131 h 2400493"/>
              <a:gd name="connsiteX2106" fmla="*/ 177100 w 2401758"/>
              <a:gd name="connsiteY2106" fmla="*/ 1298322 h 2400493"/>
              <a:gd name="connsiteX2107" fmla="*/ 110147 w 2401758"/>
              <a:gd name="connsiteY2107" fmla="*/ 1298322 h 2400493"/>
              <a:gd name="connsiteX2108" fmla="*/ 133461 w 2401758"/>
              <a:gd name="connsiteY2108" fmla="*/ 1322627 h 2400493"/>
              <a:gd name="connsiteX2109" fmla="*/ 108659 w 2401758"/>
              <a:gd name="connsiteY2109" fmla="*/ 1345940 h 2400493"/>
              <a:gd name="connsiteX2110" fmla="*/ 85842 w 2401758"/>
              <a:gd name="connsiteY2110" fmla="*/ 1322131 h 2400493"/>
              <a:gd name="connsiteX2111" fmla="*/ 110147 w 2401758"/>
              <a:gd name="connsiteY2111" fmla="*/ 1298322 h 2400493"/>
              <a:gd name="connsiteX2112" fmla="*/ 43670 w 2401758"/>
              <a:gd name="connsiteY2112" fmla="*/ 1298322 h 2400493"/>
              <a:gd name="connsiteX2113" fmla="*/ 66488 w 2401758"/>
              <a:gd name="connsiteY2113" fmla="*/ 1321635 h 2400493"/>
              <a:gd name="connsiteX2114" fmla="*/ 43174 w 2401758"/>
              <a:gd name="connsiteY2114" fmla="*/ 1345940 h 2400493"/>
              <a:gd name="connsiteX2115" fmla="*/ 19365 w 2401758"/>
              <a:gd name="connsiteY2115" fmla="*/ 1321635 h 2400493"/>
              <a:gd name="connsiteX2116" fmla="*/ 43670 w 2401758"/>
              <a:gd name="connsiteY2116" fmla="*/ 1298322 h 2400493"/>
              <a:gd name="connsiteX2117" fmla="*/ 646819 w 2401758"/>
              <a:gd name="connsiteY2117" fmla="*/ 1297826 h 2400493"/>
              <a:gd name="connsiteX2118" fmla="*/ 663188 w 2401758"/>
              <a:gd name="connsiteY2118" fmla="*/ 1304770 h 2400493"/>
              <a:gd name="connsiteX2119" fmla="*/ 672117 w 2401758"/>
              <a:gd name="connsiteY2119" fmla="*/ 1321635 h 2400493"/>
              <a:gd name="connsiteX2120" fmla="*/ 665172 w 2401758"/>
              <a:gd name="connsiteY2120" fmla="*/ 1336516 h 2400493"/>
              <a:gd name="connsiteX2121" fmla="*/ 648803 w 2401758"/>
              <a:gd name="connsiteY2121" fmla="*/ 1345445 h 2400493"/>
              <a:gd name="connsiteX2122" fmla="*/ 632434 w 2401758"/>
              <a:gd name="connsiteY2122" fmla="*/ 1338500 h 2400493"/>
              <a:gd name="connsiteX2123" fmla="*/ 624002 w 2401758"/>
              <a:gd name="connsiteY2123" fmla="*/ 1321635 h 2400493"/>
              <a:gd name="connsiteX2124" fmla="*/ 630450 w 2401758"/>
              <a:gd name="connsiteY2124" fmla="*/ 1306754 h 2400493"/>
              <a:gd name="connsiteX2125" fmla="*/ 646819 w 2401758"/>
              <a:gd name="connsiteY2125" fmla="*/ 1297826 h 2400493"/>
              <a:gd name="connsiteX2126" fmla="*/ 446448 w 2401758"/>
              <a:gd name="connsiteY2126" fmla="*/ 1297826 h 2400493"/>
              <a:gd name="connsiteX2127" fmla="*/ 469268 w 2401758"/>
              <a:gd name="connsiteY2127" fmla="*/ 1322131 h 2400493"/>
              <a:gd name="connsiteX2128" fmla="*/ 444465 w 2401758"/>
              <a:gd name="connsiteY2128" fmla="*/ 1345445 h 2400493"/>
              <a:gd name="connsiteX2129" fmla="*/ 421646 w 2401758"/>
              <a:gd name="connsiteY2129" fmla="*/ 1321139 h 2400493"/>
              <a:gd name="connsiteX2130" fmla="*/ 446448 w 2401758"/>
              <a:gd name="connsiteY2130" fmla="*/ 1297826 h 2400493"/>
              <a:gd name="connsiteX2131" fmla="*/ 312000 w 2401758"/>
              <a:gd name="connsiteY2131" fmla="*/ 1297826 h 2400493"/>
              <a:gd name="connsiteX2132" fmla="*/ 336305 w 2401758"/>
              <a:gd name="connsiteY2132" fmla="*/ 1321635 h 2400493"/>
              <a:gd name="connsiteX2133" fmla="*/ 312496 w 2401758"/>
              <a:gd name="connsiteY2133" fmla="*/ 1345445 h 2400493"/>
              <a:gd name="connsiteX2134" fmla="*/ 288687 w 2401758"/>
              <a:gd name="connsiteY2134" fmla="*/ 1322627 h 2400493"/>
              <a:gd name="connsiteX2135" fmla="*/ 312000 w 2401758"/>
              <a:gd name="connsiteY2135" fmla="*/ 1297826 h 2400493"/>
              <a:gd name="connsiteX2136" fmla="*/ 242580 w 2401758"/>
              <a:gd name="connsiteY2136" fmla="*/ 1297826 h 2400493"/>
              <a:gd name="connsiteX2137" fmla="*/ 266886 w 2401758"/>
              <a:gd name="connsiteY2137" fmla="*/ 1321635 h 2400493"/>
              <a:gd name="connsiteX2138" fmla="*/ 243076 w 2401758"/>
              <a:gd name="connsiteY2138" fmla="*/ 1345445 h 2400493"/>
              <a:gd name="connsiteX2139" fmla="*/ 219267 w 2401758"/>
              <a:gd name="connsiteY2139" fmla="*/ 1322627 h 2400493"/>
              <a:gd name="connsiteX2140" fmla="*/ 242580 w 2401758"/>
              <a:gd name="connsiteY2140" fmla="*/ 1297826 h 2400493"/>
              <a:gd name="connsiteX2141" fmla="*/ 2062476 w 2401758"/>
              <a:gd name="connsiteY2141" fmla="*/ 1253680 h 2400493"/>
              <a:gd name="connsiteX2142" fmla="*/ 2064956 w 2401758"/>
              <a:gd name="connsiteY2142" fmla="*/ 1256656 h 2400493"/>
              <a:gd name="connsiteX2143" fmla="*/ 2061980 w 2401758"/>
              <a:gd name="connsiteY2143" fmla="*/ 1259136 h 2400493"/>
              <a:gd name="connsiteX2144" fmla="*/ 2060492 w 2401758"/>
              <a:gd name="connsiteY2144" fmla="*/ 1255168 h 2400493"/>
              <a:gd name="connsiteX2145" fmla="*/ 2062476 w 2401758"/>
              <a:gd name="connsiteY2145" fmla="*/ 1253680 h 2400493"/>
              <a:gd name="connsiteX2146" fmla="*/ 1992661 w 2401758"/>
              <a:gd name="connsiteY2146" fmla="*/ 1250579 h 2400493"/>
              <a:gd name="connsiteX2147" fmla="*/ 1996505 w 2401758"/>
              <a:gd name="connsiteY2147" fmla="*/ 1250703 h 2400493"/>
              <a:gd name="connsiteX2148" fmla="*/ 2000969 w 2401758"/>
              <a:gd name="connsiteY2148" fmla="*/ 1256656 h 2400493"/>
              <a:gd name="connsiteX2149" fmla="*/ 1995513 w 2401758"/>
              <a:gd name="connsiteY2149" fmla="*/ 1260128 h 2400493"/>
              <a:gd name="connsiteX2150" fmla="*/ 1991049 w 2401758"/>
              <a:gd name="connsiteY2150" fmla="*/ 1254175 h 2400493"/>
              <a:gd name="connsiteX2151" fmla="*/ 1992661 w 2401758"/>
              <a:gd name="connsiteY2151" fmla="*/ 1250579 h 2400493"/>
              <a:gd name="connsiteX2152" fmla="*/ 1928549 w 2401758"/>
              <a:gd name="connsiteY2152" fmla="*/ 1248224 h 2400493"/>
              <a:gd name="connsiteX2153" fmla="*/ 1935989 w 2401758"/>
              <a:gd name="connsiteY2153" fmla="*/ 1254672 h 2400493"/>
              <a:gd name="connsiteX2154" fmla="*/ 1929541 w 2401758"/>
              <a:gd name="connsiteY2154" fmla="*/ 1262609 h 2400493"/>
              <a:gd name="connsiteX2155" fmla="*/ 1921604 w 2401758"/>
              <a:gd name="connsiteY2155" fmla="*/ 1256656 h 2400493"/>
              <a:gd name="connsiteX2156" fmla="*/ 1928549 w 2401758"/>
              <a:gd name="connsiteY2156" fmla="*/ 1248224 h 2400493"/>
              <a:gd name="connsiteX2157" fmla="*/ 1860594 w 2401758"/>
              <a:gd name="connsiteY2157" fmla="*/ 1245743 h 2400493"/>
              <a:gd name="connsiteX2158" fmla="*/ 1869522 w 2401758"/>
              <a:gd name="connsiteY2158" fmla="*/ 1255664 h 2400493"/>
              <a:gd name="connsiteX2159" fmla="*/ 1860097 w 2401758"/>
              <a:gd name="connsiteY2159" fmla="*/ 1265088 h 2400493"/>
              <a:gd name="connsiteX2160" fmla="*/ 1850673 w 2401758"/>
              <a:gd name="connsiteY2160" fmla="*/ 1255664 h 2400493"/>
              <a:gd name="connsiteX2161" fmla="*/ 1860594 w 2401758"/>
              <a:gd name="connsiteY2161" fmla="*/ 1245743 h 2400493"/>
              <a:gd name="connsiteX2162" fmla="*/ 1792638 w 2401758"/>
              <a:gd name="connsiteY2162" fmla="*/ 1243263 h 2400493"/>
              <a:gd name="connsiteX2163" fmla="*/ 1805038 w 2401758"/>
              <a:gd name="connsiteY2163" fmla="*/ 1254672 h 2400493"/>
              <a:gd name="connsiteX2164" fmla="*/ 1793630 w 2401758"/>
              <a:gd name="connsiteY2164" fmla="*/ 1267072 h 2400493"/>
              <a:gd name="connsiteX2165" fmla="*/ 1781229 w 2401758"/>
              <a:gd name="connsiteY2165" fmla="*/ 1255664 h 2400493"/>
              <a:gd name="connsiteX2166" fmla="*/ 1792638 w 2401758"/>
              <a:gd name="connsiteY2166" fmla="*/ 1243263 h 2400493"/>
              <a:gd name="connsiteX2167" fmla="*/ 1726171 w 2401758"/>
              <a:gd name="connsiteY2167" fmla="*/ 1243263 h 2400493"/>
              <a:gd name="connsiteX2168" fmla="*/ 1738571 w 2401758"/>
              <a:gd name="connsiteY2168" fmla="*/ 1254672 h 2400493"/>
              <a:gd name="connsiteX2169" fmla="*/ 1727659 w 2401758"/>
              <a:gd name="connsiteY2169" fmla="*/ 1267072 h 2400493"/>
              <a:gd name="connsiteX2170" fmla="*/ 1714762 w 2401758"/>
              <a:gd name="connsiteY2170" fmla="*/ 1256160 h 2400493"/>
              <a:gd name="connsiteX2171" fmla="*/ 1726171 w 2401758"/>
              <a:gd name="connsiteY2171" fmla="*/ 1243263 h 2400493"/>
              <a:gd name="connsiteX2172" fmla="*/ 1524288 w 2401758"/>
              <a:gd name="connsiteY2172" fmla="*/ 1241279 h 2400493"/>
              <a:gd name="connsiteX2173" fmla="*/ 1538673 w 2401758"/>
              <a:gd name="connsiteY2173" fmla="*/ 1255168 h 2400493"/>
              <a:gd name="connsiteX2174" fmla="*/ 1524784 w 2401758"/>
              <a:gd name="connsiteY2174" fmla="*/ 1269553 h 2400493"/>
              <a:gd name="connsiteX2175" fmla="*/ 1509903 w 2401758"/>
              <a:gd name="connsiteY2175" fmla="*/ 1256160 h 2400493"/>
              <a:gd name="connsiteX2176" fmla="*/ 1524288 w 2401758"/>
              <a:gd name="connsiteY2176" fmla="*/ 1241279 h 2400493"/>
              <a:gd name="connsiteX2177" fmla="*/ 1658215 w 2401758"/>
              <a:gd name="connsiteY2177" fmla="*/ 1240783 h 2400493"/>
              <a:gd name="connsiteX2178" fmla="*/ 1672104 w 2401758"/>
              <a:gd name="connsiteY2178" fmla="*/ 1255664 h 2400493"/>
              <a:gd name="connsiteX2179" fmla="*/ 1658215 w 2401758"/>
              <a:gd name="connsiteY2179" fmla="*/ 1269057 h 2400493"/>
              <a:gd name="connsiteX2180" fmla="*/ 1643334 w 2401758"/>
              <a:gd name="connsiteY2180" fmla="*/ 1255168 h 2400493"/>
              <a:gd name="connsiteX2181" fmla="*/ 1658215 w 2401758"/>
              <a:gd name="connsiteY2181" fmla="*/ 1240783 h 2400493"/>
              <a:gd name="connsiteX2182" fmla="*/ 1590755 w 2401758"/>
              <a:gd name="connsiteY2182" fmla="*/ 1240783 h 2400493"/>
              <a:gd name="connsiteX2183" fmla="*/ 1605140 w 2401758"/>
              <a:gd name="connsiteY2183" fmla="*/ 1255168 h 2400493"/>
              <a:gd name="connsiteX2184" fmla="*/ 1590755 w 2401758"/>
              <a:gd name="connsiteY2184" fmla="*/ 1269552 h 2400493"/>
              <a:gd name="connsiteX2185" fmla="*/ 1576370 w 2401758"/>
              <a:gd name="connsiteY2185" fmla="*/ 1255168 h 2400493"/>
              <a:gd name="connsiteX2186" fmla="*/ 1590755 w 2401758"/>
              <a:gd name="connsiteY2186" fmla="*/ 1240783 h 2400493"/>
              <a:gd name="connsiteX2187" fmla="*/ 1456828 w 2401758"/>
              <a:gd name="connsiteY2187" fmla="*/ 1238799 h 2400493"/>
              <a:gd name="connsiteX2188" fmla="*/ 1474189 w 2401758"/>
              <a:gd name="connsiteY2188" fmla="*/ 1254672 h 2400493"/>
              <a:gd name="connsiteX2189" fmla="*/ 1457820 w 2401758"/>
              <a:gd name="connsiteY2189" fmla="*/ 1272033 h 2400493"/>
              <a:gd name="connsiteX2190" fmla="*/ 1440955 w 2401758"/>
              <a:gd name="connsiteY2190" fmla="*/ 1256656 h 2400493"/>
              <a:gd name="connsiteX2191" fmla="*/ 1456828 w 2401758"/>
              <a:gd name="connsiteY2191" fmla="*/ 1238799 h 2400493"/>
              <a:gd name="connsiteX2192" fmla="*/ 1388376 w 2401758"/>
              <a:gd name="connsiteY2192" fmla="*/ 1238799 h 2400493"/>
              <a:gd name="connsiteX2193" fmla="*/ 1405241 w 2401758"/>
              <a:gd name="connsiteY2193" fmla="*/ 1255168 h 2400493"/>
              <a:gd name="connsiteX2194" fmla="*/ 1388872 w 2401758"/>
              <a:gd name="connsiteY2194" fmla="*/ 1272033 h 2400493"/>
              <a:gd name="connsiteX2195" fmla="*/ 1372007 w 2401758"/>
              <a:gd name="connsiteY2195" fmla="*/ 1255664 h 2400493"/>
              <a:gd name="connsiteX2196" fmla="*/ 1388376 w 2401758"/>
              <a:gd name="connsiteY2196" fmla="*/ 1238799 h 2400493"/>
              <a:gd name="connsiteX2197" fmla="*/ 1321412 w 2401758"/>
              <a:gd name="connsiteY2197" fmla="*/ 1236815 h 2400493"/>
              <a:gd name="connsiteX2198" fmla="*/ 1332325 w 2401758"/>
              <a:gd name="connsiteY2198" fmla="*/ 1240783 h 2400493"/>
              <a:gd name="connsiteX2199" fmla="*/ 1340757 w 2401758"/>
              <a:gd name="connsiteY2199" fmla="*/ 1254672 h 2400493"/>
              <a:gd name="connsiteX2200" fmla="*/ 1336789 w 2401758"/>
              <a:gd name="connsiteY2200" fmla="*/ 1265585 h 2400493"/>
              <a:gd name="connsiteX2201" fmla="*/ 1321908 w 2401758"/>
              <a:gd name="connsiteY2201" fmla="*/ 1274513 h 2400493"/>
              <a:gd name="connsiteX2202" fmla="*/ 1310500 w 2401758"/>
              <a:gd name="connsiteY2202" fmla="*/ 1269057 h 2400493"/>
              <a:gd name="connsiteX2203" fmla="*/ 1303555 w 2401758"/>
              <a:gd name="connsiteY2203" fmla="*/ 1255168 h 2400493"/>
              <a:gd name="connsiteX2204" fmla="*/ 1307523 w 2401758"/>
              <a:gd name="connsiteY2204" fmla="*/ 1245247 h 2400493"/>
              <a:gd name="connsiteX2205" fmla="*/ 1321412 w 2401758"/>
              <a:gd name="connsiteY2205" fmla="*/ 1236815 h 2400493"/>
              <a:gd name="connsiteX2206" fmla="*/ 1255441 w 2401758"/>
              <a:gd name="connsiteY2206" fmla="*/ 1236815 h 2400493"/>
              <a:gd name="connsiteX2207" fmla="*/ 1268834 w 2401758"/>
              <a:gd name="connsiteY2207" fmla="*/ 1241279 h 2400493"/>
              <a:gd name="connsiteX2208" fmla="*/ 1275282 w 2401758"/>
              <a:gd name="connsiteY2208" fmla="*/ 1255168 h 2400493"/>
              <a:gd name="connsiteX2209" fmla="*/ 1268338 w 2401758"/>
              <a:gd name="connsiteY2209" fmla="*/ 1269057 h 2400493"/>
              <a:gd name="connsiteX2210" fmla="*/ 1255441 w 2401758"/>
              <a:gd name="connsiteY2210" fmla="*/ 1274513 h 2400493"/>
              <a:gd name="connsiteX2211" fmla="*/ 1242544 w 2401758"/>
              <a:gd name="connsiteY2211" fmla="*/ 1269057 h 2400493"/>
              <a:gd name="connsiteX2212" fmla="*/ 1237088 w 2401758"/>
              <a:gd name="connsiteY2212" fmla="*/ 1256160 h 2400493"/>
              <a:gd name="connsiteX2213" fmla="*/ 1242544 w 2401758"/>
              <a:gd name="connsiteY2213" fmla="*/ 1242271 h 2400493"/>
              <a:gd name="connsiteX2214" fmla="*/ 1255441 w 2401758"/>
              <a:gd name="connsiteY2214" fmla="*/ 1236815 h 2400493"/>
              <a:gd name="connsiteX2215" fmla="*/ 1187486 w 2401758"/>
              <a:gd name="connsiteY2215" fmla="*/ 1236319 h 2400493"/>
              <a:gd name="connsiteX2216" fmla="*/ 1204847 w 2401758"/>
              <a:gd name="connsiteY2216" fmla="*/ 1256160 h 2400493"/>
              <a:gd name="connsiteX2217" fmla="*/ 1185006 w 2401758"/>
              <a:gd name="connsiteY2217" fmla="*/ 1275009 h 2400493"/>
              <a:gd name="connsiteX2218" fmla="*/ 1167149 w 2401758"/>
              <a:gd name="connsiteY2218" fmla="*/ 1254176 h 2400493"/>
              <a:gd name="connsiteX2219" fmla="*/ 1187486 w 2401758"/>
              <a:gd name="connsiteY2219" fmla="*/ 1236319 h 2400493"/>
              <a:gd name="connsiteX2220" fmla="*/ 1120522 w 2401758"/>
              <a:gd name="connsiteY2220" fmla="*/ 1236319 h 2400493"/>
              <a:gd name="connsiteX2221" fmla="*/ 1133419 w 2401758"/>
              <a:gd name="connsiteY2221" fmla="*/ 1241279 h 2400493"/>
              <a:gd name="connsiteX2222" fmla="*/ 1138875 w 2401758"/>
              <a:gd name="connsiteY2222" fmla="*/ 1256160 h 2400493"/>
              <a:gd name="connsiteX2223" fmla="*/ 1133419 w 2401758"/>
              <a:gd name="connsiteY2223" fmla="*/ 1269553 h 2400493"/>
              <a:gd name="connsiteX2224" fmla="*/ 1118538 w 2401758"/>
              <a:gd name="connsiteY2224" fmla="*/ 1274513 h 2400493"/>
              <a:gd name="connsiteX2225" fmla="*/ 1105145 w 2401758"/>
              <a:gd name="connsiteY2225" fmla="*/ 1268561 h 2400493"/>
              <a:gd name="connsiteX2226" fmla="*/ 1100185 w 2401758"/>
              <a:gd name="connsiteY2226" fmla="*/ 1255168 h 2400493"/>
              <a:gd name="connsiteX2227" fmla="*/ 1105145 w 2401758"/>
              <a:gd name="connsiteY2227" fmla="*/ 1241775 h 2400493"/>
              <a:gd name="connsiteX2228" fmla="*/ 1120522 w 2401758"/>
              <a:gd name="connsiteY2228" fmla="*/ 1236319 h 2400493"/>
              <a:gd name="connsiteX2229" fmla="*/ 1053063 w 2401758"/>
              <a:gd name="connsiteY2229" fmla="*/ 1233839 h 2400493"/>
              <a:gd name="connsiteX2230" fmla="*/ 1074392 w 2401758"/>
              <a:gd name="connsiteY2230" fmla="*/ 1255664 h 2400493"/>
              <a:gd name="connsiteX2231" fmla="*/ 1052071 w 2401758"/>
              <a:gd name="connsiteY2231" fmla="*/ 1276497 h 2400493"/>
              <a:gd name="connsiteX2232" fmla="*/ 1031762 w 2401758"/>
              <a:gd name="connsiteY2232" fmla="*/ 1255168 h 2400493"/>
              <a:gd name="connsiteX2233" fmla="*/ 1053063 w 2401758"/>
              <a:gd name="connsiteY2233" fmla="*/ 1233839 h 2400493"/>
              <a:gd name="connsiteX2234" fmla="*/ 985604 w 2401758"/>
              <a:gd name="connsiteY2234" fmla="*/ 1233839 h 2400493"/>
              <a:gd name="connsiteX2235" fmla="*/ 1007429 w 2401758"/>
              <a:gd name="connsiteY2235" fmla="*/ 1255168 h 2400493"/>
              <a:gd name="connsiteX2236" fmla="*/ 987092 w 2401758"/>
              <a:gd name="connsiteY2236" fmla="*/ 1276993 h 2400493"/>
              <a:gd name="connsiteX2237" fmla="*/ 964275 w 2401758"/>
              <a:gd name="connsiteY2237" fmla="*/ 1256656 h 2400493"/>
              <a:gd name="connsiteX2238" fmla="*/ 985604 w 2401758"/>
              <a:gd name="connsiteY2238" fmla="*/ 1233839 h 2400493"/>
              <a:gd name="connsiteX2239" fmla="*/ 785225 w 2401758"/>
              <a:gd name="connsiteY2239" fmla="*/ 1233839 h 2400493"/>
              <a:gd name="connsiteX2240" fmla="*/ 805064 w 2401758"/>
              <a:gd name="connsiteY2240" fmla="*/ 1255664 h 2400493"/>
              <a:gd name="connsiteX2241" fmla="*/ 782744 w 2401758"/>
              <a:gd name="connsiteY2241" fmla="*/ 1276497 h 2400493"/>
              <a:gd name="connsiteX2242" fmla="*/ 762407 w 2401758"/>
              <a:gd name="connsiteY2242" fmla="*/ 1254176 h 2400493"/>
              <a:gd name="connsiteX2243" fmla="*/ 785225 w 2401758"/>
              <a:gd name="connsiteY2243" fmla="*/ 1233839 h 2400493"/>
              <a:gd name="connsiteX2244" fmla="*/ 917648 w 2401758"/>
              <a:gd name="connsiteY2244" fmla="*/ 1233343 h 2400493"/>
              <a:gd name="connsiteX2245" fmla="*/ 938481 w 2401758"/>
              <a:gd name="connsiteY2245" fmla="*/ 1254672 h 2400493"/>
              <a:gd name="connsiteX2246" fmla="*/ 917152 w 2401758"/>
              <a:gd name="connsiteY2246" fmla="*/ 1276497 h 2400493"/>
              <a:gd name="connsiteX2247" fmla="*/ 895823 w 2401758"/>
              <a:gd name="connsiteY2247" fmla="*/ 1254672 h 2400493"/>
              <a:gd name="connsiteX2248" fmla="*/ 917648 w 2401758"/>
              <a:gd name="connsiteY2248" fmla="*/ 1233343 h 2400493"/>
              <a:gd name="connsiteX2249" fmla="*/ 851211 w 2401758"/>
              <a:gd name="connsiteY2249" fmla="*/ 1232847 h 2400493"/>
              <a:gd name="connsiteX2250" fmla="*/ 866095 w 2401758"/>
              <a:gd name="connsiteY2250" fmla="*/ 1239295 h 2400493"/>
              <a:gd name="connsiteX2251" fmla="*/ 871550 w 2401758"/>
              <a:gd name="connsiteY2251" fmla="*/ 1254672 h 2400493"/>
              <a:gd name="connsiteX2252" fmla="*/ 870062 w 2401758"/>
              <a:gd name="connsiteY2252" fmla="*/ 1263601 h 2400493"/>
              <a:gd name="connsiteX2253" fmla="*/ 859645 w 2401758"/>
              <a:gd name="connsiteY2253" fmla="*/ 1274513 h 2400493"/>
              <a:gd name="connsiteX2254" fmla="*/ 849724 w 2401758"/>
              <a:gd name="connsiteY2254" fmla="*/ 1276993 h 2400493"/>
              <a:gd name="connsiteX2255" fmla="*/ 834349 w 2401758"/>
              <a:gd name="connsiteY2255" fmla="*/ 1270545 h 2400493"/>
              <a:gd name="connsiteX2256" fmla="*/ 828396 w 2401758"/>
              <a:gd name="connsiteY2256" fmla="*/ 1254176 h 2400493"/>
              <a:gd name="connsiteX2257" fmla="*/ 834844 w 2401758"/>
              <a:gd name="connsiteY2257" fmla="*/ 1238799 h 2400493"/>
              <a:gd name="connsiteX2258" fmla="*/ 851211 w 2401758"/>
              <a:gd name="connsiteY2258" fmla="*/ 1232847 h 2400493"/>
              <a:gd name="connsiteX2259" fmla="*/ 715277 w 2401758"/>
              <a:gd name="connsiteY2259" fmla="*/ 1231855 h 2400493"/>
              <a:gd name="connsiteX2260" fmla="*/ 738590 w 2401758"/>
              <a:gd name="connsiteY2260" fmla="*/ 1255664 h 2400493"/>
              <a:gd name="connsiteX2261" fmla="*/ 714285 w 2401758"/>
              <a:gd name="connsiteY2261" fmla="*/ 1279473 h 2400493"/>
              <a:gd name="connsiteX2262" fmla="*/ 690972 w 2401758"/>
              <a:gd name="connsiteY2262" fmla="*/ 1255664 h 2400493"/>
              <a:gd name="connsiteX2263" fmla="*/ 715277 w 2401758"/>
              <a:gd name="connsiteY2263" fmla="*/ 1231855 h 2400493"/>
              <a:gd name="connsiteX2264" fmla="*/ 312507 w 2401758"/>
              <a:gd name="connsiteY2264" fmla="*/ 1231855 h 2400493"/>
              <a:gd name="connsiteX2265" fmla="*/ 336318 w 2401758"/>
              <a:gd name="connsiteY2265" fmla="*/ 1255664 h 2400493"/>
              <a:gd name="connsiteX2266" fmla="*/ 312011 w 2401758"/>
              <a:gd name="connsiteY2266" fmla="*/ 1279473 h 2400493"/>
              <a:gd name="connsiteX2267" fmla="*/ 288698 w 2401758"/>
              <a:gd name="connsiteY2267" fmla="*/ 1254672 h 2400493"/>
              <a:gd name="connsiteX2268" fmla="*/ 312507 w 2401758"/>
              <a:gd name="connsiteY2268" fmla="*/ 1231855 h 2400493"/>
              <a:gd name="connsiteX2269" fmla="*/ 648801 w 2401758"/>
              <a:gd name="connsiteY2269" fmla="*/ 1231359 h 2400493"/>
              <a:gd name="connsiteX2270" fmla="*/ 671619 w 2401758"/>
              <a:gd name="connsiteY2270" fmla="*/ 1255664 h 2400493"/>
              <a:gd name="connsiteX2271" fmla="*/ 646817 w 2401758"/>
              <a:gd name="connsiteY2271" fmla="*/ 1278977 h 2400493"/>
              <a:gd name="connsiteX2272" fmla="*/ 624000 w 2401758"/>
              <a:gd name="connsiteY2272" fmla="*/ 1254672 h 2400493"/>
              <a:gd name="connsiteX2273" fmla="*/ 648801 w 2401758"/>
              <a:gd name="connsiteY2273" fmla="*/ 1231359 h 2400493"/>
              <a:gd name="connsiteX2274" fmla="*/ 582378 w 2401758"/>
              <a:gd name="connsiteY2274" fmla="*/ 1231359 h 2400493"/>
              <a:gd name="connsiteX2275" fmla="*/ 605198 w 2401758"/>
              <a:gd name="connsiteY2275" fmla="*/ 1255664 h 2400493"/>
              <a:gd name="connsiteX2276" fmla="*/ 580394 w 2401758"/>
              <a:gd name="connsiteY2276" fmla="*/ 1278978 h 2400493"/>
              <a:gd name="connsiteX2277" fmla="*/ 557575 w 2401758"/>
              <a:gd name="connsiteY2277" fmla="*/ 1254672 h 2400493"/>
              <a:gd name="connsiteX2278" fmla="*/ 582378 w 2401758"/>
              <a:gd name="connsiteY2278" fmla="*/ 1231359 h 2400493"/>
              <a:gd name="connsiteX2279" fmla="*/ 515413 w 2401758"/>
              <a:gd name="connsiteY2279" fmla="*/ 1231359 h 2400493"/>
              <a:gd name="connsiteX2280" fmla="*/ 538728 w 2401758"/>
              <a:gd name="connsiteY2280" fmla="*/ 1255664 h 2400493"/>
              <a:gd name="connsiteX2281" fmla="*/ 514421 w 2401758"/>
              <a:gd name="connsiteY2281" fmla="*/ 1278978 h 2400493"/>
              <a:gd name="connsiteX2282" fmla="*/ 491601 w 2401758"/>
              <a:gd name="connsiteY2282" fmla="*/ 1254176 h 2400493"/>
              <a:gd name="connsiteX2283" fmla="*/ 515413 w 2401758"/>
              <a:gd name="connsiteY2283" fmla="*/ 1231359 h 2400493"/>
              <a:gd name="connsiteX2284" fmla="*/ 445466 w 2401758"/>
              <a:gd name="connsiteY2284" fmla="*/ 1231359 h 2400493"/>
              <a:gd name="connsiteX2285" fmla="*/ 469278 w 2401758"/>
              <a:gd name="connsiteY2285" fmla="*/ 1255664 h 2400493"/>
              <a:gd name="connsiteX2286" fmla="*/ 444474 w 2401758"/>
              <a:gd name="connsiteY2286" fmla="*/ 1278978 h 2400493"/>
              <a:gd name="connsiteX2287" fmla="*/ 428103 w 2401758"/>
              <a:gd name="connsiteY2287" fmla="*/ 1272529 h 2400493"/>
              <a:gd name="connsiteX2288" fmla="*/ 421159 w 2401758"/>
              <a:gd name="connsiteY2288" fmla="*/ 1254176 h 2400493"/>
              <a:gd name="connsiteX2289" fmla="*/ 445466 w 2401758"/>
              <a:gd name="connsiteY2289" fmla="*/ 1231359 h 2400493"/>
              <a:gd name="connsiteX2290" fmla="*/ 378480 w 2401758"/>
              <a:gd name="connsiteY2290" fmla="*/ 1231359 h 2400493"/>
              <a:gd name="connsiteX2291" fmla="*/ 402787 w 2401758"/>
              <a:gd name="connsiteY2291" fmla="*/ 1254672 h 2400493"/>
              <a:gd name="connsiteX2292" fmla="*/ 379472 w 2401758"/>
              <a:gd name="connsiteY2292" fmla="*/ 1278978 h 2400493"/>
              <a:gd name="connsiteX2293" fmla="*/ 355166 w 2401758"/>
              <a:gd name="connsiteY2293" fmla="*/ 1255168 h 2400493"/>
              <a:gd name="connsiteX2294" fmla="*/ 362110 w 2401758"/>
              <a:gd name="connsiteY2294" fmla="*/ 1237807 h 2400493"/>
              <a:gd name="connsiteX2295" fmla="*/ 378480 w 2401758"/>
              <a:gd name="connsiteY2295" fmla="*/ 1231359 h 2400493"/>
              <a:gd name="connsiteX2296" fmla="*/ 243066 w 2401758"/>
              <a:gd name="connsiteY2296" fmla="*/ 1231359 h 2400493"/>
              <a:gd name="connsiteX2297" fmla="*/ 266876 w 2401758"/>
              <a:gd name="connsiteY2297" fmla="*/ 1255664 h 2400493"/>
              <a:gd name="connsiteX2298" fmla="*/ 242074 w 2401758"/>
              <a:gd name="connsiteY2298" fmla="*/ 1278978 h 2400493"/>
              <a:gd name="connsiteX2299" fmla="*/ 225705 w 2401758"/>
              <a:gd name="connsiteY2299" fmla="*/ 1272529 h 2400493"/>
              <a:gd name="connsiteX2300" fmla="*/ 218761 w 2401758"/>
              <a:gd name="connsiteY2300" fmla="*/ 1254176 h 2400493"/>
              <a:gd name="connsiteX2301" fmla="*/ 243066 w 2401758"/>
              <a:gd name="connsiteY2301" fmla="*/ 1231359 h 2400493"/>
              <a:gd name="connsiteX2302" fmla="*/ 175604 w 2401758"/>
              <a:gd name="connsiteY2302" fmla="*/ 1231359 h 2400493"/>
              <a:gd name="connsiteX2303" fmla="*/ 200406 w 2401758"/>
              <a:gd name="connsiteY2303" fmla="*/ 1254672 h 2400493"/>
              <a:gd name="connsiteX2304" fmla="*/ 176596 w 2401758"/>
              <a:gd name="connsiteY2304" fmla="*/ 1278978 h 2400493"/>
              <a:gd name="connsiteX2305" fmla="*/ 152787 w 2401758"/>
              <a:gd name="connsiteY2305" fmla="*/ 1255168 h 2400493"/>
              <a:gd name="connsiteX2306" fmla="*/ 175604 w 2401758"/>
              <a:gd name="connsiteY2306" fmla="*/ 1231359 h 2400493"/>
              <a:gd name="connsiteX2307" fmla="*/ 110140 w 2401758"/>
              <a:gd name="connsiteY2307" fmla="*/ 1231359 h 2400493"/>
              <a:gd name="connsiteX2308" fmla="*/ 133950 w 2401758"/>
              <a:gd name="connsiteY2308" fmla="*/ 1255664 h 2400493"/>
              <a:gd name="connsiteX2309" fmla="*/ 109644 w 2401758"/>
              <a:gd name="connsiteY2309" fmla="*/ 1278978 h 2400493"/>
              <a:gd name="connsiteX2310" fmla="*/ 86331 w 2401758"/>
              <a:gd name="connsiteY2310" fmla="*/ 1254176 h 2400493"/>
              <a:gd name="connsiteX2311" fmla="*/ 110140 w 2401758"/>
              <a:gd name="connsiteY2311" fmla="*/ 1231359 h 2400493"/>
              <a:gd name="connsiteX2312" fmla="*/ 43177 w 2401758"/>
              <a:gd name="connsiteY2312" fmla="*/ 1231359 h 2400493"/>
              <a:gd name="connsiteX2313" fmla="*/ 66986 w 2401758"/>
              <a:gd name="connsiteY2313" fmla="*/ 1255664 h 2400493"/>
              <a:gd name="connsiteX2314" fmla="*/ 42681 w 2401758"/>
              <a:gd name="connsiteY2314" fmla="*/ 1278978 h 2400493"/>
              <a:gd name="connsiteX2315" fmla="*/ 19368 w 2401758"/>
              <a:gd name="connsiteY2315" fmla="*/ 1254176 h 2400493"/>
              <a:gd name="connsiteX2316" fmla="*/ 43177 w 2401758"/>
              <a:gd name="connsiteY2316" fmla="*/ 1231359 h 2400493"/>
              <a:gd name="connsiteX2317" fmla="*/ 2128448 w 2401758"/>
              <a:gd name="connsiteY2317" fmla="*/ 1182748 h 2400493"/>
              <a:gd name="connsiteX2318" fmla="*/ 2131424 w 2401758"/>
              <a:gd name="connsiteY2318" fmla="*/ 1185724 h 2400493"/>
              <a:gd name="connsiteX2319" fmla="*/ 2128944 w 2401758"/>
              <a:gd name="connsiteY2319" fmla="*/ 1188700 h 2400493"/>
              <a:gd name="connsiteX2320" fmla="*/ 2126960 w 2401758"/>
              <a:gd name="connsiteY2320" fmla="*/ 1187212 h 2400493"/>
              <a:gd name="connsiteX2321" fmla="*/ 2128448 w 2401758"/>
              <a:gd name="connsiteY2321" fmla="*/ 1182748 h 2400493"/>
              <a:gd name="connsiteX2322" fmla="*/ 2062476 w 2401758"/>
              <a:gd name="connsiteY2322" fmla="*/ 1182252 h 2400493"/>
              <a:gd name="connsiteX2323" fmla="*/ 2068429 w 2401758"/>
              <a:gd name="connsiteY2323" fmla="*/ 1185724 h 2400493"/>
              <a:gd name="connsiteX2324" fmla="*/ 2063469 w 2401758"/>
              <a:gd name="connsiteY2324" fmla="*/ 1191181 h 2400493"/>
              <a:gd name="connsiteX2325" fmla="*/ 2058012 w 2401758"/>
              <a:gd name="connsiteY2325" fmla="*/ 1186716 h 2400493"/>
              <a:gd name="connsiteX2326" fmla="*/ 2062476 w 2401758"/>
              <a:gd name="connsiteY2326" fmla="*/ 1182252 h 2400493"/>
              <a:gd name="connsiteX2327" fmla="*/ 1995512 w 2401758"/>
              <a:gd name="connsiteY2327" fmla="*/ 1179772 h 2400493"/>
              <a:gd name="connsiteX2328" fmla="*/ 2003945 w 2401758"/>
              <a:gd name="connsiteY2328" fmla="*/ 1186221 h 2400493"/>
              <a:gd name="connsiteX2329" fmla="*/ 1996008 w 2401758"/>
              <a:gd name="connsiteY2329" fmla="*/ 1193165 h 2400493"/>
              <a:gd name="connsiteX2330" fmla="*/ 1988072 w 2401758"/>
              <a:gd name="connsiteY2330" fmla="*/ 1186221 h 2400493"/>
              <a:gd name="connsiteX2331" fmla="*/ 1995512 w 2401758"/>
              <a:gd name="connsiteY2331" fmla="*/ 1179772 h 2400493"/>
              <a:gd name="connsiteX2332" fmla="*/ 1928549 w 2401758"/>
              <a:gd name="connsiteY2332" fmla="*/ 1176796 h 2400493"/>
              <a:gd name="connsiteX2333" fmla="*/ 1938469 w 2401758"/>
              <a:gd name="connsiteY2333" fmla="*/ 1185724 h 2400493"/>
              <a:gd name="connsiteX2334" fmla="*/ 1930037 w 2401758"/>
              <a:gd name="connsiteY2334" fmla="*/ 1195645 h 2400493"/>
              <a:gd name="connsiteX2335" fmla="*/ 1919620 w 2401758"/>
              <a:gd name="connsiteY2335" fmla="*/ 1186221 h 2400493"/>
              <a:gd name="connsiteX2336" fmla="*/ 1922100 w 2401758"/>
              <a:gd name="connsiteY2336" fmla="*/ 1180268 h 2400493"/>
              <a:gd name="connsiteX2337" fmla="*/ 1928549 w 2401758"/>
              <a:gd name="connsiteY2337" fmla="*/ 1176796 h 2400493"/>
              <a:gd name="connsiteX2338" fmla="*/ 1860593 w 2401758"/>
              <a:gd name="connsiteY2338" fmla="*/ 1176300 h 2400493"/>
              <a:gd name="connsiteX2339" fmla="*/ 1869522 w 2401758"/>
              <a:gd name="connsiteY2339" fmla="*/ 1186221 h 2400493"/>
              <a:gd name="connsiteX2340" fmla="*/ 1860097 w 2401758"/>
              <a:gd name="connsiteY2340" fmla="*/ 1195645 h 2400493"/>
              <a:gd name="connsiteX2341" fmla="*/ 1850673 w 2401758"/>
              <a:gd name="connsiteY2341" fmla="*/ 1185228 h 2400493"/>
              <a:gd name="connsiteX2342" fmla="*/ 1860593 w 2401758"/>
              <a:gd name="connsiteY2342" fmla="*/ 1176300 h 2400493"/>
              <a:gd name="connsiteX2343" fmla="*/ 1794126 w 2401758"/>
              <a:gd name="connsiteY2343" fmla="*/ 1174315 h 2400493"/>
              <a:gd name="connsiteX2344" fmla="*/ 1805038 w 2401758"/>
              <a:gd name="connsiteY2344" fmla="*/ 1186716 h 2400493"/>
              <a:gd name="connsiteX2345" fmla="*/ 1793134 w 2401758"/>
              <a:gd name="connsiteY2345" fmla="*/ 1198124 h 2400493"/>
              <a:gd name="connsiteX2346" fmla="*/ 1781229 w 2401758"/>
              <a:gd name="connsiteY2346" fmla="*/ 1185228 h 2400493"/>
              <a:gd name="connsiteX2347" fmla="*/ 1794126 w 2401758"/>
              <a:gd name="connsiteY2347" fmla="*/ 1174315 h 2400493"/>
              <a:gd name="connsiteX2348" fmla="*/ 1725674 w 2401758"/>
              <a:gd name="connsiteY2348" fmla="*/ 1171835 h 2400493"/>
              <a:gd name="connsiteX2349" fmla="*/ 1740555 w 2401758"/>
              <a:gd name="connsiteY2349" fmla="*/ 1185724 h 2400493"/>
              <a:gd name="connsiteX2350" fmla="*/ 1736587 w 2401758"/>
              <a:gd name="connsiteY2350" fmla="*/ 1193660 h 2400493"/>
              <a:gd name="connsiteX2351" fmla="*/ 1716250 w 2401758"/>
              <a:gd name="connsiteY2351" fmla="*/ 1194156 h 2400493"/>
              <a:gd name="connsiteX2352" fmla="*/ 1716250 w 2401758"/>
              <a:gd name="connsiteY2352" fmla="*/ 1178779 h 2400493"/>
              <a:gd name="connsiteX2353" fmla="*/ 1725674 w 2401758"/>
              <a:gd name="connsiteY2353" fmla="*/ 1171835 h 2400493"/>
              <a:gd name="connsiteX2354" fmla="*/ 1657719 w 2401758"/>
              <a:gd name="connsiteY2354" fmla="*/ 1171835 h 2400493"/>
              <a:gd name="connsiteX2355" fmla="*/ 1671608 w 2401758"/>
              <a:gd name="connsiteY2355" fmla="*/ 1186220 h 2400493"/>
              <a:gd name="connsiteX2356" fmla="*/ 1657223 w 2401758"/>
              <a:gd name="connsiteY2356" fmla="*/ 1200109 h 2400493"/>
              <a:gd name="connsiteX2357" fmla="*/ 1643334 w 2401758"/>
              <a:gd name="connsiteY2357" fmla="*/ 1185724 h 2400493"/>
              <a:gd name="connsiteX2358" fmla="*/ 1657719 w 2401758"/>
              <a:gd name="connsiteY2358" fmla="*/ 1171835 h 2400493"/>
              <a:gd name="connsiteX2359" fmla="*/ 1591251 w 2401758"/>
              <a:gd name="connsiteY2359" fmla="*/ 1171835 h 2400493"/>
              <a:gd name="connsiteX2360" fmla="*/ 1605140 w 2401758"/>
              <a:gd name="connsiteY2360" fmla="*/ 1186220 h 2400493"/>
              <a:gd name="connsiteX2361" fmla="*/ 1591251 w 2401758"/>
              <a:gd name="connsiteY2361" fmla="*/ 1200605 h 2400493"/>
              <a:gd name="connsiteX2362" fmla="*/ 1576866 w 2401758"/>
              <a:gd name="connsiteY2362" fmla="*/ 1185724 h 2400493"/>
              <a:gd name="connsiteX2363" fmla="*/ 1591251 w 2401758"/>
              <a:gd name="connsiteY2363" fmla="*/ 1171835 h 2400493"/>
              <a:gd name="connsiteX2364" fmla="*/ 1523792 w 2401758"/>
              <a:gd name="connsiteY2364" fmla="*/ 1169355 h 2400493"/>
              <a:gd name="connsiteX2365" fmla="*/ 1540657 w 2401758"/>
              <a:gd name="connsiteY2365" fmla="*/ 1186220 h 2400493"/>
              <a:gd name="connsiteX2366" fmla="*/ 1523792 w 2401758"/>
              <a:gd name="connsiteY2366" fmla="*/ 1202589 h 2400493"/>
              <a:gd name="connsiteX2367" fmla="*/ 1507423 w 2401758"/>
              <a:gd name="connsiteY2367" fmla="*/ 1185228 h 2400493"/>
              <a:gd name="connsiteX2368" fmla="*/ 1523792 w 2401758"/>
              <a:gd name="connsiteY2368" fmla="*/ 1169355 h 2400493"/>
              <a:gd name="connsiteX2369" fmla="*/ 1457820 w 2401758"/>
              <a:gd name="connsiteY2369" fmla="*/ 1169355 h 2400493"/>
              <a:gd name="connsiteX2370" fmla="*/ 1474189 w 2401758"/>
              <a:gd name="connsiteY2370" fmla="*/ 1186220 h 2400493"/>
              <a:gd name="connsiteX2371" fmla="*/ 1457324 w 2401758"/>
              <a:gd name="connsiteY2371" fmla="*/ 1202589 h 2400493"/>
              <a:gd name="connsiteX2372" fmla="*/ 1440955 w 2401758"/>
              <a:gd name="connsiteY2372" fmla="*/ 1185724 h 2400493"/>
              <a:gd name="connsiteX2373" fmla="*/ 1457820 w 2401758"/>
              <a:gd name="connsiteY2373" fmla="*/ 1169355 h 2400493"/>
              <a:gd name="connsiteX2374" fmla="*/ 1321908 w 2401758"/>
              <a:gd name="connsiteY2374" fmla="*/ 1167371 h 2400493"/>
              <a:gd name="connsiteX2375" fmla="*/ 1334805 w 2401758"/>
              <a:gd name="connsiteY2375" fmla="*/ 1172331 h 2400493"/>
              <a:gd name="connsiteX2376" fmla="*/ 1341749 w 2401758"/>
              <a:gd name="connsiteY2376" fmla="*/ 1186220 h 2400493"/>
              <a:gd name="connsiteX2377" fmla="*/ 1334805 w 2401758"/>
              <a:gd name="connsiteY2377" fmla="*/ 1200109 h 2400493"/>
              <a:gd name="connsiteX2378" fmla="*/ 1321908 w 2401758"/>
              <a:gd name="connsiteY2378" fmla="*/ 1205069 h 2400493"/>
              <a:gd name="connsiteX2379" fmla="*/ 1309011 w 2401758"/>
              <a:gd name="connsiteY2379" fmla="*/ 1199613 h 2400493"/>
              <a:gd name="connsiteX2380" fmla="*/ 1303555 w 2401758"/>
              <a:gd name="connsiteY2380" fmla="*/ 1185724 h 2400493"/>
              <a:gd name="connsiteX2381" fmla="*/ 1309011 w 2401758"/>
              <a:gd name="connsiteY2381" fmla="*/ 1172827 h 2400493"/>
              <a:gd name="connsiteX2382" fmla="*/ 1321908 w 2401758"/>
              <a:gd name="connsiteY2382" fmla="*/ 1167371 h 2400493"/>
              <a:gd name="connsiteX2383" fmla="*/ 1254945 w 2401758"/>
              <a:gd name="connsiteY2383" fmla="*/ 1167371 h 2400493"/>
              <a:gd name="connsiteX2384" fmla="*/ 1274290 w 2401758"/>
              <a:gd name="connsiteY2384" fmla="*/ 1186716 h 2400493"/>
              <a:gd name="connsiteX2385" fmla="*/ 1254449 w 2401758"/>
              <a:gd name="connsiteY2385" fmla="*/ 1205565 h 2400493"/>
              <a:gd name="connsiteX2386" fmla="*/ 1236096 w 2401758"/>
              <a:gd name="connsiteY2386" fmla="*/ 1185724 h 2400493"/>
              <a:gd name="connsiteX2387" fmla="*/ 1254945 w 2401758"/>
              <a:gd name="connsiteY2387" fmla="*/ 1167371 h 2400493"/>
              <a:gd name="connsiteX2388" fmla="*/ 1185997 w 2401758"/>
              <a:gd name="connsiteY2388" fmla="*/ 1167371 h 2400493"/>
              <a:gd name="connsiteX2389" fmla="*/ 1200382 w 2401758"/>
              <a:gd name="connsiteY2389" fmla="*/ 1172827 h 2400493"/>
              <a:gd name="connsiteX2390" fmla="*/ 1204846 w 2401758"/>
              <a:gd name="connsiteY2390" fmla="*/ 1185228 h 2400493"/>
              <a:gd name="connsiteX2391" fmla="*/ 1200382 w 2401758"/>
              <a:gd name="connsiteY2391" fmla="*/ 1199613 h 2400493"/>
              <a:gd name="connsiteX2392" fmla="*/ 1185997 w 2401758"/>
              <a:gd name="connsiteY2392" fmla="*/ 1205565 h 2400493"/>
              <a:gd name="connsiteX2393" fmla="*/ 1172604 w 2401758"/>
              <a:gd name="connsiteY2393" fmla="*/ 1200605 h 2400493"/>
              <a:gd name="connsiteX2394" fmla="*/ 1167148 w 2401758"/>
              <a:gd name="connsiteY2394" fmla="*/ 1186220 h 2400493"/>
              <a:gd name="connsiteX2395" fmla="*/ 1172604 w 2401758"/>
              <a:gd name="connsiteY2395" fmla="*/ 1172827 h 2400493"/>
              <a:gd name="connsiteX2396" fmla="*/ 1185997 w 2401758"/>
              <a:gd name="connsiteY2396" fmla="*/ 1167371 h 2400493"/>
              <a:gd name="connsiteX2397" fmla="*/ 1388872 w 2401758"/>
              <a:gd name="connsiteY2397" fmla="*/ 1166875 h 2400493"/>
              <a:gd name="connsiteX2398" fmla="*/ 1403257 w 2401758"/>
              <a:gd name="connsiteY2398" fmla="*/ 1175803 h 2400493"/>
              <a:gd name="connsiteX2399" fmla="*/ 1407225 w 2401758"/>
              <a:gd name="connsiteY2399" fmla="*/ 1186716 h 2400493"/>
              <a:gd name="connsiteX2400" fmla="*/ 1398793 w 2401758"/>
              <a:gd name="connsiteY2400" fmla="*/ 1200605 h 2400493"/>
              <a:gd name="connsiteX2401" fmla="*/ 1387880 w 2401758"/>
              <a:gd name="connsiteY2401" fmla="*/ 1204573 h 2400493"/>
              <a:gd name="connsiteX2402" fmla="*/ 1373991 w 2401758"/>
              <a:gd name="connsiteY2402" fmla="*/ 1195645 h 2400493"/>
              <a:gd name="connsiteX2403" fmla="*/ 1370023 w 2401758"/>
              <a:gd name="connsiteY2403" fmla="*/ 1185724 h 2400493"/>
              <a:gd name="connsiteX2404" fmla="*/ 1377959 w 2401758"/>
              <a:gd name="connsiteY2404" fmla="*/ 1171339 h 2400493"/>
              <a:gd name="connsiteX2405" fmla="*/ 1388872 w 2401758"/>
              <a:gd name="connsiteY2405" fmla="*/ 1166875 h 2400493"/>
              <a:gd name="connsiteX2406" fmla="*/ 1119529 w 2401758"/>
              <a:gd name="connsiteY2406" fmla="*/ 1165387 h 2400493"/>
              <a:gd name="connsiteX2407" fmla="*/ 1140858 w 2401758"/>
              <a:gd name="connsiteY2407" fmla="*/ 1186717 h 2400493"/>
              <a:gd name="connsiteX2408" fmla="*/ 1119033 w 2401758"/>
              <a:gd name="connsiteY2408" fmla="*/ 1208046 h 2400493"/>
              <a:gd name="connsiteX2409" fmla="*/ 1098200 w 2401758"/>
              <a:gd name="connsiteY2409" fmla="*/ 1185725 h 2400493"/>
              <a:gd name="connsiteX2410" fmla="*/ 1119529 w 2401758"/>
              <a:gd name="connsiteY2410" fmla="*/ 1165387 h 2400493"/>
              <a:gd name="connsiteX2411" fmla="*/ 1052566 w 2401758"/>
              <a:gd name="connsiteY2411" fmla="*/ 1164891 h 2400493"/>
              <a:gd name="connsiteX2412" fmla="*/ 1074391 w 2401758"/>
              <a:gd name="connsiteY2412" fmla="*/ 1186220 h 2400493"/>
              <a:gd name="connsiteX2413" fmla="*/ 1053558 w 2401758"/>
              <a:gd name="connsiteY2413" fmla="*/ 1207549 h 2400493"/>
              <a:gd name="connsiteX2414" fmla="*/ 1031277 w 2401758"/>
              <a:gd name="connsiteY2414" fmla="*/ 1186716 h 2400493"/>
              <a:gd name="connsiteX2415" fmla="*/ 1052566 w 2401758"/>
              <a:gd name="connsiteY2415" fmla="*/ 1164891 h 2400493"/>
              <a:gd name="connsiteX2416" fmla="*/ 985624 w 2401758"/>
              <a:gd name="connsiteY2416" fmla="*/ 1164891 h 2400493"/>
              <a:gd name="connsiteX2417" fmla="*/ 1007449 w 2401758"/>
              <a:gd name="connsiteY2417" fmla="*/ 1186220 h 2400493"/>
              <a:gd name="connsiteX2418" fmla="*/ 987112 w 2401758"/>
              <a:gd name="connsiteY2418" fmla="*/ 1208045 h 2400493"/>
              <a:gd name="connsiteX2419" fmla="*/ 964295 w 2401758"/>
              <a:gd name="connsiteY2419" fmla="*/ 1187708 h 2400493"/>
              <a:gd name="connsiteX2420" fmla="*/ 985624 w 2401758"/>
              <a:gd name="connsiteY2420" fmla="*/ 1164891 h 2400493"/>
              <a:gd name="connsiteX2421" fmla="*/ 917675 w 2401758"/>
              <a:gd name="connsiteY2421" fmla="*/ 1164395 h 2400493"/>
              <a:gd name="connsiteX2422" fmla="*/ 938508 w 2401758"/>
              <a:gd name="connsiteY2422" fmla="*/ 1185228 h 2400493"/>
              <a:gd name="connsiteX2423" fmla="*/ 917179 w 2401758"/>
              <a:gd name="connsiteY2423" fmla="*/ 1207549 h 2400493"/>
              <a:gd name="connsiteX2424" fmla="*/ 895851 w 2401758"/>
              <a:gd name="connsiteY2424" fmla="*/ 1185724 h 2400493"/>
              <a:gd name="connsiteX2425" fmla="*/ 917675 w 2401758"/>
              <a:gd name="connsiteY2425" fmla="*/ 1164395 h 2400493"/>
              <a:gd name="connsiteX2426" fmla="*/ 851698 w 2401758"/>
              <a:gd name="connsiteY2426" fmla="*/ 1162411 h 2400493"/>
              <a:gd name="connsiteX2427" fmla="*/ 868068 w 2401758"/>
              <a:gd name="connsiteY2427" fmla="*/ 1171339 h 2400493"/>
              <a:gd name="connsiteX2428" fmla="*/ 874516 w 2401758"/>
              <a:gd name="connsiteY2428" fmla="*/ 1186220 h 2400493"/>
              <a:gd name="connsiteX2429" fmla="*/ 866085 w 2401758"/>
              <a:gd name="connsiteY2429" fmla="*/ 1203085 h 2400493"/>
              <a:gd name="connsiteX2430" fmla="*/ 849715 w 2401758"/>
              <a:gd name="connsiteY2430" fmla="*/ 1210030 h 2400493"/>
              <a:gd name="connsiteX2431" fmla="*/ 833347 w 2401758"/>
              <a:gd name="connsiteY2431" fmla="*/ 1201101 h 2400493"/>
              <a:gd name="connsiteX2432" fmla="*/ 827393 w 2401758"/>
              <a:gd name="connsiteY2432" fmla="*/ 1186220 h 2400493"/>
              <a:gd name="connsiteX2433" fmla="*/ 835330 w 2401758"/>
              <a:gd name="connsiteY2433" fmla="*/ 1169355 h 2400493"/>
              <a:gd name="connsiteX2434" fmla="*/ 851698 w 2401758"/>
              <a:gd name="connsiteY2434" fmla="*/ 1162411 h 2400493"/>
              <a:gd name="connsiteX2435" fmla="*/ 783244 w 2401758"/>
              <a:gd name="connsiteY2435" fmla="*/ 1162411 h 2400493"/>
              <a:gd name="connsiteX2436" fmla="*/ 807549 w 2401758"/>
              <a:gd name="connsiteY2436" fmla="*/ 1185228 h 2400493"/>
              <a:gd name="connsiteX2437" fmla="*/ 784236 w 2401758"/>
              <a:gd name="connsiteY2437" fmla="*/ 1210030 h 2400493"/>
              <a:gd name="connsiteX2438" fmla="*/ 759929 w 2401758"/>
              <a:gd name="connsiteY2438" fmla="*/ 1187212 h 2400493"/>
              <a:gd name="connsiteX2439" fmla="*/ 783244 w 2401758"/>
              <a:gd name="connsiteY2439" fmla="*/ 1162411 h 2400493"/>
              <a:gd name="connsiteX2440" fmla="*/ 715275 w 2401758"/>
              <a:gd name="connsiteY2440" fmla="*/ 1162411 h 2400493"/>
              <a:gd name="connsiteX2441" fmla="*/ 738588 w 2401758"/>
              <a:gd name="connsiteY2441" fmla="*/ 1187212 h 2400493"/>
              <a:gd name="connsiteX2442" fmla="*/ 714283 w 2401758"/>
              <a:gd name="connsiteY2442" fmla="*/ 1210030 h 2400493"/>
              <a:gd name="connsiteX2443" fmla="*/ 690970 w 2401758"/>
              <a:gd name="connsiteY2443" fmla="*/ 1185228 h 2400493"/>
              <a:gd name="connsiteX2444" fmla="*/ 715275 w 2401758"/>
              <a:gd name="connsiteY2444" fmla="*/ 1162411 h 2400493"/>
              <a:gd name="connsiteX2445" fmla="*/ 648347 w 2401758"/>
              <a:gd name="connsiteY2445" fmla="*/ 1162411 h 2400493"/>
              <a:gd name="connsiteX2446" fmla="*/ 671163 w 2401758"/>
              <a:gd name="connsiteY2446" fmla="*/ 1187213 h 2400493"/>
              <a:gd name="connsiteX2447" fmla="*/ 647355 w 2401758"/>
              <a:gd name="connsiteY2447" fmla="*/ 1210030 h 2400493"/>
              <a:gd name="connsiteX2448" fmla="*/ 624044 w 2401758"/>
              <a:gd name="connsiteY2448" fmla="*/ 1185725 h 2400493"/>
              <a:gd name="connsiteX2449" fmla="*/ 648347 w 2401758"/>
              <a:gd name="connsiteY2449" fmla="*/ 1162411 h 2400493"/>
              <a:gd name="connsiteX2450" fmla="*/ 581362 w 2401758"/>
              <a:gd name="connsiteY2450" fmla="*/ 1162411 h 2400493"/>
              <a:gd name="connsiteX2451" fmla="*/ 605173 w 2401758"/>
              <a:gd name="connsiteY2451" fmla="*/ 1186716 h 2400493"/>
              <a:gd name="connsiteX2452" fmla="*/ 580866 w 2401758"/>
              <a:gd name="connsiteY2452" fmla="*/ 1210030 h 2400493"/>
              <a:gd name="connsiteX2453" fmla="*/ 557552 w 2401758"/>
              <a:gd name="connsiteY2453" fmla="*/ 1185228 h 2400493"/>
              <a:gd name="connsiteX2454" fmla="*/ 581362 w 2401758"/>
              <a:gd name="connsiteY2454" fmla="*/ 1162411 h 2400493"/>
              <a:gd name="connsiteX2455" fmla="*/ 513918 w 2401758"/>
              <a:gd name="connsiteY2455" fmla="*/ 1162411 h 2400493"/>
              <a:gd name="connsiteX2456" fmla="*/ 538723 w 2401758"/>
              <a:gd name="connsiteY2456" fmla="*/ 1185724 h 2400493"/>
              <a:gd name="connsiteX2457" fmla="*/ 514910 w 2401758"/>
              <a:gd name="connsiteY2457" fmla="*/ 1210030 h 2400493"/>
              <a:gd name="connsiteX2458" fmla="*/ 490603 w 2401758"/>
              <a:gd name="connsiteY2458" fmla="*/ 1186220 h 2400493"/>
              <a:gd name="connsiteX2459" fmla="*/ 497548 w 2401758"/>
              <a:gd name="connsiteY2459" fmla="*/ 1168859 h 2400493"/>
              <a:gd name="connsiteX2460" fmla="*/ 513918 w 2401758"/>
              <a:gd name="connsiteY2460" fmla="*/ 1162411 h 2400493"/>
              <a:gd name="connsiteX2461" fmla="*/ 446424 w 2401758"/>
              <a:gd name="connsiteY2461" fmla="*/ 1161915 h 2400493"/>
              <a:gd name="connsiteX2462" fmla="*/ 469738 w 2401758"/>
              <a:gd name="connsiteY2462" fmla="*/ 1185228 h 2400493"/>
              <a:gd name="connsiteX2463" fmla="*/ 445928 w 2401758"/>
              <a:gd name="connsiteY2463" fmla="*/ 1210030 h 2400493"/>
              <a:gd name="connsiteX2464" fmla="*/ 422118 w 2401758"/>
              <a:gd name="connsiteY2464" fmla="*/ 1185724 h 2400493"/>
              <a:gd name="connsiteX2465" fmla="*/ 446424 w 2401758"/>
              <a:gd name="connsiteY2465" fmla="*/ 1161915 h 2400493"/>
              <a:gd name="connsiteX2466" fmla="*/ 109632 w 2401758"/>
              <a:gd name="connsiteY2466" fmla="*/ 1160923 h 2400493"/>
              <a:gd name="connsiteX2467" fmla="*/ 127985 w 2401758"/>
              <a:gd name="connsiteY2467" fmla="*/ 1167371 h 2400493"/>
              <a:gd name="connsiteX2468" fmla="*/ 136914 w 2401758"/>
              <a:gd name="connsiteY2468" fmla="*/ 1186220 h 2400493"/>
              <a:gd name="connsiteX2469" fmla="*/ 128977 w 2401758"/>
              <a:gd name="connsiteY2469" fmla="*/ 1204573 h 2400493"/>
              <a:gd name="connsiteX2470" fmla="*/ 111120 w 2401758"/>
              <a:gd name="connsiteY2470" fmla="*/ 1212510 h 2400493"/>
              <a:gd name="connsiteX2471" fmla="*/ 92767 w 2401758"/>
              <a:gd name="connsiteY2471" fmla="*/ 1206062 h 2400493"/>
              <a:gd name="connsiteX2472" fmla="*/ 84335 w 2401758"/>
              <a:gd name="connsiteY2472" fmla="*/ 1187213 h 2400493"/>
              <a:gd name="connsiteX2473" fmla="*/ 91775 w 2401758"/>
              <a:gd name="connsiteY2473" fmla="*/ 1168860 h 2400493"/>
              <a:gd name="connsiteX2474" fmla="*/ 109632 w 2401758"/>
              <a:gd name="connsiteY2474" fmla="*/ 1160923 h 2400493"/>
              <a:gd name="connsiteX2475" fmla="*/ 42680 w 2401758"/>
              <a:gd name="connsiteY2475" fmla="*/ 1160923 h 2400493"/>
              <a:gd name="connsiteX2476" fmla="*/ 61033 w 2401758"/>
              <a:gd name="connsiteY2476" fmla="*/ 1167371 h 2400493"/>
              <a:gd name="connsiteX2477" fmla="*/ 69962 w 2401758"/>
              <a:gd name="connsiteY2477" fmla="*/ 1186220 h 2400493"/>
              <a:gd name="connsiteX2478" fmla="*/ 62025 w 2401758"/>
              <a:gd name="connsiteY2478" fmla="*/ 1204573 h 2400493"/>
              <a:gd name="connsiteX2479" fmla="*/ 44168 w 2401758"/>
              <a:gd name="connsiteY2479" fmla="*/ 1212510 h 2400493"/>
              <a:gd name="connsiteX2480" fmla="*/ 25816 w 2401758"/>
              <a:gd name="connsiteY2480" fmla="*/ 1206062 h 2400493"/>
              <a:gd name="connsiteX2481" fmla="*/ 17384 w 2401758"/>
              <a:gd name="connsiteY2481" fmla="*/ 1187213 h 2400493"/>
              <a:gd name="connsiteX2482" fmla="*/ 24824 w 2401758"/>
              <a:gd name="connsiteY2482" fmla="*/ 1168860 h 2400493"/>
              <a:gd name="connsiteX2483" fmla="*/ 42680 w 2401758"/>
              <a:gd name="connsiteY2483" fmla="*/ 1160923 h 2400493"/>
              <a:gd name="connsiteX2484" fmla="*/ 243548 w 2401758"/>
              <a:gd name="connsiteY2484" fmla="*/ 1159931 h 2400493"/>
              <a:gd name="connsiteX2485" fmla="*/ 261405 w 2401758"/>
              <a:gd name="connsiteY2485" fmla="*/ 1168363 h 2400493"/>
              <a:gd name="connsiteX2486" fmla="*/ 269342 w 2401758"/>
              <a:gd name="connsiteY2486" fmla="*/ 1187212 h 2400493"/>
              <a:gd name="connsiteX2487" fmla="*/ 260909 w 2401758"/>
              <a:gd name="connsiteY2487" fmla="*/ 1205069 h 2400493"/>
              <a:gd name="connsiteX2488" fmla="*/ 242556 w 2401758"/>
              <a:gd name="connsiteY2488" fmla="*/ 1212510 h 2400493"/>
              <a:gd name="connsiteX2489" fmla="*/ 224699 w 2401758"/>
              <a:gd name="connsiteY2489" fmla="*/ 1204077 h 2400493"/>
              <a:gd name="connsiteX2490" fmla="*/ 216763 w 2401758"/>
              <a:gd name="connsiteY2490" fmla="*/ 1185228 h 2400493"/>
              <a:gd name="connsiteX2491" fmla="*/ 225196 w 2401758"/>
              <a:gd name="connsiteY2491" fmla="*/ 1167371 h 2400493"/>
              <a:gd name="connsiteX2492" fmla="*/ 243548 w 2401758"/>
              <a:gd name="connsiteY2492" fmla="*/ 1159931 h 2400493"/>
              <a:gd name="connsiteX2493" fmla="*/ 177081 w 2401758"/>
              <a:gd name="connsiteY2493" fmla="*/ 1159931 h 2400493"/>
              <a:gd name="connsiteX2494" fmla="*/ 194938 w 2401758"/>
              <a:gd name="connsiteY2494" fmla="*/ 1168363 h 2400493"/>
              <a:gd name="connsiteX2495" fmla="*/ 202875 w 2401758"/>
              <a:gd name="connsiteY2495" fmla="*/ 1186716 h 2400493"/>
              <a:gd name="connsiteX2496" fmla="*/ 194442 w 2401758"/>
              <a:gd name="connsiteY2496" fmla="*/ 1205069 h 2400493"/>
              <a:gd name="connsiteX2497" fmla="*/ 176089 w 2401758"/>
              <a:gd name="connsiteY2497" fmla="*/ 1212510 h 2400493"/>
              <a:gd name="connsiteX2498" fmla="*/ 158232 w 2401758"/>
              <a:gd name="connsiteY2498" fmla="*/ 1204077 h 2400493"/>
              <a:gd name="connsiteX2499" fmla="*/ 150296 w 2401758"/>
              <a:gd name="connsiteY2499" fmla="*/ 1186220 h 2400493"/>
              <a:gd name="connsiteX2500" fmla="*/ 158728 w 2401758"/>
              <a:gd name="connsiteY2500" fmla="*/ 1167371 h 2400493"/>
              <a:gd name="connsiteX2501" fmla="*/ 177081 w 2401758"/>
              <a:gd name="connsiteY2501" fmla="*/ 1159931 h 2400493"/>
              <a:gd name="connsiteX2502" fmla="*/ 312511 w 2401758"/>
              <a:gd name="connsiteY2502" fmla="*/ 1159930 h 2400493"/>
              <a:gd name="connsiteX2503" fmla="*/ 338305 w 2401758"/>
              <a:gd name="connsiteY2503" fmla="*/ 1186220 h 2400493"/>
              <a:gd name="connsiteX2504" fmla="*/ 312511 w 2401758"/>
              <a:gd name="connsiteY2504" fmla="*/ 1212013 h 2400493"/>
              <a:gd name="connsiteX2505" fmla="*/ 286221 w 2401758"/>
              <a:gd name="connsiteY2505" fmla="*/ 1185228 h 2400493"/>
              <a:gd name="connsiteX2506" fmla="*/ 312511 w 2401758"/>
              <a:gd name="connsiteY2506" fmla="*/ 1159930 h 2400493"/>
              <a:gd name="connsiteX2507" fmla="*/ 378475 w 2401758"/>
              <a:gd name="connsiteY2507" fmla="*/ 1159435 h 2400493"/>
              <a:gd name="connsiteX2508" fmla="*/ 397821 w 2401758"/>
              <a:gd name="connsiteY2508" fmla="*/ 1170348 h 2400493"/>
              <a:gd name="connsiteX2509" fmla="*/ 404270 w 2401758"/>
              <a:gd name="connsiteY2509" fmla="*/ 1185228 h 2400493"/>
              <a:gd name="connsiteX2510" fmla="*/ 402286 w 2401758"/>
              <a:gd name="connsiteY2510" fmla="*/ 1196637 h 2400493"/>
              <a:gd name="connsiteX2511" fmla="*/ 390381 w 2401758"/>
              <a:gd name="connsiteY2511" fmla="*/ 1208542 h 2400493"/>
              <a:gd name="connsiteX2512" fmla="*/ 378971 w 2401758"/>
              <a:gd name="connsiteY2512" fmla="*/ 1212014 h 2400493"/>
              <a:gd name="connsiteX2513" fmla="*/ 368059 w 2401758"/>
              <a:gd name="connsiteY2513" fmla="*/ 1209534 h 2400493"/>
              <a:gd name="connsiteX2514" fmla="*/ 356153 w 2401758"/>
              <a:gd name="connsiteY2514" fmla="*/ 1198125 h 2400493"/>
              <a:gd name="connsiteX2515" fmla="*/ 352186 w 2401758"/>
              <a:gd name="connsiteY2515" fmla="*/ 1186716 h 2400493"/>
              <a:gd name="connsiteX2516" fmla="*/ 355161 w 2401758"/>
              <a:gd name="connsiteY2516" fmla="*/ 1174812 h 2400493"/>
              <a:gd name="connsiteX2517" fmla="*/ 367067 w 2401758"/>
              <a:gd name="connsiteY2517" fmla="*/ 1162907 h 2400493"/>
              <a:gd name="connsiteX2518" fmla="*/ 378475 w 2401758"/>
              <a:gd name="connsiteY2518" fmla="*/ 1159435 h 2400493"/>
              <a:gd name="connsiteX2519" fmla="*/ 2127952 w 2401758"/>
              <a:gd name="connsiteY2519" fmla="*/ 1117769 h 2400493"/>
              <a:gd name="connsiteX2520" fmla="*/ 2132416 w 2401758"/>
              <a:gd name="connsiteY2520" fmla="*/ 1119257 h 2400493"/>
              <a:gd name="connsiteX2521" fmla="*/ 2129440 w 2401758"/>
              <a:gd name="connsiteY2521" fmla="*/ 1122233 h 2400493"/>
              <a:gd name="connsiteX2522" fmla="*/ 2126464 w 2401758"/>
              <a:gd name="connsiteY2522" fmla="*/ 1119753 h 2400493"/>
              <a:gd name="connsiteX2523" fmla="*/ 2127952 w 2401758"/>
              <a:gd name="connsiteY2523" fmla="*/ 1117769 h 2400493"/>
              <a:gd name="connsiteX2524" fmla="*/ 2062972 w 2401758"/>
              <a:gd name="connsiteY2524" fmla="*/ 1114792 h 2400493"/>
              <a:gd name="connsiteX2525" fmla="*/ 2066941 w 2401758"/>
              <a:gd name="connsiteY2525" fmla="*/ 1119753 h 2400493"/>
              <a:gd name="connsiteX2526" fmla="*/ 2061484 w 2401758"/>
              <a:gd name="connsiteY2526" fmla="*/ 1124713 h 2400493"/>
              <a:gd name="connsiteX2527" fmla="*/ 2057020 w 2401758"/>
              <a:gd name="connsiteY2527" fmla="*/ 1119753 h 2400493"/>
              <a:gd name="connsiteX2528" fmla="*/ 2062972 w 2401758"/>
              <a:gd name="connsiteY2528" fmla="*/ 1114792 h 2400493"/>
              <a:gd name="connsiteX2529" fmla="*/ 1995016 w 2401758"/>
              <a:gd name="connsiteY2529" fmla="*/ 1112312 h 2400493"/>
              <a:gd name="connsiteX2530" fmla="*/ 2002953 w 2401758"/>
              <a:gd name="connsiteY2530" fmla="*/ 1119257 h 2400493"/>
              <a:gd name="connsiteX2531" fmla="*/ 1996008 w 2401758"/>
              <a:gd name="connsiteY2531" fmla="*/ 1126697 h 2400493"/>
              <a:gd name="connsiteX2532" fmla="*/ 1988568 w 2401758"/>
              <a:gd name="connsiteY2532" fmla="*/ 1120249 h 2400493"/>
              <a:gd name="connsiteX2533" fmla="*/ 1995016 w 2401758"/>
              <a:gd name="connsiteY2533" fmla="*/ 1112312 h 2400493"/>
              <a:gd name="connsiteX2534" fmla="*/ 1929542 w 2401758"/>
              <a:gd name="connsiteY2534" fmla="*/ 1109832 h 2400493"/>
              <a:gd name="connsiteX2535" fmla="*/ 1938470 w 2401758"/>
              <a:gd name="connsiteY2535" fmla="*/ 1119753 h 2400493"/>
              <a:gd name="connsiteX2536" fmla="*/ 1929045 w 2401758"/>
              <a:gd name="connsiteY2536" fmla="*/ 1129177 h 2400493"/>
              <a:gd name="connsiteX2537" fmla="*/ 1919621 w 2401758"/>
              <a:gd name="connsiteY2537" fmla="*/ 1119753 h 2400493"/>
              <a:gd name="connsiteX2538" fmla="*/ 1929542 w 2401758"/>
              <a:gd name="connsiteY2538" fmla="*/ 1109832 h 2400493"/>
              <a:gd name="connsiteX2539" fmla="*/ 1859106 w 2401758"/>
              <a:gd name="connsiteY2539" fmla="*/ 1107848 h 2400493"/>
              <a:gd name="connsiteX2540" fmla="*/ 1871506 w 2401758"/>
              <a:gd name="connsiteY2540" fmla="*/ 1119257 h 2400493"/>
              <a:gd name="connsiteX2541" fmla="*/ 1860098 w 2401758"/>
              <a:gd name="connsiteY2541" fmla="*/ 1131657 h 2400493"/>
              <a:gd name="connsiteX2542" fmla="*/ 1847697 w 2401758"/>
              <a:gd name="connsiteY2542" fmla="*/ 1120249 h 2400493"/>
              <a:gd name="connsiteX2543" fmla="*/ 1859106 w 2401758"/>
              <a:gd name="connsiteY2543" fmla="*/ 1107848 h 2400493"/>
              <a:gd name="connsiteX2544" fmla="*/ 1793630 w 2401758"/>
              <a:gd name="connsiteY2544" fmla="*/ 1107848 h 2400493"/>
              <a:gd name="connsiteX2545" fmla="*/ 1805038 w 2401758"/>
              <a:gd name="connsiteY2545" fmla="*/ 1119753 h 2400493"/>
              <a:gd name="connsiteX2546" fmla="*/ 1793630 w 2401758"/>
              <a:gd name="connsiteY2546" fmla="*/ 1131657 h 2400493"/>
              <a:gd name="connsiteX2547" fmla="*/ 1781229 w 2401758"/>
              <a:gd name="connsiteY2547" fmla="*/ 1119257 h 2400493"/>
              <a:gd name="connsiteX2548" fmla="*/ 1793630 w 2401758"/>
              <a:gd name="connsiteY2548" fmla="*/ 1107848 h 2400493"/>
              <a:gd name="connsiteX2549" fmla="*/ 1726667 w 2401758"/>
              <a:gd name="connsiteY2549" fmla="*/ 1105368 h 2400493"/>
              <a:gd name="connsiteX2550" fmla="*/ 1741051 w 2401758"/>
              <a:gd name="connsiteY2550" fmla="*/ 1119753 h 2400493"/>
              <a:gd name="connsiteX2551" fmla="*/ 1726667 w 2401758"/>
              <a:gd name="connsiteY2551" fmla="*/ 1134138 h 2400493"/>
              <a:gd name="connsiteX2552" fmla="*/ 1712282 w 2401758"/>
              <a:gd name="connsiteY2552" fmla="*/ 1119753 h 2400493"/>
              <a:gd name="connsiteX2553" fmla="*/ 1726667 w 2401758"/>
              <a:gd name="connsiteY2553" fmla="*/ 1105368 h 2400493"/>
              <a:gd name="connsiteX2554" fmla="*/ 1657719 w 2401758"/>
              <a:gd name="connsiteY2554" fmla="*/ 1105368 h 2400493"/>
              <a:gd name="connsiteX2555" fmla="*/ 1672104 w 2401758"/>
              <a:gd name="connsiteY2555" fmla="*/ 1119753 h 2400493"/>
              <a:gd name="connsiteX2556" fmla="*/ 1657719 w 2401758"/>
              <a:gd name="connsiteY2556" fmla="*/ 1134138 h 2400493"/>
              <a:gd name="connsiteX2557" fmla="*/ 1643334 w 2401758"/>
              <a:gd name="connsiteY2557" fmla="*/ 1119753 h 2400493"/>
              <a:gd name="connsiteX2558" fmla="*/ 1657719 w 2401758"/>
              <a:gd name="connsiteY2558" fmla="*/ 1105368 h 2400493"/>
              <a:gd name="connsiteX2559" fmla="*/ 1589763 w 2401758"/>
              <a:gd name="connsiteY2559" fmla="*/ 1102888 h 2400493"/>
              <a:gd name="connsiteX2560" fmla="*/ 1607124 w 2401758"/>
              <a:gd name="connsiteY2560" fmla="*/ 1119257 h 2400493"/>
              <a:gd name="connsiteX2561" fmla="*/ 1590755 w 2401758"/>
              <a:gd name="connsiteY2561" fmla="*/ 1136122 h 2400493"/>
              <a:gd name="connsiteX2562" fmla="*/ 1573890 w 2401758"/>
              <a:gd name="connsiteY2562" fmla="*/ 1119257 h 2400493"/>
              <a:gd name="connsiteX2563" fmla="*/ 1589763 w 2401758"/>
              <a:gd name="connsiteY2563" fmla="*/ 1102888 h 2400493"/>
              <a:gd name="connsiteX2564" fmla="*/ 1524287 w 2401758"/>
              <a:gd name="connsiteY2564" fmla="*/ 1102888 h 2400493"/>
              <a:gd name="connsiteX2565" fmla="*/ 1536192 w 2401758"/>
              <a:gd name="connsiteY2565" fmla="*/ 1108840 h 2400493"/>
              <a:gd name="connsiteX2566" fmla="*/ 1540656 w 2401758"/>
              <a:gd name="connsiteY2566" fmla="*/ 1119753 h 2400493"/>
              <a:gd name="connsiteX2567" fmla="*/ 1534704 w 2401758"/>
              <a:gd name="connsiteY2567" fmla="*/ 1131657 h 2400493"/>
              <a:gd name="connsiteX2568" fmla="*/ 1523295 w 2401758"/>
              <a:gd name="connsiteY2568" fmla="*/ 1136617 h 2400493"/>
              <a:gd name="connsiteX2569" fmla="*/ 1511390 w 2401758"/>
              <a:gd name="connsiteY2569" fmla="*/ 1130169 h 2400493"/>
              <a:gd name="connsiteX2570" fmla="*/ 1506926 w 2401758"/>
              <a:gd name="connsiteY2570" fmla="*/ 1118760 h 2400493"/>
              <a:gd name="connsiteX2571" fmla="*/ 1513871 w 2401758"/>
              <a:gd name="connsiteY2571" fmla="*/ 1107352 h 2400493"/>
              <a:gd name="connsiteX2572" fmla="*/ 1524287 w 2401758"/>
              <a:gd name="connsiteY2572" fmla="*/ 1102888 h 2400493"/>
              <a:gd name="connsiteX2573" fmla="*/ 1458316 w 2401758"/>
              <a:gd name="connsiteY2573" fmla="*/ 1102888 h 2400493"/>
              <a:gd name="connsiteX2574" fmla="*/ 1470716 w 2401758"/>
              <a:gd name="connsiteY2574" fmla="*/ 1107848 h 2400493"/>
              <a:gd name="connsiteX2575" fmla="*/ 1473693 w 2401758"/>
              <a:gd name="connsiteY2575" fmla="*/ 1116280 h 2400493"/>
              <a:gd name="connsiteX2576" fmla="*/ 1470220 w 2401758"/>
              <a:gd name="connsiteY2576" fmla="*/ 1131657 h 2400493"/>
              <a:gd name="connsiteX2577" fmla="*/ 1463772 w 2401758"/>
              <a:gd name="connsiteY2577" fmla="*/ 1136618 h 2400493"/>
              <a:gd name="connsiteX2578" fmla="*/ 1448395 w 2401758"/>
              <a:gd name="connsiteY2578" fmla="*/ 1136618 h 2400493"/>
              <a:gd name="connsiteX2579" fmla="*/ 1439963 w 2401758"/>
              <a:gd name="connsiteY2579" fmla="*/ 1123721 h 2400493"/>
              <a:gd name="connsiteX2580" fmla="*/ 1439963 w 2401758"/>
              <a:gd name="connsiteY2580" fmla="*/ 1117769 h 2400493"/>
              <a:gd name="connsiteX2581" fmla="*/ 1443931 w 2401758"/>
              <a:gd name="connsiteY2581" fmla="*/ 1107352 h 2400493"/>
              <a:gd name="connsiteX2582" fmla="*/ 1454348 w 2401758"/>
              <a:gd name="connsiteY2582" fmla="*/ 1103384 h 2400493"/>
              <a:gd name="connsiteX2583" fmla="*/ 1458316 w 2401758"/>
              <a:gd name="connsiteY2583" fmla="*/ 1102888 h 2400493"/>
              <a:gd name="connsiteX2584" fmla="*/ 1321909 w 2401758"/>
              <a:gd name="connsiteY2584" fmla="*/ 1100904 h 2400493"/>
              <a:gd name="connsiteX2585" fmla="*/ 1340758 w 2401758"/>
              <a:gd name="connsiteY2585" fmla="*/ 1119753 h 2400493"/>
              <a:gd name="connsiteX2586" fmla="*/ 1320917 w 2401758"/>
              <a:gd name="connsiteY2586" fmla="*/ 1138602 h 2400493"/>
              <a:gd name="connsiteX2587" fmla="*/ 1302564 w 2401758"/>
              <a:gd name="connsiteY2587" fmla="*/ 1118761 h 2400493"/>
              <a:gd name="connsiteX2588" fmla="*/ 1321909 w 2401758"/>
              <a:gd name="connsiteY2588" fmla="*/ 1100904 h 2400493"/>
              <a:gd name="connsiteX2589" fmla="*/ 1255937 w 2401758"/>
              <a:gd name="connsiteY2589" fmla="*/ 1100407 h 2400493"/>
              <a:gd name="connsiteX2590" fmla="*/ 1269329 w 2401758"/>
              <a:gd name="connsiteY2590" fmla="*/ 1106360 h 2400493"/>
              <a:gd name="connsiteX2591" fmla="*/ 1274290 w 2401758"/>
              <a:gd name="connsiteY2591" fmla="*/ 1119752 h 2400493"/>
              <a:gd name="connsiteX2592" fmla="*/ 1269329 w 2401758"/>
              <a:gd name="connsiteY2592" fmla="*/ 1133145 h 2400493"/>
              <a:gd name="connsiteX2593" fmla="*/ 1253952 w 2401758"/>
              <a:gd name="connsiteY2593" fmla="*/ 1138601 h 2400493"/>
              <a:gd name="connsiteX2594" fmla="*/ 1241056 w 2401758"/>
              <a:gd name="connsiteY2594" fmla="*/ 1133641 h 2400493"/>
              <a:gd name="connsiteX2595" fmla="*/ 1235599 w 2401758"/>
              <a:gd name="connsiteY2595" fmla="*/ 1118760 h 2400493"/>
              <a:gd name="connsiteX2596" fmla="*/ 1241056 w 2401758"/>
              <a:gd name="connsiteY2596" fmla="*/ 1105368 h 2400493"/>
              <a:gd name="connsiteX2597" fmla="*/ 1255937 w 2401758"/>
              <a:gd name="connsiteY2597" fmla="*/ 1100407 h 2400493"/>
              <a:gd name="connsiteX2598" fmla="*/ 1388376 w 2401758"/>
              <a:gd name="connsiteY2598" fmla="*/ 1099912 h 2400493"/>
              <a:gd name="connsiteX2599" fmla="*/ 1402265 w 2401758"/>
              <a:gd name="connsiteY2599" fmla="*/ 1106360 h 2400493"/>
              <a:gd name="connsiteX2600" fmla="*/ 1408217 w 2401758"/>
              <a:gd name="connsiteY2600" fmla="*/ 1119753 h 2400493"/>
              <a:gd name="connsiteX2601" fmla="*/ 1401769 w 2401758"/>
              <a:gd name="connsiteY2601" fmla="*/ 1132650 h 2400493"/>
              <a:gd name="connsiteX2602" fmla="*/ 1387880 w 2401758"/>
              <a:gd name="connsiteY2602" fmla="*/ 1138106 h 2400493"/>
              <a:gd name="connsiteX2603" fmla="*/ 1374983 w 2401758"/>
              <a:gd name="connsiteY2603" fmla="*/ 1132650 h 2400493"/>
              <a:gd name="connsiteX2604" fmla="*/ 1369527 w 2401758"/>
              <a:gd name="connsiteY2604" fmla="*/ 1118265 h 2400493"/>
              <a:gd name="connsiteX2605" fmla="*/ 1375479 w 2401758"/>
              <a:gd name="connsiteY2605" fmla="*/ 1105368 h 2400493"/>
              <a:gd name="connsiteX2606" fmla="*/ 1388376 w 2401758"/>
              <a:gd name="connsiteY2606" fmla="*/ 1099912 h 2400493"/>
              <a:gd name="connsiteX2607" fmla="*/ 1186990 w 2401758"/>
              <a:gd name="connsiteY2607" fmla="*/ 1098423 h 2400493"/>
              <a:gd name="connsiteX2608" fmla="*/ 1207823 w 2401758"/>
              <a:gd name="connsiteY2608" fmla="*/ 1119752 h 2400493"/>
              <a:gd name="connsiteX2609" fmla="*/ 1185998 w 2401758"/>
              <a:gd name="connsiteY2609" fmla="*/ 1141081 h 2400493"/>
              <a:gd name="connsiteX2610" fmla="*/ 1164668 w 2401758"/>
              <a:gd name="connsiteY2610" fmla="*/ 1119256 h 2400493"/>
              <a:gd name="connsiteX2611" fmla="*/ 1186990 w 2401758"/>
              <a:gd name="connsiteY2611" fmla="*/ 1098423 h 2400493"/>
              <a:gd name="connsiteX2612" fmla="*/ 1119529 w 2401758"/>
              <a:gd name="connsiteY2612" fmla="*/ 1098423 h 2400493"/>
              <a:gd name="connsiteX2613" fmla="*/ 1140858 w 2401758"/>
              <a:gd name="connsiteY2613" fmla="*/ 1120248 h 2400493"/>
              <a:gd name="connsiteX2614" fmla="*/ 1118537 w 2401758"/>
              <a:gd name="connsiteY2614" fmla="*/ 1141081 h 2400493"/>
              <a:gd name="connsiteX2615" fmla="*/ 1097704 w 2401758"/>
              <a:gd name="connsiteY2615" fmla="*/ 1118760 h 2400493"/>
              <a:gd name="connsiteX2616" fmla="*/ 1119529 w 2401758"/>
              <a:gd name="connsiteY2616" fmla="*/ 1098423 h 2400493"/>
              <a:gd name="connsiteX2617" fmla="*/ 1053062 w 2401758"/>
              <a:gd name="connsiteY2617" fmla="*/ 1097927 h 2400493"/>
              <a:gd name="connsiteX2618" fmla="*/ 1067943 w 2401758"/>
              <a:gd name="connsiteY2618" fmla="*/ 1104871 h 2400493"/>
              <a:gd name="connsiteX2619" fmla="*/ 1074392 w 2401758"/>
              <a:gd name="connsiteY2619" fmla="*/ 1120744 h 2400493"/>
              <a:gd name="connsiteX2620" fmla="*/ 1067943 w 2401758"/>
              <a:gd name="connsiteY2620" fmla="*/ 1134633 h 2400493"/>
              <a:gd name="connsiteX2621" fmla="*/ 1052566 w 2401758"/>
              <a:gd name="connsiteY2621" fmla="*/ 1141081 h 2400493"/>
              <a:gd name="connsiteX2622" fmla="*/ 1037688 w 2401758"/>
              <a:gd name="connsiteY2622" fmla="*/ 1134137 h 2400493"/>
              <a:gd name="connsiteX2623" fmla="*/ 1031240 w 2401758"/>
              <a:gd name="connsiteY2623" fmla="*/ 1118760 h 2400493"/>
              <a:gd name="connsiteX2624" fmla="*/ 1038681 w 2401758"/>
              <a:gd name="connsiteY2624" fmla="*/ 1103879 h 2400493"/>
              <a:gd name="connsiteX2625" fmla="*/ 1053062 w 2401758"/>
              <a:gd name="connsiteY2625" fmla="*/ 1097927 h 2400493"/>
              <a:gd name="connsiteX2626" fmla="*/ 986631 w 2401758"/>
              <a:gd name="connsiteY2626" fmla="*/ 1097927 h 2400493"/>
              <a:gd name="connsiteX2627" fmla="*/ 1007464 w 2401758"/>
              <a:gd name="connsiteY2627" fmla="*/ 1120248 h 2400493"/>
              <a:gd name="connsiteX2628" fmla="*/ 986135 w 2401758"/>
              <a:gd name="connsiteY2628" fmla="*/ 1141081 h 2400493"/>
              <a:gd name="connsiteX2629" fmla="*/ 964807 w 2401758"/>
              <a:gd name="connsiteY2629" fmla="*/ 1119256 h 2400493"/>
              <a:gd name="connsiteX2630" fmla="*/ 986631 w 2401758"/>
              <a:gd name="connsiteY2630" fmla="*/ 1097927 h 2400493"/>
              <a:gd name="connsiteX2631" fmla="*/ 917199 w 2401758"/>
              <a:gd name="connsiteY2631" fmla="*/ 1095943 h 2400493"/>
              <a:gd name="connsiteX2632" fmla="*/ 941007 w 2401758"/>
              <a:gd name="connsiteY2632" fmla="*/ 1120248 h 2400493"/>
              <a:gd name="connsiteX2633" fmla="*/ 917199 w 2401758"/>
              <a:gd name="connsiteY2633" fmla="*/ 1143562 h 2400493"/>
              <a:gd name="connsiteX2634" fmla="*/ 893390 w 2401758"/>
              <a:gd name="connsiteY2634" fmla="*/ 1119256 h 2400493"/>
              <a:gd name="connsiteX2635" fmla="*/ 917199 w 2401758"/>
              <a:gd name="connsiteY2635" fmla="*/ 1095943 h 2400493"/>
              <a:gd name="connsiteX2636" fmla="*/ 849740 w 2401758"/>
              <a:gd name="connsiteY2636" fmla="*/ 1095943 h 2400493"/>
              <a:gd name="connsiteX2637" fmla="*/ 874045 w 2401758"/>
              <a:gd name="connsiteY2637" fmla="*/ 1118760 h 2400493"/>
              <a:gd name="connsiteX2638" fmla="*/ 850732 w 2401758"/>
              <a:gd name="connsiteY2638" fmla="*/ 1143562 h 2400493"/>
              <a:gd name="connsiteX2639" fmla="*/ 826426 w 2401758"/>
              <a:gd name="connsiteY2639" fmla="*/ 1120744 h 2400493"/>
              <a:gd name="connsiteX2640" fmla="*/ 849740 w 2401758"/>
              <a:gd name="connsiteY2640" fmla="*/ 1095943 h 2400493"/>
              <a:gd name="connsiteX2641" fmla="*/ 784257 w 2401758"/>
              <a:gd name="connsiteY2641" fmla="*/ 1095447 h 2400493"/>
              <a:gd name="connsiteX2642" fmla="*/ 807570 w 2401758"/>
              <a:gd name="connsiteY2642" fmla="*/ 1119752 h 2400493"/>
              <a:gd name="connsiteX2643" fmla="*/ 784257 w 2401758"/>
              <a:gd name="connsiteY2643" fmla="*/ 1142570 h 2400493"/>
              <a:gd name="connsiteX2644" fmla="*/ 759950 w 2401758"/>
              <a:gd name="connsiteY2644" fmla="*/ 1119256 h 2400493"/>
              <a:gd name="connsiteX2645" fmla="*/ 784257 w 2401758"/>
              <a:gd name="connsiteY2645" fmla="*/ 1095447 h 2400493"/>
              <a:gd name="connsiteX2646" fmla="*/ 714291 w 2401758"/>
              <a:gd name="connsiteY2646" fmla="*/ 1095447 h 2400493"/>
              <a:gd name="connsiteX2647" fmla="*/ 738596 w 2401758"/>
              <a:gd name="connsiteY2647" fmla="*/ 1119256 h 2400493"/>
              <a:gd name="connsiteX2648" fmla="*/ 714787 w 2401758"/>
              <a:gd name="connsiteY2648" fmla="*/ 1143066 h 2400493"/>
              <a:gd name="connsiteX2649" fmla="*/ 690979 w 2401758"/>
              <a:gd name="connsiteY2649" fmla="*/ 1118760 h 2400493"/>
              <a:gd name="connsiteX2650" fmla="*/ 714291 w 2401758"/>
              <a:gd name="connsiteY2650" fmla="*/ 1095447 h 2400493"/>
              <a:gd name="connsiteX2651" fmla="*/ 649345 w 2401758"/>
              <a:gd name="connsiteY2651" fmla="*/ 1095447 h 2400493"/>
              <a:gd name="connsiteX2652" fmla="*/ 672161 w 2401758"/>
              <a:gd name="connsiteY2652" fmla="*/ 1119752 h 2400493"/>
              <a:gd name="connsiteX2653" fmla="*/ 647858 w 2401758"/>
              <a:gd name="connsiteY2653" fmla="*/ 1143562 h 2400493"/>
              <a:gd name="connsiteX2654" fmla="*/ 624546 w 2401758"/>
              <a:gd name="connsiteY2654" fmla="*/ 1118760 h 2400493"/>
              <a:gd name="connsiteX2655" fmla="*/ 630994 w 2401758"/>
              <a:gd name="connsiteY2655" fmla="*/ 1102391 h 2400493"/>
              <a:gd name="connsiteX2656" fmla="*/ 649345 w 2401758"/>
              <a:gd name="connsiteY2656" fmla="*/ 1095447 h 2400493"/>
              <a:gd name="connsiteX2657" fmla="*/ 43663 w 2401758"/>
              <a:gd name="connsiteY2657" fmla="*/ 1093464 h 2400493"/>
              <a:gd name="connsiteX2658" fmla="*/ 69457 w 2401758"/>
              <a:gd name="connsiteY2658" fmla="*/ 1119753 h 2400493"/>
              <a:gd name="connsiteX2659" fmla="*/ 42671 w 2401758"/>
              <a:gd name="connsiteY2659" fmla="*/ 1146042 h 2400493"/>
              <a:gd name="connsiteX2660" fmla="*/ 16878 w 2401758"/>
              <a:gd name="connsiteY2660" fmla="*/ 1119753 h 2400493"/>
              <a:gd name="connsiteX2661" fmla="*/ 43663 w 2401758"/>
              <a:gd name="connsiteY2661" fmla="*/ 1093464 h 2400493"/>
              <a:gd name="connsiteX2662" fmla="*/ 514425 w 2401758"/>
              <a:gd name="connsiteY2662" fmla="*/ 1093463 h 2400493"/>
              <a:gd name="connsiteX2663" fmla="*/ 540718 w 2401758"/>
              <a:gd name="connsiteY2663" fmla="*/ 1118760 h 2400493"/>
              <a:gd name="connsiteX2664" fmla="*/ 515913 w 2401758"/>
              <a:gd name="connsiteY2664" fmla="*/ 1145546 h 2400493"/>
              <a:gd name="connsiteX2665" fmla="*/ 489125 w 2401758"/>
              <a:gd name="connsiteY2665" fmla="*/ 1119752 h 2400493"/>
              <a:gd name="connsiteX2666" fmla="*/ 514425 w 2401758"/>
              <a:gd name="connsiteY2666" fmla="*/ 1093463 h 2400493"/>
              <a:gd name="connsiteX2667" fmla="*/ 446945 w 2401758"/>
              <a:gd name="connsiteY2667" fmla="*/ 1093463 h 2400493"/>
              <a:gd name="connsiteX2668" fmla="*/ 464803 w 2401758"/>
              <a:gd name="connsiteY2668" fmla="*/ 1101400 h 2400493"/>
              <a:gd name="connsiteX2669" fmla="*/ 472243 w 2401758"/>
              <a:gd name="connsiteY2669" fmla="*/ 1119753 h 2400493"/>
              <a:gd name="connsiteX2670" fmla="*/ 463315 w 2401758"/>
              <a:gd name="connsiteY2670" fmla="*/ 1138602 h 2400493"/>
              <a:gd name="connsiteX2671" fmla="*/ 444960 w 2401758"/>
              <a:gd name="connsiteY2671" fmla="*/ 1145050 h 2400493"/>
              <a:gd name="connsiteX2672" fmla="*/ 427103 w 2401758"/>
              <a:gd name="connsiteY2672" fmla="*/ 1137114 h 2400493"/>
              <a:gd name="connsiteX2673" fmla="*/ 420157 w 2401758"/>
              <a:gd name="connsiteY2673" fmla="*/ 1118761 h 2400493"/>
              <a:gd name="connsiteX2674" fmla="*/ 428591 w 2401758"/>
              <a:gd name="connsiteY2674" fmla="*/ 1099912 h 2400493"/>
              <a:gd name="connsiteX2675" fmla="*/ 446945 w 2401758"/>
              <a:gd name="connsiteY2675" fmla="*/ 1093463 h 2400493"/>
              <a:gd name="connsiteX2676" fmla="*/ 377997 w 2401758"/>
              <a:gd name="connsiteY2676" fmla="*/ 1093463 h 2400493"/>
              <a:gd name="connsiteX2677" fmla="*/ 405281 w 2401758"/>
              <a:gd name="connsiteY2677" fmla="*/ 1118760 h 2400493"/>
              <a:gd name="connsiteX2678" fmla="*/ 380477 w 2401758"/>
              <a:gd name="connsiteY2678" fmla="*/ 1145546 h 2400493"/>
              <a:gd name="connsiteX2679" fmla="*/ 353194 w 2401758"/>
              <a:gd name="connsiteY2679" fmla="*/ 1120248 h 2400493"/>
              <a:gd name="connsiteX2680" fmla="*/ 377997 w 2401758"/>
              <a:gd name="connsiteY2680" fmla="*/ 1093463 h 2400493"/>
              <a:gd name="connsiteX2681" fmla="*/ 312525 w 2401758"/>
              <a:gd name="connsiteY2681" fmla="*/ 1093463 h 2400493"/>
              <a:gd name="connsiteX2682" fmla="*/ 338816 w 2401758"/>
              <a:gd name="connsiteY2682" fmla="*/ 1120248 h 2400493"/>
              <a:gd name="connsiteX2683" fmla="*/ 312525 w 2401758"/>
              <a:gd name="connsiteY2683" fmla="*/ 1145546 h 2400493"/>
              <a:gd name="connsiteX2684" fmla="*/ 286236 w 2401758"/>
              <a:gd name="connsiteY2684" fmla="*/ 1118760 h 2400493"/>
              <a:gd name="connsiteX2685" fmla="*/ 312525 w 2401758"/>
              <a:gd name="connsiteY2685" fmla="*/ 1093463 h 2400493"/>
              <a:gd name="connsiteX2686" fmla="*/ 244064 w 2401758"/>
              <a:gd name="connsiteY2686" fmla="*/ 1093463 h 2400493"/>
              <a:gd name="connsiteX2687" fmla="*/ 269362 w 2401758"/>
              <a:gd name="connsiteY2687" fmla="*/ 1120744 h 2400493"/>
              <a:gd name="connsiteX2688" fmla="*/ 242576 w 2401758"/>
              <a:gd name="connsiteY2688" fmla="*/ 1145546 h 2400493"/>
              <a:gd name="connsiteX2689" fmla="*/ 217279 w 2401758"/>
              <a:gd name="connsiteY2689" fmla="*/ 1118264 h 2400493"/>
              <a:gd name="connsiteX2690" fmla="*/ 244064 w 2401758"/>
              <a:gd name="connsiteY2690" fmla="*/ 1093463 h 2400493"/>
              <a:gd name="connsiteX2691" fmla="*/ 176590 w 2401758"/>
              <a:gd name="connsiteY2691" fmla="*/ 1093463 h 2400493"/>
              <a:gd name="connsiteX2692" fmla="*/ 202384 w 2401758"/>
              <a:gd name="connsiteY2692" fmla="*/ 1120248 h 2400493"/>
              <a:gd name="connsiteX2693" fmla="*/ 176094 w 2401758"/>
              <a:gd name="connsiteY2693" fmla="*/ 1145546 h 2400493"/>
              <a:gd name="connsiteX2694" fmla="*/ 150301 w 2401758"/>
              <a:gd name="connsiteY2694" fmla="*/ 1118760 h 2400493"/>
              <a:gd name="connsiteX2695" fmla="*/ 176590 w 2401758"/>
              <a:gd name="connsiteY2695" fmla="*/ 1093463 h 2400493"/>
              <a:gd name="connsiteX2696" fmla="*/ 108640 w 2401758"/>
              <a:gd name="connsiteY2696" fmla="*/ 1093463 h 2400493"/>
              <a:gd name="connsiteX2697" fmla="*/ 135922 w 2401758"/>
              <a:gd name="connsiteY2697" fmla="*/ 1119256 h 2400493"/>
              <a:gd name="connsiteX2698" fmla="*/ 110624 w 2401758"/>
              <a:gd name="connsiteY2698" fmla="*/ 1145546 h 2400493"/>
              <a:gd name="connsiteX2699" fmla="*/ 83343 w 2401758"/>
              <a:gd name="connsiteY2699" fmla="*/ 1119752 h 2400493"/>
              <a:gd name="connsiteX2700" fmla="*/ 108640 w 2401758"/>
              <a:gd name="connsiteY2700" fmla="*/ 1093463 h 2400493"/>
              <a:gd name="connsiteX2701" fmla="*/ 581366 w 2401758"/>
              <a:gd name="connsiteY2701" fmla="*/ 1092967 h 2400493"/>
              <a:gd name="connsiteX2702" fmla="*/ 597240 w 2401758"/>
              <a:gd name="connsiteY2702" fmla="*/ 1100407 h 2400493"/>
              <a:gd name="connsiteX2703" fmla="*/ 607658 w 2401758"/>
              <a:gd name="connsiteY2703" fmla="*/ 1119752 h 2400493"/>
              <a:gd name="connsiteX2704" fmla="*/ 601208 w 2401758"/>
              <a:gd name="connsiteY2704" fmla="*/ 1134137 h 2400493"/>
              <a:gd name="connsiteX2705" fmla="*/ 582358 w 2401758"/>
              <a:gd name="connsiteY2705" fmla="*/ 1145546 h 2400493"/>
              <a:gd name="connsiteX2706" fmla="*/ 566982 w 2401758"/>
              <a:gd name="connsiteY2706" fmla="*/ 1139097 h 2400493"/>
              <a:gd name="connsiteX2707" fmla="*/ 555076 w 2401758"/>
              <a:gd name="connsiteY2707" fmla="*/ 1120248 h 2400493"/>
              <a:gd name="connsiteX2708" fmla="*/ 562020 w 2401758"/>
              <a:gd name="connsiteY2708" fmla="*/ 1103880 h 2400493"/>
              <a:gd name="connsiteX2709" fmla="*/ 581366 w 2401758"/>
              <a:gd name="connsiteY2709" fmla="*/ 1092967 h 2400493"/>
              <a:gd name="connsiteX2710" fmla="*/ 2198388 w 2401758"/>
              <a:gd name="connsiteY2710" fmla="*/ 1049317 h 2400493"/>
              <a:gd name="connsiteX2711" fmla="*/ 2200372 w 2401758"/>
              <a:gd name="connsiteY2711" fmla="*/ 1052789 h 2400493"/>
              <a:gd name="connsiteX2712" fmla="*/ 2197396 w 2401758"/>
              <a:gd name="connsiteY2712" fmla="*/ 1055269 h 2400493"/>
              <a:gd name="connsiteX2713" fmla="*/ 2195908 w 2401758"/>
              <a:gd name="connsiteY2713" fmla="*/ 1052789 h 2400493"/>
              <a:gd name="connsiteX2714" fmla="*/ 2198388 w 2401758"/>
              <a:gd name="connsiteY2714" fmla="*/ 1049317 h 2400493"/>
              <a:gd name="connsiteX2715" fmla="*/ 2129936 w 2401758"/>
              <a:gd name="connsiteY2715" fmla="*/ 1047829 h 2400493"/>
              <a:gd name="connsiteX2716" fmla="*/ 2134896 w 2401758"/>
              <a:gd name="connsiteY2716" fmla="*/ 1053285 h 2400493"/>
              <a:gd name="connsiteX2717" fmla="*/ 2128944 w 2401758"/>
              <a:gd name="connsiteY2717" fmla="*/ 1057253 h 2400493"/>
              <a:gd name="connsiteX2718" fmla="*/ 2124480 w 2401758"/>
              <a:gd name="connsiteY2718" fmla="*/ 1052789 h 2400493"/>
              <a:gd name="connsiteX2719" fmla="*/ 2129936 w 2401758"/>
              <a:gd name="connsiteY2719" fmla="*/ 1047829 h 2400493"/>
              <a:gd name="connsiteX2720" fmla="*/ 2062972 w 2401758"/>
              <a:gd name="connsiteY2720" fmla="*/ 1046341 h 2400493"/>
              <a:gd name="connsiteX2721" fmla="*/ 2070908 w 2401758"/>
              <a:gd name="connsiteY2721" fmla="*/ 1053285 h 2400493"/>
              <a:gd name="connsiteX2722" fmla="*/ 2062476 w 2401758"/>
              <a:gd name="connsiteY2722" fmla="*/ 1059733 h 2400493"/>
              <a:gd name="connsiteX2723" fmla="*/ 2055532 w 2401758"/>
              <a:gd name="connsiteY2723" fmla="*/ 1053285 h 2400493"/>
              <a:gd name="connsiteX2724" fmla="*/ 2062972 w 2401758"/>
              <a:gd name="connsiteY2724" fmla="*/ 1046341 h 2400493"/>
              <a:gd name="connsiteX2725" fmla="*/ 1996009 w 2401758"/>
              <a:gd name="connsiteY2725" fmla="*/ 1043364 h 2400493"/>
              <a:gd name="connsiteX2726" fmla="*/ 2005434 w 2401758"/>
              <a:gd name="connsiteY2726" fmla="*/ 1052789 h 2400493"/>
              <a:gd name="connsiteX2727" fmla="*/ 1996009 w 2401758"/>
              <a:gd name="connsiteY2727" fmla="*/ 1062213 h 2400493"/>
              <a:gd name="connsiteX2728" fmla="*/ 1986089 w 2401758"/>
              <a:gd name="connsiteY2728" fmla="*/ 1053285 h 2400493"/>
              <a:gd name="connsiteX2729" fmla="*/ 1996009 w 2401758"/>
              <a:gd name="connsiteY2729" fmla="*/ 1043364 h 2400493"/>
              <a:gd name="connsiteX2730" fmla="*/ 1929046 w 2401758"/>
              <a:gd name="connsiteY2730" fmla="*/ 1040884 h 2400493"/>
              <a:gd name="connsiteX2731" fmla="*/ 1940950 w 2401758"/>
              <a:gd name="connsiteY2731" fmla="*/ 1052789 h 2400493"/>
              <a:gd name="connsiteX2732" fmla="*/ 1929046 w 2401758"/>
              <a:gd name="connsiteY2732" fmla="*/ 1064693 h 2400493"/>
              <a:gd name="connsiteX2733" fmla="*/ 1917141 w 2401758"/>
              <a:gd name="connsiteY2733" fmla="*/ 1052789 h 2400493"/>
              <a:gd name="connsiteX2734" fmla="*/ 1929046 w 2401758"/>
              <a:gd name="connsiteY2734" fmla="*/ 1040884 h 2400493"/>
              <a:gd name="connsiteX2735" fmla="*/ 1860098 w 2401758"/>
              <a:gd name="connsiteY2735" fmla="*/ 1040884 h 2400493"/>
              <a:gd name="connsiteX2736" fmla="*/ 1871506 w 2401758"/>
              <a:gd name="connsiteY2736" fmla="*/ 1054277 h 2400493"/>
              <a:gd name="connsiteX2737" fmla="*/ 1858610 w 2401758"/>
              <a:gd name="connsiteY2737" fmla="*/ 1064693 h 2400493"/>
              <a:gd name="connsiteX2738" fmla="*/ 1847697 w 2401758"/>
              <a:gd name="connsiteY2738" fmla="*/ 1051797 h 2400493"/>
              <a:gd name="connsiteX2739" fmla="*/ 1860098 w 2401758"/>
              <a:gd name="connsiteY2739" fmla="*/ 1040884 h 2400493"/>
              <a:gd name="connsiteX2740" fmla="*/ 1793134 w 2401758"/>
              <a:gd name="connsiteY2740" fmla="*/ 1038404 h 2400493"/>
              <a:gd name="connsiteX2741" fmla="*/ 1807518 w 2401758"/>
              <a:gd name="connsiteY2741" fmla="*/ 1052789 h 2400493"/>
              <a:gd name="connsiteX2742" fmla="*/ 1794126 w 2401758"/>
              <a:gd name="connsiteY2742" fmla="*/ 1067173 h 2400493"/>
              <a:gd name="connsiteX2743" fmla="*/ 1778749 w 2401758"/>
              <a:gd name="connsiteY2743" fmla="*/ 1053285 h 2400493"/>
              <a:gd name="connsiteX2744" fmla="*/ 1793134 w 2401758"/>
              <a:gd name="connsiteY2744" fmla="*/ 1038404 h 2400493"/>
              <a:gd name="connsiteX2745" fmla="*/ 1726667 w 2401758"/>
              <a:gd name="connsiteY2745" fmla="*/ 1038404 h 2400493"/>
              <a:gd name="connsiteX2746" fmla="*/ 1741051 w 2401758"/>
              <a:gd name="connsiteY2746" fmla="*/ 1052789 h 2400493"/>
              <a:gd name="connsiteX2747" fmla="*/ 1726667 w 2401758"/>
              <a:gd name="connsiteY2747" fmla="*/ 1067174 h 2400493"/>
              <a:gd name="connsiteX2748" fmla="*/ 1712282 w 2401758"/>
              <a:gd name="connsiteY2748" fmla="*/ 1052789 h 2400493"/>
              <a:gd name="connsiteX2749" fmla="*/ 1726667 w 2401758"/>
              <a:gd name="connsiteY2749" fmla="*/ 1038404 h 2400493"/>
              <a:gd name="connsiteX2750" fmla="*/ 1590755 w 2401758"/>
              <a:gd name="connsiteY2750" fmla="*/ 1036421 h 2400493"/>
              <a:gd name="connsiteX2751" fmla="*/ 1602660 w 2401758"/>
              <a:gd name="connsiteY2751" fmla="*/ 1042373 h 2400493"/>
              <a:gd name="connsiteX2752" fmla="*/ 1607124 w 2401758"/>
              <a:gd name="connsiteY2752" fmla="*/ 1053286 h 2400493"/>
              <a:gd name="connsiteX2753" fmla="*/ 1601171 w 2401758"/>
              <a:gd name="connsiteY2753" fmla="*/ 1065190 h 2400493"/>
              <a:gd name="connsiteX2754" fmla="*/ 1589763 w 2401758"/>
              <a:gd name="connsiteY2754" fmla="*/ 1070150 h 2400493"/>
              <a:gd name="connsiteX2755" fmla="*/ 1577858 w 2401758"/>
              <a:gd name="connsiteY2755" fmla="*/ 1063702 h 2400493"/>
              <a:gd name="connsiteX2756" fmla="*/ 1573394 w 2401758"/>
              <a:gd name="connsiteY2756" fmla="*/ 1052294 h 2400493"/>
              <a:gd name="connsiteX2757" fmla="*/ 1580338 w 2401758"/>
              <a:gd name="connsiteY2757" fmla="*/ 1040885 h 2400493"/>
              <a:gd name="connsiteX2758" fmla="*/ 1590755 w 2401758"/>
              <a:gd name="connsiteY2758" fmla="*/ 1036421 h 2400493"/>
              <a:gd name="connsiteX2759" fmla="*/ 1524288 w 2401758"/>
              <a:gd name="connsiteY2759" fmla="*/ 1036420 h 2400493"/>
              <a:gd name="connsiteX2760" fmla="*/ 1541153 w 2401758"/>
              <a:gd name="connsiteY2760" fmla="*/ 1052789 h 2400493"/>
              <a:gd name="connsiteX2761" fmla="*/ 1524784 w 2401758"/>
              <a:gd name="connsiteY2761" fmla="*/ 1069654 h 2400493"/>
              <a:gd name="connsiteX2762" fmla="*/ 1507919 w 2401758"/>
              <a:gd name="connsiteY2762" fmla="*/ 1053285 h 2400493"/>
              <a:gd name="connsiteX2763" fmla="*/ 1524288 w 2401758"/>
              <a:gd name="connsiteY2763" fmla="*/ 1036420 h 2400493"/>
              <a:gd name="connsiteX2764" fmla="*/ 1657719 w 2401758"/>
              <a:gd name="connsiteY2764" fmla="*/ 1035428 h 2400493"/>
              <a:gd name="connsiteX2765" fmla="*/ 1669624 w 2401758"/>
              <a:gd name="connsiteY2765" fmla="*/ 1041380 h 2400493"/>
              <a:gd name="connsiteX2766" fmla="*/ 1674584 w 2401758"/>
              <a:gd name="connsiteY2766" fmla="*/ 1052789 h 2400493"/>
              <a:gd name="connsiteX2767" fmla="*/ 1668135 w 2401758"/>
              <a:gd name="connsiteY2767" fmla="*/ 1064694 h 2400493"/>
              <a:gd name="connsiteX2768" fmla="*/ 1657223 w 2401758"/>
              <a:gd name="connsiteY2768" fmla="*/ 1068662 h 2400493"/>
              <a:gd name="connsiteX2769" fmla="*/ 1645318 w 2401758"/>
              <a:gd name="connsiteY2769" fmla="*/ 1062709 h 2400493"/>
              <a:gd name="connsiteX2770" fmla="*/ 1640854 w 2401758"/>
              <a:gd name="connsiteY2770" fmla="*/ 1051301 h 2400493"/>
              <a:gd name="connsiteX2771" fmla="*/ 1646310 w 2401758"/>
              <a:gd name="connsiteY2771" fmla="*/ 1040388 h 2400493"/>
              <a:gd name="connsiteX2772" fmla="*/ 1657719 w 2401758"/>
              <a:gd name="connsiteY2772" fmla="*/ 1035428 h 2400493"/>
              <a:gd name="connsiteX2773" fmla="*/ 1456828 w 2401758"/>
              <a:gd name="connsiteY2773" fmla="*/ 1033940 h 2400493"/>
              <a:gd name="connsiteX2774" fmla="*/ 1476669 w 2401758"/>
              <a:gd name="connsiteY2774" fmla="*/ 1052293 h 2400493"/>
              <a:gd name="connsiteX2775" fmla="*/ 1457820 w 2401758"/>
              <a:gd name="connsiteY2775" fmla="*/ 1072134 h 2400493"/>
              <a:gd name="connsiteX2776" fmla="*/ 1438475 w 2401758"/>
              <a:gd name="connsiteY2776" fmla="*/ 1053285 h 2400493"/>
              <a:gd name="connsiteX2777" fmla="*/ 1456828 w 2401758"/>
              <a:gd name="connsiteY2777" fmla="*/ 1033940 h 2400493"/>
              <a:gd name="connsiteX2778" fmla="*/ 1388872 w 2401758"/>
              <a:gd name="connsiteY2778" fmla="*/ 1033940 h 2400493"/>
              <a:gd name="connsiteX2779" fmla="*/ 1407721 w 2401758"/>
              <a:gd name="connsiteY2779" fmla="*/ 1053781 h 2400493"/>
              <a:gd name="connsiteX2780" fmla="*/ 1387880 w 2401758"/>
              <a:gd name="connsiteY2780" fmla="*/ 1072134 h 2400493"/>
              <a:gd name="connsiteX2781" fmla="*/ 1369527 w 2401758"/>
              <a:gd name="connsiteY2781" fmla="*/ 1053285 h 2400493"/>
              <a:gd name="connsiteX2782" fmla="*/ 1388872 w 2401758"/>
              <a:gd name="connsiteY2782" fmla="*/ 1033940 h 2400493"/>
              <a:gd name="connsiteX2783" fmla="*/ 1322900 w 2401758"/>
              <a:gd name="connsiteY2783" fmla="*/ 1033444 h 2400493"/>
              <a:gd name="connsiteX2784" fmla="*/ 1336293 w 2401758"/>
              <a:gd name="connsiteY2784" fmla="*/ 1038901 h 2400493"/>
              <a:gd name="connsiteX2785" fmla="*/ 1341253 w 2401758"/>
              <a:gd name="connsiteY2785" fmla="*/ 1053782 h 2400493"/>
              <a:gd name="connsiteX2786" fmla="*/ 1335301 w 2401758"/>
              <a:gd name="connsiteY2786" fmla="*/ 1067174 h 2400493"/>
              <a:gd name="connsiteX2787" fmla="*/ 1321908 w 2401758"/>
              <a:gd name="connsiteY2787" fmla="*/ 1072135 h 2400493"/>
              <a:gd name="connsiteX2788" fmla="*/ 1308515 w 2401758"/>
              <a:gd name="connsiteY2788" fmla="*/ 1067174 h 2400493"/>
              <a:gd name="connsiteX2789" fmla="*/ 1303059 w 2401758"/>
              <a:gd name="connsiteY2789" fmla="*/ 1051797 h 2400493"/>
              <a:gd name="connsiteX2790" fmla="*/ 1308019 w 2401758"/>
              <a:gd name="connsiteY2790" fmla="*/ 1038901 h 2400493"/>
              <a:gd name="connsiteX2791" fmla="*/ 1322900 w 2401758"/>
              <a:gd name="connsiteY2791" fmla="*/ 1033444 h 2400493"/>
              <a:gd name="connsiteX2792" fmla="*/ 1053062 w 2401758"/>
              <a:gd name="connsiteY2792" fmla="*/ 1031956 h 2400493"/>
              <a:gd name="connsiteX2793" fmla="*/ 1074391 w 2401758"/>
              <a:gd name="connsiteY2793" fmla="*/ 1053285 h 2400493"/>
              <a:gd name="connsiteX2794" fmla="*/ 1052566 w 2401758"/>
              <a:gd name="connsiteY2794" fmla="*/ 1074614 h 2400493"/>
              <a:gd name="connsiteX2795" fmla="*/ 1031750 w 2401758"/>
              <a:gd name="connsiteY2795" fmla="*/ 1052293 h 2400493"/>
              <a:gd name="connsiteX2796" fmla="*/ 1053062 w 2401758"/>
              <a:gd name="connsiteY2796" fmla="*/ 1031956 h 2400493"/>
              <a:gd name="connsiteX2797" fmla="*/ 1254945 w 2401758"/>
              <a:gd name="connsiteY2797" fmla="*/ 1031460 h 2400493"/>
              <a:gd name="connsiteX2798" fmla="*/ 1276274 w 2401758"/>
              <a:gd name="connsiteY2798" fmla="*/ 1053285 h 2400493"/>
              <a:gd name="connsiteX2799" fmla="*/ 1255441 w 2401758"/>
              <a:gd name="connsiteY2799" fmla="*/ 1074614 h 2400493"/>
              <a:gd name="connsiteX2800" fmla="*/ 1233120 w 2401758"/>
              <a:gd name="connsiteY2800" fmla="*/ 1053781 h 2400493"/>
              <a:gd name="connsiteX2801" fmla="*/ 1254945 w 2401758"/>
              <a:gd name="connsiteY2801" fmla="*/ 1031460 h 2400493"/>
              <a:gd name="connsiteX2802" fmla="*/ 1121018 w 2401758"/>
              <a:gd name="connsiteY2802" fmla="*/ 1031460 h 2400493"/>
              <a:gd name="connsiteX2803" fmla="*/ 1134907 w 2401758"/>
              <a:gd name="connsiteY2803" fmla="*/ 1038404 h 2400493"/>
              <a:gd name="connsiteX2804" fmla="*/ 1140859 w 2401758"/>
              <a:gd name="connsiteY2804" fmla="*/ 1053781 h 2400493"/>
              <a:gd name="connsiteX2805" fmla="*/ 1132427 w 2401758"/>
              <a:gd name="connsiteY2805" fmla="*/ 1069654 h 2400493"/>
              <a:gd name="connsiteX2806" fmla="*/ 1118042 w 2401758"/>
              <a:gd name="connsiteY2806" fmla="*/ 1074614 h 2400493"/>
              <a:gd name="connsiteX2807" fmla="*/ 1103161 w 2401758"/>
              <a:gd name="connsiteY2807" fmla="*/ 1067174 h 2400493"/>
              <a:gd name="connsiteX2808" fmla="*/ 1097209 w 2401758"/>
              <a:gd name="connsiteY2808" fmla="*/ 1052789 h 2400493"/>
              <a:gd name="connsiteX2809" fmla="*/ 1104153 w 2401758"/>
              <a:gd name="connsiteY2809" fmla="*/ 1037908 h 2400493"/>
              <a:gd name="connsiteX2810" fmla="*/ 1121018 w 2401758"/>
              <a:gd name="connsiteY2810" fmla="*/ 1031460 h 2400493"/>
              <a:gd name="connsiteX2811" fmla="*/ 1185005 w 2401758"/>
              <a:gd name="connsiteY2811" fmla="*/ 1030964 h 2400493"/>
              <a:gd name="connsiteX2812" fmla="*/ 1207326 w 2401758"/>
              <a:gd name="connsiteY2812" fmla="*/ 1051797 h 2400493"/>
              <a:gd name="connsiteX2813" fmla="*/ 1186493 w 2401758"/>
              <a:gd name="connsiteY2813" fmla="*/ 1074118 h 2400493"/>
              <a:gd name="connsiteX2814" fmla="*/ 1164668 w 2401758"/>
              <a:gd name="connsiteY2814" fmla="*/ 1052789 h 2400493"/>
              <a:gd name="connsiteX2815" fmla="*/ 1185005 w 2401758"/>
              <a:gd name="connsiteY2815" fmla="*/ 1030964 h 2400493"/>
              <a:gd name="connsiteX2816" fmla="*/ 849735 w 2401758"/>
              <a:gd name="connsiteY2816" fmla="*/ 1029971 h 2400493"/>
              <a:gd name="connsiteX2817" fmla="*/ 874040 w 2401758"/>
              <a:gd name="connsiteY2817" fmla="*/ 1053285 h 2400493"/>
              <a:gd name="connsiteX2818" fmla="*/ 849735 w 2401758"/>
              <a:gd name="connsiteY2818" fmla="*/ 1077094 h 2400493"/>
              <a:gd name="connsiteX2819" fmla="*/ 826422 w 2401758"/>
              <a:gd name="connsiteY2819" fmla="*/ 1052789 h 2400493"/>
              <a:gd name="connsiteX2820" fmla="*/ 849735 w 2401758"/>
              <a:gd name="connsiteY2820" fmla="*/ 1029971 h 2400493"/>
              <a:gd name="connsiteX2821" fmla="*/ 918176 w 2401758"/>
              <a:gd name="connsiteY2821" fmla="*/ 1029476 h 2400493"/>
              <a:gd name="connsiteX2822" fmla="*/ 940993 w 2401758"/>
              <a:gd name="connsiteY2822" fmla="*/ 1053285 h 2400493"/>
              <a:gd name="connsiteX2823" fmla="*/ 916192 w 2401758"/>
              <a:gd name="connsiteY2823" fmla="*/ 1077095 h 2400493"/>
              <a:gd name="connsiteX2824" fmla="*/ 893375 w 2401758"/>
              <a:gd name="connsiteY2824" fmla="*/ 1053285 h 2400493"/>
              <a:gd name="connsiteX2825" fmla="*/ 918176 w 2401758"/>
              <a:gd name="connsiteY2825" fmla="*/ 1029476 h 2400493"/>
              <a:gd name="connsiteX2826" fmla="*/ 986612 w 2401758"/>
              <a:gd name="connsiteY2826" fmla="*/ 1028980 h 2400493"/>
              <a:gd name="connsiteX2827" fmla="*/ 1009926 w 2401758"/>
              <a:gd name="connsiteY2827" fmla="*/ 1052789 h 2400493"/>
              <a:gd name="connsiteX2828" fmla="*/ 985620 w 2401758"/>
              <a:gd name="connsiteY2828" fmla="*/ 1076598 h 2400493"/>
              <a:gd name="connsiteX2829" fmla="*/ 962307 w 2401758"/>
              <a:gd name="connsiteY2829" fmla="*/ 1052789 h 2400493"/>
              <a:gd name="connsiteX2830" fmla="*/ 986612 w 2401758"/>
              <a:gd name="connsiteY2830" fmla="*/ 1028980 h 2400493"/>
              <a:gd name="connsiteX2831" fmla="*/ 783724 w 2401758"/>
              <a:gd name="connsiteY2831" fmla="*/ 1028980 h 2400493"/>
              <a:gd name="connsiteX2832" fmla="*/ 807535 w 2401758"/>
              <a:gd name="connsiteY2832" fmla="*/ 1053285 h 2400493"/>
              <a:gd name="connsiteX2833" fmla="*/ 783228 w 2401758"/>
              <a:gd name="connsiteY2833" fmla="*/ 1076599 h 2400493"/>
              <a:gd name="connsiteX2834" fmla="*/ 759915 w 2401758"/>
              <a:gd name="connsiteY2834" fmla="*/ 1051797 h 2400493"/>
              <a:gd name="connsiteX2835" fmla="*/ 783724 w 2401758"/>
              <a:gd name="connsiteY2835" fmla="*/ 1028980 h 2400493"/>
              <a:gd name="connsiteX2836" fmla="*/ 714291 w 2401758"/>
              <a:gd name="connsiteY2836" fmla="*/ 1028980 h 2400493"/>
              <a:gd name="connsiteX2837" fmla="*/ 738596 w 2401758"/>
              <a:gd name="connsiteY2837" fmla="*/ 1052293 h 2400493"/>
              <a:gd name="connsiteX2838" fmla="*/ 715283 w 2401758"/>
              <a:gd name="connsiteY2838" fmla="*/ 1076599 h 2400493"/>
              <a:gd name="connsiteX2839" fmla="*/ 690979 w 2401758"/>
              <a:gd name="connsiteY2839" fmla="*/ 1052789 h 2400493"/>
              <a:gd name="connsiteX2840" fmla="*/ 697922 w 2401758"/>
              <a:gd name="connsiteY2840" fmla="*/ 1035428 h 2400493"/>
              <a:gd name="connsiteX2841" fmla="*/ 714291 w 2401758"/>
              <a:gd name="connsiteY2841" fmla="*/ 1028980 h 2400493"/>
              <a:gd name="connsiteX2842" fmla="*/ 445952 w 2401758"/>
              <a:gd name="connsiteY2842" fmla="*/ 1026996 h 2400493"/>
              <a:gd name="connsiteX2843" fmla="*/ 471746 w 2401758"/>
              <a:gd name="connsiteY2843" fmla="*/ 1053781 h 2400493"/>
              <a:gd name="connsiteX2844" fmla="*/ 445456 w 2401758"/>
              <a:gd name="connsiteY2844" fmla="*/ 1079079 h 2400493"/>
              <a:gd name="connsiteX2845" fmla="*/ 419661 w 2401758"/>
              <a:gd name="connsiteY2845" fmla="*/ 1052293 h 2400493"/>
              <a:gd name="connsiteX2846" fmla="*/ 445952 w 2401758"/>
              <a:gd name="connsiteY2846" fmla="*/ 1026996 h 2400493"/>
              <a:gd name="connsiteX2847" fmla="*/ 379468 w 2401758"/>
              <a:gd name="connsiteY2847" fmla="*/ 1026996 h 2400493"/>
              <a:gd name="connsiteX2848" fmla="*/ 397822 w 2401758"/>
              <a:gd name="connsiteY2848" fmla="*/ 1034932 h 2400493"/>
              <a:gd name="connsiteX2849" fmla="*/ 405759 w 2401758"/>
              <a:gd name="connsiteY2849" fmla="*/ 1054277 h 2400493"/>
              <a:gd name="connsiteX2850" fmla="*/ 397326 w 2401758"/>
              <a:gd name="connsiteY2850" fmla="*/ 1072134 h 2400493"/>
              <a:gd name="connsiteX2851" fmla="*/ 378972 w 2401758"/>
              <a:gd name="connsiteY2851" fmla="*/ 1079079 h 2400493"/>
              <a:gd name="connsiteX2852" fmla="*/ 360619 w 2401758"/>
              <a:gd name="connsiteY2852" fmla="*/ 1071638 h 2400493"/>
              <a:gd name="connsiteX2853" fmla="*/ 352683 w 2401758"/>
              <a:gd name="connsiteY2853" fmla="*/ 1052293 h 2400493"/>
              <a:gd name="connsiteX2854" fmla="*/ 361115 w 2401758"/>
              <a:gd name="connsiteY2854" fmla="*/ 1034436 h 2400493"/>
              <a:gd name="connsiteX2855" fmla="*/ 379468 w 2401758"/>
              <a:gd name="connsiteY2855" fmla="*/ 1026996 h 2400493"/>
              <a:gd name="connsiteX2856" fmla="*/ 312514 w 2401758"/>
              <a:gd name="connsiteY2856" fmla="*/ 1026996 h 2400493"/>
              <a:gd name="connsiteX2857" fmla="*/ 330868 w 2401758"/>
              <a:gd name="connsiteY2857" fmla="*/ 1034436 h 2400493"/>
              <a:gd name="connsiteX2858" fmla="*/ 338804 w 2401758"/>
              <a:gd name="connsiteY2858" fmla="*/ 1053781 h 2400493"/>
              <a:gd name="connsiteX2859" fmla="*/ 330868 w 2401758"/>
              <a:gd name="connsiteY2859" fmla="*/ 1072134 h 2400493"/>
              <a:gd name="connsiteX2860" fmla="*/ 312514 w 2401758"/>
              <a:gd name="connsiteY2860" fmla="*/ 1080070 h 2400493"/>
              <a:gd name="connsiteX2861" fmla="*/ 294161 w 2401758"/>
              <a:gd name="connsiteY2861" fmla="*/ 1072630 h 2400493"/>
              <a:gd name="connsiteX2862" fmla="*/ 286225 w 2401758"/>
              <a:gd name="connsiteY2862" fmla="*/ 1053285 h 2400493"/>
              <a:gd name="connsiteX2863" fmla="*/ 294161 w 2401758"/>
              <a:gd name="connsiteY2863" fmla="*/ 1034932 h 2400493"/>
              <a:gd name="connsiteX2864" fmla="*/ 312514 w 2401758"/>
              <a:gd name="connsiteY2864" fmla="*/ 1026996 h 2400493"/>
              <a:gd name="connsiteX2865" fmla="*/ 648351 w 2401758"/>
              <a:gd name="connsiteY2865" fmla="*/ 1026995 h 2400493"/>
              <a:gd name="connsiteX2866" fmla="*/ 673646 w 2401758"/>
              <a:gd name="connsiteY2866" fmla="*/ 1053285 h 2400493"/>
              <a:gd name="connsiteX2867" fmla="*/ 647854 w 2401758"/>
              <a:gd name="connsiteY2867" fmla="*/ 1079078 h 2400493"/>
              <a:gd name="connsiteX2868" fmla="*/ 622063 w 2401758"/>
              <a:gd name="connsiteY2868" fmla="*/ 1053285 h 2400493"/>
              <a:gd name="connsiteX2869" fmla="*/ 648351 w 2401758"/>
              <a:gd name="connsiteY2869" fmla="*/ 1026995 h 2400493"/>
              <a:gd name="connsiteX2870" fmla="*/ 579882 w 2401758"/>
              <a:gd name="connsiteY2870" fmla="*/ 1026500 h 2400493"/>
              <a:gd name="connsiteX2871" fmla="*/ 607661 w 2401758"/>
              <a:gd name="connsiteY2871" fmla="*/ 1052293 h 2400493"/>
              <a:gd name="connsiteX2872" fmla="*/ 582362 w 2401758"/>
              <a:gd name="connsiteY2872" fmla="*/ 1078583 h 2400493"/>
              <a:gd name="connsiteX2873" fmla="*/ 555079 w 2401758"/>
              <a:gd name="connsiteY2873" fmla="*/ 1052789 h 2400493"/>
              <a:gd name="connsiteX2874" fmla="*/ 579882 w 2401758"/>
              <a:gd name="connsiteY2874" fmla="*/ 1026500 h 2400493"/>
              <a:gd name="connsiteX2875" fmla="*/ 515898 w 2401758"/>
              <a:gd name="connsiteY2875" fmla="*/ 1026500 h 2400493"/>
              <a:gd name="connsiteX2876" fmla="*/ 540702 w 2401758"/>
              <a:gd name="connsiteY2876" fmla="*/ 1053285 h 2400493"/>
              <a:gd name="connsiteX2877" fmla="*/ 513418 w 2401758"/>
              <a:gd name="connsiteY2877" fmla="*/ 1078583 h 2400493"/>
              <a:gd name="connsiteX2878" fmla="*/ 488615 w 2401758"/>
              <a:gd name="connsiteY2878" fmla="*/ 1051797 h 2400493"/>
              <a:gd name="connsiteX2879" fmla="*/ 515898 w 2401758"/>
              <a:gd name="connsiteY2879" fmla="*/ 1026500 h 2400493"/>
              <a:gd name="connsiteX2880" fmla="*/ 244569 w 2401758"/>
              <a:gd name="connsiteY2880" fmla="*/ 1026500 h 2400493"/>
              <a:gd name="connsiteX2881" fmla="*/ 261930 w 2401758"/>
              <a:gd name="connsiteY2881" fmla="*/ 1034436 h 2400493"/>
              <a:gd name="connsiteX2882" fmla="*/ 269371 w 2401758"/>
              <a:gd name="connsiteY2882" fmla="*/ 1053781 h 2400493"/>
              <a:gd name="connsiteX2883" fmla="*/ 242585 w 2401758"/>
              <a:gd name="connsiteY2883" fmla="*/ 1079079 h 2400493"/>
              <a:gd name="connsiteX2884" fmla="*/ 224232 w 2401758"/>
              <a:gd name="connsiteY2884" fmla="*/ 1071142 h 2400493"/>
              <a:gd name="connsiteX2885" fmla="*/ 216792 w 2401758"/>
              <a:gd name="connsiteY2885" fmla="*/ 1051797 h 2400493"/>
              <a:gd name="connsiteX2886" fmla="*/ 244569 w 2401758"/>
              <a:gd name="connsiteY2886" fmla="*/ 1026500 h 2400493"/>
              <a:gd name="connsiteX2887" fmla="*/ 175104 w 2401758"/>
              <a:gd name="connsiteY2887" fmla="*/ 1026500 h 2400493"/>
              <a:gd name="connsiteX2888" fmla="*/ 194448 w 2401758"/>
              <a:gd name="connsiteY2888" fmla="*/ 1033940 h 2400493"/>
              <a:gd name="connsiteX2889" fmla="*/ 202384 w 2401758"/>
              <a:gd name="connsiteY2889" fmla="*/ 1052293 h 2400493"/>
              <a:gd name="connsiteX2890" fmla="*/ 194448 w 2401758"/>
              <a:gd name="connsiteY2890" fmla="*/ 1071638 h 2400493"/>
              <a:gd name="connsiteX2891" fmla="*/ 176096 w 2401758"/>
              <a:gd name="connsiteY2891" fmla="*/ 1079079 h 2400493"/>
              <a:gd name="connsiteX2892" fmla="*/ 157743 w 2401758"/>
              <a:gd name="connsiteY2892" fmla="*/ 1071638 h 2400493"/>
              <a:gd name="connsiteX2893" fmla="*/ 150303 w 2401758"/>
              <a:gd name="connsiteY2893" fmla="*/ 1054278 h 2400493"/>
              <a:gd name="connsiteX2894" fmla="*/ 175104 w 2401758"/>
              <a:gd name="connsiteY2894" fmla="*/ 1026500 h 2400493"/>
              <a:gd name="connsiteX2895" fmla="*/ 109650 w 2401758"/>
              <a:gd name="connsiteY2895" fmla="*/ 1026500 h 2400493"/>
              <a:gd name="connsiteX2896" fmla="*/ 128003 w 2401758"/>
              <a:gd name="connsiteY2896" fmla="*/ 1034436 h 2400493"/>
              <a:gd name="connsiteX2897" fmla="*/ 135940 w 2401758"/>
              <a:gd name="connsiteY2897" fmla="*/ 1053781 h 2400493"/>
              <a:gd name="connsiteX2898" fmla="*/ 128499 w 2401758"/>
              <a:gd name="connsiteY2898" fmla="*/ 1071142 h 2400493"/>
              <a:gd name="connsiteX2899" fmla="*/ 109154 w 2401758"/>
              <a:gd name="connsiteY2899" fmla="*/ 1079078 h 2400493"/>
              <a:gd name="connsiteX2900" fmla="*/ 90801 w 2401758"/>
              <a:gd name="connsiteY2900" fmla="*/ 1071142 h 2400493"/>
              <a:gd name="connsiteX2901" fmla="*/ 82865 w 2401758"/>
              <a:gd name="connsiteY2901" fmla="*/ 1052789 h 2400493"/>
              <a:gd name="connsiteX2902" fmla="*/ 90305 w 2401758"/>
              <a:gd name="connsiteY2902" fmla="*/ 1034436 h 2400493"/>
              <a:gd name="connsiteX2903" fmla="*/ 109650 w 2401758"/>
              <a:gd name="connsiteY2903" fmla="*/ 1026500 h 2400493"/>
              <a:gd name="connsiteX2904" fmla="*/ 44656 w 2401758"/>
              <a:gd name="connsiteY2904" fmla="*/ 1026500 h 2400493"/>
              <a:gd name="connsiteX2905" fmla="*/ 62513 w 2401758"/>
              <a:gd name="connsiteY2905" fmla="*/ 1034933 h 2400493"/>
              <a:gd name="connsiteX2906" fmla="*/ 69458 w 2401758"/>
              <a:gd name="connsiteY2906" fmla="*/ 1052789 h 2400493"/>
              <a:gd name="connsiteX2907" fmla="*/ 62017 w 2401758"/>
              <a:gd name="connsiteY2907" fmla="*/ 1071638 h 2400493"/>
              <a:gd name="connsiteX2908" fmla="*/ 42672 w 2401758"/>
              <a:gd name="connsiteY2908" fmla="*/ 1079575 h 2400493"/>
              <a:gd name="connsiteX2909" fmla="*/ 24815 w 2401758"/>
              <a:gd name="connsiteY2909" fmla="*/ 1071142 h 2400493"/>
              <a:gd name="connsiteX2910" fmla="*/ 17375 w 2401758"/>
              <a:gd name="connsiteY2910" fmla="*/ 1052789 h 2400493"/>
              <a:gd name="connsiteX2911" fmla="*/ 25311 w 2401758"/>
              <a:gd name="connsiteY2911" fmla="*/ 1034436 h 2400493"/>
              <a:gd name="connsiteX2912" fmla="*/ 44656 w 2401758"/>
              <a:gd name="connsiteY2912" fmla="*/ 1026500 h 2400493"/>
              <a:gd name="connsiteX2913" fmla="*/ 2197892 w 2401758"/>
              <a:gd name="connsiteY2913" fmla="*/ 984338 h 2400493"/>
              <a:gd name="connsiteX2914" fmla="*/ 2200372 w 2401758"/>
              <a:gd name="connsiteY2914" fmla="*/ 987314 h 2400493"/>
              <a:gd name="connsiteX2915" fmla="*/ 2197396 w 2401758"/>
              <a:gd name="connsiteY2915" fmla="*/ 989794 h 2400493"/>
              <a:gd name="connsiteX2916" fmla="*/ 2195908 w 2401758"/>
              <a:gd name="connsiteY2916" fmla="*/ 985826 h 2400493"/>
              <a:gd name="connsiteX2917" fmla="*/ 2197892 w 2401758"/>
              <a:gd name="connsiteY2917" fmla="*/ 984338 h 2400493"/>
              <a:gd name="connsiteX2918" fmla="*/ 1022 w 2401758"/>
              <a:gd name="connsiteY2918" fmla="*/ 984337 h 2400493"/>
              <a:gd name="connsiteX2919" fmla="*/ 3502 w 2401758"/>
              <a:gd name="connsiteY2919" fmla="*/ 985329 h 2400493"/>
              <a:gd name="connsiteX2920" fmla="*/ 2014 w 2401758"/>
              <a:gd name="connsiteY2920" fmla="*/ 988305 h 2400493"/>
              <a:gd name="connsiteX2921" fmla="*/ 526 w 2401758"/>
              <a:gd name="connsiteY2921" fmla="*/ 986321 h 2400493"/>
              <a:gd name="connsiteX2922" fmla="*/ 1022 w 2401758"/>
              <a:gd name="connsiteY2922" fmla="*/ 984337 h 2400493"/>
              <a:gd name="connsiteX2923" fmla="*/ 2125782 w 2401758"/>
              <a:gd name="connsiteY2923" fmla="*/ 981237 h 2400493"/>
              <a:gd name="connsiteX2924" fmla="*/ 2129440 w 2401758"/>
              <a:gd name="connsiteY2924" fmla="*/ 981361 h 2400493"/>
              <a:gd name="connsiteX2925" fmla="*/ 2133905 w 2401758"/>
              <a:gd name="connsiteY2925" fmla="*/ 987314 h 2400493"/>
              <a:gd name="connsiteX2926" fmla="*/ 2128448 w 2401758"/>
              <a:gd name="connsiteY2926" fmla="*/ 990786 h 2400493"/>
              <a:gd name="connsiteX2927" fmla="*/ 2123984 w 2401758"/>
              <a:gd name="connsiteY2927" fmla="*/ 984833 h 2400493"/>
              <a:gd name="connsiteX2928" fmla="*/ 2125782 w 2401758"/>
              <a:gd name="connsiteY2928" fmla="*/ 981237 h 2400493"/>
              <a:gd name="connsiteX2929" fmla="*/ 2061980 w 2401758"/>
              <a:gd name="connsiteY2929" fmla="*/ 978881 h 2400493"/>
              <a:gd name="connsiteX2930" fmla="*/ 2069420 w 2401758"/>
              <a:gd name="connsiteY2930" fmla="*/ 985825 h 2400493"/>
              <a:gd name="connsiteX2931" fmla="*/ 2062972 w 2401758"/>
              <a:gd name="connsiteY2931" fmla="*/ 993266 h 2400493"/>
              <a:gd name="connsiteX2932" fmla="*/ 2055035 w 2401758"/>
              <a:gd name="connsiteY2932" fmla="*/ 986817 h 2400493"/>
              <a:gd name="connsiteX2933" fmla="*/ 2061980 w 2401758"/>
              <a:gd name="connsiteY2933" fmla="*/ 978881 h 2400493"/>
              <a:gd name="connsiteX2934" fmla="*/ 1995513 w 2401758"/>
              <a:gd name="connsiteY2934" fmla="*/ 976897 h 2400493"/>
              <a:gd name="connsiteX2935" fmla="*/ 2004937 w 2401758"/>
              <a:gd name="connsiteY2935" fmla="*/ 986322 h 2400493"/>
              <a:gd name="connsiteX2936" fmla="*/ 1995513 w 2401758"/>
              <a:gd name="connsiteY2936" fmla="*/ 995746 h 2400493"/>
              <a:gd name="connsiteX2937" fmla="*/ 1985592 w 2401758"/>
              <a:gd name="connsiteY2937" fmla="*/ 985825 h 2400493"/>
              <a:gd name="connsiteX2938" fmla="*/ 1995513 w 2401758"/>
              <a:gd name="connsiteY2938" fmla="*/ 976897 h 2400493"/>
              <a:gd name="connsiteX2939" fmla="*/ 1929046 w 2401758"/>
              <a:gd name="connsiteY2939" fmla="*/ 974417 h 2400493"/>
              <a:gd name="connsiteX2940" fmla="*/ 1940950 w 2401758"/>
              <a:gd name="connsiteY2940" fmla="*/ 986322 h 2400493"/>
              <a:gd name="connsiteX2941" fmla="*/ 1929046 w 2401758"/>
              <a:gd name="connsiteY2941" fmla="*/ 998226 h 2400493"/>
              <a:gd name="connsiteX2942" fmla="*/ 1917141 w 2401758"/>
              <a:gd name="connsiteY2942" fmla="*/ 986322 h 2400493"/>
              <a:gd name="connsiteX2943" fmla="*/ 1929046 w 2401758"/>
              <a:gd name="connsiteY2943" fmla="*/ 974417 h 2400493"/>
              <a:gd name="connsiteX2944" fmla="*/ 1860594 w 2401758"/>
              <a:gd name="connsiteY2944" fmla="*/ 974417 h 2400493"/>
              <a:gd name="connsiteX2945" fmla="*/ 1872002 w 2401758"/>
              <a:gd name="connsiteY2945" fmla="*/ 986322 h 2400493"/>
              <a:gd name="connsiteX2946" fmla="*/ 1859105 w 2401758"/>
              <a:gd name="connsiteY2946" fmla="*/ 998226 h 2400493"/>
              <a:gd name="connsiteX2947" fmla="*/ 1848193 w 2401758"/>
              <a:gd name="connsiteY2947" fmla="*/ 985330 h 2400493"/>
              <a:gd name="connsiteX2948" fmla="*/ 1860594 w 2401758"/>
              <a:gd name="connsiteY2948" fmla="*/ 974417 h 2400493"/>
              <a:gd name="connsiteX2949" fmla="*/ 1793630 w 2401758"/>
              <a:gd name="connsiteY2949" fmla="*/ 971937 h 2400493"/>
              <a:gd name="connsiteX2950" fmla="*/ 1807022 w 2401758"/>
              <a:gd name="connsiteY2950" fmla="*/ 986818 h 2400493"/>
              <a:gd name="connsiteX2951" fmla="*/ 1792142 w 2401758"/>
              <a:gd name="connsiteY2951" fmla="*/ 1000211 h 2400493"/>
              <a:gd name="connsiteX2952" fmla="*/ 1778749 w 2401758"/>
              <a:gd name="connsiteY2952" fmla="*/ 985330 h 2400493"/>
              <a:gd name="connsiteX2953" fmla="*/ 1793630 w 2401758"/>
              <a:gd name="connsiteY2953" fmla="*/ 971937 h 2400493"/>
              <a:gd name="connsiteX2954" fmla="*/ 1725675 w 2401758"/>
              <a:gd name="connsiteY2954" fmla="*/ 971937 h 2400493"/>
              <a:gd name="connsiteX2955" fmla="*/ 1740555 w 2401758"/>
              <a:gd name="connsiteY2955" fmla="*/ 986322 h 2400493"/>
              <a:gd name="connsiteX2956" fmla="*/ 1726667 w 2401758"/>
              <a:gd name="connsiteY2956" fmla="*/ 1000707 h 2400493"/>
              <a:gd name="connsiteX2957" fmla="*/ 1712282 w 2401758"/>
              <a:gd name="connsiteY2957" fmla="*/ 986818 h 2400493"/>
              <a:gd name="connsiteX2958" fmla="*/ 1725675 w 2401758"/>
              <a:gd name="connsiteY2958" fmla="*/ 971937 h 2400493"/>
              <a:gd name="connsiteX2959" fmla="*/ 1656727 w 2401758"/>
              <a:gd name="connsiteY2959" fmla="*/ 969457 h 2400493"/>
              <a:gd name="connsiteX2960" fmla="*/ 1674584 w 2401758"/>
              <a:gd name="connsiteY2960" fmla="*/ 985330 h 2400493"/>
              <a:gd name="connsiteX2961" fmla="*/ 1657719 w 2401758"/>
              <a:gd name="connsiteY2961" fmla="*/ 1002691 h 2400493"/>
              <a:gd name="connsiteX2962" fmla="*/ 1640854 w 2401758"/>
              <a:gd name="connsiteY2962" fmla="*/ 986322 h 2400493"/>
              <a:gd name="connsiteX2963" fmla="*/ 1656727 w 2401758"/>
              <a:gd name="connsiteY2963" fmla="*/ 969457 h 2400493"/>
              <a:gd name="connsiteX2964" fmla="*/ 1592243 w 2401758"/>
              <a:gd name="connsiteY2964" fmla="*/ 969456 h 2400493"/>
              <a:gd name="connsiteX2965" fmla="*/ 1608116 w 2401758"/>
              <a:gd name="connsiteY2965" fmla="*/ 987313 h 2400493"/>
              <a:gd name="connsiteX2966" fmla="*/ 1590259 w 2401758"/>
              <a:gd name="connsiteY2966" fmla="*/ 1003186 h 2400493"/>
              <a:gd name="connsiteX2967" fmla="*/ 1574386 w 2401758"/>
              <a:gd name="connsiteY2967" fmla="*/ 985329 h 2400493"/>
              <a:gd name="connsiteX2968" fmla="*/ 1592243 w 2401758"/>
              <a:gd name="connsiteY2968" fmla="*/ 969456 h 2400493"/>
              <a:gd name="connsiteX2969" fmla="*/ 1524783 w 2401758"/>
              <a:gd name="connsiteY2969" fmla="*/ 967969 h 2400493"/>
              <a:gd name="connsiteX2970" fmla="*/ 1532719 w 2401758"/>
              <a:gd name="connsiteY2970" fmla="*/ 970449 h 2400493"/>
              <a:gd name="connsiteX2971" fmla="*/ 1541152 w 2401758"/>
              <a:gd name="connsiteY2971" fmla="*/ 978385 h 2400493"/>
              <a:gd name="connsiteX2972" fmla="*/ 1543136 w 2401758"/>
              <a:gd name="connsiteY2972" fmla="*/ 986818 h 2400493"/>
              <a:gd name="connsiteX2973" fmla="*/ 1536192 w 2401758"/>
              <a:gd name="connsiteY2973" fmla="*/ 1000211 h 2400493"/>
              <a:gd name="connsiteX2974" fmla="*/ 1524287 w 2401758"/>
              <a:gd name="connsiteY2974" fmla="*/ 1005667 h 2400493"/>
              <a:gd name="connsiteX2975" fmla="*/ 1510398 w 2401758"/>
              <a:gd name="connsiteY2975" fmla="*/ 997234 h 2400493"/>
              <a:gd name="connsiteX2976" fmla="*/ 1506430 w 2401758"/>
              <a:gd name="connsiteY2976" fmla="*/ 986322 h 2400493"/>
              <a:gd name="connsiteX2977" fmla="*/ 1512878 w 2401758"/>
              <a:gd name="connsiteY2977" fmla="*/ 973425 h 2400493"/>
              <a:gd name="connsiteX2978" fmla="*/ 1524783 w 2401758"/>
              <a:gd name="connsiteY2978" fmla="*/ 967969 h 2400493"/>
              <a:gd name="connsiteX2979" fmla="*/ 1456332 w 2401758"/>
              <a:gd name="connsiteY2979" fmla="*/ 966977 h 2400493"/>
              <a:gd name="connsiteX2980" fmla="*/ 1476669 w 2401758"/>
              <a:gd name="connsiteY2980" fmla="*/ 985330 h 2400493"/>
              <a:gd name="connsiteX2981" fmla="*/ 1458316 w 2401758"/>
              <a:gd name="connsiteY2981" fmla="*/ 1005171 h 2400493"/>
              <a:gd name="connsiteX2982" fmla="*/ 1438475 w 2401758"/>
              <a:gd name="connsiteY2982" fmla="*/ 986322 h 2400493"/>
              <a:gd name="connsiteX2983" fmla="*/ 1456332 w 2401758"/>
              <a:gd name="connsiteY2983" fmla="*/ 966977 h 2400493"/>
              <a:gd name="connsiteX2984" fmla="*/ 1388872 w 2401758"/>
              <a:gd name="connsiteY2984" fmla="*/ 966976 h 2400493"/>
              <a:gd name="connsiteX2985" fmla="*/ 1407721 w 2401758"/>
              <a:gd name="connsiteY2985" fmla="*/ 986321 h 2400493"/>
              <a:gd name="connsiteX2986" fmla="*/ 1388376 w 2401758"/>
              <a:gd name="connsiteY2986" fmla="*/ 1005170 h 2400493"/>
              <a:gd name="connsiteX2987" fmla="*/ 1370023 w 2401758"/>
              <a:gd name="connsiteY2987" fmla="*/ 985329 h 2400493"/>
              <a:gd name="connsiteX2988" fmla="*/ 1388872 w 2401758"/>
              <a:gd name="connsiteY2988" fmla="*/ 966976 h 2400493"/>
              <a:gd name="connsiteX2989" fmla="*/ 1322404 w 2401758"/>
              <a:gd name="connsiteY2989" fmla="*/ 965488 h 2400493"/>
              <a:gd name="connsiteX2990" fmla="*/ 1336789 w 2401758"/>
              <a:gd name="connsiteY2990" fmla="*/ 972433 h 2400493"/>
              <a:gd name="connsiteX2991" fmla="*/ 1342741 w 2401758"/>
              <a:gd name="connsiteY2991" fmla="*/ 987313 h 2400493"/>
              <a:gd name="connsiteX2992" fmla="*/ 1336789 w 2401758"/>
              <a:gd name="connsiteY2992" fmla="*/ 1000706 h 2400493"/>
              <a:gd name="connsiteX2993" fmla="*/ 1322404 w 2401758"/>
              <a:gd name="connsiteY2993" fmla="*/ 1007154 h 2400493"/>
              <a:gd name="connsiteX2994" fmla="*/ 1307523 w 2401758"/>
              <a:gd name="connsiteY2994" fmla="*/ 1001202 h 2400493"/>
              <a:gd name="connsiteX2995" fmla="*/ 1300083 w 2401758"/>
              <a:gd name="connsiteY2995" fmla="*/ 985825 h 2400493"/>
              <a:gd name="connsiteX2996" fmla="*/ 1307523 w 2401758"/>
              <a:gd name="connsiteY2996" fmla="*/ 971441 h 2400493"/>
              <a:gd name="connsiteX2997" fmla="*/ 1322404 w 2401758"/>
              <a:gd name="connsiteY2997" fmla="*/ 965488 h 2400493"/>
              <a:gd name="connsiteX2998" fmla="*/ 1185501 w 2401758"/>
              <a:gd name="connsiteY2998" fmla="*/ 964993 h 2400493"/>
              <a:gd name="connsiteX2999" fmla="*/ 1207326 w 2401758"/>
              <a:gd name="connsiteY2999" fmla="*/ 986322 h 2400493"/>
              <a:gd name="connsiteX3000" fmla="*/ 1185501 w 2401758"/>
              <a:gd name="connsiteY3000" fmla="*/ 1007651 h 2400493"/>
              <a:gd name="connsiteX3001" fmla="*/ 1164172 w 2401758"/>
              <a:gd name="connsiteY3001" fmla="*/ 985826 h 2400493"/>
              <a:gd name="connsiteX3002" fmla="*/ 1185501 w 2401758"/>
              <a:gd name="connsiteY3002" fmla="*/ 964993 h 2400493"/>
              <a:gd name="connsiteX3003" fmla="*/ 1255937 w 2401758"/>
              <a:gd name="connsiteY3003" fmla="*/ 964992 h 2400493"/>
              <a:gd name="connsiteX3004" fmla="*/ 1276274 w 2401758"/>
              <a:gd name="connsiteY3004" fmla="*/ 986321 h 2400493"/>
              <a:gd name="connsiteX3005" fmla="*/ 1254945 w 2401758"/>
              <a:gd name="connsiteY3005" fmla="*/ 1007650 h 2400493"/>
              <a:gd name="connsiteX3006" fmla="*/ 1233616 w 2401758"/>
              <a:gd name="connsiteY3006" fmla="*/ 985825 h 2400493"/>
              <a:gd name="connsiteX3007" fmla="*/ 1255937 w 2401758"/>
              <a:gd name="connsiteY3007" fmla="*/ 964992 h 2400493"/>
              <a:gd name="connsiteX3008" fmla="*/ 1119529 w 2401758"/>
              <a:gd name="connsiteY3008" fmla="*/ 964992 h 2400493"/>
              <a:gd name="connsiteX3009" fmla="*/ 1140858 w 2401758"/>
              <a:gd name="connsiteY3009" fmla="*/ 986321 h 2400493"/>
              <a:gd name="connsiteX3010" fmla="*/ 1119033 w 2401758"/>
              <a:gd name="connsiteY3010" fmla="*/ 1007650 h 2400493"/>
              <a:gd name="connsiteX3011" fmla="*/ 1098200 w 2401758"/>
              <a:gd name="connsiteY3011" fmla="*/ 985329 h 2400493"/>
              <a:gd name="connsiteX3012" fmla="*/ 1119529 w 2401758"/>
              <a:gd name="connsiteY3012" fmla="*/ 964992 h 2400493"/>
              <a:gd name="connsiteX3013" fmla="*/ 1053062 w 2401758"/>
              <a:gd name="connsiteY3013" fmla="*/ 962512 h 2400493"/>
              <a:gd name="connsiteX3014" fmla="*/ 1076871 w 2401758"/>
              <a:gd name="connsiteY3014" fmla="*/ 986817 h 2400493"/>
              <a:gd name="connsiteX3015" fmla="*/ 1053062 w 2401758"/>
              <a:gd name="connsiteY3015" fmla="*/ 1010131 h 2400493"/>
              <a:gd name="connsiteX3016" fmla="*/ 1029264 w 2401758"/>
              <a:gd name="connsiteY3016" fmla="*/ 985825 h 2400493"/>
              <a:gd name="connsiteX3017" fmla="*/ 1053062 w 2401758"/>
              <a:gd name="connsiteY3017" fmla="*/ 962512 h 2400493"/>
              <a:gd name="connsiteX3018" fmla="*/ 986628 w 2401758"/>
              <a:gd name="connsiteY3018" fmla="*/ 962512 h 2400493"/>
              <a:gd name="connsiteX3019" fmla="*/ 1009941 w 2401758"/>
              <a:gd name="connsiteY3019" fmla="*/ 986321 h 2400493"/>
              <a:gd name="connsiteX3020" fmla="*/ 985636 w 2401758"/>
              <a:gd name="connsiteY3020" fmla="*/ 1010131 h 2400493"/>
              <a:gd name="connsiteX3021" fmla="*/ 962323 w 2401758"/>
              <a:gd name="connsiteY3021" fmla="*/ 986321 h 2400493"/>
              <a:gd name="connsiteX3022" fmla="*/ 986628 w 2401758"/>
              <a:gd name="connsiteY3022" fmla="*/ 962512 h 2400493"/>
              <a:gd name="connsiteX3023" fmla="*/ 917657 w 2401758"/>
              <a:gd name="connsiteY3023" fmla="*/ 962512 h 2400493"/>
              <a:gd name="connsiteX3024" fmla="*/ 940971 w 2401758"/>
              <a:gd name="connsiteY3024" fmla="*/ 987313 h 2400493"/>
              <a:gd name="connsiteX3025" fmla="*/ 934521 w 2401758"/>
              <a:gd name="connsiteY3025" fmla="*/ 1003682 h 2400493"/>
              <a:gd name="connsiteX3026" fmla="*/ 917161 w 2401758"/>
              <a:gd name="connsiteY3026" fmla="*/ 1010131 h 2400493"/>
              <a:gd name="connsiteX3027" fmla="*/ 893352 w 2401758"/>
              <a:gd name="connsiteY3027" fmla="*/ 984833 h 2400493"/>
              <a:gd name="connsiteX3028" fmla="*/ 917657 w 2401758"/>
              <a:gd name="connsiteY3028" fmla="*/ 962512 h 2400493"/>
              <a:gd name="connsiteX3029" fmla="*/ 851181 w 2401758"/>
              <a:gd name="connsiteY3029" fmla="*/ 962512 h 2400493"/>
              <a:gd name="connsiteX3030" fmla="*/ 867550 w 2401758"/>
              <a:gd name="connsiteY3030" fmla="*/ 968960 h 2400493"/>
              <a:gd name="connsiteX3031" fmla="*/ 873999 w 2401758"/>
              <a:gd name="connsiteY3031" fmla="*/ 987809 h 2400493"/>
              <a:gd name="connsiteX3032" fmla="*/ 849692 w 2401758"/>
              <a:gd name="connsiteY3032" fmla="*/ 1010130 h 2400493"/>
              <a:gd name="connsiteX3033" fmla="*/ 826380 w 2401758"/>
              <a:gd name="connsiteY3033" fmla="*/ 985329 h 2400493"/>
              <a:gd name="connsiteX3034" fmla="*/ 832828 w 2401758"/>
              <a:gd name="connsiteY3034" fmla="*/ 968960 h 2400493"/>
              <a:gd name="connsiteX3035" fmla="*/ 851181 w 2401758"/>
              <a:gd name="connsiteY3035" fmla="*/ 962512 h 2400493"/>
              <a:gd name="connsiteX3036" fmla="*/ 714784 w 2401758"/>
              <a:gd name="connsiteY3036" fmla="*/ 960528 h 2400493"/>
              <a:gd name="connsiteX3037" fmla="*/ 733633 w 2401758"/>
              <a:gd name="connsiteY3037" fmla="*/ 968464 h 2400493"/>
              <a:gd name="connsiteX3038" fmla="*/ 740577 w 2401758"/>
              <a:gd name="connsiteY3038" fmla="*/ 986817 h 2400493"/>
              <a:gd name="connsiteX3039" fmla="*/ 732641 w 2401758"/>
              <a:gd name="connsiteY3039" fmla="*/ 1005170 h 2400493"/>
              <a:gd name="connsiteX3040" fmla="*/ 714784 w 2401758"/>
              <a:gd name="connsiteY3040" fmla="*/ 1013107 h 2400493"/>
              <a:gd name="connsiteX3041" fmla="*/ 695440 w 2401758"/>
              <a:gd name="connsiteY3041" fmla="*/ 1004178 h 2400493"/>
              <a:gd name="connsiteX3042" fmla="*/ 688495 w 2401758"/>
              <a:gd name="connsiteY3042" fmla="*/ 985825 h 2400493"/>
              <a:gd name="connsiteX3043" fmla="*/ 696432 w 2401758"/>
              <a:gd name="connsiteY3043" fmla="*/ 967472 h 2400493"/>
              <a:gd name="connsiteX3044" fmla="*/ 714784 w 2401758"/>
              <a:gd name="connsiteY3044" fmla="*/ 960528 h 2400493"/>
              <a:gd name="connsiteX3045" fmla="*/ 649306 w 2401758"/>
              <a:gd name="connsiteY3045" fmla="*/ 960528 h 2400493"/>
              <a:gd name="connsiteX3046" fmla="*/ 674108 w 2401758"/>
              <a:gd name="connsiteY3046" fmla="*/ 986817 h 2400493"/>
              <a:gd name="connsiteX3047" fmla="*/ 646826 w 2401758"/>
              <a:gd name="connsiteY3047" fmla="*/ 1012611 h 2400493"/>
              <a:gd name="connsiteX3048" fmla="*/ 622026 w 2401758"/>
              <a:gd name="connsiteY3048" fmla="*/ 986321 h 2400493"/>
              <a:gd name="connsiteX3049" fmla="*/ 649306 w 2401758"/>
              <a:gd name="connsiteY3049" fmla="*/ 960528 h 2400493"/>
              <a:gd name="connsiteX3050" fmla="*/ 784232 w 2401758"/>
              <a:gd name="connsiteY3050" fmla="*/ 960032 h 2400493"/>
              <a:gd name="connsiteX3051" fmla="*/ 795640 w 2401758"/>
              <a:gd name="connsiteY3051" fmla="*/ 963504 h 2400493"/>
              <a:gd name="connsiteX3052" fmla="*/ 807545 w 2401758"/>
              <a:gd name="connsiteY3052" fmla="*/ 975409 h 2400493"/>
              <a:gd name="connsiteX3053" fmla="*/ 809034 w 2401758"/>
              <a:gd name="connsiteY3053" fmla="*/ 987313 h 2400493"/>
              <a:gd name="connsiteX3054" fmla="*/ 799112 w 2401758"/>
              <a:gd name="connsiteY3054" fmla="*/ 1005666 h 2400493"/>
              <a:gd name="connsiteX3055" fmla="*/ 783735 w 2401758"/>
              <a:gd name="connsiteY3055" fmla="*/ 1012115 h 2400493"/>
              <a:gd name="connsiteX3056" fmla="*/ 772328 w 2401758"/>
              <a:gd name="connsiteY3056" fmla="*/ 1008643 h 2400493"/>
              <a:gd name="connsiteX3057" fmla="*/ 760422 w 2401758"/>
              <a:gd name="connsiteY3057" fmla="*/ 996738 h 2400493"/>
              <a:gd name="connsiteX3058" fmla="*/ 757446 w 2401758"/>
              <a:gd name="connsiteY3058" fmla="*/ 984833 h 2400493"/>
              <a:gd name="connsiteX3059" fmla="*/ 761414 w 2401758"/>
              <a:gd name="connsiteY3059" fmla="*/ 973425 h 2400493"/>
              <a:gd name="connsiteX3060" fmla="*/ 773321 w 2401758"/>
              <a:gd name="connsiteY3060" fmla="*/ 962512 h 2400493"/>
              <a:gd name="connsiteX3061" fmla="*/ 784232 w 2401758"/>
              <a:gd name="connsiteY3061" fmla="*/ 960032 h 2400493"/>
              <a:gd name="connsiteX3062" fmla="*/ 582846 w 2401758"/>
              <a:gd name="connsiteY3062" fmla="*/ 960032 h 2400493"/>
              <a:gd name="connsiteX3063" fmla="*/ 607649 w 2401758"/>
              <a:gd name="connsiteY3063" fmla="*/ 986818 h 2400493"/>
              <a:gd name="connsiteX3064" fmla="*/ 580366 w 2401758"/>
              <a:gd name="connsiteY3064" fmla="*/ 1012115 h 2400493"/>
              <a:gd name="connsiteX3065" fmla="*/ 555564 w 2401758"/>
              <a:gd name="connsiteY3065" fmla="*/ 985329 h 2400493"/>
              <a:gd name="connsiteX3066" fmla="*/ 582846 w 2401758"/>
              <a:gd name="connsiteY3066" fmla="*/ 960032 h 2400493"/>
              <a:gd name="connsiteX3067" fmla="*/ 513897 w 2401758"/>
              <a:gd name="connsiteY3067" fmla="*/ 960032 h 2400493"/>
              <a:gd name="connsiteX3068" fmla="*/ 540684 w 2401758"/>
              <a:gd name="connsiteY3068" fmla="*/ 986321 h 2400493"/>
              <a:gd name="connsiteX3069" fmla="*/ 533243 w 2401758"/>
              <a:gd name="connsiteY3069" fmla="*/ 1004674 h 2400493"/>
              <a:gd name="connsiteX3070" fmla="*/ 515881 w 2401758"/>
              <a:gd name="connsiteY3070" fmla="*/ 1012611 h 2400493"/>
              <a:gd name="connsiteX3071" fmla="*/ 488103 w 2401758"/>
              <a:gd name="connsiteY3071" fmla="*/ 987313 h 2400493"/>
              <a:gd name="connsiteX3072" fmla="*/ 495544 w 2401758"/>
              <a:gd name="connsiteY3072" fmla="*/ 967968 h 2400493"/>
              <a:gd name="connsiteX3073" fmla="*/ 513897 w 2401758"/>
              <a:gd name="connsiteY3073" fmla="*/ 960032 h 2400493"/>
              <a:gd name="connsiteX3074" fmla="*/ 446445 w 2401758"/>
              <a:gd name="connsiteY3074" fmla="*/ 960032 h 2400493"/>
              <a:gd name="connsiteX3075" fmla="*/ 464799 w 2401758"/>
              <a:gd name="connsiteY3075" fmla="*/ 967968 h 2400493"/>
              <a:gd name="connsiteX3076" fmla="*/ 472241 w 2401758"/>
              <a:gd name="connsiteY3076" fmla="*/ 987313 h 2400493"/>
              <a:gd name="connsiteX3077" fmla="*/ 445453 w 2401758"/>
              <a:gd name="connsiteY3077" fmla="*/ 1012611 h 2400493"/>
              <a:gd name="connsiteX3078" fmla="*/ 427099 w 2401758"/>
              <a:gd name="connsiteY3078" fmla="*/ 1004674 h 2400493"/>
              <a:gd name="connsiteX3079" fmla="*/ 419659 w 2401758"/>
              <a:gd name="connsiteY3079" fmla="*/ 986817 h 2400493"/>
              <a:gd name="connsiteX3080" fmla="*/ 446445 w 2401758"/>
              <a:gd name="connsiteY3080" fmla="*/ 960032 h 2400493"/>
              <a:gd name="connsiteX3081" fmla="*/ 378468 w 2401758"/>
              <a:gd name="connsiteY3081" fmla="*/ 960032 h 2400493"/>
              <a:gd name="connsiteX3082" fmla="*/ 405750 w 2401758"/>
              <a:gd name="connsiteY3082" fmla="*/ 985826 h 2400493"/>
              <a:gd name="connsiteX3083" fmla="*/ 379460 w 2401758"/>
              <a:gd name="connsiteY3083" fmla="*/ 1012611 h 2400493"/>
              <a:gd name="connsiteX3084" fmla="*/ 353171 w 2401758"/>
              <a:gd name="connsiteY3084" fmla="*/ 986818 h 2400493"/>
              <a:gd name="connsiteX3085" fmla="*/ 378468 w 2401758"/>
              <a:gd name="connsiteY3085" fmla="*/ 960032 h 2400493"/>
              <a:gd name="connsiteX3086" fmla="*/ 310026 w 2401758"/>
              <a:gd name="connsiteY3086" fmla="*/ 960032 h 2400493"/>
              <a:gd name="connsiteX3087" fmla="*/ 313499 w 2401758"/>
              <a:gd name="connsiteY3087" fmla="*/ 960032 h 2400493"/>
              <a:gd name="connsiteX3088" fmla="*/ 331852 w 2401758"/>
              <a:gd name="connsiteY3088" fmla="*/ 966976 h 2400493"/>
              <a:gd name="connsiteX3089" fmla="*/ 338301 w 2401758"/>
              <a:gd name="connsiteY3089" fmla="*/ 984337 h 2400493"/>
              <a:gd name="connsiteX3090" fmla="*/ 338301 w 2401758"/>
              <a:gd name="connsiteY3090" fmla="*/ 986817 h 2400493"/>
              <a:gd name="connsiteX3091" fmla="*/ 323915 w 2401758"/>
              <a:gd name="connsiteY3091" fmla="*/ 1011123 h 2400493"/>
              <a:gd name="connsiteX3092" fmla="*/ 319451 w 2401758"/>
              <a:gd name="connsiteY3092" fmla="*/ 1012115 h 2400493"/>
              <a:gd name="connsiteX3093" fmla="*/ 307546 w 2401758"/>
              <a:gd name="connsiteY3093" fmla="*/ 1012115 h 2400493"/>
              <a:gd name="connsiteX3094" fmla="*/ 291673 w 2401758"/>
              <a:gd name="connsiteY3094" fmla="*/ 1004674 h 2400493"/>
              <a:gd name="connsiteX3095" fmla="*/ 286217 w 2401758"/>
              <a:gd name="connsiteY3095" fmla="*/ 995250 h 2400493"/>
              <a:gd name="connsiteX3096" fmla="*/ 286217 w 2401758"/>
              <a:gd name="connsiteY3096" fmla="*/ 975409 h 2400493"/>
              <a:gd name="connsiteX3097" fmla="*/ 294154 w 2401758"/>
              <a:gd name="connsiteY3097" fmla="*/ 964992 h 2400493"/>
              <a:gd name="connsiteX3098" fmla="*/ 310026 w 2401758"/>
              <a:gd name="connsiteY3098" fmla="*/ 960032 h 2400493"/>
              <a:gd name="connsiteX3099" fmla="*/ 44144 w 2401758"/>
              <a:gd name="connsiteY3099" fmla="*/ 958544 h 2400493"/>
              <a:gd name="connsiteX3100" fmla="*/ 58528 w 2401758"/>
              <a:gd name="connsiteY3100" fmla="*/ 963008 h 2400493"/>
              <a:gd name="connsiteX3101" fmla="*/ 67457 w 2401758"/>
              <a:gd name="connsiteY3101" fmla="*/ 972929 h 2400493"/>
              <a:gd name="connsiteX3102" fmla="*/ 71921 w 2401758"/>
              <a:gd name="connsiteY3102" fmla="*/ 985825 h 2400493"/>
              <a:gd name="connsiteX3103" fmla="*/ 62497 w 2401758"/>
              <a:gd name="connsiteY3103" fmla="*/ 1006658 h 2400493"/>
              <a:gd name="connsiteX3104" fmla="*/ 43152 w 2401758"/>
              <a:gd name="connsiteY3104" fmla="*/ 1015091 h 2400493"/>
              <a:gd name="connsiteX3105" fmla="*/ 22318 w 2401758"/>
              <a:gd name="connsiteY3105" fmla="*/ 1005170 h 2400493"/>
              <a:gd name="connsiteX3106" fmla="*/ 14878 w 2401758"/>
              <a:gd name="connsiteY3106" fmla="*/ 985825 h 2400493"/>
              <a:gd name="connsiteX3107" fmla="*/ 26287 w 2401758"/>
              <a:gd name="connsiteY3107" fmla="*/ 964496 h 2400493"/>
              <a:gd name="connsiteX3108" fmla="*/ 44144 w 2401758"/>
              <a:gd name="connsiteY3108" fmla="*/ 958544 h 2400493"/>
              <a:gd name="connsiteX3109" fmla="*/ 243055 w 2401758"/>
              <a:gd name="connsiteY3109" fmla="*/ 958048 h 2400493"/>
              <a:gd name="connsiteX3110" fmla="*/ 264881 w 2401758"/>
              <a:gd name="connsiteY3110" fmla="*/ 967969 h 2400493"/>
              <a:gd name="connsiteX3111" fmla="*/ 272321 w 2401758"/>
              <a:gd name="connsiteY3111" fmla="*/ 986322 h 2400493"/>
              <a:gd name="connsiteX3112" fmla="*/ 261408 w 2401758"/>
              <a:gd name="connsiteY3112" fmla="*/ 1008147 h 2400493"/>
              <a:gd name="connsiteX3113" fmla="*/ 242559 w 2401758"/>
              <a:gd name="connsiteY3113" fmla="*/ 1015091 h 2400493"/>
              <a:gd name="connsiteX3114" fmla="*/ 221230 w 2401758"/>
              <a:gd name="connsiteY3114" fmla="*/ 1003682 h 2400493"/>
              <a:gd name="connsiteX3115" fmla="*/ 215278 w 2401758"/>
              <a:gd name="connsiteY3115" fmla="*/ 985825 h 2400493"/>
              <a:gd name="connsiteX3116" fmla="*/ 226687 w 2401758"/>
              <a:gd name="connsiteY3116" fmla="*/ 964000 h 2400493"/>
              <a:gd name="connsiteX3117" fmla="*/ 243055 w 2401758"/>
              <a:gd name="connsiteY3117" fmla="*/ 958048 h 2400493"/>
              <a:gd name="connsiteX3118" fmla="*/ 110147 w 2401758"/>
              <a:gd name="connsiteY3118" fmla="*/ 958048 h 2400493"/>
              <a:gd name="connsiteX3119" fmla="*/ 130484 w 2401758"/>
              <a:gd name="connsiteY3119" fmla="*/ 967472 h 2400493"/>
              <a:gd name="connsiteX3120" fmla="*/ 138420 w 2401758"/>
              <a:gd name="connsiteY3120" fmla="*/ 986322 h 2400493"/>
              <a:gd name="connsiteX3121" fmla="*/ 130484 w 2401758"/>
              <a:gd name="connsiteY3121" fmla="*/ 1005667 h 2400493"/>
              <a:gd name="connsiteX3122" fmla="*/ 110147 w 2401758"/>
              <a:gd name="connsiteY3122" fmla="*/ 1015091 h 2400493"/>
              <a:gd name="connsiteX3123" fmla="*/ 89809 w 2401758"/>
              <a:gd name="connsiteY3123" fmla="*/ 1006163 h 2400493"/>
              <a:gd name="connsiteX3124" fmla="*/ 81378 w 2401758"/>
              <a:gd name="connsiteY3124" fmla="*/ 985825 h 2400493"/>
              <a:gd name="connsiteX3125" fmla="*/ 91794 w 2401758"/>
              <a:gd name="connsiteY3125" fmla="*/ 964992 h 2400493"/>
              <a:gd name="connsiteX3126" fmla="*/ 110147 w 2401758"/>
              <a:gd name="connsiteY3126" fmla="*/ 958048 h 2400493"/>
              <a:gd name="connsiteX3127" fmla="*/ 176606 w 2401758"/>
              <a:gd name="connsiteY3127" fmla="*/ 957552 h 2400493"/>
              <a:gd name="connsiteX3128" fmla="*/ 195951 w 2401758"/>
              <a:gd name="connsiteY3128" fmla="*/ 965984 h 2400493"/>
              <a:gd name="connsiteX3129" fmla="*/ 204879 w 2401758"/>
              <a:gd name="connsiteY3129" fmla="*/ 986322 h 2400493"/>
              <a:gd name="connsiteX3130" fmla="*/ 194959 w 2401758"/>
              <a:gd name="connsiteY3130" fmla="*/ 1007155 h 2400493"/>
              <a:gd name="connsiteX3131" fmla="*/ 175614 w 2401758"/>
              <a:gd name="connsiteY3131" fmla="*/ 1015091 h 2400493"/>
              <a:gd name="connsiteX3132" fmla="*/ 153789 w 2401758"/>
              <a:gd name="connsiteY3132" fmla="*/ 1003682 h 2400493"/>
              <a:gd name="connsiteX3133" fmla="*/ 147341 w 2401758"/>
              <a:gd name="connsiteY3133" fmla="*/ 985826 h 2400493"/>
              <a:gd name="connsiteX3134" fmla="*/ 157758 w 2401758"/>
              <a:gd name="connsiteY3134" fmla="*/ 964992 h 2400493"/>
              <a:gd name="connsiteX3135" fmla="*/ 176606 w 2401758"/>
              <a:gd name="connsiteY3135" fmla="*/ 957552 h 2400493"/>
              <a:gd name="connsiteX3136" fmla="*/ 2264855 w 2401758"/>
              <a:gd name="connsiteY3136" fmla="*/ 915390 h 2400493"/>
              <a:gd name="connsiteX3137" fmla="*/ 2267335 w 2401758"/>
              <a:gd name="connsiteY3137" fmla="*/ 918366 h 2400493"/>
              <a:gd name="connsiteX3138" fmla="*/ 2264359 w 2401758"/>
              <a:gd name="connsiteY3138" fmla="*/ 920846 h 2400493"/>
              <a:gd name="connsiteX3139" fmla="*/ 2262871 w 2401758"/>
              <a:gd name="connsiteY3139" fmla="*/ 916878 h 2400493"/>
              <a:gd name="connsiteX3140" fmla="*/ 2264855 w 2401758"/>
              <a:gd name="connsiteY3140" fmla="*/ 915390 h 2400493"/>
              <a:gd name="connsiteX3141" fmla="*/ 2198388 w 2401758"/>
              <a:gd name="connsiteY3141" fmla="*/ 914894 h 2400493"/>
              <a:gd name="connsiteX3142" fmla="*/ 2201860 w 2401758"/>
              <a:gd name="connsiteY3142" fmla="*/ 917374 h 2400493"/>
              <a:gd name="connsiteX3143" fmla="*/ 2198388 w 2401758"/>
              <a:gd name="connsiteY3143" fmla="*/ 919358 h 2400493"/>
              <a:gd name="connsiteX3144" fmla="*/ 2195908 w 2401758"/>
              <a:gd name="connsiteY3144" fmla="*/ 916382 h 2400493"/>
              <a:gd name="connsiteX3145" fmla="*/ 2198388 w 2401758"/>
              <a:gd name="connsiteY3145" fmla="*/ 914894 h 2400493"/>
              <a:gd name="connsiteX3146" fmla="*/ 2129440 w 2401758"/>
              <a:gd name="connsiteY3146" fmla="*/ 910429 h 2400493"/>
              <a:gd name="connsiteX3147" fmla="*/ 2137377 w 2401758"/>
              <a:gd name="connsiteY3147" fmla="*/ 917870 h 2400493"/>
              <a:gd name="connsiteX3148" fmla="*/ 2128944 w 2401758"/>
              <a:gd name="connsiteY3148" fmla="*/ 923822 h 2400493"/>
              <a:gd name="connsiteX3149" fmla="*/ 2122000 w 2401758"/>
              <a:gd name="connsiteY3149" fmla="*/ 917374 h 2400493"/>
              <a:gd name="connsiteX3150" fmla="*/ 2129440 w 2401758"/>
              <a:gd name="connsiteY3150" fmla="*/ 910429 h 2400493"/>
              <a:gd name="connsiteX3151" fmla="*/ 2005 w 2401758"/>
              <a:gd name="connsiteY3151" fmla="*/ 910429 h 2400493"/>
              <a:gd name="connsiteX3152" fmla="*/ 2997 w 2401758"/>
              <a:gd name="connsiteY3152" fmla="*/ 915389 h 2400493"/>
              <a:gd name="connsiteX3153" fmla="*/ 2997 w 2401758"/>
              <a:gd name="connsiteY3153" fmla="*/ 923326 h 2400493"/>
              <a:gd name="connsiteX3154" fmla="*/ 1509 w 2401758"/>
              <a:gd name="connsiteY3154" fmla="*/ 924318 h 2400493"/>
              <a:gd name="connsiteX3155" fmla="*/ 516 w 2401758"/>
              <a:gd name="connsiteY3155" fmla="*/ 923326 h 2400493"/>
              <a:gd name="connsiteX3156" fmla="*/ 516 w 2401758"/>
              <a:gd name="connsiteY3156" fmla="*/ 917373 h 2400493"/>
              <a:gd name="connsiteX3157" fmla="*/ 2005 w 2401758"/>
              <a:gd name="connsiteY3157" fmla="*/ 910429 h 2400493"/>
              <a:gd name="connsiteX3158" fmla="*/ 2061981 w 2401758"/>
              <a:gd name="connsiteY3158" fmla="*/ 907453 h 2400493"/>
              <a:gd name="connsiteX3159" fmla="*/ 2071901 w 2401758"/>
              <a:gd name="connsiteY3159" fmla="*/ 916381 h 2400493"/>
              <a:gd name="connsiteX3160" fmla="*/ 2061981 w 2401758"/>
              <a:gd name="connsiteY3160" fmla="*/ 926302 h 2400493"/>
              <a:gd name="connsiteX3161" fmla="*/ 2052556 w 2401758"/>
              <a:gd name="connsiteY3161" fmla="*/ 916878 h 2400493"/>
              <a:gd name="connsiteX3162" fmla="*/ 2061981 w 2401758"/>
              <a:gd name="connsiteY3162" fmla="*/ 907453 h 2400493"/>
              <a:gd name="connsiteX3163" fmla="*/ 1928054 w 2401758"/>
              <a:gd name="connsiteY3163" fmla="*/ 905469 h 2400493"/>
              <a:gd name="connsiteX3164" fmla="*/ 1940950 w 2401758"/>
              <a:gd name="connsiteY3164" fmla="*/ 917374 h 2400493"/>
              <a:gd name="connsiteX3165" fmla="*/ 1929542 w 2401758"/>
              <a:gd name="connsiteY3165" fmla="*/ 929278 h 2400493"/>
              <a:gd name="connsiteX3166" fmla="*/ 1917141 w 2401758"/>
              <a:gd name="connsiteY3166" fmla="*/ 917870 h 2400493"/>
              <a:gd name="connsiteX3167" fmla="*/ 1928054 w 2401758"/>
              <a:gd name="connsiteY3167" fmla="*/ 905469 h 2400493"/>
              <a:gd name="connsiteX3168" fmla="*/ 1995513 w 2401758"/>
              <a:gd name="connsiteY3168" fmla="*/ 904973 h 2400493"/>
              <a:gd name="connsiteX3169" fmla="*/ 2007417 w 2401758"/>
              <a:gd name="connsiteY3169" fmla="*/ 916878 h 2400493"/>
              <a:gd name="connsiteX3170" fmla="*/ 1995513 w 2401758"/>
              <a:gd name="connsiteY3170" fmla="*/ 928782 h 2400493"/>
              <a:gd name="connsiteX3171" fmla="*/ 1983608 w 2401758"/>
              <a:gd name="connsiteY3171" fmla="*/ 916878 h 2400493"/>
              <a:gd name="connsiteX3172" fmla="*/ 1995513 w 2401758"/>
              <a:gd name="connsiteY3172" fmla="*/ 904973 h 2400493"/>
              <a:gd name="connsiteX3173" fmla="*/ 1860098 w 2401758"/>
              <a:gd name="connsiteY3173" fmla="*/ 902989 h 2400493"/>
              <a:gd name="connsiteX3174" fmla="*/ 1873986 w 2401758"/>
              <a:gd name="connsiteY3174" fmla="*/ 917374 h 2400493"/>
              <a:gd name="connsiteX3175" fmla="*/ 1859602 w 2401758"/>
              <a:gd name="connsiteY3175" fmla="*/ 931263 h 2400493"/>
              <a:gd name="connsiteX3176" fmla="*/ 1845713 w 2401758"/>
              <a:gd name="connsiteY3176" fmla="*/ 916878 h 2400493"/>
              <a:gd name="connsiteX3177" fmla="*/ 1860098 w 2401758"/>
              <a:gd name="connsiteY3177" fmla="*/ 902989 h 2400493"/>
              <a:gd name="connsiteX3178" fmla="*/ 1793134 w 2401758"/>
              <a:gd name="connsiteY3178" fmla="*/ 902989 h 2400493"/>
              <a:gd name="connsiteX3179" fmla="*/ 1807518 w 2401758"/>
              <a:gd name="connsiteY3179" fmla="*/ 916878 h 2400493"/>
              <a:gd name="connsiteX3180" fmla="*/ 1793630 w 2401758"/>
              <a:gd name="connsiteY3180" fmla="*/ 931263 h 2400493"/>
              <a:gd name="connsiteX3181" fmla="*/ 1779245 w 2401758"/>
              <a:gd name="connsiteY3181" fmla="*/ 917374 h 2400493"/>
              <a:gd name="connsiteX3182" fmla="*/ 1793134 w 2401758"/>
              <a:gd name="connsiteY3182" fmla="*/ 902989 h 2400493"/>
              <a:gd name="connsiteX3183" fmla="*/ 1725178 w 2401758"/>
              <a:gd name="connsiteY3183" fmla="*/ 900509 h 2400493"/>
              <a:gd name="connsiteX3184" fmla="*/ 1736586 w 2401758"/>
              <a:gd name="connsiteY3184" fmla="*/ 904973 h 2400493"/>
              <a:gd name="connsiteX3185" fmla="*/ 1743531 w 2401758"/>
              <a:gd name="connsiteY3185" fmla="*/ 916878 h 2400493"/>
              <a:gd name="connsiteX3186" fmla="*/ 1738571 w 2401758"/>
              <a:gd name="connsiteY3186" fmla="*/ 927790 h 2400493"/>
              <a:gd name="connsiteX3187" fmla="*/ 1726666 w 2401758"/>
              <a:gd name="connsiteY3187" fmla="*/ 933743 h 2400493"/>
              <a:gd name="connsiteX3188" fmla="*/ 1715257 w 2401758"/>
              <a:gd name="connsiteY3188" fmla="*/ 929279 h 2400493"/>
              <a:gd name="connsiteX3189" fmla="*/ 1709305 w 2401758"/>
              <a:gd name="connsiteY3189" fmla="*/ 917374 h 2400493"/>
              <a:gd name="connsiteX3190" fmla="*/ 1714265 w 2401758"/>
              <a:gd name="connsiteY3190" fmla="*/ 905965 h 2400493"/>
              <a:gd name="connsiteX3191" fmla="*/ 1725178 w 2401758"/>
              <a:gd name="connsiteY3191" fmla="*/ 900509 h 2400493"/>
              <a:gd name="connsiteX3192" fmla="*/ 1658214 w 2401758"/>
              <a:gd name="connsiteY3192" fmla="*/ 900509 h 2400493"/>
              <a:gd name="connsiteX3193" fmla="*/ 1670119 w 2401758"/>
              <a:gd name="connsiteY3193" fmla="*/ 906958 h 2400493"/>
              <a:gd name="connsiteX3194" fmla="*/ 1674583 w 2401758"/>
              <a:gd name="connsiteY3194" fmla="*/ 918366 h 2400493"/>
              <a:gd name="connsiteX3195" fmla="*/ 1668135 w 2401758"/>
              <a:gd name="connsiteY3195" fmla="*/ 930271 h 2400493"/>
              <a:gd name="connsiteX3196" fmla="*/ 1656726 w 2401758"/>
              <a:gd name="connsiteY3196" fmla="*/ 933743 h 2400493"/>
              <a:gd name="connsiteX3197" fmla="*/ 1644821 w 2401758"/>
              <a:gd name="connsiteY3197" fmla="*/ 927295 h 2400493"/>
              <a:gd name="connsiteX3198" fmla="*/ 1640853 w 2401758"/>
              <a:gd name="connsiteY3198" fmla="*/ 915886 h 2400493"/>
              <a:gd name="connsiteX3199" fmla="*/ 1647798 w 2401758"/>
              <a:gd name="connsiteY3199" fmla="*/ 904478 h 2400493"/>
              <a:gd name="connsiteX3200" fmla="*/ 1658214 w 2401758"/>
              <a:gd name="connsiteY3200" fmla="*/ 900509 h 2400493"/>
              <a:gd name="connsiteX3201" fmla="*/ 1591251 w 2401758"/>
              <a:gd name="connsiteY3201" fmla="*/ 900509 h 2400493"/>
              <a:gd name="connsiteX3202" fmla="*/ 1607620 w 2401758"/>
              <a:gd name="connsiteY3202" fmla="*/ 917870 h 2400493"/>
              <a:gd name="connsiteX3203" fmla="*/ 1590259 w 2401758"/>
              <a:gd name="connsiteY3203" fmla="*/ 934239 h 2400493"/>
              <a:gd name="connsiteX3204" fmla="*/ 1573890 w 2401758"/>
              <a:gd name="connsiteY3204" fmla="*/ 916878 h 2400493"/>
              <a:gd name="connsiteX3205" fmla="*/ 1591251 w 2401758"/>
              <a:gd name="connsiteY3205" fmla="*/ 900509 h 2400493"/>
              <a:gd name="connsiteX3206" fmla="*/ 1524288 w 2401758"/>
              <a:gd name="connsiteY3206" fmla="*/ 898525 h 2400493"/>
              <a:gd name="connsiteX3207" fmla="*/ 1537681 w 2401758"/>
              <a:gd name="connsiteY3207" fmla="*/ 902989 h 2400493"/>
              <a:gd name="connsiteX3208" fmla="*/ 1544129 w 2401758"/>
              <a:gd name="connsiteY3208" fmla="*/ 916878 h 2400493"/>
              <a:gd name="connsiteX3209" fmla="*/ 1537185 w 2401758"/>
              <a:gd name="connsiteY3209" fmla="*/ 930767 h 2400493"/>
              <a:gd name="connsiteX3210" fmla="*/ 1524288 w 2401758"/>
              <a:gd name="connsiteY3210" fmla="*/ 936223 h 2400493"/>
              <a:gd name="connsiteX3211" fmla="*/ 1511391 w 2401758"/>
              <a:gd name="connsiteY3211" fmla="*/ 930767 h 2400493"/>
              <a:gd name="connsiteX3212" fmla="*/ 1505935 w 2401758"/>
              <a:gd name="connsiteY3212" fmla="*/ 917870 h 2400493"/>
              <a:gd name="connsiteX3213" fmla="*/ 1511391 w 2401758"/>
              <a:gd name="connsiteY3213" fmla="*/ 903981 h 2400493"/>
              <a:gd name="connsiteX3214" fmla="*/ 1524288 w 2401758"/>
              <a:gd name="connsiteY3214" fmla="*/ 898525 h 2400493"/>
              <a:gd name="connsiteX3215" fmla="*/ 1457819 w 2401758"/>
              <a:gd name="connsiteY3215" fmla="*/ 898029 h 2400493"/>
              <a:gd name="connsiteX3216" fmla="*/ 1476668 w 2401758"/>
              <a:gd name="connsiteY3216" fmla="*/ 917374 h 2400493"/>
              <a:gd name="connsiteX3217" fmla="*/ 1457323 w 2401758"/>
              <a:gd name="connsiteY3217" fmla="*/ 936223 h 2400493"/>
              <a:gd name="connsiteX3218" fmla="*/ 1438970 w 2401758"/>
              <a:gd name="connsiteY3218" fmla="*/ 916382 h 2400493"/>
              <a:gd name="connsiteX3219" fmla="*/ 1457819 w 2401758"/>
              <a:gd name="connsiteY3219" fmla="*/ 898029 h 2400493"/>
              <a:gd name="connsiteX3220" fmla="*/ 1388376 w 2401758"/>
              <a:gd name="connsiteY3220" fmla="*/ 897533 h 2400493"/>
              <a:gd name="connsiteX3221" fmla="*/ 1401769 w 2401758"/>
              <a:gd name="connsiteY3221" fmla="*/ 902493 h 2400493"/>
              <a:gd name="connsiteX3222" fmla="*/ 1407225 w 2401758"/>
              <a:gd name="connsiteY3222" fmla="*/ 916382 h 2400493"/>
              <a:gd name="connsiteX3223" fmla="*/ 1402761 w 2401758"/>
              <a:gd name="connsiteY3223" fmla="*/ 930767 h 2400493"/>
              <a:gd name="connsiteX3224" fmla="*/ 1388376 w 2401758"/>
              <a:gd name="connsiteY3224" fmla="*/ 936223 h 2400493"/>
              <a:gd name="connsiteX3225" fmla="*/ 1374984 w 2401758"/>
              <a:gd name="connsiteY3225" fmla="*/ 930767 h 2400493"/>
              <a:gd name="connsiteX3226" fmla="*/ 1369527 w 2401758"/>
              <a:gd name="connsiteY3226" fmla="*/ 915886 h 2400493"/>
              <a:gd name="connsiteX3227" fmla="*/ 1374984 w 2401758"/>
              <a:gd name="connsiteY3227" fmla="*/ 902493 h 2400493"/>
              <a:gd name="connsiteX3228" fmla="*/ 1388376 w 2401758"/>
              <a:gd name="connsiteY3228" fmla="*/ 897533 h 2400493"/>
              <a:gd name="connsiteX3229" fmla="*/ 1322405 w 2401758"/>
              <a:gd name="connsiteY3229" fmla="*/ 896045 h 2400493"/>
              <a:gd name="connsiteX3230" fmla="*/ 1343238 w 2401758"/>
              <a:gd name="connsiteY3230" fmla="*/ 917374 h 2400493"/>
              <a:gd name="connsiteX3231" fmla="*/ 1336790 w 2401758"/>
              <a:gd name="connsiteY3231" fmla="*/ 932255 h 2400493"/>
              <a:gd name="connsiteX3232" fmla="*/ 1320421 w 2401758"/>
              <a:gd name="connsiteY3232" fmla="*/ 938703 h 2400493"/>
              <a:gd name="connsiteX3233" fmla="*/ 1305540 w 2401758"/>
              <a:gd name="connsiteY3233" fmla="*/ 931263 h 2400493"/>
              <a:gd name="connsiteX3234" fmla="*/ 1300580 w 2401758"/>
              <a:gd name="connsiteY3234" fmla="*/ 916878 h 2400493"/>
              <a:gd name="connsiteX3235" fmla="*/ 1322405 w 2401758"/>
              <a:gd name="connsiteY3235" fmla="*/ 896045 h 2400493"/>
              <a:gd name="connsiteX3236" fmla="*/ 1254945 w 2401758"/>
              <a:gd name="connsiteY3236" fmla="*/ 895549 h 2400493"/>
              <a:gd name="connsiteX3237" fmla="*/ 1276770 w 2401758"/>
              <a:gd name="connsiteY3237" fmla="*/ 916878 h 2400493"/>
              <a:gd name="connsiteX3238" fmla="*/ 1255937 w 2401758"/>
              <a:gd name="connsiteY3238" fmla="*/ 938207 h 2400493"/>
              <a:gd name="connsiteX3239" fmla="*/ 1233616 w 2401758"/>
              <a:gd name="connsiteY3239" fmla="*/ 917374 h 2400493"/>
              <a:gd name="connsiteX3240" fmla="*/ 1254945 w 2401758"/>
              <a:gd name="connsiteY3240" fmla="*/ 895549 h 2400493"/>
              <a:gd name="connsiteX3241" fmla="*/ 1186493 w 2401758"/>
              <a:gd name="connsiteY3241" fmla="*/ 895549 h 2400493"/>
              <a:gd name="connsiteX3242" fmla="*/ 1207326 w 2401758"/>
              <a:gd name="connsiteY3242" fmla="*/ 917870 h 2400493"/>
              <a:gd name="connsiteX3243" fmla="*/ 1185005 w 2401758"/>
              <a:gd name="connsiteY3243" fmla="*/ 938703 h 2400493"/>
              <a:gd name="connsiteX3244" fmla="*/ 1164668 w 2401758"/>
              <a:gd name="connsiteY3244" fmla="*/ 916878 h 2400493"/>
              <a:gd name="connsiteX3245" fmla="*/ 1186493 w 2401758"/>
              <a:gd name="connsiteY3245" fmla="*/ 895549 h 2400493"/>
              <a:gd name="connsiteX3246" fmla="*/ 1119530 w 2401758"/>
              <a:gd name="connsiteY3246" fmla="*/ 893565 h 2400493"/>
              <a:gd name="connsiteX3247" fmla="*/ 1143339 w 2401758"/>
              <a:gd name="connsiteY3247" fmla="*/ 918366 h 2400493"/>
              <a:gd name="connsiteX3248" fmla="*/ 1119530 w 2401758"/>
              <a:gd name="connsiteY3248" fmla="*/ 941184 h 2400493"/>
              <a:gd name="connsiteX3249" fmla="*/ 1095720 w 2401758"/>
              <a:gd name="connsiteY3249" fmla="*/ 916382 h 2400493"/>
              <a:gd name="connsiteX3250" fmla="*/ 1119530 w 2401758"/>
              <a:gd name="connsiteY3250" fmla="*/ 893565 h 2400493"/>
              <a:gd name="connsiteX3251" fmla="*/ 1053558 w 2401758"/>
              <a:gd name="connsiteY3251" fmla="*/ 893565 h 2400493"/>
              <a:gd name="connsiteX3252" fmla="*/ 1076376 w 2401758"/>
              <a:gd name="connsiteY3252" fmla="*/ 917870 h 2400493"/>
              <a:gd name="connsiteX3253" fmla="*/ 1051574 w 2401758"/>
              <a:gd name="connsiteY3253" fmla="*/ 941184 h 2400493"/>
              <a:gd name="connsiteX3254" fmla="*/ 1028801 w 2401758"/>
              <a:gd name="connsiteY3254" fmla="*/ 916878 h 2400493"/>
              <a:gd name="connsiteX3255" fmla="*/ 1053558 w 2401758"/>
              <a:gd name="connsiteY3255" fmla="*/ 893565 h 2400493"/>
              <a:gd name="connsiteX3256" fmla="*/ 987134 w 2401758"/>
              <a:gd name="connsiteY3256" fmla="*/ 893565 h 2400493"/>
              <a:gd name="connsiteX3257" fmla="*/ 1003502 w 2401758"/>
              <a:gd name="connsiteY3257" fmla="*/ 900013 h 2400493"/>
              <a:gd name="connsiteX3258" fmla="*/ 1009951 w 2401758"/>
              <a:gd name="connsiteY3258" fmla="*/ 917374 h 2400493"/>
              <a:gd name="connsiteX3259" fmla="*/ 984654 w 2401758"/>
              <a:gd name="connsiteY3259" fmla="*/ 941184 h 2400493"/>
              <a:gd name="connsiteX3260" fmla="*/ 962334 w 2401758"/>
              <a:gd name="connsiteY3260" fmla="*/ 916878 h 2400493"/>
              <a:gd name="connsiteX3261" fmla="*/ 987134 w 2401758"/>
              <a:gd name="connsiteY3261" fmla="*/ 893565 h 2400493"/>
              <a:gd name="connsiteX3262" fmla="*/ 917160 w 2401758"/>
              <a:gd name="connsiteY3262" fmla="*/ 893068 h 2400493"/>
              <a:gd name="connsiteX3263" fmla="*/ 940970 w 2401758"/>
              <a:gd name="connsiteY3263" fmla="*/ 917373 h 2400493"/>
              <a:gd name="connsiteX3264" fmla="*/ 916664 w 2401758"/>
              <a:gd name="connsiteY3264" fmla="*/ 940687 h 2400493"/>
              <a:gd name="connsiteX3265" fmla="*/ 893351 w 2401758"/>
              <a:gd name="connsiteY3265" fmla="*/ 915885 h 2400493"/>
              <a:gd name="connsiteX3266" fmla="*/ 917160 w 2401758"/>
              <a:gd name="connsiteY3266" fmla="*/ 893068 h 2400493"/>
              <a:gd name="connsiteX3267" fmla="*/ 784254 w 2401758"/>
              <a:gd name="connsiteY3267" fmla="*/ 891085 h 2400493"/>
              <a:gd name="connsiteX3268" fmla="*/ 810049 w 2401758"/>
              <a:gd name="connsiteY3268" fmla="*/ 917374 h 2400493"/>
              <a:gd name="connsiteX3269" fmla="*/ 783262 w 2401758"/>
              <a:gd name="connsiteY3269" fmla="*/ 943664 h 2400493"/>
              <a:gd name="connsiteX3270" fmla="*/ 757467 w 2401758"/>
              <a:gd name="connsiteY3270" fmla="*/ 917374 h 2400493"/>
              <a:gd name="connsiteX3271" fmla="*/ 784254 w 2401758"/>
              <a:gd name="connsiteY3271" fmla="*/ 891085 h 2400493"/>
              <a:gd name="connsiteX3272" fmla="*/ 715287 w 2401758"/>
              <a:gd name="connsiteY3272" fmla="*/ 891085 h 2400493"/>
              <a:gd name="connsiteX3273" fmla="*/ 741080 w 2401758"/>
              <a:gd name="connsiteY3273" fmla="*/ 917374 h 2400493"/>
              <a:gd name="connsiteX3274" fmla="*/ 713799 w 2401758"/>
              <a:gd name="connsiteY3274" fmla="*/ 943168 h 2400493"/>
              <a:gd name="connsiteX3275" fmla="*/ 688503 w 2401758"/>
              <a:gd name="connsiteY3275" fmla="*/ 916878 h 2400493"/>
              <a:gd name="connsiteX3276" fmla="*/ 715287 w 2401758"/>
              <a:gd name="connsiteY3276" fmla="*/ 891085 h 2400493"/>
              <a:gd name="connsiteX3277" fmla="*/ 647851 w 2401758"/>
              <a:gd name="connsiteY3277" fmla="*/ 891084 h 2400493"/>
              <a:gd name="connsiteX3278" fmla="*/ 674635 w 2401758"/>
              <a:gd name="connsiteY3278" fmla="*/ 916381 h 2400493"/>
              <a:gd name="connsiteX3279" fmla="*/ 667195 w 2401758"/>
              <a:gd name="connsiteY3279" fmla="*/ 935726 h 2400493"/>
              <a:gd name="connsiteX3280" fmla="*/ 648843 w 2401758"/>
              <a:gd name="connsiteY3280" fmla="*/ 943663 h 2400493"/>
              <a:gd name="connsiteX3281" fmla="*/ 622060 w 2401758"/>
              <a:gd name="connsiteY3281" fmla="*/ 917373 h 2400493"/>
              <a:gd name="connsiteX3282" fmla="*/ 629996 w 2401758"/>
              <a:gd name="connsiteY3282" fmla="*/ 899020 h 2400493"/>
              <a:gd name="connsiteX3283" fmla="*/ 647851 w 2401758"/>
              <a:gd name="connsiteY3283" fmla="*/ 891084 h 2400493"/>
              <a:gd name="connsiteX3284" fmla="*/ 512414 w 2401758"/>
              <a:gd name="connsiteY3284" fmla="*/ 891084 h 2400493"/>
              <a:gd name="connsiteX3285" fmla="*/ 515887 w 2401758"/>
              <a:gd name="connsiteY3285" fmla="*/ 891084 h 2400493"/>
              <a:gd name="connsiteX3286" fmla="*/ 534241 w 2401758"/>
              <a:gd name="connsiteY3286" fmla="*/ 898028 h 2400493"/>
              <a:gd name="connsiteX3287" fmla="*/ 540689 w 2401758"/>
              <a:gd name="connsiteY3287" fmla="*/ 915389 h 2400493"/>
              <a:gd name="connsiteX3288" fmla="*/ 540689 w 2401758"/>
              <a:gd name="connsiteY3288" fmla="*/ 917869 h 2400493"/>
              <a:gd name="connsiteX3289" fmla="*/ 526304 w 2401758"/>
              <a:gd name="connsiteY3289" fmla="*/ 942175 h 2400493"/>
              <a:gd name="connsiteX3290" fmla="*/ 521839 w 2401758"/>
              <a:gd name="connsiteY3290" fmla="*/ 943167 h 2400493"/>
              <a:gd name="connsiteX3291" fmla="*/ 509934 w 2401758"/>
              <a:gd name="connsiteY3291" fmla="*/ 943167 h 2400493"/>
              <a:gd name="connsiteX3292" fmla="*/ 494060 w 2401758"/>
              <a:gd name="connsiteY3292" fmla="*/ 935726 h 2400493"/>
              <a:gd name="connsiteX3293" fmla="*/ 488604 w 2401758"/>
              <a:gd name="connsiteY3293" fmla="*/ 926302 h 2400493"/>
              <a:gd name="connsiteX3294" fmla="*/ 488604 w 2401758"/>
              <a:gd name="connsiteY3294" fmla="*/ 906461 h 2400493"/>
              <a:gd name="connsiteX3295" fmla="*/ 496541 w 2401758"/>
              <a:gd name="connsiteY3295" fmla="*/ 896044 h 2400493"/>
              <a:gd name="connsiteX3296" fmla="*/ 512414 w 2401758"/>
              <a:gd name="connsiteY3296" fmla="*/ 891084 h 2400493"/>
              <a:gd name="connsiteX3297" fmla="*/ 850690 w 2401758"/>
              <a:gd name="connsiteY3297" fmla="*/ 890588 h 2400493"/>
              <a:gd name="connsiteX3298" fmla="*/ 876484 w 2401758"/>
              <a:gd name="connsiteY3298" fmla="*/ 916877 h 2400493"/>
              <a:gd name="connsiteX3299" fmla="*/ 850690 w 2401758"/>
              <a:gd name="connsiteY3299" fmla="*/ 942671 h 2400493"/>
              <a:gd name="connsiteX3300" fmla="*/ 824401 w 2401758"/>
              <a:gd name="connsiteY3300" fmla="*/ 917373 h 2400493"/>
              <a:gd name="connsiteX3301" fmla="*/ 850690 w 2401758"/>
              <a:gd name="connsiteY3301" fmla="*/ 890588 h 2400493"/>
              <a:gd name="connsiteX3302" fmla="*/ 582382 w 2401758"/>
              <a:gd name="connsiteY3302" fmla="*/ 890588 h 2400493"/>
              <a:gd name="connsiteX3303" fmla="*/ 600241 w 2401758"/>
              <a:gd name="connsiteY3303" fmla="*/ 899020 h 2400493"/>
              <a:gd name="connsiteX3304" fmla="*/ 607186 w 2401758"/>
              <a:gd name="connsiteY3304" fmla="*/ 916877 h 2400493"/>
              <a:gd name="connsiteX3305" fmla="*/ 599744 w 2401758"/>
              <a:gd name="connsiteY3305" fmla="*/ 935726 h 2400493"/>
              <a:gd name="connsiteX3306" fmla="*/ 580398 w 2401758"/>
              <a:gd name="connsiteY3306" fmla="*/ 943663 h 2400493"/>
              <a:gd name="connsiteX3307" fmla="*/ 562539 w 2401758"/>
              <a:gd name="connsiteY3307" fmla="*/ 935230 h 2400493"/>
              <a:gd name="connsiteX3308" fmla="*/ 555099 w 2401758"/>
              <a:gd name="connsiteY3308" fmla="*/ 916877 h 2400493"/>
              <a:gd name="connsiteX3309" fmla="*/ 563035 w 2401758"/>
              <a:gd name="connsiteY3309" fmla="*/ 898524 h 2400493"/>
              <a:gd name="connsiteX3310" fmla="*/ 582382 w 2401758"/>
              <a:gd name="connsiteY3310" fmla="*/ 890588 h 2400493"/>
              <a:gd name="connsiteX3311" fmla="*/ 445437 w 2401758"/>
              <a:gd name="connsiteY3311" fmla="*/ 889100 h 2400493"/>
              <a:gd name="connsiteX3312" fmla="*/ 464783 w 2401758"/>
              <a:gd name="connsiteY3312" fmla="*/ 897036 h 2400493"/>
              <a:gd name="connsiteX3313" fmla="*/ 474207 w 2401758"/>
              <a:gd name="connsiteY3313" fmla="*/ 916878 h 2400493"/>
              <a:gd name="connsiteX3314" fmla="*/ 467263 w 2401758"/>
              <a:gd name="connsiteY3314" fmla="*/ 935230 h 2400493"/>
              <a:gd name="connsiteX3315" fmla="*/ 446429 w 2401758"/>
              <a:gd name="connsiteY3315" fmla="*/ 945647 h 2400493"/>
              <a:gd name="connsiteX3316" fmla="*/ 428572 w 2401758"/>
              <a:gd name="connsiteY3316" fmla="*/ 939695 h 2400493"/>
              <a:gd name="connsiteX3317" fmla="*/ 417163 w 2401758"/>
              <a:gd name="connsiteY3317" fmla="*/ 918366 h 2400493"/>
              <a:gd name="connsiteX3318" fmla="*/ 424603 w 2401758"/>
              <a:gd name="connsiteY3318" fmla="*/ 899021 h 2400493"/>
              <a:gd name="connsiteX3319" fmla="*/ 445437 w 2401758"/>
              <a:gd name="connsiteY3319" fmla="*/ 889100 h 2400493"/>
              <a:gd name="connsiteX3320" fmla="*/ 243552 w 2401758"/>
              <a:gd name="connsiteY3320" fmla="*/ 889100 h 2400493"/>
              <a:gd name="connsiteX3321" fmla="*/ 271825 w 2401758"/>
              <a:gd name="connsiteY3321" fmla="*/ 917373 h 2400493"/>
              <a:gd name="connsiteX3322" fmla="*/ 243552 w 2401758"/>
              <a:gd name="connsiteY3322" fmla="*/ 946143 h 2400493"/>
              <a:gd name="connsiteX3323" fmla="*/ 214782 w 2401758"/>
              <a:gd name="connsiteY3323" fmla="*/ 916877 h 2400493"/>
              <a:gd name="connsiteX3324" fmla="*/ 243552 w 2401758"/>
              <a:gd name="connsiteY3324" fmla="*/ 889100 h 2400493"/>
              <a:gd name="connsiteX3325" fmla="*/ 379483 w 2401758"/>
              <a:gd name="connsiteY3325" fmla="*/ 888604 h 2400493"/>
              <a:gd name="connsiteX3326" fmla="*/ 398829 w 2401758"/>
              <a:gd name="connsiteY3326" fmla="*/ 896540 h 2400493"/>
              <a:gd name="connsiteX3327" fmla="*/ 408253 w 2401758"/>
              <a:gd name="connsiteY3327" fmla="*/ 916878 h 2400493"/>
              <a:gd name="connsiteX3328" fmla="*/ 399821 w 2401758"/>
              <a:gd name="connsiteY3328" fmla="*/ 936223 h 2400493"/>
              <a:gd name="connsiteX3329" fmla="*/ 379979 w 2401758"/>
              <a:gd name="connsiteY3329" fmla="*/ 945647 h 2400493"/>
              <a:gd name="connsiteX3330" fmla="*/ 361624 w 2401758"/>
              <a:gd name="connsiteY3330" fmla="*/ 938703 h 2400493"/>
              <a:gd name="connsiteX3331" fmla="*/ 351207 w 2401758"/>
              <a:gd name="connsiteY3331" fmla="*/ 917870 h 2400493"/>
              <a:gd name="connsiteX3332" fmla="*/ 359640 w 2401758"/>
              <a:gd name="connsiteY3332" fmla="*/ 897532 h 2400493"/>
              <a:gd name="connsiteX3333" fmla="*/ 379483 w 2401758"/>
              <a:gd name="connsiteY3333" fmla="*/ 888604 h 2400493"/>
              <a:gd name="connsiteX3334" fmla="*/ 176607 w 2401758"/>
              <a:gd name="connsiteY3334" fmla="*/ 888604 h 2400493"/>
              <a:gd name="connsiteX3335" fmla="*/ 205377 w 2401758"/>
              <a:gd name="connsiteY3335" fmla="*/ 916878 h 2400493"/>
              <a:gd name="connsiteX3336" fmla="*/ 177599 w 2401758"/>
              <a:gd name="connsiteY3336" fmla="*/ 946144 h 2400493"/>
              <a:gd name="connsiteX3337" fmla="*/ 148333 w 2401758"/>
              <a:gd name="connsiteY3337" fmla="*/ 917374 h 2400493"/>
              <a:gd name="connsiteX3338" fmla="*/ 176607 w 2401758"/>
              <a:gd name="connsiteY3338" fmla="*/ 888604 h 2400493"/>
              <a:gd name="connsiteX3339" fmla="*/ 109637 w 2401758"/>
              <a:gd name="connsiteY3339" fmla="*/ 888604 h 2400493"/>
              <a:gd name="connsiteX3340" fmla="*/ 138406 w 2401758"/>
              <a:gd name="connsiteY3340" fmla="*/ 916878 h 2400493"/>
              <a:gd name="connsiteX3341" fmla="*/ 110629 w 2401758"/>
              <a:gd name="connsiteY3341" fmla="*/ 946144 h 2400493"/>
              <a:gd name="connsiteX3342" fmla="*/ 81363 w 2401758"/>
              <a:gd name="connsiteY3342" fmla="*/ 917374 h 2400493"/>
              <a:gd name="connsiteX3343" fmla="*/ 109637 w 2401758"/>
              <a:gd name="connsiteY3343" fmla="*/ 888604 h 2400493"/>
              <a:gd name="connsiteX3344" fmla="*/ 42661 w 2401758"/>
              <a:gd name="connsiteY3344" fmla="*/ 888604 h 2400493"/>
              <a:gd name="connsiteX3345" fmla="*/ 71927 w 2401758"/>
              <a:gd name="connsiteY3345" fmla="*/ 916382 h 2400493"/>
              <a:gd name="connsiteX3346" fmla="*/ 44646 w 2401758"/>
              <a:gd name="connsiteY3346" fmla="*/ 945647 h 2400493"/>
              <a:gd name="connsiteX3347" fmla="*/ 14884 w 2401758"/>
              <a:gd name="connsiteY3347" fmla="*/ 917374 h 2400493"/>
              <a:gd name="connsiteX3348" fmla="*/ 42661 w 2401758"/>
              <a:gd name="connsiteY3348" fmla="*/ 888604 h 2400493"/>
              <a:gd name="connsiteX3349" fmla="*/ 311517 w 2401758"/>
              <a:gd name="connsiteY3349" fmla="*/ 887612 h 2400493"/>
              <a:gd name="connsiteX3350" fmla="*/ 332351 w 2401758"/>
              <a:gd name="connsiteY3350" fmla="*/ 897533 h 2400493"/>
              <a:gd name="connsiteX3351" fmla="*/ 340287 w 2401758"/>
              <a:gd name="connsiteY3351" fmla="*/ 916878 h 2400493"/>
              <a:gd name="connsiteX3352" fmla="*/ 331359 w 2401758"/>
              <a:gd name="connsiteY3352" fmla="*/ 936719 h 2400493"/>
              <a:gd name="connsiteX3353" fmla="*/ 311021 w 2401758"/>
              <a:gd name="connsiteY3353" fmla="*/ 945151 h 2400493"/>
              <a:gd name="connsiteX3354" fmla="*/ 290188 w 2401758"/>
              <a:gd name="connsiteY3354" fmla="*/ 934735 h 2400493"/>
              <a:gd name="connsiteX3355" fmla="*/ 283243 w 2401758"/>
              <a:gd name="connsiteY3355" fmla="*/ 916382 h 2400493"/>
              <a:gd name="connsiteX3356" fmla="*/ 292668 w 2401758"/>
              <a:gd name="connsiteY3356" fmla="*/ 896540 h 2400493"/>
              <a:gd name="connsiteX3357" fmla="*/ 311517 w 2401758"/>
              <a:gd name="connsiteY3357" fmla="*/ 887612 h 2400493"/>
              <a:gd name="connsiteX3358" fmla="*/ 2264855 w 2401758"/>
              <a:gd name="connsiteY3358" fmla="*/ 846938 h 2400493"/>
              <a:gd name="connsiteX3359" fmla="*/ 2266839 w 2401758"/>
              <a:gd name="connsiteY3359" fmla="*/ 850410 h 2400493"/>
              <a:gd name="connsiteX3360" fmla="*/ 2263863 w 2401758"/>
              <a:gd name="connsiteY3360" fmla="*/ 852890 h 2400493"/>
              <a:gd name="connsiteX3361" fmla="*/ 2262375 w 2401758"/>
              <a:gd name="connsiteY3361" fmla="*/ 850410 h 2400493"/>
              <a:gd name="connsiteX3362" fmla="*/ 2264855 w 2401758"/>
              <a:gd name="connsiteY3362" fmla="*/ 846938 h 2400493"/>
              <a:gd name="connsiteX3363" fmla="*/ 2198388 w 2401758"/>
              <a:gd name="connsiteY3363" fmla="*/ 845946 h 2400493"/>
              <a:gd name="connsiteX3364" fmla="*/ 2204340 w 2401758"/>
              <a:gd name="connsiteY3364" fmla="*/ 850410 h 2400493"/>
              <a:gd name="connsiteX3365" fmla="*/ 2198388 w 2401758"/>
              <a:gd name="connsiteY3365" fmla="*/ 854874 h 2400493"/>
              <a:gd name="connsiteX3366" fmla="*/ 2193428 w 2401758"/>
              <a:gd name="connsiteY3366" fmla="*/ 849914 h 2400493"/>
              <a:gd name="connsiteX3367" fmla="*/ 2198388 w 2401758"/>
              <a:gd name="connsiteY3367" fmla="*/ 845946 h 2400493"/>
              <a:gd name="connsiteX3368" fmla="*/ 2129935 w 2401758"/>
              <a:gd name="connsiteY3368" fmla="*/ 843466 h 2400493"/>
              <a:gd name="connsiteX3369" fmla="*/ 2136384 w 2401758"/>
              <a:gd name="connsiteY3369" fmla="*/ 850906 h 2400493"/>
              <a:gd name="connsiteX3370" fmla="*/ 2128943 w 2401758"/>
              <a:gd name="connsiteY3370" fmla="*/ 857851 h 2400493"/>
              <a:gd name="connsiteX3371" fmla="*/ 2121999 w 2401758"/>
              <a:gd name="connsiteY3371" fmla="*/ 850906 h 2400493"/>
              <a:gd name="connsiteX3372" fmla="*/ 2129935 w 2401758"/>
              <a:gd name="connsiteY3372" fmla="*/ 843466 h 2400493"/>
              <a:gd name="connsiteX3373" fmla="*/ 2010 w 2401758"/>
              <a:gd name="connsiteY3373" fmla="*/ 841482 h 2400493"/>
              <a:gd name="connsiteX3374" fmla="*/ 3002 w 2401758"/>
              <a:gd name="connsiteY3374" fmla="*/ 849914 h 2400493"/>
              <a:gd name="connsiteX3375" fmla="*/ 1018 w 2401758"/>
              <a:gd name="connsiteY3375" fmla="*/ 859835 h 2400493"/>
              <a:gd name="connsiteX3376" fmla="*/ 522 w 2401758"/>
              <a:gd name="connsiteY3376" fmla="*/ 850906 h 2400493"/>
              <a:gd name="connsiteX3377" fmla="*/ 2010 w 2401758"/>
              <a:gd name="connsiteY3377" fmla="*/ 841482 h 2400493"/>
              <a:gd name="connsiteX3378" fmla="*/ 2062476 w 2401758"/>
              <a:gd name="connsiteY3378" fmla="*/ 840986 h 2400493"/>
              <a:gd name="connsiteX3379" fmla="*/ 2071901 w 2401758"/>
              <a:gd name="connsiteY3379" fmla="*/ 849914 h 2400493"/>
              <a:gd name="connsiteX3380" fmla="*/ 2063469 w 2401758"/>
              <a:gd name="connsiteY3380" fmla="*/ 859835 h 2400493"/>
              <a:gd name="connsiteX3381" fmla="*/ 2053052 w 2401758"/>
              <a:gd name="connsiteY3381" fmla="*/ 850410 h 2400493"/>
              <a:gd name="connsiteX3382" fmla="*/ 2062476 w 2401758"/>
              <a:gd name="connsiteY3382" fmla="*/ 840986 h 2400493"/>
              <a:gd name="connsiteX3383" fmla="*/ 1995513 w 2401758"/>
              <a:gd name="connsiteY3383" fmla="*/ 838506 h 2400493"/>
              <a:gd name="connsiteX3384" fmla="*/ 2007417 w 2401758"/>
              <a:gd name="connsiteY3384" fmla="*/ 850411 h 2400493"/>
              <a:gd name="connsiteX3385" fmla="*/ 1995513 w 2401758"/>
              <a:gd name="connsiteY3385" fmla="*/ 862315 h 2400493"/>
              <a:gd name="connsiteX3386" fmla="*/ 1983608 w 2401758"/>
              <a:gd name="connsiteY3386" fmla="*/ 850411 h 2400493"/>
              <a:gd name="connsiteX3387" fmla="*/ 1995513 w 2401758"/>
              <a:gd name="connsiteY3387" fmla="*/ 838506 h 2400493"/>
              <a:gd name="connsiteX3388" fmla="*/ 1928550 w 2401758"/>
              <a:gd name="connsiteY3388" fmla="*/ 838506 h 2400493"/>
              <a:gd name="connsiteX3389" fmla="*/ 1940950 w 2401758"/>
              <a:gd name="connsiteY3389" fmla="*/ 849915 h 2400493"/>
              <a:gd name="connsiteX3390" fmla="*/ 1930038 w 2401758"/>
              <a:gd name="connsiteY3390" fmla="*/ 862315 h 2400493"/>
              <a:gd name="connsiteX3391" fmla="*/ 1917141 w 2401758"/>
              <a:gd name="connsiteY3391" fmla="*/ 851403 h 2400493"/>
              <a:gd name="connsiteX3392" fmla="*/ 1928550 w 2401758"/>
              <a:gd name="connsiteY3392" fmla="*/ 838506 h 2400493"/>
              <a:gd name="connsiteX3393" fmla="*/ 1860098 w 2401758"/>
              <a:gd name="connsiteY3393" fmla="*/ 836521 h 2400493"/>
              <a:gd name="connsiteX3394" fmla="*/ 1873986 w 2401758"/>
              <a:gd name="connsiteY3394" fmla="*/ 850906 h 2400493"/>
              <a:gd name="connsiteX3395" fmla="*/ 1859602 w 2401758"/>
              <a:gd name="connsiteY3395" fmla="*/ 864795 h 2400493"/>
              <a:gd name="connsiteX3396" fmla="*/ 1845713 w 2401758"/>
              <a:gd name="connsiteY3396" fmla="*/ 850410 h 2400493"/>
              <a:gd name="connsiteX3397" fmla="*/ 1860098 w 2401758"/>
              <a:gd name="connsiteY3397" fmla="*/ 836521 h 2400493"/>
              <a:gd name="connsiteX3398" fmla="*/ 1792638 w 2401758"/>
              <a:gd name="connsiteY3398" fmla="*/ 836025 h 2400493"/>
              <a:gd name="connsiteX3399" fmla="*/ 1807518 w 2401758"/>
              <a:gd name="connsiteY3399" fmla="*/ 850410 h 2400493"/>
              <a:gd name="connsiteX3400" fmla="*/ 1793630 w 2401758"/>
              <a:gd name="connsiteY3400" fmla="*/ 864795 h 2400493"/>
              <a:gd name="connsiteX3401" fmla="*/ 1779245 w 2401758"/>
              <a:gd name="connsiteY3401" fmla="*/ 850906 h 2400493"/>
              <a:gd name="connsiteX3402" fmla="*/ 1792638 w 2401758"/>
              <a:gd name="connsiteY3402" fmla="*/ 836025 h 2400493"/>
              <a:gd name="connsiteX3403" fmla="*/ 1726171 w 2401758"/>
              <a:gd name="connsiteY3403" fmla="*/ 833545 h 2400493"/>
              <a:gd name="connsiteX3404" fmla="*/ 1743036 w 2401758"/>
              <a:gd name="connsiteY3404" fmla="*/ 850410 h 2400493"/>
              <a:gd name="connsiteX3405" fmla="*/ 1726171 w 2401758"/>
              <a:gd name="connsiteY3405" fmla="*/ 866779 h 2400493"/>
              <a:gd name="connsiteX3406" fmla="*/ 1709802 w 2401758"/>
              <a:gd name="connsiteY3406" fmla="*/ 849418 h 2400493"/>
              <a:gd name="connsiteX3407" fmla="*/ 1726171 w 2401758"/>
              <a:gd name="connsiteY3407" fmla="*/ 833545 h 2400493"/>
              <a:gd name="connsiteX3408" fmla="*/ 1657223 w 2401758"/>
              <a:gd name="connsiteY3408" fmla="*/ 833545 h 2400493"/>
              <a:gd name="connsiteX3409" fmla="*/ 1674088 w 2401758"/>
              <a:gd name="connsiteY3409" fmla="*/ 850410 h 2400493"/>
              <a:gd name="connsiteX3410" fmla="*/ 1657223 w 2401758"/>
              <a:gd name="connsiteY3410" fmla="*/ 867275 h 2400493"/>
              <a:gd name="connsiteX3411" fmla="*/ 1640358 w 2401758"/>
              <a:gd name="connsiteY3411" fmla="*/ 850410 h 2400493"/>
              <a:gd name="connsiteX3412" fmla="*/ 1657223 w 2401758"/>
              <a:gd name="connsiteY3412" fmla="*/ 833545 h 2400493"/>
              <a:gd name="connsiteX3413" fmla="*/ 1457324 w 2401758"/>
              <a:gd name="connsiteY3413" fmla="*/ 832057 h 2400493"/>
              <a:gd name="connsiteX3414" fmla="*/ 1471709 w 2401758"/>
              <a:gd name="connsiteY3414" fmla="*/ 837513 h 2400493"/>
              <a:gd name="connsiteX3415" fmla="*/ 1476173 w 2401758"/>
              <a:gd name="connsiteY3415" fmla="*/ 849914 h 2400493"/>
              <a:gd name="connsiteX3416" fmla="*/ 1471709 w 2401758"/>
              <a:gd name="connsiteY3416" fmla="*/ 864299 h 2400493"/>
              <a:gd name="connsiteX3417" fmla="*/ 1457324 w 2401758"/>
              <a:gd name="connsiteY3417" fmla="*/ 870251 h 2400493"/>
              <a:gd name="connsiteX3418" fmla="*/ 1443931 w 2401758"/>
              <a:gd name="connsiteY3418" fmla="*/ 865291 h 2400493"/>
              <a:gd name="connsiteX3419" fmla="*/ 1438475 w 2401758"/>
              <a:gd name="connsiteY3419" fmla="*/ 850906 h 2400493"/>
              <a:gd name="connsiteX3420" fmla="*/ 1443931 w 2401758"/>
              <a:gd name="connsiteY3420" fmla="*/ 837513 h 2400493"/>
              <a:gd name="connsiteX3421" fmla="*/ 1457324 w 2401758"/>
              <a:gd name="connsiteY3421" fmla="*/ 832057 h 2400493"/>
              <a:gd name="connsiteX3422" fmla="*/ 1590755 w 2401758"/>
              <a:gd name="connsiteY3422" fmla="*/ 831561 h 2400493"/>
              <a:gd name="connsiteX3423" fmla="*/ 1610100 w 2401758"/>
              <a:gd name="connsiteY3423" fmla="*/ 850906 h 2400493"/>
              <a:gd name="connsiteX3424" fmla="*/ 1590259 w 2401758"/>
              <a:gd name="connsiteY3424" fmla="*/ 869755 h 2400493"/>
              <a:gd name="connsiteX3425" fmla="*/ 1571906 w 2401758"/>
              <a:gd name="connsiteY3425" fmla="*/ 849914 h 2400493"/>
              <a:gd name="connsiteX3426" fmla="*/ 1590755 w 2401758"/>
              <a:gd name="connsiteY3426" fmla="*/ 831561 h 2400493"/>
              <a:gd name="connsiteX3427" fmla="*/ 1524784 w 2401758"/>
              <a:gd name="connsiteY3427" fmla="*/ 831561 h 2400493"/>
              <a:gd name="connsiteX3428" fmla="*/ 1543137 w 2401758"/>
              <a:gd name="connsiteY3428" fmla="*/ 851402 h 2400493"/>
              <a:gd name="connsiteX3429" fmla="*/ 1522800 w 2401758"/>
              <a:gd name="connsiteY3429" fmla="*/ 869755 h 2400493"/>
              <a:gd name="connsiteX3430" fmla="*/ 1504447 w 2401758"/>
              <a:gd name="connsiteY3430" fmla="*/ 850410 h 2400493"/>
              <a:gd name="connsiteX3431" fmla="*/ 1524784 w 2401758"/>
              <a:gd name="connsiteY3431" fmla="*/ 831561 h 2400493"/>
              <a:gd name="connsiteX3432" fmla="*/ 1388376 w 2401758"/>
              <a:gd name="connsiteY3432" fmla="*/ 829081 h 2400493"/>
              <a:gd name="connsiteX3433" fmla="*/ 1410201 w 2401758"/>
              <a:gd name="connsiteY3433" fmla="*/ 850410 h 2400493"/>
              <a:gd name="connsiteX3434" fmla="*/ 1389368 w 2401758"/>
              <a:gd name="connsiteY3434" fmla="*/ 871739 h 2400493"/>
              <a:gd name="connsiteX3435" fmla="*/ 1367047 w 2401758"/>
              <a:gd name="connsiteY3435" fmla="*/ 850906 h 2400493"/>
              <a:gd name="connsiteX3436" fmla="*/ 1388376 w 2401758"/>
              <a:gd name="connsiteY3436" fmla="*/ 829081 h 2400493"/>
              <a:gd name="connsiteX3437" fmla="*/ 1321909 w 2401758"/>
              <a:gd name="connsiteY3437" fmla="*/ 829081 h 2400493"/>
              <a:gd name="connsiteX3438" fmla="*/ 1343238 w 2401758"/>
              <a:gd name="connsiteY3438" fmla="*/ 850906 h 2400493"/>
              <a:gd name="connsiteX3439" fmla="*/ 1321413 w 2401758"/>
              <a:gd name="connsiteY3439" fmla="*/ 872235 h 2400493"/>
              <a:gd name="connsiteX3440" fmla="*/ 1300580 w 2401758"/>
              <a:gd name="connsiteY3440" fmla="*/ 849914 h 2400493"/>
              <a:gd name="connsiteX3441" fmla="*/ 1321909 w 2401758"/>
              <a:gd name="connsiteY3441" fmla="*/ 829081 h 2400493"/>
              <a:gd name="connsiteX3442" fmla="*/ 1255441 w 2401758"/>
              <a:gd name="connsiteY3442" fmla="*/ 828585 h 2400493"/>
              <a:gd name="connsiteX3443" fmla="*/ 1270818 w 2401758"/>
              <a:gd name="connsiteY3443" fmla="*/ 835033 h 2400493"/>
              <a:gd name="connsiteX3444" fmla="*/ 1276771 w 2401758"/>
              <a:gd name="connsiteY3444" fmla="*/ 850410 h 2400493"/>
              <a:gd name="connsiteX3445" fmla="*/ 1271314 w 2401758"/>
              <a:gd name="connsiteY3445" fmla="*/ 865787 h 2400493"/>
              <a:gd name="connsiteX3446" fmla="*/ 1254945 w 2401758"/>
              <a:gd name="connsiteY3446" fmla="*/ 871739 h 2400493"/>
              <a:gd name="connsiteX3447" fmla="*/ 1238577 w 2401758"/>
              <a:gd name="connsiteY3447" fmla="*/ 865787 h 2400493"/>
              <a:gd name="connsiteX3448" fmla="*/ 1233120 w 2401758"/>
              <a:gd name="connsiteY3448" fmla="*/ 850410 h 2400493"/>
              <a:gd name="connsiteX3449" fmla="*/ 1239073 w 2401758"/>
              <a:gd name="connsiteY3449" fmla="*/ 835033 h 2400493"/>
              <a:gd name="connsiteX3450" fmla="*/ 1255441 w 2401758"/>
              <a:gd name="connsiteY3450" fmla="*/ 828585 h 2400493"/>
              <a:gd name="connsiteX3451" fmla="*/ 1185005 w 2401758"/>
              <a:gd name="connsiteY3451" fmla="*/ 826601 h 2400493"/>
              <a:gd name="connsiteX3452" fmla="*/ 1209806 w 2401758"/>
              <a:gd name="connsiteY3452" fmla="*/ 849915 h 2400493"/>
              <a:gd name="connsiteX3453" fmla="*/ 1186989 w 2401758"/>
              <a:gd name="connsiteY3453" fmla="*/ 874220 h 2400493"/>
              <a:gd name="connsiteX3454" fmla="*/ 1162188 w 2401758"/>
              <a:gd name="connsiteY3454" fmla="*/ 850907 h 2400493"/>
              <a:gd name="connsiteX3455" fmla="*/ 1185005 w 2401758"/>
              <a:gd name="connsiteY3455" fmla="*/ 826601 h 2400493"/>
              <a:gd name="connsiteX3456" fmla="*/ 1119529 w 2401758"/>
              <a:gd name="connsiteY3456" fmla="*/ 826601 h 2400493"/>
              <a:gd name="connsiteX3457" fmla="*/ 1142842 w 2401758"/>
              <a:gd name="connsiteY3457" fmla="*/ 851402 h 2400493"/>
              <a:gd name="connsiteX3458" fmla="*/ 1118537 w 2401758"/>
              <a:gd name="connsiteY3458" fmla="*/ 874220 h 2400493"/>
              <a:gd name="connsiteX3459" fmla="*/ 1095224 w 2401758"/>
              <a:gd name="connsiteY3459" fmla="*/ 849418 h 2400493"/>
              <a:gd name="connsiteX3460" fmla="*/ 1119529 w 2401758"/>
              <a:gd name="connsiteY3460" fmla="*/ 826601 h 2400493"/>
              <a:gd name="connsiteX3461" fmla="*/ 1054054 w 2401758"/>
              <a:gd name="connsiteY3461" fmla="*/ 826601 h 2400493"/>
              <a:gd name="connsiteX3462" fmla="*/ 1076872 w 2401758"/>
              <a:gd name="connsiteY3462" fmla="*/ 850410 h 2400493"/>
              <a:gd name="connsiteX3463" fmla="*/ 1052566 w 2401758"/>
              <a:gd name="connsiteY3463" fmla="*/ 874219 h 2400493"/>
              <a:gd name="connsiteX3464" fmla="*/ 1029265 w 2401758"/>
              <a:gd name="connsiteY3464" fmla="*/ 849418 h 2400493"/>
              <a:gd name="connsiteX3465" fmla="*/ 1054054 w 2401758"/>
              <a:gd name="connsiteY3465" fmla="*/ 826601 h 2400493"/>
              <a:gd name="connsiteX3466" fmla="*/ 987628 w 2401758"/>
              <a:gd name="connsiteY3466" fmla="*/ 826601 h 2400493"/>
              <a:gd name="connsiteX3467" fmla="*/ 1009949 w 2401758"/>
              <a:gd name="connsiteY3467" fmla="*/ 850906 h 2400493"/>
              <a:gd name="connsiteX3468" fmla="*/ 985148 w 2401758"/>
              <a:gd name="connsiteY3468" fmla="*/ 874220 h 2400493"/>
              <a:gd name="connsiteX3469" fmla="*/ 968780 w 2401758"/>
              <a:gd name="connsiteY3469" fmla="*/ 867771 h 2400493"/>
              <a:gd name="connsiteX3470" fmla="*/ 962331 w 2401758"/>
              <a:gd name="connsiteY3470" fmla="*/ 850410 h 2400493"/>
              <a:gd name="connsiteX3471" fmla="*/ 987628 w 2401758"/>
              <a:gd name="connsiteY3471" fmla="*/ 826601 h 2400493"/>
              <a:gd name="connsiteX3472" fmla="*/ 849732 w 2401758"/>
              <a:gd name="connsiteY3472" fmla="*/ 824616 h 2400493"/>
              <a:gd name="connsiteX3473" fmla="*/ 876518 w 2401758"/>
              <a:gd name="connsiteY3473" fmla="*/ 850410 h 2400493"/>
              <a:gd name="connsiteX3474" fmla="*/ 851219 w 2401758"/>
              <a:gd name="connsiteY3474" fmla="*/ 876699 h 2400493"/>
              <a:gd name="connsiteX3475" fmla="*/ 824433 w 2401758"/>
              <a:gd name="connsiteY3475" fmla="*/ 850906 h 2400493"/>
              <a:gd name="connsiteX3476" fmla="*/ 849732 w 2401758"/>
              <a:gd name="connsiteY3476" fmla="*/ 824616 h 2400493"/>
              <a:gd name="connsiteX3477" fmla="*/ 916691 w 2401758"/>
              <a:gd name="connsiteY3477" fmla="*/ 824121 h 2400493"/>
              <a:gd name="connsiteX3478" fmla="*/ 942981 w 2401758"/>
              <a:gd name="connsiteY3478" fmla="*/ 849914 h 2400493"/>
              <a:gd name="connsiteX3479" fmla="*/ 918179 w 2401758"/>
              <a:gd name="connsiteY3479" fmla="*/ 876204 h 2400493"/>
              <a:gd name="connsiteX3480" fmla="*/ 891395 w 2401758"/>
              <a:gd name="connsiteY3480" fmla="*/ 850410 h 2400493"/>
              <a:gd name="connsiteX3481" fmla="*/ 916691 w 2401758"/>
              <a:gd name="connsiteY3481" fmla="*/ 824121 h 2400493"/>
              <a:gd name="connsiteX3482" fmla="*/ 782738 w 2401758"/>
              <a:gd name="connsiteY3482" fmla="*/ 824121 h 2400493"/>
              <a:gd name="connsiteX3483" fmla="*/ 810021 w 2401758"/>
              <a:gd name="connsiteY3483" fmla="*/ 849914 h 2400493"/>
              <a:gd name="connsiteX3484" fmla="*/ 784723 w 2401758"/>
              <a:gd name="connsiteY3484" fmla="*/ 876203 h 2400493"/>
              <a:gd name="connsiteX3485" fmla="*/ 757441 w 2401758"/>
              <a:gd name="connsiteY3485" fmla="*/ 850410 h 2400493"/>
              <a:gd name="connsiteX3486" fmla="*/ 782738 w 2401758"/>
              <a:gd name="connsiteY3486" fmla="*/ 824121 h 2400493"/>
              <a:gd name="connsiteX3487" fmla="*/ 715287 w 2401758"/>
              <a:gd name="connsiteY3487" fmla="*/ 824121 h 2400493"/>
              <a:gd name="connsiteX3488" fmla="*/ 733639 w 2401758"/>
              <a:gd name="connsiteY3488" fmla="*/ 832057 h 2400493"/>
              <a:gd name="connsiteX3489" fmla="*/ 741080 w 2401758"/>
              <a:gd name="connsiteY3489" fmla="*/ 851402 h 2400493"/>
              <a:gd name="connsiteX3490" fmla="*/ 714295 w 2401758"/>
              <a:gd name="connsiteY3490" fmla="*/ 876700 h 2400493"/>
              <a:gd name="connsiteX3491" fmla="*/ 695943 w 2401758"/>
              <a:gd name="connsiteY3491" fmla="*/ 868763 h 2400493"/>
              <a:gd name="connsiteX3492" fmla="*/ 688503 w 2401758"/>
              <a:gd name="connsiteY3492" fmla="*/ 850410 h 2400493"/>
              <a:gd name="connsiteX3493" fmla="*/ 715287 w 2401758"/>
              <a:gd name="connsiteY3493" fmla="*/ 824121 h 2400493"/>
              <a:gd name="connsiteX3494" fmla="*/ 648856 w 2401758"/>
              <a:gd name="connsiteY3494" fmla="*/ 824121 h 2400493"/>
              <a:gd name="connsiteX3495" fmla="*/ 674648 w 2401758"/>
              <a:gd name="connsiteY3495" fmla="*/ 850410 h 2400493"/>
              <a:gd name="connsiteX3496" fmla="*/ 647864 w 2401758"/>
              <a:gd name="connsiteY3496" fmla="*/ 876700 h 2400493"/>
              <a:gd name="connsiteX3497" fmla="*/ 621578 w 2401758"/>
              <a:gd name="connsiteY3497" fmla="*/ 849914 h 2400493"/>
              <a:gd name="connsiteX3498" fmla="*/ 648856 w 2401758"/>
              <a:gd name="connsiteY3498" fmla="*/ 824121 h 2400493"/>
              <a:gd name="connsiteX3499" fmla="*/ 580893 w 2401758"/>
              <a:gd name="connsiteY3499" fmla="*/ 822137 h 2400493"/>
              <a:gd name="connsiteX3500" fmla="*/ 594783 w 2401758"/>
              <a:gd name="connsiteY3500" fmla="*/ 826601 h 2400493"/>
              <a:gd name="connsiteX3501" fmla="*/ 604704 w 2401758"/>
              <a:gd name="connsiteY3501" fmla="*/ 835530 h 2400493"/>
              <a:gd name="connsiteX3502" fmla="*/ 609665 w 2401758"/>
              <a:gd name="connsiteY3502" fmla="*/ 850907 h 2400493"/>
              <a:gd name="connsiteX3503" fmla="*/ 603712 w 2401758"/>
              <a:gd name="connsiteY3503" fmla="*/ 867771 h 2400493"/>
              <a:gd name="connsiteX3504" fmla="*/ 581885 w 2401758"/>
              <a:gd name="connsiteY3504" fmla="*/ 879180 h 2400493"/>
              <a:gd name="connsiteX3505" fmla="*/ 564027 w 2401758"/>
              <a:gd name="connsiteY3505" fmla="*/ 873228 h 2400493"/>
              <a:gd name="connsiteX3506" fmla="*/ 552617 w 2401758"/>
              <a:gd name="connsiteY3506" fmla="*/ 851899 h 2400493"/>
              <a:gd name="connsiteX3507" fmla="*/ 559065 w 2401758"/>
              <a:gd name="connsiteY3507" fmla="*/ 833050 h 2400493"/>
              <a:gd name="connsiteX3508" fmla="*/ 580893 w 2401758"/>
              <a:gd name="connsiteY3508" fmla="*/ 822137 h 2400493"/>
              <a:gd name="connsiteX3509" fmla="*/ 379482 w 2401758"/>
              <a:gd name="connsiteY3509" fmla="*/ 822137 h 2400493"/>
              <a:gd name="connsiteX3510" fmla="*/ 407757 w 2401758"/>
              <a:gd name="connsiteY3510" fmla="*/ 850906 h 2400493"/>
              <a:gd name="connsiteX3511" fmla="*/ 377994 w 2401758"/>
              <a:gd name="connsiteY3511" fmla="*/ 879676 h 2400493"/>
              <a:gd name="connsiteX3512" fmla="*/ 350214 w 2401758"/>
              <a:gd name="connsiteY3512" fmla="*/ 850410 h 2400493"/>
              <a:gd name="connsiteX3513" fmla="*/ 379482 w 2401758"/>
              <a:gd name="connsiteY3513" fmla="*/ 822137 h 2400493"/>
              <a:gd name="connsiteX3514" fmla="*/ 176120 w 2401758"/>
              <a:gd name="connsiteY3514" fmla="*/ 822137 h 2400493"/>
              <a:gd name="connsiteX3515" fmla="*/ 205384 w 2401758"/>
              <a:gd name="connsiteY3515" fmla="*/ 849915 h 2400493"/>
              <a:gd name="connsiteX3516" fmla="*/ 177112 w 2401758"/>
              <a:gd name="connsiteY3516" fmla="*/ 879676 h 2400493"/>
              <a:gd name="connsiteX3517" fmla="*/ 147846 w 2401758"/>
              <a:gd name="connsiteY3517" fmla="*/ 850411 h 2400493"/>
              <a:gd name="connsiteX3518" fmla="*/ 176120 w 2401758"/>
              <a:gd name="connsiteY3518" fmla="*/ 822137 h 2400493"/>
              <a:gd name="connsiteX3519" fmla="*/ 109623 w 2401758"/>
              <a:gd name="connsiteY3519" fmla="*/ 822137 h 2400493"/>
              <a:gd name="connsiteX3520" fmla="*/ 138889 w 2401758"/>
              <a:gd name="connsiteY3520" fmla="*/ 849915 h 2400493"/>
              <a:gd name="connsiteX3521" fmla="*/ 110615 w 2401758"/>
              <a:gd name="connsiteY3521" fmla="*/ 879676 h 2400493"/>
              <a:gd name="connsiteX3522" fmla="*/ 81350 w 2401758"/>
              <a:gd name="connsiteY3522" fmla="*/ 850411 h 2400493"/>
              <a:gd name="connsiteX3523" fmla="*/ 109623 w 2401758"/>
              <a:gd name="connsiteY3523" fmla="*/ 822137 h 2400493"/>
              <a:gd name="connsiteX3524" fmla="*/ 43648 w 2401758"/>
              <a:gd name="connsiteY3524" fmla="*/ 822137 h 2400493"/>
              <a:gd name="connsiteX3525" fmla="*/ 71922 w 2401758"/>
              <a:gd name="connsiteY3525" fmla="*/ 851898 h 2400493"/>
              <a:gd name="connsiteX3526" fmla="*/ 42656 w 2401758"/>
              <a:gd name="connsiteY3526" fmla="*/ 879676 h 2400493"/>
              <a:gd name="connsiteX3527" fmla="*/ 14383 w 2401758"/>
              <a:gd name="connsiteY3527" fmla="*/ 849418 h 2400493"/>
              <a:gd name="connsiteX3528" fmla="*/ 43648 w 2401758"/>
              <a:gd name="connsiteY3528" fmla="*/ 822137 h 2400493"/>
              <a:gd name="connsiteX3529" fmla="*/ 514888 w 2401758"/>
              <a:gd name="connsiteY3529" fmla="*/ 822136 h 2400493"/>
              <a:gd name="connsiteX3530" fmla="*/ 535721 w 2401758"/>
              <a:gd name="connsiteY3530" fmla="*/ 832553 h 2400493"/>
              <a:gd name="connsiteX3531" fmla="*/ 543658 w 2401758"/>
              <a:gd name="connsiteY3531" fmla="*/ 850906 h 2400493"/>
              <a:gd name="connsiteX3532" fmla="*/ 533737 w 2401758"/>
              <a:gd name="connsiteY3532" fmla="*/ 870747 h 2400493"/>
              <a:gd name="connsiteX3533" fmla="*/ 514392 w 2401758"/>
              <a:gd name="connsiteY3533" fmla="*/ 878683 h 2400493"/>
              <a:gd name="connsiteX3534" fmla="*/ 493558 w 2401758"/>
              <a:gd name="connsiteY3534" fmla="*/ 868763 h 2400493"/>
              <a:gd name="connsiteX3535" fmla="*/ 486117 w 2401758"/>
              <a:gd name="connsiteY3535" fmla="*/ 849418 h 2400493"/>
              <a:gd name="connsiteX3536" fmla="*/ 496534 w 2401758"/>
              <a:gd name="connsiteY3536" fmla="*/ 829081 h 2400493"/>
              <a:gd name="connsiteX3537" fmla="*/ 514888 w 2401758"/>
              <a:gd name="connsiteY3537" fmla="*/ 822136 h 2400493"/>
              <a:gd name="connsiteX3538" fmla="*/ 445431 w 2401758"/>
              <a:gd name="connsiteY3538" fmla="*/ 822136 h 2400493"/>
              <a:gd name="connsiteX3539" fmla="*/ 474200 w 2401758"/>
              <a:gd name="connsiteY3539" fmla="*/ 850410 h 2400493"/>
              <a:gd name="connsiteX3540" fmla="*/ 446423 w 2401758"/>
              <a:gd name="connsiteY3540" fmla="*/ 879179 h 2400493"/>
              <a:gd name="connsiteX3541" fmla="*/ 417157 w 2401758"/>
              <a:gd name="connsiteY3541" fmla="*/ 851402 h 2400493"/>
              <a:gd name="connsiteX3542" fmla="*/ 445431 w 2401758"/>
              <a:gd name="connsiteY3542" fmla="*/ 822136 h 2400493"/>
              <a:gd name="connsiteX3543" fmla="*/ 313001 w 2401758"/>
              <a:gd name="connsiteY3543" fmla="*/ 822136 h 2400493"/>
              <a:gd name="connsiteX3544" fmla="*/ 340780 w 2401758"/>
              <a:gd name="connsiteY3544" fmla="*/ 850906 h 2400493"/>
              <a:gd name="connsiteX3545" fmla="*/ 312505 w 2401758"/>
              <a:gd name="connsiteY3545" fmla="*/ 879179 h 2400493"/>
              <a:gd name="connsiteX3546" fmla="*/ 283736 w 2401758"/>
              <a:gd name="connsiteY3546" fmla="*/ 849914 h 2400493"/>
              <a:gd name="connsiteX3547" fmla="*/ 313001 w 2401758"/>
              <a:gd name="connsiteY3547" fmla="*/ 822136 h 2400493"/>
              <a:gd name="connsiteX3548" fmla="*/ 243566 w 2401758"/>
              <a:gd name="connsiteY3548" fmla="*/ 821641 h 2400493"/>
              <a:gd name="connsiteX3549" fmla="*/ 263903 w 2401758"/>
              <a:gd name="connsiteY3549" fmla="*/ 830073 h 2400493"/>
              <a:gd name="connsiteX3550" fmla="*/ 272335 w 2401758"/>
              <a:gd name="connsiteY3550" fmla="*/ 851402 h 2400493"/>
              <a:gd name="connsiteX3551" fmla="*/ 242077 w 2401758"/>
              <a:gd name="connsiteY3551" fmla="*/ 879180 h 2400493"/>
              <a:gd name="connsiteX3552" fmla="*/ 222732 w 2401758"/>
              <a:gd name="connsiteY3552" fmla="*/ 870747 h 2400493"/>
              <a:gd name="connsiteX3553" fmla="*/ 214300 w 2401758"/>
              <a:gd name="connsiteY3553" fmla="*/ 849418 h 2400493"/>
              <a:gd name="connsiteX3554" fmla="*/ 243566 w 2401758"/>
              <a:gd name="connsiteY3554" fmla="*/ 821641 h 2400493"/>
              <a:gd name="connsiteX3555" fmla="*/ 2264359 w 2401758"/>
              <a:gd name="connsiteY3555" fmla="*/ 779974 h 2400493"/>
              <a:gd name="connsiteX3556" fmla="*/ 2267335 w 2401758"/>
              <a:gd name="connsiteY3556" fmla="*/ 782950 h 2400493"/>
              <a:gd name="connsiteX3557" fmla="*/ 2264855 w 2401758"/>
              <a:gd name="connsiteY3557" fmla="*/ 785926 h 2400493"/>
              <a:gd name="connsiteX3558" fmla="*/ 2262871 w 2401758"/>
              <a:gd name="connsiteY3558" fmla="*/ 784438 h 2400493"/>
              <a:gd name="connsiteX3559" fmla="*/ 2264359 w 2401758"/>
              <a:gd name="connsiteY3559" fmla="*/ 779974 h 2400493"/>
              <a:gd name="connsiteX3560" fmla="*/ 2199380 w 2401758"/>
              <a:gd name="connsiteY3560" fmla="*/ 778983 h 2400493"/>
              <a:gd name="connsiteX3561" fmla="*/ 2202852 w 2401758"/>
              <a:gd name="connsiteY3561" fmla="*/ 784439 h 2400493"/>
              <a:gd name="connsiteX3562" fmla="*/ 2196899 w 2401758"/>
              <a:gd name="connsiteY3562" fmla="*/ 788903 h 2400493"/>
              <a:gd name="connsiteX3563" fmla="*/ 2193427 w 2401758"/>
              <a:gd name="connsiteY3563" fmla="*/ 783447 h 2400493"/>
              <a:gd name="connsiteX3564" fmla="*/ 2199380 w 2401758"/>
              <a:gd name="connsiteY3564" fmla="*/ 778983 h 2400493"/>
              <a:gd name="connsiteX3565" fmla="*/ 2128448 w 2401758"/>
              <a:gd name="connsiteY3565" fmla="*/ 774518 h 2400493"/>
              <a:gd name="connsiteX3566" fmla="*/ 2138368 w 2401758"/>
              <a:gd name="connsiteY3566" fmla="*/ 783446 h 2400493"/>
              <a:gd name="connsiteX3567" fmla="*/ 2129439 w 2401758"/>
              <a:gd name="connsiteY3567" fmla="*/ 793367 h 2400493"/>
              <a:gd name="connsiteX3568" fmla="*/ 2119023 w 2401758"/>
              <a:gd name="connsiteY3568" fmla="*/ 784935 h 2400493"/>
              <a:gd name="connsiteX3569" fmla="*/ 2128448 w 2401758"/>
              <a:gd name="connsiteY3569" fmla="*/ 774518 h 2400493"/>
              <a:gd name="connsiteX3570" fmla="*/ 2062973 w 2401758"/>
              <a:gd name="connsiteY3570" fmla="*/ 774518 h 2400493"/>
              <a:gd name="connsiteX3571" fmla="*/ 2071901 w 2401758"/>
              <a:gd name="connsiteY3571" fmla="*/ 784438 h 2400493"/>
              <a:gd name="connsiteX3572" fmla="*/ 2060989 w 2401758"/>
              <a:gd name="connsiteY3572" fmla="*/ 793863 h 2400493"/>
              <a:gd name="connsiteX3573" fmla="*/ 2052556 w 2401758"/>
              <a:gd name="connsiteY3573" fmla="*/ 783446 h 2400493"/>
              <a:gd name="connsiteX3574" fmla="*/ 2062973 w 2401758"/>
              <a:gd name="connsiteY3574" fmla="*/ 774518 h 2400493"/>
              <a:gd name="connsiteX3575" fmla="*/ 992 w 2401758"/>
              <a:gd name="connsiteY3575" fmla="*/ 772534 h 2400493"/>
              <a:gd name="connsiteX3576" fmla="*/ 3472 w 2401758"/>
              <a:gd name="connsiteY3576" fmla="*/ 784439 h 2400493"/>
              <a:gd name="connsiteX3577" fmla="*/ 1984 w 2401758"/>
              <a:gd name="connsiteY3577" fmla="*/ 795351 h 2400493"/>
              <a:gd name="connsiteX3578" fmla="*/ 496 w 2401758"/>
              <a:gd name="connsiteY3578" fmla="*/ 784935 h 2400493"/>
              <a:gd name="connsiteX3579" fmla="*/ 992 w 2401758"/>
              <a:gd name="connsiteY3579" fmla="*/ 772534 h 2400493"/>
              <a:gd name="connsiteX3580" fmla="*/ 1996009 w 2401758"/>
              <a:gd name="connsiteY3580" fmla="*/ 772038 h 2400493"/>
              <a:gd name="connsiteX3581" fmla="*/ 2007418 w 2401758"/>
              <a:gd name="connsiteY3581" fmla="*/ 783943 h 2400493"/>
              <a:gd name="connsiteX3582" fmla="*/ 1995513 w 2401758"/>
              <a:gd name="connsiteY3582" fmla="*/ 795847 h 2400493"/>
              <a:gd name="connsiteX3583" fmla="*/ 1983608 w 2401758"/>
              <a:gd name="connsiteY3583" fmla="*/ 783447 h 2400493"/>
              <a:gd name="connsiteX3584" fmla="*/ 1996009 w 2401758"/>
              <a:gd name="connsiteY3584" fmla="*/ 772038 h 2400493"/>
              <a:gd name="connsiteX3585" fmla="*/ 1929541 w 2401758"/>
              <a:gd name="connsiteY3585" fmla="*/ 769558 h 2400493"/>
              <a:gd name="connsiteX3586" fmla="*/ 1943429 w 2401758"/>
              <a:gd name="connsiteY3586" fmla="*/ 784439 h 2400493"/>
              <a:gd name="connsiteX3587" fmla="*/ 1929541 w 2401758"/>
              <a:gd name="connsiteY3587" fmla="*/ 797832 h 2400493"/>
              <a:gd name="connsiteX3588" fmla="*/ 1914660 w 2401758"/>
              <a:gd name="connsiteY3588" fmla="*/ 783943 h 2400493"/>
              <a:gd name="connsiteX3589" fmla="*/ 1929541 w 2401758"/>
              <a:gd name="connsiteY3589" fmla="*/ 769558 h 2400493"/>
              <a:gd name="connsiteX3590" fmla="*/ 1861090 w 2401758"/>
              <a:gd name="connsiteY3590" fmla="*/ 769558 h 2400493"/>
              <a:gd name="connsiteX3591" fmla="*/ 1871010 w 2401758"/>
              <a:gd name="connsiteY3591" fmla="*/ 774518 h 2400493"/>
              <a:gd name="connsiteX3592" fmla="*/ 1874482 w 2401758"/>
              <a:gd name="connsiteY3592" fmla="*/ 784934 h 2400493"/>
              <a:gd name="connsiteX3593" fmla="*/ 1869522 w 2401758"/>
              <a:gd name="connsiteY3593" fmla="*/ 794855 h 2400493"/>
              <a:gd name="connsiteX3594" fmla="*/ 1859105 w 2401758"/>
              <a:gd name="connsiteY3594" fmla="*/ 798327 h 2400493"/>
              <a:gd name="connsiteX3595" fmla="*/ 1849185 w 2401758"/>
              <a:gd name="connsiteY3595" fmla="*/ 793367 h 2400493"/>
              <a:gd name="connsiteX3596" fmla="*/ 1845713 w 2401758"/>
              <a:gd name="connsiteY3596" fmla="*/ 782454 h 2400493"/>
              <a:gd name="connsiteX3597" fmla="*/ 1850673 w 2401758"/>
              <a:gd name="connsiteY3597" fmla="*/ 773030 h 2400493"/>
              <a:gd name="connsiteX3598" fmla="*/ 1861090 w 2401758"/>
              <a:gd name="connsiteY3598" fmla="*/ 769558 h 2400493"/>
              <a:gd name="connsiteX3599" fmla="*/ 1792638 w 2401758"/>
              <a:gd name="connsiteY3599" fmla="*/ 767078 h 2400493"/>
              <a:gd name="connsiteX3600" fmla="*/ 1804047 w 2401758"/>
              <a:gd name="connsiteY3600" fmla="*/ 771542 h 2400493"/>
              <a:gd name="connsiteX3601" fmla="*/ 1809999 w 2401758"/>
              <a:gd name="connsiteY3601" fmla="*/ 783943 h 2400493"/>
              <a:gd name="connsiteX3602" fmla="*/ 1803550 w 2401758"/>
              <a:gd name="connsiteY3602" fmla="*/ 795847 h 2400493"/>
              <a:gd name="connsiteX3603" fmla="*/ 1792638 w 2401758"/>
              <a:gd name="connsiteY3603" fmla="*/ 800312 h 2400493"/>
              <a:gd name="connsiteX3604" fmla="*/ 1780733 w 2401758"/>
              <a:gd name="connsiteY3604" fmla="*/ 794359 h 2400493"/>
              <a:gd name="connsiteX3605" fmla="*/ 1776269 w 2401758"/>
              <a:gd name="connsiteY3605" fmla="*/ 782951 h 2400493"/>
              <a:gd name="connsiteX3606" fmla="*/ 1781725 w 2401758"/>
              <a:gd name="connsiteY3606" fmla="*/ 772038 h 2400493"/>
              <a:gd name="connsiteX3607" fmla="*/ 1792638 w 2401758"/>
              <a:gd name="connsiteY3607" fmla="*/ 767078 h 2400493"/>
              <a:gd name="connsiteX3608" fmla="*/ 1725674 w 2401758"/>
              <a:gd name="connsiteY3608" fmla="*/ 767078 h 2400493"/>
              <a:gd name="connsiteX3609" fmla="*/ 1737083 w 2401758"/>
              <a:gd name="connsiteY3609" fmla="*/ 771542 h 2400493"/>
              <a:gd name="connsiteX3610" fmla="*/ 1743035 w 2401758"/>
              <a:gd name="connsiteY3610" fmla="*/ 782951 h 2400493"/>
              <a:gd name="connsiteX3611" fmla="*/ 1738571 w 2401758"/>
              <a:gd name="connsiteY3611" fmla="*/ 794360 h 2400493"/>
              <a:gd name="connsiteX3612" fmla="*/ 1726667 w 2401758"/>
              <a:gd name="connsiteY3612" fmla="*/ 800808 h 2400493"/>
              <a:gd name="connsiteX3613" fmla="*/ 1716250 w 2401758"/>
              <a:gd name="connsiteY3613" fmla="*/ 796344 h 2400493"/>
              <a:gd name="connsiteX3614" fmla="*/ 1709306 w 2401758"/>
              <a:gd name="connsiteY3614" fmla="*/ 784935 h 2400493"/>
              <a:gd name="connsiteX3615" fmla="*/ 1713770 w 2401758"/>
              <a:gd name="connsiteY3615" fmla="*/ 773526 h 2400493"/>
              <a:gd name="connsiteX3616" fmla="*/ 1725674 w 2401758"/>
              <a:gd name="connsiteY3616" fmla="*/ 767078 h 2400493"/>
              <a:gd name="connsiteX3617" fmla="*/ 1659703 w 2401758"/>
              <a:gd name="connsiteY3617" fmla="*/ 766582 h 2400493"/>
              <a:gd name="connsiteX3618" fmla="*/ 1670120 w 2401758"/>
              <a:gd name="connsiteY3618" fmla="*/ 770550 h 2400493"/>
              <a:gd name="connsiteX3619" fmla="*/ 1674088 w 2401758"/>
              <a:gd name="connsiteY3619" fmla="*/ 789399 h 2400493"/>
              <a:gd name="connsiteX3620" fmla="*/ 1666151 w 2401758"/>
              <a:gd name="connsiteY3620" fmla="*/ 798824 h 2400493"/>
              <a:gd name="connsiteX3621" fmla="*/ 1657223 w 2401758"/>
              <a:gd name="connsiteY3621" fmla="*/ 800808 h 2400493"/>
              <a:gd name="connsiteX3622" fmla="*/ 1644326 w 2401758"/>
              <a:gd name="connsiteY3622" fmla="*/ 796344 h 2400493"/>
              <a:gd name="connsiteX3623" fmla="*/ 1640358 w 2401758"/>
              <a:gd name="connsiteY3623" fmla="*/ 783447 h 2400493"/>
              <a:gd name="connsiteX3624" fmla="*/ 1646310 w 2401758"/>
              <a:gd name="connsiteY3624" fmla="*/ 769062 h 2400493"/>
              <a:gd name="connsiteX3625" fmla="*/ 1659703 w 2401758"/>
              <a:gd name="connsiteY3625" fmla="*/ 766582 h 2400493"/>
              <a:gd name="connsiteX3626" fmla="*/ 1590755 w 2401758"/>
              <a:gd name="connsiteY3626" fmla="*/ 765094 h 2400493"/>
              <a:gd name="connsiteX3627" fmla="*/ 1605140 w 2401758"/>
              <a:gd name="connsiteY3627" fmla="*/ 770550 h 2400493"/>
              <a:gd name="connsiteX3628" fmla="*/ 1610596 w 2401758"/>
              <a:gd name="connsiteY3628" fmla="*/ 783447 h 2400493"/>
              <a:gd name="connsiteX3629" fmla="*/ 1604148 w 2401758"/>
              <a:gd name="connsiteY3629" fmla="*/ 797336 h 2400493"/>
              <a:gd name="connsiteX3630" fmla="*/ 1591251 w 2401758"/>
              <a:gd name="connsiteY3630" fmla="*/ 802792 h 2400493"/>
              <a:gd name="connsiteX3631" fmla="*/ 1578354 w 2401758"/>
              <a:gd name="connsiteY3631" fmla="*/ 797832 h 2400493"/>
              <a:gd name="connsiteX3632" fmla="*/ 1572402 w 2401758"/>
              <a:gd name="connsiteY3632" fmla="*/ 785431 h 2400493"/>
              <a:gd name="connsiteX3633" fmla="*/ 1577858 w 2401758"/>
              <a:gd name="connsiteY3633" fmla="*/ 771046 h 2400493"/>
              <a:gd name="connsiteX3634" fmla="*/ 1590755 w 2401758"/>
              <a:gd name="connsiteY3634" fmla="*/ 765094 h 2400493"/>
              <a:gd name="connsiteX3635" fmla="*/ 1525279 w 2401758"/>
              <a:gd name="connsiteY3635" fmla="*/ 764598 h 2400493"/>
              <a:gd name="connsiteX3636" fmla="*/ 1543632 w 2401758"/>
              <a:gd name="connsiteY3636" fmla="*/ 783447 h 2400493"/>
              <a:gd name="connsiteX3637" fmla="*/ 1524287 w 2401758"/>
              <a:gd name="connsiteY3637" fmla="*/ 802792 h 2400493"/>
              <a:gd name="connsiteX3638" fmla="*/ 1505438 w 2401758"/>
              <a:gd name="connsiteY3638" fmla="*/ 783447 h 2400493"/>
              <a:gd name="connsiteX3639" fmla="*/ 1525279 w 2401758"/>
              <a:gd name="connsiteY3639" fmla="*/ 764598 h 2400493"/>
              <a:gd name="connsiteX3640" fmla="*/ 1458811 w 2401758"/>
              <a:gd name="connsiteY3640" fmla="*/ 763110 h 2400493"/>
              <a:gd name="connsiteX3641" fmla="*/ 1472204 w 2401758"/>
              <a:gd name="connsiteY3641" fmla="*/ 769062 h 2400493"/>
              <a:gd name="connsiteX3642" fmla="*/ 1478652 w 2401758"/>
              <a:gd name="connsiteY3642" fmla="*/ 783447 h 2400493"/>
              <a:gd name="connsiteX3643" fmla="*/ 1472700 w 2401758"/>
              <a:gd name="connsiteY3643" fmla="*/ 798328 h 2400493"/>
              <a:gd name="connsiteX3644" fmla="*/ 1457323 w 2401758"/>
              <a:gd name="connsiteY3644" fmla="*/ 805768 h 2400493"/>
              <a:gd name="connsiteX3645" fmla="*/ 1442939 w 2401758"/>
              <a:gd name="connsiteY3645" fmla="*/ 798328 h 2400493"/>
              <a:gd name="connsiteX3646" fmla="*/ 1436986 w 2401758"/>
              <a:gd name="connsiteY3646" fmla="*/ 783447 h 2400493"/>
              <a:gd name="connsiteX3647" fmla="*/ 1443931 w 2401758"/>
              <a:gd name="connsiteY3647" fmla="*/ 769062 h 2400493"/>
              <a:gd name="connsiteX3648" fmla="*/ 1458811 w 2401758"/>
              <a:gd name="connsiteY3648" fmla="*/ 763110 h 2400493"/>
              <a:gd name="connsiteX3649" fmla="*/ 1387384 w 2401758"/>
              <a:gd name="connsiteY3649" fmla="*/ 762118 h 2400493"/>
              <a:gd name="connsiteX3650" fmla="*/ 1409705 w 2401758"/>
              <a:gd name="connsiteY3650" fmla="*/ 782951 h 2400493"/>
              <a:gd name="connsiteX3651" fmla="*/ 1388872 w 2401758"/>
              <a:gd name="connsiteY3651" fmla="*/ 805272 h 2400493"/>
              <a:gd name="connsiteX3652" fmla="*/ 1367047 w 2401758"/>
              <a:gd name="connsiteY3652" fmla="*/ 783943 h 2400493"/>
              <a:gd name="connsiteX3653" fmla="*/ 1387384 w 2401758"/>
              <a:gd name="connsiteY3653" fmla="*/ 762118 h 2400493"/>
              <a:gd name="connsiteX3654" fmla="*/ 1322404 w 2401758"/>
              <a:gd name="connsiteY3654" fmla="*/ 762117 h 2400493"/>
              <a:gd name="connsiteX3655" fmla="*/ 1337285 w 2401758"/>
              <a:gd name="connsiteY3655" fmla="*/ 769558 h 2400493"/>
              <a:gd name="connsiteX3656" fmla="*/ 1343237 w 2401758"/>
              <a:gd name="connsiteY3656" fmla="*/ 783943 h 2400493"/>
              <a:gd name="connsiteX3657" fmla="*/ 1336293 w 2401758"/>
              <a:gd name="connsiteY3657" fmla="*/ 798823 h 2400493"/>
              <a:gd name="connsiteX3658" fmla="*/ 1321412 w 2401758"/>
              <a:gd name="connsiteY3658" fmla="*/ 804776 h 2400493"/>
              <a:gd name="connsiteX3659" fmla="*/ 1306532 w 2401758"/>
              <a:gd name="connsiteY3659" fmla="*/ 798327 h 2400493"/>
              <a:gd name="connsiteX3660" fmla="*/ 1300083 w 2401758"/>
              <a:gd name="connsiteY3660" fmla="*/ 782951 h 2400493"/>
              <a:gd name="connsiteX3661" fmla="*/ 1308020 w 2401758"/>
              <a:gd name="connsiteY3661" fmla="*/ 767078 h 2400493"/>
              <a:gd name="connsiteX3662" fmla="*/ 1322404 w 2401758"/>
              <a:gd name="connsiteY3662" fmla="*/ 762117 h 2400493"/>
              <a:gd name="connsiteX3663" fmla="*/ 1119033 w 2401758"/>
              <a:gd name="connsiteY3663" fmla="*/ 760630 h 2400493"/>
              <a:gd name="connsiteX3664" fmla="*/ 1143339 w 2401758"/>
              <a:gd name="connsiteY3664" fmla="*/ 783943 h 2400493"/>
              <a:gd name="connsiteX3665" fmla="*/ 1119033 w 2401758"/>
              <a:gd name="connsiteY3665" fmla="*/ 807752 h 2400493"/>
              <a:gd name="connsiteX3666" fmla="*/ 1095720 w 2401758"/>
              <a:gd name="connsiteY3666" fmla="*/ 783447 h 2400493"/>
              <a:gd name="connsiteX3667" fmla="*/ 1119033 w 2401758"/>
              <a:gd name="connsiteY3667" fmla="*/ 760630 h 2400493"/>
              <a:gd name="connsiteX3668" fmla="*/ 1254449 w 2401758"/>
              <a:gd name="connsiteY3668" fmla="*/ 760629 h 2400493"/>
              <a:gd name="connsiteX3669" fmla="*/ 1269826 w 2401758"/>
              <a:gd name="connsiteY3669" fmla="*/ 766581 h 2400493"/>
              <a:gd name="connsiteX3670" fmla="*/ 1279250 w 2401758"/>
              <a:gd name="connsiteY3670" fmla="*/ 784438 h 2400493"/>
              <a:gd name="connsiteX3671" fmla="*/ 1272802 w 2401758"/>
              <a:gd name="connsiteY3671" fmla="*/ 798823 h 2400493"/>
              <a:gd name="connsiteX3672" fmla="*/ 1256433 w 2401758"/>
              <a:gd name="connsiteY3672" fmla="*/ 807752 h 2400493"/>
              <a:gd name="connsiteX3673" fmla="*/ 1241056 w 2401758"/>
              <a:gd name="connsiteY3673" fmla="*/ 801799 h 2400493"/>
              <a:gd name="connsiteX3674" fmla="*/ 1232127 w 2401758"/>
              <a:gd name="connsiteY3674" fmla="*/ 784438 h 2400493"/>
              <a:gd name="connsiteX3675" fmla="*/ 1238080 w 2401758"/>
              <a:gd name="connsiteY3675" fmla="*/ 769557 h 2400493"/>
              <a:gd name="connsiteX3676" fmla="*/ 1254449 w 2401758"/>
              <a:gd name="connsiteY3676" fmla="*/ 760629 h 2400493"/>
              <a:gd name="connsiteX3677" fmla="*/ 1185005 w 2401758"/>
              <a:gd name="connsiteY3677" fmla="*/ 760133 h 2400493"/>
              <a:gd name="connsiteX3678" fmla="*/ 1209807 w 2401758"/>
              <a:gd name="connsiteY3678" fmla="*/ 783446 h 2400493"/>
              <a:gd name="connsiteX3679" fmla="*/ 1186989 w 2401758"/>
              <a:gd name="connsiteY3679" fmla="*/ 807751 h 2400493"/>
              <a:gd name="connsiteX3680" fmla="*/ 1162188 w 2401758"/>
              <a:gd name="connsiteY3680" fmla="*/ 784438 h 2400493"/>
              <a:gd name="connsiteX3681" fmla="*/ 1185005 w 2401758"/>
              <a:gd name="connsiteY3681" fmla="*/ 760133 h 2400493"/>
              <a:gd name="connsiteX3682" fmla="*/ 1051574 w 2401758"/>
              <a:gd name="connsiteY3682" fmla="*/ 760133 h 2400493"/>
              <a:gd name="connsiteX3683" fmla="*/ 1076376 w 2401758"/>
              <a:gd name="connsiteY3683" fmla="*/ 783446 h 2400493"/>
              <a:gd name="connsiteX3684" fmla="*/ 1052566 w 2401758"/>
              <a:gd name="connsiteY3684" fmla="*/ 807752 h 2400493"/>
              <a:gd name="connsiteX3685" fmla="*/ 1028779 w 2401758"/>
              <a:gd name="connsiteY3685" fmla="*/ 783942 h 2400493"/>
              <a:gd name="connsiteX3686" fmla="*/ 1051574 w 2401758"/>
              <a:gd name="connsiteY3686" fmla="*/ 760133 h 2400493"/>
              <a:gd name="connsiteX3687" fmla="*/ 849734 w 2401758"/>
              <a:gd name="connsiteY3687" fmla="*/ 758149 h 2400493"/>
              <a:gd name="connsiteX3688" fmla="*/ 876521 w 2401758"/>
              <a:gd name="connsiteY3688" fmla="*/ 783942 h 2400493"/>
              <a:gd name="connsiteX3689" fmla="*/ 851220 w 2401758"/>
              <a:gd name="connsiteY3689" fmla="*/ 810232 h 2400493"/>
              <a:gd name="connsiteX3690" fmla="*/ 824436 w 2401758"/>
              <a:gd name="connsiteY3690" fmla="*/ 784439 h 2400493"/>
              <a:gd name="connsiteX3691" fmla="*/ 849734 w 2401758"/>
              <a:gd name="connsiteY3691" fmla="*/ 758149 h 2400493"/>
              <a:gd name="connsiteX3692" fmla="*/ 985108 w 2401758"/>
              <a:gd name="connsiteY3692" fmla="*/ 757653 h 2400493"/>
              <a:gd name="connsiteX3693" fmla="*/ 996021 w 2401758"/>
              <a:gd name="connsiteY3693" fmla="*/ 760629 h 2400493"/>
              <a:gd name="connsiteX3694" fmla="*/ 1007926 w 2401758"/>
              <a:gd name="connsiteY3694" fmla="*/ 772038 h 2400493"/>
              <a:gd name="connsiteX3695" fmla="*/ 1011398 w 2401758"/>
              <a:gd name="connsiteY3695" fmla="*/ 782950 h 2400493"/>
              <a:gd name="connsiteX3696" fmla="*/ 1009414 w 2401758"/>
              <a:gd name="connsiteY3696" fmla="*/ 794359 h 2400493"/>
              <a:gd name="connsiteX3697" fmla="*/ 998005 w 2401758"/>
              <a:gd name="connsiteY3697" fmla="*/ 806264 h 2400493"/>
              <a:gd name="connsiteX3698" fmla="*/ 986596 w 2401758"/>
              <a:gd name="connsiteY3698" fmla="*/ 810232 h 2400493"/>
              <a:gd name="connsiteX3699" fmla="*/ 975684 w 2401758"/>
              <a:gd name="connsiteY3699" fmla="*/ 807256 h 2400493"/>
              <a:gd name="connsiteX3700" fmla="*/ 963283 w 2401758"/>
              <a:gd name="connsiteY3700" fmla="*/ 796343 h 2400493"/>
              <a:gd name="connsiteX3701" fmla="*/ 959315 w 2401758"/>
              <a:gd name="connsiteY3701" fmla="*/ 784934 h 2400493"/>
              <a:gd name="connsiteX3702" fmla="*/ 962291 w 2401758"/>
              <a:gd name="connsiteY3702" fmla="*/ 773030 h 2400493"/>
              <a:gd name="connsiteX3703" fmla="*/ 973700 w 2401758"/>
              <a:gd name="connsiteY3703" fmla="*/ 761125 h 2400493"/>
              <a:gd name="connsiteX3704" fmla="*/ 985108 w 2401758"/>
              <a:gd name="connsiteY3704" fmla="*/ 757653 h 2400493"/>
              <a:gd name="connsiteX3705" fmla="*/ 918154 w 2401758"/>
              <a:gd name="connsiteY3705" fmla="*/ 757653 h 2400493"/>
              <a:gd name="connsiteX3706" fmla="*/ 943452 w 2401758"/>
              <a:gd name="connsiteY3706" fmla="*/ 783942 h 2400493"/>
              <a:gd name="connsiteX3707" fmla="*/ 916666 w 2401758"/>
              <a:gd name="connsiteY3707" fmla="*/ 810232 h 2400493"/>
              <a:gd name="connsiteX3708" fmla="*/ 891369 w 2401758"/>
              <a:gd name="connsiteY3708" fmla="*/ 783942 h 2400493"/>
              <a:gd name="connsiteX3709" fmla="*/ 918154 w 2401758"/>
              <a:gd name="connsiteY3709" fmla="*/ 757653 h 2400493"/>
              <a:gd name="connsiteX3710" fmla="*/ 783725 w 2401758"/>
              <a:gd name="connsiteY3710" fmla="*/ 757653 h 2400493"/>
              <a:gd name="connsiteX3711" fmla="*/ 802078 w 2401758"/>
              <a:gd name="connsiteY3711" fmla="*/ 765589 h 2400493"/>
              <a:gd name="connsiteX3712" fmla="*/ 809519 w 2401758"/>
              <a:gd name="connsiteY3712" fmla="*/ 783942 h 2400493"/>
              <a:gd name="connsiteX3713" fmla="*/ 802078 w 2401758"/>
              <a:gd name="connsiteY3713" fmla="*/ 802295 h 2400493"/>
              <a:gd name="connsiteX3714" fmla="*/ 782733 w 2401758"/>
              <a:gd name="connsiteY3714" fmla="*/ 810232 h 2400493"/>
              <a:gd name="connsiteX3715" fmla="*/ 764380 w 2401758"/>
              <a:gd name="connsiteY3715" fmla="*/ 802295 h 2400493"/>
              <a:gd name="connsiteX3716" fmla="*/ 756940 w 2401758"/>
              <a:gd name="connsiteY3716" fmla="*/ 783942 h 2400493"/>
              <a:gd name="connsiteX3717" fmla="*/ 764380 w 2401758"/>
              <a:gd name="connsiteY3717" fmla="*/ 765589 h 2400493"/>
              <a:gd name="connsiteX3718" fmla="*/ 783725 w 2401758"/>
              <a:gd name="connsiteY3718" fmla="*/ 757653 h 2400493"/>
              <a:gd name="connsiteX3719" fmla="*/ 711623 w 2401758"/>
              <a:gd name="connsiteY3719" fmla="*/ 757653 h 2400493"/>
              <a:gd name="connsiteX3720" fmla="*/ 725202 w 2401758"/>
              <a:gd name="connsiteY3720" fmla="*/ 758645 h 2400493"/>
              <a:gd name="connsiteX3721" fmla="*/ 735619 w 2401758"/>
              <a:gd name="connsiteY3721" fmla="*/ 766581 h 2400493"/>
              <a:gd name="connsiteX3722" fmla="*/ 741074 w 2401758"/>
              <a:gd name="connsiteY3722" fmla="*/ 780966 h 2400493"/>
              <a:gd name="connsiteX3723" fmla="*/ 741074 w 2401758"/>
              <a:gd name="connsiteY3723" fmla="*/ 786919 h 2400493"/>
              <a:gd name="connsiteX3724" fmla="*/ 734130 w 2401758"/>
              <a:gd name="connsiteY3724" fmla="*/ 803783 h 2400493"/>
              <a:gd name="connsiteX3725" fmla="*/ 716770 w 2401758"/>
              <a:gd name="connsiteY3725" fmla="*/ 810232 h 2400493"/>
              <a:gd name="connsiteX3726" fmla="*/ 714289 w 2401758"/>
              <a:gd name="connsiteY3726" fmla="*/ 810232 h 2400493"/>
              <a:gd name="connsiteX3727" fmla="*/ 689489 w 2401758"/>
              <a:gd name="connsiteY3727" fmla="*/ 795847 h 2400493"/>
              <a:gd name="connsiteX3728" fmla="*/ 688497 w 2401758"/>
              <a:gd name="connsiteY3728" fmla="*/ 791383 h 2400493"/>
              <a:gd name="connsiteX3729" fmla="*/ 688497 w 2401758"/>
              <a:gd name="connsiteY3729" fmla="*/ 780966 h 2400493"/>
              <a:gd name="connsiteX3730" fmla="*/ 698417 w 2401758"/>
              <a:gd name="connsiteY3730" fmla="*/ 762613 h 2400493"/>
              <a:gd name="connsiteX3731" fmla="*/ 711623 w 2401758"/>
              <a:gd name="connsiteY3731" fmla="*/ 757653 h 2400493"/>
              <a:gd name="connsiteX3732" fmla="*/ 43674 w 2401758"/>
              <a:gd name="connsiteY3732" fmla="*/ 755669 h 2400493"/>
              <a:gd name="connsiteX3733" fmla="*/ 64507 w 2401758"/>
              <a:gd name="connsiteY3733" fmla="*/ 763109 h 2400493"/>
              <a:gd name="connsiteX3734" fmla="*/ 71947 w 2401758"/>
              <a:gd name="connsiteY3734" fmla="*/ 783446 h 2400493"/>
              <a:gd name="connsiteX3735" fmla="*/ 64507 w 2401758"/>
              <a:gd name="connsiteY3735" fmla="*/ 805272 h 2400493"/>
              <a:gd name="connsiteX3736" fmla="*/ 43674 w 2401758"/>
              <a:gd name="connsiteY3736" fmla="*/ 812712 h 2400493"/>
              <a:gd name="connsiteX3737" fmla="*/ 22840 w 2401758"/>
              <a:gd name="connsiteY3737" fmla="*/ 805272 h 2400493"/>
              <a:gd name="connsiteX3738" fmla="*/ 14904 w 2401758"/>
              <a:gd name="connsiteY3738" fmla="*/ 783446 h 2400493"/>
              <a:gd name="connsiteX3739" fmla="*/ 22840 w 2401758"/>
              <a:gd name="connsiteY3739" fmla="*/ 763109 h 2400493"/>
              <a:gd name="connsiteX3740" fmla="*/ 43674 w 2401758"/>
              <a:gd name="connsiteY3740" fmla="*/ 755669 h 2400493"/>
              <a:gd name="connsiteX3741" fmla="*/ 648837 w 2401758"/>
              <a:gd name="connsiteY3741" fmla="*/ 755173 h 2400493"/>
              <a:gd name="connsiteX3742" fmla="*/ 669668 w 2401758"/>
              <a:gd name="connsiteY3742" fmla="*/ 765094 h 2400493"/>
              <a:gd name="connsiteX3743" fmla="*/ 677108 w 2401758"/>
              <a:gd name="connsiteY3743" fmla="*/ 783446 h 2400493"/>
              <a:gd name="connsiteX3744" fmla="*/ 667685 w 2401758"/>
              <a:gd name="connsiteY3744" fmla="*/ 803288 h 2400493"/>
              <a:gd name="connsiteX3745" fmla="*/ 648341 w 2401758"/>
              <a:gd name="connsiteY3745" fmla="*/ 812712 h 2400493"/>
              <a:gd name="connsiteX3746" fmla="*/ 628996 w 2401758"/>
              <a:gd name="connsiteY3746" fmla="*/ 803784 h 2400493"/>
              <a:gd name="connsiteX3747" fmla="*/ 620069 w 2401758"/>
              <a:gd name="connsiteY3747" fmla="*/ 783943 h 2400493"/>
              <a:gd name="connsiteX3748" fmla="*/ 628500 w 2401758"/>
              <a:gd name="connsiteY3748" fmla="*/ 763605 h 2400493"/>
              <a:gd name="connsiteX3749" fmla="*/ 648837 w 2401758"/>
              <a:gd name="connsiteY3749" fmla="*/ 755173 h 2400493"/>
              <a:gd name="connsiteX3750" fmla="*/ 581394 w 2401758"/>
              <a:gd name="connsiteY3750" fmla="*/ 755173 h 2400493"/>
              <a:gd name="connsiteX3751" fmla="*/ 610165 w 2401758"/>
              <a:gd name="connsiteY3751" fmla="*/ 783447 h 2400493"/>
              <a:gd name="connsiteX3752" fmla="*/ 582386 w 2401758"/>
              <a:gd name="connsiteY3752" fmla="*/ 812216 h 2400493"/>
              <a:gd name="connsiteX3753" fmla="*/ 553118 w 2401758"/>
              <a:gd name="connsiteY3753" fmla="*/ 784935 h 2400493"/>
              <a:gd name="connsiteX3754" fmla="*/ 581394 w 2401758"/>
              <a:gd name="connsiteY3754" fmla="*/ 755173 h 2400493"/>
              <a:gd name="connsiteX3755" fmla="*/ 513404 w 2401758"/>
              <a:gd name="connsiteY3755" fmla="*/ 755173 h 2400493"/>
              <a:gd name="connsiteX3756" fmla="*/ 543166 w 2401758"/>
              <a:gd name="connsiteY3756" fmla="*/ 783447 h 2400493"/>
              <a:gd name="connsiteX3757" fmla="*/ 515388 w 2401758"/>
              <a:gd name="connsiteY3757" fmla="*/ 812216 h 2400493"/>
              <a:gd name="connsiteX3758" fmla="*/ 486121 w 2401758"/>
              <a:gd name="connsiteY3758" fmla="*/ 784439 h 2400493"/>
              <a:gd name="connsiteX3759" fmla="*/ 513404 w 2401758"/>
              <a:gd name="connsiteY3759" fmla="*/ 755173 h 2400493"/>
              <a:gd name="connsiteX3760" fmla="*/ 445957 w 2401758"/>
              <a:gd name="connsiteY3760" fmla="*/ 755173 h 2400493"/>
              <a:gd name="connsiteX3761" fmla="*/ 474729 w 2401758"/>
              <a:gd name="connsiteY3761" fmla="*/ 784438 h 2400493"/>
              <a:gd name="connsiteX3762" fmla="*/ 466296 w 2401758"/>
              <a:gd name="connsiteY3762" fmla="*/ 804279 h 2400493"/>
              <a:gd name="connsiteX3763" fmla="*/ 444965 w 2401758"/>
              <a:gd name="connsiteY3763" fmla="*/ 812712 h 2400493"/>
              <a:gd name="connsiteX3764" fmla="*/ 417186 w 2401758"/>
              <a:gd name="connsiteY3764" fmla="*/ 783446 h 2400493"/>
              <a:gd name="connsiteX3765" fmla="*/ 425619 w 2401758"/>
              <a:gd name="connsiteY3765" fmla="*/ 763605 h 2400493"/>
              <a:gd name="connsiteX3766" fmla="*/ 445957 w 2401758"/>
              <a:gd name="connsiteY3766" fmla="*/ 755173 h 2400493"/>
              <a:gd name="connsiteX3767" fmla="*/ 378477 w 2401758"/>
              <a:gd name="connsiteY3767" fmla="*/ 755173 h 2400493"/>
              <a:gd name="connsiteX3768" fmla="*/ 407742 w 2401758"/>
              <a:gd name="connsiteY3768" fmla="*/ 782951 h 2400493"/>
              <a:gd name="connsiteX3769" fmla="*/ 379469 w 2401758"/>
              <a:gd name="connsiteY3769" fmla="*/ 812712 h 2400493"/>
              <a:gd name="connsiteX3770" fmla="*/ 350202 w 2401758"/>
              <a:gd name="connsiteY3770" fmla="*/ 783447 h 2400493"/>
              <a:gd name="connsiteX3771" fmla="*/ 378477 w 2401758"/>
              <a:gd name="connsiteY3771" fmla="*/ 755173 h 2400493"/>
              <a:gd name="connsiteX3772" fmla="*/ 312015 w 2401758"/>
              <a:gd name="connsiteY3772" fmla="*/ 755173 h 2400493"/>
              <a:gd name="connsiteX3773" fmla="*/ 341281 w 2401758"/>
              <a:gd name="connsiteY3773" fmla="*/ 783943 h 2400493"/>
              <a:gd name="connsiteX3774" fmla="*/ 312511 w 2401758"/>
              <a:gd name="connsiteY3774" fmla="*/ 812216 h 2400493"/>
              <a:gd name="connsiteX3775" fmla="*/ 283245 w 2401758"/>
              <a:gd name="connsiteY3775" fmla="*/ 782951 h 2400493"/>
              <a:gd name="connsiteX3776" fmla="*/ 312015 w 2401758"/>
              <a:gd name="connsiteY3776" fmla="*/ 755173 h 2400493"/>
              <a:gd name="connsiteX3777" fmla="*/ 243074 w 2401758"/>
              <a:gd name="connsiteY3777" fmla="*/ 754677 h 2400493"/>
              <a:gd name="connsiteX3778" fmla="*/ 272836 w 2401758"/>
              <a:gd name="connsiteY3778" fmla="*/ 783447 h 2400493"/>
              <a:gd name="connsiteX3779" fmla="*/ 244066 w 2401758"/>
              <a:gd name="connsiteY3779" fmla="*/ 812217 h 2400493"/>
              <a:gd name="connsiteX3780" fmla="*/ 214801 w 2401758"/>
              <a:gd name="connsiteY3780" fmla="*/ 784935 h 2400493"/>
              <a:gd name="connsiteX3781" fmla="*/ 243074 w 2401758"/>
              <a:gd name="connsiteY3781" fmla="*/ 754677 h 2400493"/>
              <a:gd name="connsiteX3782" fmla="*/ 177606 w 2401758"/>
              <a:gd name="connsiteY3782" fmla="*/ 754677 h 2400493"/>
              <a:gd name="connsiteX3783" fmla="*/ 196951 w 2401758"/>
              <a:gd name="connsiteY3783" fmla="*/ 762117 h 2400493"/>
              <a:gd name="connsiteX3784" fmla="*/ 204887 w 2401758"/>
              <a:gd name="connsiteY3784" fmla="*/ 783943 h 2400493"/>
              <a:gd name="connsiteX3785" fmla="*/ 196951 w 2401758"/>
              <a:gd name="connsiteY3785" fmla="*/ 804280 h 2400493"/>
              <a:gd name="connsiteX3786" fmla="*/ 175622 w 2401758"/>
              <a:gd name="connsiteY3786" fmla="*/ 812216 h 2400493"/>
              <a:gd name="connsiteX3787" fmla="*/ 155780 w 2401758"/>
              <a:gd name="connsiteY3787" fmla="*/ 804776 h 2400493"/>
              <a:gd name="connsiteX3788" fmla="*/ 147844 w 2401758"/>
              <a:gd name="connsiteY3788" fmla="*/ 782951 h 2400493"/>
              <a:gd name="connsiteX3789" fmla="*/ 155780 w 2401758"/>
              <a:gd name="connsiteY3789" fmla="*/ 762117 h 2400493"/>
              <a:gd name="connsiteX3790" fmla="*/ 177606 w 2401758"/>
              <a:gd name="connsiteY3790" fmla="*/ 754677 h 2400493"/>
              <a:gd name="connsiteX3791" fmla="*/ 111110 w 2401758"/>
              <a:gd name="connsiteY3791" fmla="*/ 754677 h 2400493"/>
              <a:gd name="connsiteX3792" fmla="*/ 130455 w 2401758"/>
              <a:gd name="connsiteY3792" fmla="*/ 762117 h 2400493"/>
              <a:gd name="connsiteX3793" fmla="*/ 138391 w 2401758"/>
              <a:gd name="connsiteY3793" fmla="*/ 784935 h 2400493"/>
              <a:gd name="connsiteX3794" fmla="*/ 130455 w 2401758"/>
              <a:gd name="connsiteY3794" fmla="*/ 804280 h 2400493"/>
              <a:gd name="connsiteX3795" fmla="*/ 108629 w 2401758"/>
              <a:gd name="connsiteY3795" fmla="*/ 812216 h 2400493"/>
              <a:gd name="connsiteX3796" fmla="*/ 89284 w 2401758"/>
              <a:gd name="connsiteY3796" fmla="*/ 804776 h 2400493"/>
              <a:gd name="connsiteX3797" fmla="*/ 81348 w 2401758"/>
              <a:gd name="connsiteY3797" fmla="*/ 782951 h 2400493"/>
              <a:gd name="connsiteX3798" fmla="*/ 89284 w 2401758"/>
              <a:gd name="connsiteY3798" fmla="*/ 762117 h 2400493"/>
              <a:gd name="connsiteX3799" fmla="*/ 111110 w 2401758"/>
              <a:gd name="connsiteY3799" fmla="*/ 754677 h 2400493"/>
              <a:gd name="connsiteX3800" fmla="*/ 2331323 w 2401758"/>
              <a:gd name="connsiteY3800" fmla="*/ 712515 h 2400493"/>
              <a:gd name="connsiteX3801" fmla="*/ 2334795 w 2401758"/>
              <a:gd name="connsiteY3801" fmla="*/ 714995 h 2400493"/>
              <a:gd name="connsiteX3802" fmla="*/ 2331323 w 2401758"/>
              <a:gd name="connsiteY3802" fmla="*/ 716979 h 2400493"/>
              <a:gd name="connsiteX3803" fmla="*/ 2328843 w 2401758"/>
              <a:gd name="connsiteY3803" fmla="*/ 714003 h 2400493"/>
              <a:gd name="connsiteX3804" fmla="*/ 2331323 w 2401758"/>
              <a:gd name="connsiteY3804" fmla="*/ 712515 h 2400493"/>
              <a:gd name="connsiteX3805" fmla="*/ 2264359 w 2401758"/>
              <a:gd name="connsiteY3805" fmla="*/ 708547 h 2400493"/>
              <a:gd name="connsiteX3806" fmla="*/ 2269319 w 2401758"/>
              <a:gd name="connsiteY3806" fmla="*/ 714003 h 2400493"/>
              <a:gd name="connsiteX3807" fmla="*/ 2264359 w 2401758"/>
              <a:gd name="connsiteY3807" fmla="*/ 718964 h 2400493"/>
              <a:gd name="connsiteX3808" fmla="*/ 2259895 w 2401758"/>
              <a:gd name="connsiteY3808" fmla="*/ 714499 h 2400493"/>
              <a:gd name="connsiteX3809" fmla="*/ 2264359 w 2401758"/>
              <a:gd name="connsiteY3809" fmla="*/ 708547 h 2400493"/>
              <a:gd name="connsiteX3810" fmla="*/ 2197892 w 2401758"/>
              <a:gd name="connsiteY3810" fmla="*/ 708051 h 2400493"/>
              <a:gd name="connsiteX3811" fmla="*/ 2206324 w 2401758"/>
              <a:gd name="connsiteY3811" fmla="*/ 714499 h 2400493"/>
              <a:gd name="connsiteX3812" fmla="*/ 2198388 w 2401758"/>
              <a:gd name="connsiteY3812" fmla="*/ 721940 h 2400493"/>
              <a:gd name="connsiteX3813" fmla="*/ 2190948 w 2401758"/>
              <a:gd name="connsiteY3813" fmla="*/ 714499 h 2400493"/>
              <a:gd name="connsiteX3814" fmla="*/ 2197892 w 2401758"/>
              <a:gd name="connsiteY3814" fmla="*/ 708051 h 2400493"/>
              <a:gd name="connsiteX3815" fmla="*/ 2128944 w 2401758"/>
              <a:gd name="connsiteY3815" fmla="*/ 705571 h 2400493"/>
              <a:gd name="connsiteX3816" fmla="*/ 2138368 w 2401758"/>
              <a:gd name="connsiteY3816" fmla="*/ 714499 h 2400493"/>
              <a:gd name="connsiteX3817" fmla="*/ 2129936 w 2401758"/>
              <a:gd name="connsiteY3817" fmla="*/ 724420 h 2400493"/>
              <a:gd name="connsiteX3818" fmla="*/ 2119519 w 2401758"/>
              <a:gd name="connsiteY3818" fmla="*/ 714995 h 2400493"/>
              <a:gd name="connsiteX3819" fmla="*/ 2128944 w 2401758"/>
              <a:gd name="connsiteY3819" fmla="*/ 705571 h 2400493"/>
              <a:gd name="connsiteX3820" fmla="*/ 2062477 w 2401758"/>
              <a:gd name="connsiteY3820" fmla="*/ 703090 h 2400493"/>
              <a:gd name="connsiteX3821" fmla="*/ 2074381 w 2401758"/>
              <a:gd name="connsiteY3821" fmla="*/ 714995 h 2400493"/>
              <a:gd name="connsiteX3822" fmla="*/ 2062477 w 2401758"/>
              <a:gd name="connsiteY3822" fmla="*/ 726899 h 2400493"/>
              <a:gd name="connsiteX3823" fmla="*/ 2050572 w 2401758"/>
              <a:gd name="connsiteY3823" fmla="*/ 714995 h 2400493"/>
              <a:gd name="connsiteX3824" fmla="*/ 2062477 w 2401758"/>
              <a:gd name="connsiteY3824" fmla="*/ 703090 h 2400493"/>
              <a:gd name="connsiteX3825" fmla="*/ 1994521 w 2401758"/>
              <a:gd name="connsiteY3825" fmla="*/ 703090 h 2400493"/>
              <a:gd name="connsiteX3826" fmla="*/ 2007417 w 2401758"/>
              <a:gd name="connsiteY3826" fmla="*/ 714995 h 2400493"/>
              <a:gd name="connsiteX3827" fmla="*/ 1996009 w 2401758"/>
              <a:gd name="connsiteY3827" fmla="*/ 726899 h 2400493"/>
              <a:gd name="connsiteX3828" fmla="*/ 1983608 w 2401758"/>
              <a:gd name="connsiteY3828" fmla="*/ 715491 h 2400493"/>
              <a:gd name="connsiteX3829" fmla="*/ 1994521 w 2401758"/>
              <a:gd name="connsiteY3829" fmla="*/ 703090 h 2400493"/>
              <a:gd name="connsiteX3830" fmla="*/ 1513 w 2401758"/>
              <a:gd name="connsiteY3830" fmla="*/ 703090 h 2400493"/>
              <a:gd name="connsiteX3831" fmla="*/ 4985 w 2401758"/>
              <a:gd name="connsiteY3831" fmla="*/ 712515 h 2400493"/>
              <a:gd name="connsiteX3832" fmla="*/ 2505 w 2401758"/>
              <a:gd name="connsiteY3832" fmla="*/ 725411 h 2400493"/>
              <a:gd name="connsiteX3833" fmla="*/ 1513 w 2401758"/>
              <a:gd name="connsiteY3833" fmla="*/ 726403 h 2400493"/>
              <a:gd name="connsiteX3834" fmla="*/ 25 w 2401758"/>
              <a:gd name="connsiteY3834" fmla="*/ 724915 h 2400493"/>
              <a:gd name="connsiteX3835" fmla="*/ 521 w 2401758"/>
              <a:gd name="connsiteY3835" fmla="*/ 714499 h 2400493"/>
              <a:gd name="connsiteX3836" fmla="*/ 521 w 2401758"/>
              <a:gd name="connsiteY3836" fmla="*/ 712018 h 2400493"/>
              <a:gd name="connsiteX3837" fmla="*/ 1513 w 2401758"/>
              <a:gd name="connsiteY3837" fmla="*/ 703090 h 2400493"/>
              <a:gd name="connsiteX3838" fmla="*/ 1930038 w 2401758"/>
              <a:gd name="connsiteY3838" fmla="*/ 700610 h 2400493"/>
              <a:gd name="connsiteX3839" fmla="*/ 1943430 w 2401758"/>
              <a:gd name="connsiteY3839" fmla="*/ 715491 h 2400493"/>
              <a:gd name="connsiteX3840" fmla="*/ 1928550 w 2401758"/>
              <a:gd name="connsiteY3840" fmla="*/ 728883 h 2400493"/>
              <a:gd name="connsiteX3841" fmla="*/ 1915157 w 2401758"/>
              <a:gd name="connsiteY3841" fmla="*/ 714003 h 2400493"/>
              <a:gd name="connsiteX3842" fmla="*/ 1930038 w 2401758"/>
              <a:gd name="connsiteY3842" fmla="*/ 700610 h 2400493"/>
              <a:gd name="connsiteX3843" fmla="*/ 1860594 w 2401758"/>
              <a:gd name="connsiteY3843" fmla="*/ 700114 h 2400493"/>
              <a:gd name="connsiteX3844" fmla="*/ 1874482 w 2401758"/>
              <a:gd name="connsiteY3844" fmla="*/ 714995 h 2400493"/>
              <a:gd name="connsiteX3845" fmla="*/ 1859602 w 2401758"/>
              <a:gd name="connsiteY3845" fmla="*/ 728883 h 2400493"/>
              <a:gd name="connsiteX3846" fmla="*/ 1845713 w 2401758"/>
              <a:gd name="connsiteY3846" fmla="*/ 714003 h 2400493"/>
              <a:gd name="connsiteX3847" fmla="*/ 1860594 w 2401758"/>
              <a:gd name="connsiteY3847" fmla="*/ 700114 h 2400493"/>
              <a:gd name="connsiteX3848" fmla="*/ 1792638 w 2401758"/>
              <a:gd name="connsiteY3848" fmla="*/ 698130 h 2400493"/>
              <a:gd name="connsiteX3849" fmla="*/ 1810495 w 2401758"/>
              <a:gd name="connsiteY3849" fmla="*/ 714003 h 2400493"/>
              <a:gd name="connsiteX3850" fmla="*/ 1793630 w 2401758"/>
              <a:gd name="connsiteY3850" fmla="*/ 731364 h 2400493"/>
              <a:gd name="connsiteX3851" fmla="*/ 1776765 w 2401758"/>
              <a:gd name="connsiteY3851" fmla="*/ 714995 h 2400493"/>
              <a:gd name="connsiteX3852" fmla="*/ 1792638 w 2401758"/>
              <a:gd name="connsiteY3852" fmla="*/ 698130 h 2400493"/>
              <a:gd name="connsiteX3853" fmla="*/ 1727659 w 2401758"/>
              <a:gd name="connsiteY3853" fmla="*/ 697634 h 2400493"/>
              <a:gd name="connsiteX3854" fmla="*/ 1743532 w 2401758"/>
              <a:gd name="connsiteY3854" fmla="*/ 715491 h 2400493"/>
              <a:gd name="connsiteX3855" fmla="*/ 1725675 w 2401758"/>
              <a:gd name="connsiteY3855" fmla="*/ 731364 h 2400493"/>
              <a:gd name="connsiteX3856" fmla="*/ 1709802 w 2401758"/>
              <a:gd name="connsiteY3856" fmla="*/ 713507 h 2400493"/>
              <a:gd name="connsiteX3857" fmla="*/ 1727659 w 2401758"/>
              <a:gd name="connsiteY3857" fmla="*/ 697634 h 2400493"/>
              <a:gd name="connsiteX3858" fmla="*/ 1657223 w 2401758"/>
              <a:gd name="connsiteY3858" fmla="*/ 696146 h 2400493"/>
              <a:gd name="connsiteX3859" fmla="*/ 1670120 w 2401758"/>
              <a:gd name="connsiteY3859" fmla="*/ 702594 h 2400493"/>
              <a:gd name="connsiteX3860" fmla="*/ 1676568 w 2401758"/>
              <a:gd name="connsiteY3860" fmla="*/ 714995 h 2400493"/>
              <a:gd name="connsiteX3861" fmla="*/ 1668136 w 2401758"/>
              <a:gd name="connsiteY3861" fmla="*/ 729380 h 2400493"/>
              <a:gd name="connsiteX3862" fmla="*/ 1657223 w 2401758"/>
              <a:gd name="connsiteY3862" fmla="*/ 733844 h 2400493"/>
              <a:gd name="connsiteX3863" fmla="*/ 1642838 w 2401758"/>
              <a:gd name="connsiteY3863" fmla="*/ 725412 h 2400493"/>
              <a:gd name="connsiteX3864" fmla="*/ 1638870 w 2401758"/>
              <a:gd name="connsiteY3864" fmla="*/ 714499 h 2400493"/>
              <a:gd name="connsiteX3865" fmla="*/ 1646310 w 2401758"/>
              <a:gd name="connsiteY3865" fmla="*/ 701106 h 2400493"/>
              <a:gd name="connsiteX3866" fmla="*/ 1657223 w 2401758"/>
              <a:gd name="connsiteY3866" fmla="*/ 696146 h 2400493"/>
              <a:gd name="connsiteX3867" fmla="*/ 1525775 w 2401758"/>
              <a:gd name="connsiteY3867" fmla="*/ 696146 h 2400493"/>
              <a:gd name="connsiteX3868" fmla="*/ 1539168 w 2401758"/>
              <a:gd name="connsiteY3868" fmla="*/ 702098 h 2400493"/>
              <a:gd name="connsiteX3869" fmla="*/ 1544128 w 2401758"/>
              <a:gd name="connsiteY3869" fmla="*/ 715491 h 2400493"/>
              <a:gd name="connsiteX3870" fmla="*/ 1539168 w 2401758"/>
              <a:gd name="connsiteY3870" fmla="*/ 728884 h 2400493"/>
              <a:gd name="connsiteX3871" fmla="*/ 1523791 w 2401758"/>
              <a:gd name="connsiteY3871" fmla="*/ 733844 h 2400493"/>
              <a:gd name="connsiteX3872" fmla="*/ 1510895 w 2401758"/>
              <a:gd name="connsiteY3872" fmla="*/ 728884 h 2400493"/>
              <a:gd name="connsiteX3873" fmla="*/ 1505438 w 2401758"/>
              <a:gd name="connsiteY3873" fmla="*/ 714499 h 2400493"/>
              <a:gd name="connsiteX3874" fmla="*/ 1510895 w 2401758"/>
              <a:gd name="connsiteY3874" fmla="*/ 701106 h 2400493"/>
              <a:gd name="connsiteX3875" fmla="*/ 1525775 w 2401758"/>
              <a:gd name="connsiteY3875" fmla="*/ 696146 h 2400493"/>
              <a:gd name="connsiteX3876" fmla="*/ 1590259 w 2401758"/>
              <a:gd name="connsiteY3876" fmla="*/ 695650 h 2400493"/>
              <a:gd name="connsiteX3877" fmla="*/ 1610100 w 2401758"/>
              <a:gd name="connsiteY3877" fmla="*/ 714003 h 2400493"/>
              <a:gd name="connsiteX3878" fmla="*/ 1591251 w 2401758"/>
              <a:gd name="connsiteY3878" fmla="*/ 733844 h 2400493"/>
              <a:gd name="connsiteX3879" fmla="*/ 1571906 w 2401758"/>
              <a:gd name="connsiteY3879" fmla="*/ 715987 h 2400493"/>
              <a:gd name="connsiteX3880" fmla="*/ 1590259 w 2401758"/>
              <a:gd name="connsiteY3880" fmla="*/ 695650 h 2400493"/>
              <a:gd name="connsiteX3881" fmla="*/ 1387880 w 2401758"/>
              <a:gd name="connsiteY3881" fmla="*/ 693666 h 2400493"/>
              <a:gd name="connsiteX3882" fmla="*/ 1409705 w 2401758"/>
              <a:gd name="connsiteY3882" fmla="*/ 714995 h 2400493"/>
              <a:gd name="connsiteX3883" fmla="*/ 1387880 w 2401758"/>
              <a:gd name="connsiteY3883" fmla="*/ 736324 h 2400493"/>
              <a:gd name="connsiteX3884" fmla="*/ 1366551 w 2401758"/>
              <a:gd name="connsiteY3884" fmla="*/ 714499 h 2400493"/>
              <a:gd name="connsiteX3885" fmla="*/ 1387880 w 2401758"/>
              <a:gd name="connsiteY3885" fmla="*/ 693666 h 2400493"/>
              <a:gd name="connsiteX3886" fmla="*/ 1322900 w 2401758"/>
              <a:gd name="connsiteY3886" fmla="*/ 693666 h 2400493"/>
              <a:gd name="connsiteX3887" fmla="*/ 1343237 w 2401758"/>
              <a:gd name="connsiteY3887" fmla="*/ 715987 h 2400493"/>
              <a:gd name="connsiteX3888" fmla="*/ 1320420 w 2401758"/>
              <a:gd name="connsiteY3888" fmla="*/ 736324 h 2400493"/>
              <a:gd name="connsiteX3889" fmla="*/ 1300579 w 2401758"/>
              <a:gd name="connsiteY3889" fmla="*/ 714499 h 2400493"/>
              <a:gd name="connsiteX3890" fmla="*/ 1322900 w 2401758"/>
              <a:gd name="connsiteY3890" fmla="*/ 693666 h 2400493"/>
              <a:gd name="connsiteX3891" fmla="*/ 1457820 w 2401758"/>
              <a:gd name="connsiteY3891" fmla="*/ 693665 h 2400493"/>
              <a:gd name="connsiteX3892" fmla="*/ 1479149 w 2401758"/>
              <a:gd name="connsiteY3892" fmla="*/ 714995 h 2400493"/>
              <a:gd name="connsiteX3893" fmla="*/ 1457324 w 2401758"/>
              <a:gd name="connsiteY3893" fmla="*/ 736324 h 2400493"/>
              <a:gd name="connsiteX3894" fmla="*/ 1436491 w 2401758"/>
              <a:gd name="connsiteY3894" fmla="*/ 714002 h 2400493"/>
              <a:gd name="connsiteX3895" fmla="*/ 1457820 w 2401758"/>
              <a:gd name="connsiteY3895" fmla="*/ 693665 h 2400493"/>
              <a:gd name="connsiteX3896" fmla="*/ 1185501 w 2401758"/>
              <a:gd name="connsiteY3896" fmla="*/ 691682 h 2400493"/>
              <a:gd name="connsiteX3897" fmla="*/ 1209807 w 2401758"/>
              <a:gd name="connsiteY3897" fmla="*/ 714995 h 2400493"/>
              <a:gd name="connsiteX3898" fmla="*/ 1185501 w 2401758"/>
              <a:gd name="connsiteY3898" fmla="*/ 738804 h 2400493"/>
              <a:gd name="connsiteX3899" fmla="*/ 1162188 w 2401758"/>
              <a:gd name="connsiteY3899" fmla="*/ 714499 h 2400493"/>
              <a:gd name="connsiteX3900" fmla="*/ 1185501 w 2401758"/>
              <a:gd name="connsiteY3900" fmla="*/ 691682 h 2400493"/>
              <a:gd name="connsiteX3901" fmla="*/ 1255441 w 2401758"/>
              <a:gd name="connsiteY3901" fmla="*/ 691186 h 2400493"/>
              <a:gd name="connsiteX3902" fmla="*/ 1278755 w 2401758"/>
              <a:gd name="connsiteY3902" fmla="*/ 714995 h 2400493"/>
              <a:gd name="connsiteX3903" fmla="*/ 1254449 w 2401758"/>
              <a:gd name="connsiteY3903" fmla="*/ 738804 h 2400493"/>
              <a:gd name="connsiteX3904" fmla="*/ 1231136 w 2401758"/>
              <a:gd name="connsiteY3904" fmla="*/ 714995 h 2400493"/>
              <a:gd name="connsiteX3905" fmla="*/ 1255441 w 2401758"/>
              <a:gd name="connsiteY3905" fmla="*/ 691186 h 2400493"/>
              <a:gd name="connsiteX3906" fmla="*/ 1121018 w 2401758"/>
              <a:gd name="connsiteY3906" fmla="*/ 690690 h 2400493"/>
              <a:gd name="connsiteX3907" fmla="*/ 1143339 w 2401758"/>
              <a:gd name="connsiteY3907" fmla="*/ 714995 h 2400493"/>
              <a:gd name="connsiteX3908" fmla="*/ 1118538 w 2401758"/>
              <a:gd name="connsiteY3908" fmla="*/ 738309 h 2400493"/>
              <a:gd name="connsiteX3909" fmla="*/ 1102169 w 2401758"/>
              <a:gd name="connsiteY3909" fmla="*/ 731860 h 2400493"/>
              <a:gd name="connsiteX3910" fmla="*/ 1095721 w 2401758"/>
              <a:gd name="connsiteY3910" fmla="*/ 714499 h 2400493"/>
              <a:gd name="connsiteX3911" fmla="*/ 1121018 w 2401758"/>
              <a:gd name="connsiteY3911" fmla="*/ 690690 h 2400493"/>
              <a:gd name="connsiteX3912" fmla="*/ 987132 w 2401758"/>
              <a:gd name="connsiteY3912" fmla="*/ 689201 h 2400493"/>
              <a:gd name="connsiteX3913" fmla="*/ 1004989 w 2401758"/>
              <a:gd name="connsiteY3913" fmla="*/ 697138 h 2400493"/>
              <a:gd name="connsiteX3914" fmla="*/ 1012925 w 2401758"/>
              <a:gd name="connsiteY3914" fmla="*/ 714995 h 2400493"/>
              <a:gd name="connsiteX3915" fmla="*/ 1003997 w 2401758"/>
              <a:gd name="connsiteY3915" fmla="*/ 734340 h 2400493"/>
              <a:gd name="connsiteX3916" fmla="*/ 985644 w 2401758"/>
              <a:gd name="connsiteY3916" fmla="*/ 741284 h 2400493"/>
              <a:gd name="connsiteX3917" fmla="*/ 967788 w 2401758"/>
              <a:gd name="connsiteY3917" fmla="*/ 733348 h 2400493"/>
              <a:gd name="connsiteX3918" fmla="*/ 960844 w 2401758"/>
              <a:gd name="connsiteY3918" fmla="*/ 714995 h 2400493"/>
              <a:gd name="connsiteX3919" fmla="*/ 968780 w 2401758"/>
              <a:gd name="connsiteY3919" fmla="*/ 696146 h 2400493"/>
              <a:gd name="connsiteX3920" fmla="*/ 987132 w 2401758"/>
              <a:gd name="connsiteY3920" fmla="*/ 689201 h 2400493"/>
              <a:gd name="connsiteX3921" fmla="*/ 1053062 w 2401758"/>
              <a:gd name="connsiteY3921" fmla="*/ 688706 h 2400493"/>
              <a:gd name="connsiteX3922" fmla="*/ 1071912 w 2401758"/>
              <a:gd name="connsiteY3922" fmla="*/ 700115 h 2400493"/>
              <a:gd name="connsiteX3923" fmla="*/ 1077864 w 2401758"/>
              <a:gd name="connsiteY3923" fmla="*/ 714995 h 2400493"/>
              <a:gd name="connsiteX3924" fmla="*/ 1067943 w 2401758"/>
              <a:gd name="connsiteY3924" fmla="*/ 733348 h 2400493"/>
              <a:gd name="connsiteX3925" fmla="*/ 1053062 w 2401758"/>
              <a:gd name="connsiteY3925" fmla="*/ 741285 h 2400493"/>
              <a:gd name="connsiteX3926" fmla="*/ 1034739 w 2401758"/>
              <a:gd name="connsiteY3926" fmla="*/ 731860 h 2400493"/>
              <a:gd name="connsiteX3927" fmla="*/ 1026306 w 2401758"/>
              <a:gd name="connsiteY3927" fmla="*/ 714995 h 2400493"/>
              <a:gd name="connsiteX3928" fmla="*/ 1036227 w 2401758"/>
              <a:gd name="connsiteY3928" fmla="*/ 696642 h 2400493"/>
              <a:gd name="connsiteX3929" fmla="*/ 1053062 w 2401758"/>
              <a:gd name="connsiteY3929" fmla="*/ 688706 h 2400493"/>
              <a:gd name="connsiteX3930" fmla="*/ 917662 w 2401758"/>
              <a:gd name="connsiteY3930" fmla="*/ 688706 h 2400493"/>
              <a:gd name="connsiteX3931" fmla="*/ 943455 w 2401758"/>
              <a:gd name="connsiteY3931" fmla="*/ 715491 h 2400493"/>
              <a:gd name="connsiteX3932" fmla="*/ 917165 w 2401758"/>
              <a:gd name="connsiteY3932" fmla="*/ 740789 h 2400493"/>
              <a:gd name="connsiteX3933" fmla="*/ 891372 w 2401758"/>
              <a:gd name="connsiteY3933" fmla="*/ 714003 h 2400493"/>
              <a:gd name="connsiteX3934" fmla="*/ 917662 w 2401758"/>
              <a:gd name="connsiteY3934" fmla="*/ 688706 h 2400493"/>
              <a:gd name="connsiteX3935" fmla="*/ 776281 w 2401758"/>
              <a:gd name="connsiteY3935" fmla="*/ 688705 h 2400493"/>
              <a:gd name="connsiteX3936" fmla="*/ 786696 w 2401758"/>
              <a:gd name="connsiteY3936" fmla="*/ 688705 h 2400493"/>
              <a:gd name="connsiteX3937" fmla="*/ 802569 w 2401758"/>
              <a:gd name="connsiteY3937" fmla="*/ 695649 h 2400493"/>
              <a:gd name="connsiteX3938" fmla="*/ 809514 w 2401758"/>
              <a:gd name="connsiteY3938" fmla="*/ 711522 h 2400493"/>
              <a:gd name="connsiteX3939" fmla="*/ 809514 w 2401758"/>
              <a:gd name="connsiteY3939" fmla="*/ 718467 h 2400493"/>
              <a:gd name="connsiteX3940" fmla="*/ 802569 w 2401758"/>
              <a:gd name="connsiteY3940" fmla="*/ 734340 h 2400493"/>
              <a:gd name="connsiteX3941" fmla="*/ 786696 w 2401758"/>
              <a:gd name="connsiteY3941" fmla="*/ 741284 h 2400493"/>
              <a:gd name="connsiteX3942" fmla="*/ 781736 w 2401758"/>
              <a:gd name="connsiteY3942" fmla="*/ 741284 h 2400493"/>
              <a:gd name="connsiteX3943" fmla="*/ 763383 w 2401758"/>
              <a:gd name="connsiteY3943" fmla="*/ 734340 h 2400493"/>
              <a:gd name="connsiteX3944" fmla="*/ 756935 w 2401758"/>
              <a:gd name="connsiteY3944" fmla="*/ 716979 h 2400493"/>
              <a:gd name="connsiteX3945" fmla="*/ 757431 w 2401758"/>
              <a:gd name="connsiteY3945" fmla="*/ 714498 h 2400493"/>
              <a:gd name="connsiteX3946" fmla="*/ 771816 w 2401758"/>
              <a:gd name="connsiteY3946" fmla="*/ 689697 h 2400493"/>
              <a:gd name="connsiteX3947" fmla="*/ 776281 w 2401758"/>
              <a:gd name="connsiteY3947" fmla="*/ 688705 h 2400493"/>
              <a:gd name="connsiteX3948" fmla="*/ 850218 w 2401758"/>
              <a:gd name="connsiteY3948" fmla="*/ 688209 h 2400493"/>
              <a:gd name="connsiteX3949" fmla="*/ 876509 w 2401758"/>
              <a:gd name="connsiteY3949" fmla="*/ 715490 h 2400493"/>
              <a:gd name="connsiteX3950" fmla="*/ 868571 w 2401758"/>
              <a:gd name="connsiteY3950" fmla="*/ 733347 h 2400493"/>
              <a:gd name="connsiteX3951" fmla="*/ 850218 w 2401758"/>
              <a:gd name="connsiteY3951" fmla="*/ 740788 h 2400493"/>
              <a:gd name="connsiteX3952" fmla="*/ 823928 w 2401758"/>
              <a:gd name="connsiteY3952" fmla="*/ 714002 h 2400493"/>
              <a:gd name="connsiteX3953" fmla="*/ 831866 w 2401758"/>
              <a:gd name="connsiteY3953" fmla="*/ 695649 h 2400493"/>
              <a:gd name="connsiteX3954" fmla="*/ 850218 w 2401758"/>
              <a:gd name="connsiteY3954" fmla="*/ 688209 h 2400493"/>
              <a:gd name="connsiteX3955" fmla="*/ 715293 w 2401758"/>
              <a:gd name="connsiteY3955" fmla="*/ 686721 h 2400493"/>
              <a:gd name="connsiteX3956" fmla="*/ 735133 w 2401758"/>
              <a:gd name="connsiteY3956" fmla="*/ 695650 h 2400493"/>
              <a:gd name="connsiteX3957" fmla="*/ 744060 w 2401758"/>
              <a:gd name="connsiteY3957" fmla="*/ 714003 h 2400493"/>
              <a:gd name="connsiteX3958" fmla="*/ 735133 w 2401758"/>
              <a:gd name="connsiteY3958" fmla="*/ 733844 h 2400493"/>
              <a:gd name="connsiteX3959" fmla="*/ 715293 w 2401758"/>
              <a:gd name="connsiteY3959" fmla="*/ 743268 h 2400493"/>
              <a:gd name="connsiteX3960" fmla="*/ 696941 w 2401758"/>
              <a:gd name="connsiteY3960" fmla="*/ 736324 h 2400493"/>
              <a:gd name="connsiteX3961" fmla="*/ 687020 w 2401758"/>
              <a:gd name="connsiteY3961" fmla="*/ 715491 h 2400493"/>
              <a:gd name="connsiteX3962" fmla="*/ 695453 w 2401758"/>
              <a:gd name="connsiteY3962" fmla="*/ 695154 h 2400493"/>
              <a:gd name="connsiteX3963" fmla="*/ 715293 w 2401758"/>
              <a:gd name="connsiteY3963" fmla="*/ 686721 h 2400493"/>
              <a:gd name="connsiteX3964" fmla="*/ 582389 w 2401758"/>
              <a:gd name="connsiteY3964" fmla="*/ 686721 h 2400493"/>
              <a:gd name="connsiteX3965" fmla="*/ 610169 w 2401758"/>
              <a:gd name="connsiteY3965" fmla="*/ 714994 h 2400493"/>
              <a:gd name="connsiteX3966" fmla="*/ 581893 w 2401758"/>
              <a:gd name="connsiteY3966" fmla="*/ 743764 h 2400493"/>
              <a:gd name="connsiteX3967" fmla="*/ 553122 w 2401758"/>
              <a:gd name="connsiteY3967" fmla="*/ 714498 h 2400493"/>
              <a:gd name="connsiteX3968" fmla="*/ 582389 w 2401758"/>
              <a:gd name="connsiteY3968" fmla="*/ 686721 h 2400493"/>
              <a:gd name="connsiteX3969" fmla="*/ 378984 w 2401758"/>
              <a:gd name="connsiteY3969" fmla="*/ 686721 h 2400493"/>
              <a:gd name="connsiteX3970" fmla="*/ 400315 w 2401758"/>
              <a:gd name="connsiteY3970" fmla="*/ 694162 h 2400493"/>
              <a:gd name="connsiteX3971" fmla="*/ 407755 w 2401758"/>
              <a:gd name="connsiteY3971" fmla="*/ 715987 h 2400493"/>
              <a:gd name="connsiteX3972" fmla="*/ 400315 w 2401758"/>
              <a:gd name="connsiteY3972" fmla="*/ 735828 h 2400493"/>
              <a:gd name="connsiteX3973" fmla="*/ 378488 w 2401758"/>
              <a:gd name="connsiteY3973" fmla="*/ 743764 h 2400493"/>
              <a:gd name="connsiteX3974" fmla="*/ 357653 w 2401758"/>
              <a:gd name="connsiteY3974" fmla="*/ 735828 h 2400493"/>
              <a:gd name="connsiteX3975" fmla="*/ 350212 w 2401758"/>
              <a:gd name="connsiteY3975" fmla="*/ 714003 h 2400493"/>
              <a:gd name="connsiteX3976" fmla="*/ 357653 w 2401758"/>
              <a:gd name="connsiteY3976" fmla="*/ 694658 h 2400493"/>
              <a:gd name="connsiteX3977" fmla="*/ 378984 w 2401758"/>
              <a:gd name="connsiteY3977" fmla="*/ 686721 h 2400493"/>
              <a:gd name="connsiteX3978" fmla="*/ 646864 w 2401758"/>
              <a:gd name="connsiteY3978" fmla="*/ 686225 h 2400493"/>
              <a:gd name="connsiteX3979" fmla="*/ 676623 w 2401758"/>
              <a:gd name="connsiteY3979" fmla="*/ 714499 h 2400493"/>
              <a:gd name="connsiteX3980" fmla="*/ 648351 w 2401758"/>
              <a:gd name="connsiteY3980" fmla="*/ 743268 h 2400493"/>
              <a:gd name="connsiteX3981" fmla="*/ 619585 w 2401758"/>
              <a:gd name="connsiteY3981" fmla="*/ 715491 h 2400493"/>
              <a:gd name="connsiteX3982" fmla="*/ 646864 w 2401758"/>
              <a:gd name="connsiteY3982" fmla="*/ 686225 h 2400493"/>
              <a:gd name="connsiteX3983" fmla="*/ 514394 w 2401758"/>
              <a:gd name="connsiteY3983" fmla="*/ 685729 h 2400493"/>
              <a:gd name="connsiteX3984" fmla="*/ 543661 w 2401758"/>
              <a:gd name="connsiteY3984" fmla="*/ 714499 h 2400493"/>
              <a:gd name="connsiteX3985" fmla="*/ 515386 w 2401758"/>
              <a:gd name="connsiteY3985" fmla="*/ 743269 h 2400493"/>
              <a:gd name="connsiteX3986" fmla="*/ 486120 w 2401758"/>
              <a:gd name="connsiteY3986" fmla="*/ 715987 h 2400493"/>
              <a:gd name="connsiteX3987" fmla="*/ 514394 w 2401758"/>
              <a:gd name="connsiteY3987" fmla="*/ 685729 h 2400493"/>
              <a:gd name="connsiteX3988" fmla="*/ 445929 w 2401758"/>
              <a:gd name="connsiteY3988" fmla="*/ 685729 h 2400493"/>
              <a:gd name="connsiteX3989" fmla="*/ 474699 w 2401758"/>
              <a:gd name="connsiteY3989" fmla="*/ 714995 h 2400493"/>
              <a:gd name="connsiteX3990" fmla="*/ 445929 w 2401758"/>
              <a:gd name="connsiteY3990" fmla="*/ 743268 h 2400493"/>
              <a:gd name="connsiteX3991" fmla="*/ 417159 w 2401758"/>
              <a:gd name="connsiteY3991" fmla="*/ 714003 h 2400493"/>
              <a:gd name="connsiteX3992" fmla="*/ 445929 w 2401758"/>
              <a:gd name="connsiteY3992" fmla="*/ 685729 h 2400493"/>
              <a:gd name="connsiteX3993" fmla="*/ 242064 w 2401758"/>
              <a:gd name="connsiteY3993" fmla="*/ 684242 h 2400493"/>
              <a:gd name="connsiteX3994" fmla="*/ 261409 w 2401758"/>
              <a:gd name="connsiteY3994" fmla="*/ 691682 h 2400493"/>
              <a:gd name="connsiteX3995" fmla="*/ 273810 w 2401758"/>
              <a:gd name="connsiteY3995" fmla="*/ 714995 h 2400493"/>
              <a:gd name="connsiteX3996" fmla="*/ 265874 w 2401758"/>
              <a:gd name="connsiteY3996" fmla="*/ 734340 h 2400493"/>
              <a:gd name="connsiteX3997" fmla="*/ 242560 w 2401758"/>
              <a:gd name="connsiteY3997" fmla="*/ 745749 h 2400493"/>
              <a:gd name="connsiteX3998" fmla="*/ 224208 w 2401758"/>
              <a:gd name="connsiteY3998" fmla="*/ 737813 h 2400493"/>
              <a:gd name="connsiteX3999" fmla="*/ 212303 w 2401758"/>
              <a:gd name="connsiteY3999" fmla="*/ 715491 h 2400493"/>
              <a:gd name="connsiteX4000" fmla="*/ 219744 w 2401758"/>
              <a:gd name="connsiteY4000" fmla="*/ 696146 h 2400493"/>
              <a:gd name="connsiteX4001" fmla="*/ 242064 w 2401758"/>
              <a:gd name="connsiteY4001" fmla="*/ 684242 h 2400493"/>
              <a:gd name="connsiteX4002" fmla="*/ 313007 w 2401758"/>
              <a:gd name="connsiteY4002" fmla="*/ 684241 h 2400493"/>
              <a:gd name="connsiteX4003" fmla="*/ 327392 w 2401758"/>
              <a:gd name="connsiteY4003" fmla="*/ 688705 h 2400493"/>
              <a:gd name="connsiteX4004" fmla="*/ 338801 w 2401758"/>
              <a:gd name="connsiteY4004" fmla="*/ 700114 h 2400493"/>
              <a:gd name="connsiteX4005" fmla="*/ 343266 w 2401758"/>
              <a:gd name="connsiteY4005" fmla="*/ 714995 h 2400493"/>
              <a:gd name="connsiteX4006" fmla="*/ 336321 w 2401758"/>
              <a:gd name="connsiteY4006" fmla="*/ 732851 h 2400493"/>
              <a:gd name="connsiteX4007" fmla="*/ 313007 w 2401758"/>
              <a:gd name="connsiteY4007" fmla="*/ 745252 h 2400493"/>
              <a:gd name="connsiteX4008" fmla="*/ 300606 w 2401758"/>
              <a:gd name="connsiteY4008" fmla="*/ 741780 h 2400493"/>
              <a:gd name="connsiteX4009" fmla="*/ 287213 w 2401758"/>
              <a:gd name="connsiteY4009" fmla="*/ 730867 h 2400493"/>
              <a:gd name="connsiteX4010" fmla="*/ 281757 w 2401758"/>
              <a:gd name="connsiteY4010" fmla="*/ 715490 h 2400493"/>
              <a:gd name="connsiteX4011" fmla="*/ 289197 w 2401758"/>
              <a:gd name="connsiteY4011" fmla="*/ 696145 h 2400493"/>
              <a:gd name="connsiteX4012" fmla="*/ 313007 w 2401758"/>
              <a:gd name="connsiteY4012" fmla="*/ 684241 h 2400493"/>
              <a:gd name="connsiteX4013" fmla="*/ 42680 w 2401758"/>
              <a:gd name="connsiteY4013" fmla="*/ 684241 h 2400493"/>
              <a:gd name="connsiteX4014" fmla="*/ 63017 w 2401758"/>
              <a:gd name="connsiteY4014" fmla="*/ 692177 h 2400493"/>
              <a:gd name="connsiteX4015" fmla="*/ 74426 w 2401758"/>
              <a:gd name="connsiteY4015" fmla="*/ 714499 h 2400493"/>
              <a:gd name="connsiteX4016" fmla="*/ 65498 w 2401758"/>
              <a:gd name="connsiteY4016" fmla="*/ 734340 h 2400493"/>
              <a:gd name="connsiteX4017" fmla="*/ 42680 w 2401758"/>
              <a:gd name="connsiteY4017" fmla="*/ 745748 h 2400493"/>
              <a:gd name="connsiteX4018" fmla="*/ 24327 w 2401758"/>
              <a:gd name="connsiteY4018" fmla="*/ 737812 h 2400493"/>
              <a:gd name="connsiteX4019" fmla="*/ 12919 w 2401758"/>
              <a:gd name="connsiteY4019" fmla="*/ 715491 h 2400493"/>
              <a:gd name="connsiteX4020" fmla="*/ 20359 w 2401758"/>
              <a:gd name="connsiteY4020" fmla="*/ 696146 h 2400493"/>
              <a:gd name="connsiteX4021" fmla="*/ 42680 w 2401758"/>
              <a:gd name="connsiteY4021" fmla="*/ 684241 h 2400493"/>
              <a:gd name="connsiteX4022" fmla="*/ 176604 w 2401758"/>
              <a:gd name="connsiteY4022" fmla="*/ 683249 h 2400493"/>
              <a:gd name="connsiteX4023" fmla="*/ 196445 w 2401758"/>
              <a:gd name="connsiteY4023" fmla="*/ 692674 h 2400493"/>
              <a:gd name="connsiteX4024" fmla="*/ 206862 w 2401758"/>
              <a:gd name="connsiteY4024" fmla="*/ 714499 h 2400493"/>
              <a:gd name="connsiteX4025" fmla="*/ 196445 w 2401758"/>
              <a:gd name="connsiteY4025" fmla="*/ 736324 h 2400493"/>
              <a:gd name="connsiteX4026" fmla="*/ 175612 w 2401758"/>
              <a:gd name="connsiteY4026" fmla="*/ 745252 h 2400493"/>
              <a:gd name="connsiteX4027" fmla="*/ 153291 w 2401758"/>
              <a:gd name="connsiteY4027" fmla="*/ 733844 h 2400493"/>
              <a:gd name="connsiteX4028" fmla="*/ 145851 w 2401758"/>
              <a:gd name="connsiteY4028" fmla="*/ 714499 h 2400493"/>
              <a:gd name="connsiteX4029" fmla="*/ 156267 w 2401758"/>
              <a:gd name="connsiteY4029" fmla="*/ 692674 h 2400493"/>
              <a:gd name="connsiteX4030" fmla="*/ 176604 w 2401758"/>
              <a:gd name="connsiteY4030" fmla="*/ 683249 h 2400493"/>
              <a:gd name="connsiteX4031" fmla="*/ 109637 w 2401758"/>
              <a:gd name="connsiteY4031" fmla="*/ 683249 h 2400493"/>
              <a:gd name="connsiteX4032" fmla="*/ 129478 w 2401758"/>
              <a:gd name="connsiteY4032" fmla="*/ 692177 h 2400493"/>
              <a:gd name="connsiteX4033" fmla="*/ 141382 w 2401758"/>
              <a:gd name="connsiteY4033" fmla="*/ 714499 h 2400493"/>
              <a:gd name="connsiteX4034" fmla="*/ 132950 w 2401758"/>
              <a:gd name="connsiteY4034" fmla="*/ 733348 h 2400493"/>
              <a:gd name="connsiteX4035" fmla="*/ 110629 w 2401758"/>
              <a:gd name="connsiteY4035" fmla="*/ 744756 h 2400493"/>
              <a:gd name="connsiteX4036" fmla="*/ 91284 w 2401758"/>
              <a:gd name="connsiteY4036" fmla="*/ 737316 h 2400493"/>
              <a:gd name="connsiteX4037" fmla="*/ 79379 w 2401758"/>
              <a:gd name="connsiteY4037" fmla="*/ 714995 h 2400493"/>
              <a:gd name="connsiteX4038" fmla="*/ 87316 w 2401758"/>
              <a:gd name="connsiteY4038" fmla="*/ 694658 h 2400493"/>
              <a:gd name="connsiteX4039" fmla="*/ 109637 w 2401758"/>
              <a:gd name="connsiteY4039" fmla="*/ 683249 h 2400493"/>
              <a:gd name="connsiteX4040" fmla="*/ 2331323 w 2401758"/>
              <a:gd name="connsiteY4040" fmla="*/ 646543 h 2400493"/>
              <a:gd name="connsiteX4041" fmla="*/ 2333803 w 2401758"/>
              <a:gd name="connsiteY4041" fmla="*/ 649519 h 2400493"/>
              <a:gd name="connsiteX4042" fmla="*/ 2330827 w 2401758"/>
              <a:gd name="connsiteY4042" fmla="*/ 651999 h 2400493"/>
              <a:gd name="connsiteX4043" fmla="*/ 2329339 w 2401758"/>
              <a:gd name="connsiteY4043" fmla="*/ 648031 h 2400493"/>
              <a:gd name="connsiteX4044" fmla="*/ 2331323 w 2401758"/>
              <a:gd name="connsiteY4044" fmla="*/ 646543 h 2400493"/>
              <a:gd name="connsiteX4045" fmla="*/ 2264359 w 2401758"/>
              <a:gd name="connsiteY4045" fmla="*/ 642079 h 2400493"/>
              <a:gd name="connsiteX4046" fmla="*/ 2269319 w 2401758"/>
              <a:gd name="connsiteY4046" fmla="*/ 647535 h 2400493"/>
              <a:gd name="connsiteX4047" fmla="*/ 2264359 w 2401758"/>
              <a:gd name="connsiteY4047" fmla="*/ 652496 h 2400493"/>
              <a:gd name="connsiteX4048" fmla="*/ 2259895 w 2401758"/>
              <a:gd name="connsiteY4048" fmla="*/ 648031 h 2400493"/>
              <a:gd name="connsiteX4049" fmla="*/ 2264359 w 2401758"/>
              <a:gd name="connsiteY4049" fmla="*/ 642079 h 2400493"/>
              <a:gd name="connsiteX4050" fmla="*/ 2198387 w 2401758"/>
              <a:gd name="connsiteY4050" fmla="*/ 641583 h 2400493"/>
              <a:gd name="connsiteX4051" fmla="*/ 2205332 w 2401758"/>
              <a:gd name="connsiteY4051" fmla="*/ 648031 h 2400493"/>
              <a:gd name="connsiteX4052" fmla="*/ 2198387 w 2401758"/>
              <a:gd name="connsiteY4052" fmla="*/ 655472 h 2400493"/>
              <a:gd name="connsiteX4053" fmla="*/ 2190947 w 2401758"/>
              <a:gd name="connsiteY4053" fmla="*/ 648031 h 2400493"/>
              <a:gd name="connsiteX4054" fmla="*/ 2198387 w 2401758"/>
              <a:gd name="connsiteY4054" fmla="*/ 641583 h 2400493"/>
              <a:gd name="connsiteX4055" fmla="*/ 2129440 w 2401758"/>
              <a:gd name="connsiteY4055" fmla="*/ 638607 h 2400493"/>
              <a:gd name="connsiteX4056" fmla="*/ 2138864 w 2401758"/>
              <a:gd name="connsiteY4056" fmla="*/ 648032 h 2400493"/>
              <a:gd name="connsiteX4057" fmla="*/ 2129440 w 2401758"/>
              <a:gd name="connsiteY4057" fmla="*/ 657456 h 2400493"/>
              <a:gd name="connsiteX4058" fmla="*/ 2119519 w 2401758"/>
              <a:gd name="connsiteY4058" fmla="*/ 647535 h 2400493"/>
              <a:gd name="connsiteX4059" fmla="*/ 2129440 w 2401758"/>
              <a:gd name="connsiteY4059" fmla="*/ 638607 h 2400493"/>
              <a:gd name="connsiteX4060" fmla="*/ 2062973 w 2401758"/>
              <a:gd name="connsiteY4060" fmla="*/ 636127 h 2400493"/>
              <a:gd name="connsiteX4061" fmla="*/ 2074381 w 2401758"/>
              <a:gd name="connsiteY4061" fmla="*/ 648528 h 2400493"/>
              <a:gd name="connsiteX4062" fmla="*/ 2061981 w 2401758"/>
              <a:gd name="connsiteY4062" fmla="*/ 659936 h 2400493"/>
              <a:gd name="connsiteX4063" fmla="*/ 2050572 w 2401758"/>
              <a:gd name="connsiteY4063" fmla="*/ 647536 h 2400493"/>
              <a:gd name="connsiteX4064" fmla="*/ 2062973 w 2401758"/>
              <a:gd name="connsiteY4064" fmla="*/ 636127 h 2400493"/>
              <a:gd name="connsiteX4065" fmla="*/ 1994521 w 2401758"/>
              <a:gd name="connsiteY4065" fmla="*/ 636127 h 2400493"/>
              <a:gd name="connsiteX4066" fmla="*/ 2007417 w 2401758"/>
              <a:gd name="connsiteY4066" fmla="*/ 647536 h 2400493"/>
              <a:gd name="connsiteX4067" fmla="*/ 1996009 w 2401758"/>
              <a:gd name="connsiteY4067" fmla="*/ 659936 h 2400493"/>
              <a:gd name="connsiteX4068" fmla="*/ 1983608 w 2401758"/>
              <a:gd name="connsiteY4068" fmla="*/ 649024 h 2400493"/>
              <a:gd name="connsiteX4069" fmla="*/ 1994521 w 2401758"/>
              <a:gd name="connsiteY4069" fmla="*/ 636127 h 2400493"/>
              <a:gd name="connsiteX4070" fmla="*/ 2001 w 2401758"/>
              <a:gd name="connsiteY4070" fmla="*/ 634638 h 2400493"/>
              <a:gd name="connsiteX4071" fmla="*/ 4977 w 2401758"/>
              <a:gd name="connsiteY4071" fmla="*/ 642079 h 2400493"/>
              <a:gd name="connsiteX4072" fmla="*/ 2497 w 2401758"/>
              <a:gd name="connsiteY4072" fmla="*/ 660928 h 2400493"/>
              <a:gd name="connsiteX4073" fmla="*/ 1505 w 2401758"/>
              <a:gd name="connsiteY4073" fmla="*/ 661920 h 2400493"/>
              <a:gd name="connsiteX4074" fmla="*/ 17 w 2401758"/>
              <a:gd name="connsiteY4074" fmla="*/ 660928 h 2400493"/>
              <a:gd name="connsiteX4075" fmla="*/ 513 w 2401758"/>
              <a:gd name="connsiteY4075" fmla="*/ 648031 h 2400493"/>
              <a:gd name="connsiteX4076" fmla="*/ 513 w 2401758"/>
              <a:gd name="connsiteY4076" fmla="*/ 642079 h 2400493"/>
              <a:gd name="connsiteX4077" fmla="*/ 2001 w 2401758"/>
              <a:gd name="connsiteY4077" fmla="*/ 634638 h 2400493"/>
              <a:gd name="connsiteX4078" fmla="*/ 1928549 w 2401758"/>
              <a:gd name="connsiteY4078" fmla="*/ 633647 h 2400493"/>
              <a:gd name="connsiteX4079" fmla="*/ 1942934 w 2401758"/>
              <a:gd name="connsiteY4079" fmla="*/ 647536 h 2400493"/>
              <a:gd name="connsiteX4080" fmla="*/ 1929045 w 2401758"/>
              <a:gd name="connsiteY4080" fmla="*/ 661921 h 2400493"/>
              <a:gd name="connsiteX4081" fmla="*/ 1914660 w 2401758"/>
              <a:gd name="connsiteY4081" fmla="*/ 648032 h 2400493"/>
              <a:gd name="connsiteX4082" fmla="*/ 1928549 w 2401758"/>
              <a:gd name="connsiteY4082" fmla="*/ 633647 h 2400493"/>
              <a:gd name="connsiteX4083" fmla="*/ 1859602 w 2401758"/>
              <a:gd name="connsiteY4083" fmla="*/ 633647 h 2400493"/>
              <a:gd name="connsiteX4084" fmla="*/ 1873987 w 2401758"/>
              <a:gd name="connsiteY4084" fmla="*/ 647535 h 2400493"/>
              <a:gd name="connsiteX4085" fmla="*/ 1860594 w 2401758"/>
              <a:gd name="connsiteY4085" fmla="*/ 662416 h 2400493"/>
              <a:gd name="connsiteX4086" fmla="*/ 1845217 w 2401758"/>
              <a:gd name="connsiteY4086" fmla="*/ 648031 h 2400493"/>
              <a:gd name="connsiteX4087" fmla="*/ 1859602 w 2401758"/>
              <a:gd name="connsiteY4087" fmla="*/ 633647 h 2400493"/>
              <a:gd name="connsiteX4088" fmla="*/ 1794126 w 2401758"/>
              <a:gd name="connsiteY4088" fmla="*/ 631663 h 2400493"/>
              <a:gd name="connsiteX4089" fmla="*/ 1809998 w 2401758"/>
              <a:gd name="connsiteY4089" fmla="*/ 648032 h 2400493"/>
              <a:gd name="connsiteX4090" fmla="*/ 1793134 w 2401758"/>
              <a:gd name="connsiteY4090" fmla="*/ 664897 h 2400493"/>
              <a:gd name="connsiteX4091" fmla="*/ 1776765 w 2401758"/>
              <a:gd name="connsiteY4091" fmla="*/ 648032 h 2400493"/>
              <a:gd name="connsiteX4092" fmla="*/ 1794126 w 2401758"/>
              <a:gd name="connsiteY4092" fmla="*/ 631663 h 2400493"/>
              <a:gd name="connsiteX4093" fmla="*/ 1726170 w 2401758"/>
              <a:gd name="connsiteY4093" fmla="*/ 631662 h 2400493"/>
              <a:gd name="connsiteX4094" fmla="*/ 1743531 w 2401758"/>
              <a:gd name="connsiteY4094" fmla="*/ 648031 h 2400493"/>
              <a:gd name="connsiteX4095" fmla="*/ 1727162 w 2401758"/>
              <a:gd name="connsiteY4095" fmla="*/ 665392 h 2400493"/>
              <a:gd name="connsiteX4096" fmla="*/ 1709801 w 2401758"/>
              <a:gd name="connsiteY4096" fmla="*/ 649023 h 2400493"/>
              <a:gd name="connsiteX4097" fmla="*/ 1726170 w 2401758"/>
              <a:gd name="connsiteY4097" fmla="*/ 631662 h 2400493"/>
              <a:gd name="connsiteX4098" fmla="*/ 1657718 w 2401758"/>
              <a:gd name="connsiteY4098" fmla="*/ 629182 h 2400493"/>
              <a:gd name="connsiteX4099" fmla="*/ 1671607 w 2401758"/>
              <a:gd name="connsiteY4099" fmla="*/ 635630 h 2400493"/>
              <a:gd name="connsiteX4100" fmla="*/ 1677063 w 2401758"/>
              <a:gd name="connsiteY4100" fmla="*/ 648527 h 2400493"/>
              <a:gd name="connsiteX4101" fmla="*/ 1671111 w 2401758"/>
              <a:gd name="connsiteY4101" fmla="*/ 661424 h 2400493"/>
              <a:gd name="connsiteX4102" fmla="*/ 1657222 w 2401758"/>
              <a:gd name="connsiteY4102" fmla="*/ 666880 h 2400493"/>
              <a:gd name="connsiteX4103" fmla="*/ 1644325 w 2401758"/>
              <a:gd name="connsiteY4103" fmla="*/ 661424 h 2400493"/>
              <a:gd name="connsiteX4104" fmla="*/ 1638869 w 2401758"/>
              <a:gd name="connsiteY4104" fmla="*/ 647535 h 2400493"/>
              <a:gd name="connsiteX4105" fmla="*/ 1644821 w 2401758"/>
              <a:gd name="connsiteY4105" fmla="*/ 634638 h 2400493"/>
              <a:gd name="connsiteX4106" fmla="*/ 1657718 w 2401758"/>
              <a:gd name="connsiteY4106" fmla="*/ 629182 h 2400493"/>
              <a:gd name="connsiteX4107" fmla="*/ 1590755 w 2401758"/>
              <a:gd name="connsiteY4107" fmla="*/ 628686 h 2400493"/>
              <a:gd name="connsiteX4108" fmla="*/ 1610100 w 2401758"/>
              <a:gd name="connsiteY4108" fmla="*/ 648031 h 2400493"/>
              <a:gd name="connsiteX4109" fmla="*/ 1590755 w 2401758"/>
              <a:gd name="connsiteY4109" fmla="*/ 666880 h 2400493"/>
              <a:gd name="connsiteX4110" fmla="*/ 1571906 w 2401758"/>
              <a:gd name="connsiteY4110" fmla="*/ 647039 h 2400493"/>
              <a:gd name="connsiteX4111" fmla="*/ 1590755 w 2401758"/>
              <a:gd name="connsiteY4111" fmla="*/ 628686 h 2400493"/>
              <a:gd name="connsiteX4112" fmla="*/ 1523791 w 2401758"/>
              <a:gd name="connsiteY4112" fmla="*/ 627694 h 2400493"/>
              <a:gd name="connsiteX4113" fmla="*/ 1538672 w 2401758"/>
              <a:gd name="connsiteY4113" fmla="*/ 633646 h 2400493"/>
              <a:gd name="connsiteX4114" fmla="*/ 1546112 w 2401758"/>
              <a:gd name="connsiteY4114" fmla="*/ 648031 h 2400493"/>
              <a:gd name="connsiteX4115" fmla="*/ 1539168 w 2401758"/>
              <a:gd name="connsiteY4115" fmla="*/ 662912 h 2400493"/>
              <a:gd name="connsiteX4116" fmla="*/ 1524287 w 2401758"/>
              <a:gd name="connsiteY4116" fmla="*/ 669360 h 2400493"/>
              <a:gd name="connsiteX4117" fmla="*/ 1510398 w 2401758"/>
              <a:gd name="connsiteY4117" fmla="*/ 663904 h 2400493"/>
              <a:gd name="connsiteX4118" fmla="*/ 1503454 w 2401758"/>
              <a:gd name="connsiteY4118" fmla="*/ 649519 h 2400493"/>
              <a:gd name="connsiteX4119" fmla="*/ 1509406 w 2401758"/>
              <a:gd name="connsiteY4119" fmla="*/ 634638 h 2400493"/>
              <a:gd name="connsiteX4120" fmla="*/ 1523791 w 2401758"/>
              <a:gd name="connsiteY4120" fmla="*/ 627694 h 2400493"/>
              <a:gd name="connsiteX4121" fmla="*/ 1458812 w 2401758"/>
              <a:gd name="connsiteY4121" fmla="*/ 626702 h 2400493"/>
              <a:gd name="connsiteX4122" fmla="*/ 1479149 w 2401758"/>
              <a:gd name="connsiteY4122" fmla="*/ 649024 h 2400493"/>
              <a:gd name="connsiteX4123" fmla="*/ 1456332 w 2401758"/>
              <a:gd name="connsiteY4123" fmla="*/ 669857 h 2400493"/>
              <a:gd name="connsiteX4124" fmla="*/ 1435995 w 2401758"/>
              <a:gd name="connsiteY4124" fmla="*/ 647039 h 2400493"/>
              <a:gd name="connsiteX4125" fmla="*/ 1458812 w 2401758"/>
              <a:gd name="connsiteY4125" fmla="*/ 626702 h 2400493"/>
              <a:gd name="connsiteX4126" fmla="*/ 1387880 w 2401758"/>
              <a:gd name="connsiteY4126" fmla="*/ 625711 h 2400493"/>
              <a:gd name="connsiteX4127" fmla="*/ 1404249 w 2401758"/>
              <a:gd name="connsiteY4127" fmla="*/ 632159 h 2400493"/>
              <a:gd name="connsiteX4128" fmla="*/ 1409706 w 2401758"/>
              <a:gd name="connsiteY4128" fmla="*/ 647536 h 2400493"/>
              <a:gd name="connsiteX4129" fmla="*/ 1404745 w 2401758"/>
              <a:gd name="connsiteY4129" fmla="*/ 662913 h 2400493"/>
              <a:gd name="connsiteX4130" fmla="*/ 1388376 w 2401758"/>
              <a:gd name="connsiteY4130" fmla="*/ 669361 h 2400493"/>
              <a:gd name="connsiteX4131" fmla="*/ 1372008 w 2401758"/>
              <a:gd name="connsiteY4131" fmla="*/ 662913 h 2400493"/>
              <a:gd name="connsiteX4132" fmla="*/ 1366551 w 2401758"/>
              <a:gd name="connsiteY4132" fmla="*/ 647536 h 2400493"/>
              <a:gd name="connsiteX4133" fmla="*/ 1372504 w 2401758"/>
              <a:gd name="connsiteY4133" fmla="*/ 632159 h 2400493"/>
              <a:gd name="connsiteX4134" fmla="*/ 1387880 w 2401758"/>
              <a:gd name="connsiteY4134" fmla="*/ 625711 h 2400493"/>
              <a:gd name="connsiteX4135" fmla="*/ 1321908 w 2401758"/>
              <a:gd name="connsiteY4135" fmla="*/ 624222 h 2400493"/>
              <a:gd name="connsiteX4136" fmla="*/ 1336789 w 2401758"/>
              <a:gd name="connsiteY4136" fmla="*/ 631166 h 2400493"/>
              <a:gd name="connsiteX4137" fmla="*/ 1345717 w 2401758"/>
              <a:gd name="connsiteY4137" fmla="*/ 647535 h 2400493"/>
              <a:gd name="connsiteX4138" fmla="*/ 1338773 w 2401758"/>
              <a:gd name="connsiteY4138" fmla="*/ 663904 h 2400493"/>
              <a:gd name="connsiteX4139" fmla="*/ 1321908 w 2401758"/>
              <a:gd name="connsiteY4139" fmla="*/ 671841 h 2400493"/>
              <a:gd name="connsiteX4140" fmla="*/ 1307027 w 2401758"/>
              <a:gd name="connsiteY4140" fmla="*/ 665888 h 2400493"/>
              <a:gd name="connsiteX4141" fmla="*/ 1298099 w 2401758"/>
              <a:gd name="connsiteY4141" fmla="*/ 649519 h 2400493"/>
              <a:gd name="connsiteX4142" fmla="*/ 1305043 w 2401758"/>
              <a:gd name="connsiteY4142" fmla="*/ 633150 h 2400493"/>
              <a:gd name="connsiteX4143" fmla="*/ 1321908 w 2401758"/>
              <a:gd name="connsiteY4143" fmla="*/ 624222 h 2400493"/>
              <a:gd name="connsiteX4144" fmla="*/ 1255937 w 2401758"/>
              <a:gd name="connsiteY4144" fmla="*/ 624222 h 2400493"/>
              <a:gd name="connsiteX4145" fmla="*/ 1278755 w 2401758"/>
              <a:gd name="connsiteY4145" fmla="*/ 648527 h 2400493"/>
              <a:gd name="connsiteX4146" fmla="*/ 1253953 w 2401758"/>
              <a:gd name="connsiteY4146" fmla="*/ 671840 h 2400493"/>
              <a:gd name="connsiteX4147" fmla="*/ 1231136 w 2401758"/>
              <a:gd name="connsiteY4147" fmla="*/ 647535 h 2400493"/>
              <a:gd name="connsiteX4148" fmla="*/ 1255937 w 2401758"/>
              <a:gd name="connsiteY4148" fmla="*/ 624222 h 2400493"/>
              <a:gd name="connsiteX4149" fmla="*/ 1185005 w 2401758"/>
              <a:gd name="connsiteY4149" fmla="*/ 624222 h 2400493"/>
              <a:gd name="connsiteX4150" fmla="*/ 1209806 w 2401758"/>
              <a:gd name="connsiteY4150" fmla="*/ 647535 h 2400493"/>
              <a:gd name="connsiteX4151" fmla="*/ 1186493 w 2401758"/>
              <a:gd name="connsiteY4151" fmla="*/ 671841 h 2400493"/>
              <a:gd name="connsiteX4152" fmla="*/ 1162188 w 2401758"/>
              <a:gd name="connsiteY4152" fmla="*/ 649023 h 2400493"/>
              <a:gd name="connsiteX4153" fmla="*/ 1185005 w 2401758"/>
              <a:gd name="connsiteY4153" fmla="*/ 624222 h 2400493"/>
              <a:gd name="connsiteX4154" fmla="*/ 1119033 w 2401758"/>
              <a:gd name="connsiteY4154" fmla="*/ 624222 h 2400493"/>
              <a:gd name="connsiteX4155" fmla="*/ 1143339 w 2401758"/>
              <a:gd name="connsiteY4155" fmla="*/ 647535 h 2400493"/>
              <a:gd name="connsiteX4156" fmla="*/ 1119529 w 2401758"/>
              <a:gd name="connsiteY4156" fmla="*/ 671841 h 2400493"/>
              <a:gd name="connsiteX4157" fmla="*/ 1095720 w 2401758"/>
              <a:gd name="connsiteY4157" fmla="*/ 648031 h 2400493"/>
              <a:gd name="connsiteX4158" fmla="*/ 1119033 w 2401758"/>
              <a:gd name="connsiteY4158" fmla="*/ 624222 h 2400493"/>
              <a:gd name="connsiteX4159" fmla="*/ 1053062 w 2401758"/>
              <a:gd name="connsiteY4159" fmla="*/ 621742 h 2400493"/>
              <a:gd name="connsiteX4160" fmla="*/ 1070919 w 2401758"/>
              <a:gd name="connsiteY4160" fmla="*/ 629678 h 2400493"/>
              <a:gd name="connsiteX4161" fmla="*/ 1078856 w 2401758"/>
              <a:gd name="connsiteY4161" fmla="*/ 649023 h 2400493"/>
              <a:gd name="connsiteX4162" fmla="*/ 1070423 w 2401758"/>
              <a:gd name="connsiteY4162" fmla="*/ 666880 h 2400493"/>
              <a:gd name="connsiteX4163" fmla="*/ 1052070 w 2401758"/>
              <a:gd name="connsiteY4163" fmla="*/ 674321 h 2400493"/>
              <a:gd name="connsiteX4164" fmla="*/ 1034226 w 2401758"/>
              <a:gd name="connsiteY4164" fmla="*/ 665888 h 2400493"/>
              <a:gd name="connsiteX4165" fmla="*/ 1026290 w 2401758"/>
              <a:gd name="connsiteY4165" fmla="*/ 648031 h 2400493"/>
              <a:gd name="connsiteX4166" fmla="*/ 1034723 w 2401758"/>
              <a:gd name="connsiteY4166" fmla="*/ 629182 h 2400493"/>
              <a:gd name="connsiteX4167" fmla="*/ 1053062 w 2401758"/>
              <a:gd name="connsiteY4167" fmla="*/ 621742 h 2400493"/>
              <a:gd name="connsiteX4168" fmla="*/ 986145 w 2401758"/>
              <a:gd name="connsiteY4168" fmla="*/ 621742 h 2400493"/>
              <a:gd name="connsiteX4169" fmla="*/ 1012434 w 2401758"/>
              <a:gd name="connsiteY4169" fmla="*/ 647535 h 2400493"/>
              <a:gd name="connsiteX4170" fmla="*/ 986145 w 2401758"/>
              <a:gd name="connsiteY4170" fmla="*/ 674321 h 2400493"/>
              <a:gd name="connsiteX4171" fmla="*/ 959856 w 2401758"/>
              <a:gd name="connsiteY4171" fmla="*/ 647535 h 2400493"/>
              <a:gd name="connsiteX4172" fmla="*/ 986145 w 2401758"/>
              <a:gd name="connsiteY4172" fmla="*/ 621742 h 2400493"/>
              <a:gd name="connsiteX4173" fmla="*/ 918677 w 2401758"/>
              <a:gd name="connsiteY4173" fmla="*/ 621742 h 2400493"/>
              <a:gd name="connsiteX4174" fmla="*/ 936038 w 2401758"/>
              <a:gd name="connsiteY4174" fmla="*/ 629678 h 2400493"/>
              <a:gd name="connsiteX4175" fmla="*/ 943478 w 2401758"/>
              <a:gd name="connsiteY4175" fmla="*/ 649024 h 2400493"/>
              <a:gd name="connsiteX4176" fmla="*/ 916693 w 2401758"/>
              <a:gd name="connsiteY4176" fmla="*/ 674321 h 2400493"/>
              <a:gd name="connsiteX4177" fmla="*/ 898341 w 2401758"/>
              <a:gd name="connsiteY4177" fmla="*/ 666384 h 2400493"/>
              <a:gd name="connsiteX4178" fmla="*/ 890901 w 2401758"/>
              <a:gd name="connsiteY4178" fmla="*/ 647039 h 2400493"/>
              <a:gd name="connsiteX4179" fmla="*/ 918677 w 2401758"/>
              <a:gd name="connsiteY4179" fmla="*/ 621742 h 2400493"/>
              <a:gd name="connsiteX4180" fmla="*/ 850706 w 2401758"/>
              <a:gd name="connsiteY4180" fmla="*/ 621742 h 2400493"/>
              <a:gd name="connsiteX4181" fmla="*/ 876997 w 2401758"/>
              <a:gd name="connsiteY4181" fmla="*/ 647535 h 2400493"/>
              <a:gd name="connsiteX4182" fmla="*/ 850706 w 2401758"/>
              <a:gd name="connsiteY4182" fmla="*/ 674321 h 2400493"/>
              <a:gd name="connsiteX4183" fmla="*/ 823921 w 2401758"/>
              <a:gd name="connsiteY4183" fmla="*/ 648031 h 2400493"/>
              <a:gd name="connsiteX4184" fmla="*/ 850706 w 2401758"/>
              <a:gd name="connsiteY4184" fmla="*/ 621742 h 2400493"/>
              <a:gd name="connsiteX4185" fmla="*/ 784264 w 2401758"/>
              <a:gd name="connsiteY4185" fmla="*/ 619758 h 2400493"/>
              <a:gd name="connsiteX4186" fmla="*/ 805093 w 2401758"/>
              <a:gd name="connsiteY4186" fmla="*/ 630175 h 2400493"/>
              <a:gd name="connsiteX4187" fmla="*/ 813529 w 2401758"/>
              <a:gd name="connsiteY4187" fmla="*/ 647536 h 2400493"/>
              <a:gd name="connsiteX4188" fmla="*/ 803110 w 2401758"/>
              <a:gd name="connsiteY4188" fmla="*/ 668369 h 2400493"/>
              <a:gd name="connsiteX4189" fmla="*/ 783767 w 2401758"/>
              <a:gd name="connsiteY4189" fmla="*/ 676305 h 2400493"/>
              <a:gd name="connsiteX4190" fmla="*/ 762932 w 2401758"/>
              <a:gd name="connsiteY4190" fmla="*/ 666385 h 2400493"/>
              <a:gd name="connsiteX4191" fmla="*/ 755491 w 2401758"/>
              <a:gd name="connsiteY4191" fmla="*/ 647040 h 2400493"/>
              <a:gd name="connsiteX4192" fmla="*/ 765911 w 2401758"/>
              <a:gd name="connsiteY4192" fmla="*/ 626703 h 2400493"/>
              <a:gd name="connsiteX4193" fmla="*/ 784264 w 2401758"/>
              <a:gd name="connsiteY4193" fmla="*/ 619758 h 2400493"/>
              <a:gd name="connsiteX4194" fmla="*/ 714297 w 2401758"/>
              <a:gd name="connsiteY4194" fmla="*/ 619757 h 2400493"/>
              <a:gd name="connsiteX4195" fmla="*/ 743064 w 2401758"/>
              <a:gd name="connsiteY4195" fmla="*/ 648031 h 2400493"/>
              <a:gd name="connsiteX4196" fmla="*/ 715288 w 2401758"/>
              <a:gd name="connsiteY4196" fmla="*/ 676800 h 2400493"/>
              <a:gd name="connsiteX4197" fmla="*/ 686024 w 2401758"/>
              <a:gd name="connsiteY4197" fmla="*/ 649023 h 2400493"/>
              <a:gd name="connsiteX4198" fmla="*/ 714297 w 2401758"/>
              <a:gd name="connsiteY4198" fmla="*/ 619757 h 2400493"/>
              <a:gd name="connsiteX4199" fmla="*/ 648348 w 2401758"/>
              <a:gd name="connsiteY4199" fmla="*/ 619262 h 2400493"/>
              <a:gd name="connsiteX4200" fmla="*/ 668187 w 2401758"/>
              <a:gd name="connsiteY4200" fmla="*/ 629183 h 2400493"/>
              <a:gd name="connsiteX4201" fmla="*/ 676618 w 2401758"/>
              <a:gd name="connsiteY4201" fmla="*/ 648528 h 2400493"/>
              <a:gd name="connsiteX4202" fmla="*/ 667195 w 2401758"/>
              <a:gd name="connsiteY4202" fmla="*/ 668369 h 2400493"/>
              <a:gd name="connsiteX4203" fmla="*/ 648348 w 2401758"/>
              <a:gd name="connsiteY4203" fmla="*/ 676305 h 2400493"/>
              <a:gd name="connsiteX4204" fmla="*/ 629004 w 2401758"/>
              <a:gd name="connsiteY4204" fmla="*/ 668369 h 2400493"/>
              <a:gd name="connsiteX4205" fmla="*/ 619084 w 2401758"/>
              <a:gd name="connsiteY4205" fmla="*/ 648528 h 2400493"/>
              <a:gd name="connsiteX4206" fmla="*/ 628011 w 2401758"/>
              <a:gd name="connsiteY4206" fmla="*/ 628190 h 2400493"/>
              <a:gd name="connsiteX4207" fmla="*/ 648348 w 2401758"/>
              <a:gd name="connsiteY4207" fmla="*/ 619262 h 2400493"/>
              <a:gd name="connsiteX4208" fmla="*/ 581853 w 2401758"/>
              <a:gd name="connsiteY4208" fmla="*/ 619262 h 2400493"/>
              <a:gd name="connsiteX4209" fmla="*/ 610127 w 2401758"/>
              <a:gd name="connsiteY4209" fmla="*/ 648032 h 2400493"/>
              <a:gd name="connsiteX4210" fmla="*/ 582349 w 2401758"/>
              <a:gd name="connsiteY4210" fmla="*/ 677297 h 2400493"/>
              <a:gd name="connsiteX4211" fmla="*/ 552587 w 2401758"/>
              <a:gd name="connsiteY4211" fmla="*/ 648528 h 2400493"/>
              <a:gd name="connsiteX4212" fmla="*/ 581853 w 2401758"/>
              <a:gd name="connsiteY4212" fmla="*/ 619262 h 2400493"/>
              <a:gd name="connsiteX4213" fmla="*/ 514883 w 2401758"/>
              <a:gd name="connsiteY4213" fmla="*/ 618766 h 2400493"/>
              <a:gd name="connsiteX4214" fmla="*/ 535717 w 2401758"/>
              <a:gd name="connsiteY4214" fmla="*/ 626702 h 2400493"/>
              <a:gd name="connsiteX4215" fmla="*/ 543157 w 2401758"/>
              <a:gd name="connsiteY4215" fmla="*/ 647536 h 2400493"/>
              <a:gd name="connsiteX4216" fmla="*/ 536213 w 2401758"/>
              <a:gd name="connsiteY4216" fmla="*/ 668369 h 2400493"/>
              <a:gd name="connsiteX4217" fmla="*/ 514387 w 2401758"/>
              <a:gd name="connsiteY4217" fmla="*/ 676305 h 2400493"/>
              <a:gd name="connsiteX4218" fmla="*/ 493553 w 2401758"/>
              <a:gd name="connsiteY4218" fmla="*/ 668369 h 2400493"/>
              <a:gd name="connsiteX4219" fmla="*/ 485617 w 2401758"/>
              <a:gd name="connsiteY4219" fmla="*/ 646544 h 2400493"/>
              <a:gd name="connsiteX4220" fmla="*/ 493057 w 2401758"/>
              <a:gd name="connsiteY4220" fmla="*/ 626702 h 2400493"/>
              <a:gd name="connsiteX4221" fmla="*/ 514883 w 2401758"/>
              <a:gd name="connsiteY4221" fmla="*/ 618766 h 2400493"/>
              <a:gd name="connsiteX4222" fmla="*/ 379976 w 2401758"/>
              <a:gd name="connsiteY4222" fmla="*/ 617774 h 2400493"/>
              <a:gd name="connsiteX4223" fmla="*/ 402298 w 2401758"/>
              <a:gd name="connsiteY4223" fmla="*/ 629678 h 2400493"/>
              <a:gd name="connsiteX4224" fmla="*/ 409738 w 2401758"/>
              <a:gd name="connsiteY4224" fmla="*/ 649023 h 2400493"/>
              <a:gd name="connsiteX4225" fmla="*/ 398330 w 2401758"/>
              <a:gd name="connsiteY4225" fmla="*/ 671344 h 2400493"/>
              <a:gd name="connsiteX4226" fmla="*/ 378984 w 2401758"/>
              <a:gd name="connsiteY4226" fmla="*/ 679281 h 2400493"/>
              <a:gd name="connsiteX4227" fmla="*/ 357156 w 2401758"/>
              <a:gd name="connsiteY4227" fmla="*/ 667872 h 2400493"/>
              <a:gd name="connsiteX4228" fmla="*/ 348228 w 2401758"/>
              <a:gd name="connsiteY4228" fmla="*/ 648031 h 2400493"/>
              <a:gd name="connsiteX4229" fmla="*/ 359638 w 2401758"/>
              <a:gd name="connsiteY4229" fmla="*/ 625710 h 2400493"/>
              <a:gd name="connsiteX4230" fmla="*/ 379976 w 2401758"/>
              <a:gd name="connsiteY4230" fmla="*/ 617774 h 2400493"/>
              <a:gd name="connsiteX4231" fmla="*/ 42189 w 2401758"/>
              <a:gd name="connsiteY4231" fmla="*/ 617774 h 2400493"/>
              <a:gd name="connsiteX4232" fmla="*/ 73437 w 2401758"/>
              <a:gd name="connsiteY4232" fmla="*/ 648528 h 2400493"/>
              <a:gd name="connsiteX4233" fmla="*/ 43677 w 2401758"/>
              <a:gd name="connsiteY4233" fmla="*/ 679281 h 2400493"/>
              <a:gd name="connsiteX4234" fmla="*/ 12427 w 2401758"/>
              <a:gd name="connsiteY4234" fmla="*/ 649024 h 2400493"/>
              <a:gd name="connsiteX4235" fmla="*/ 20860 w 2401758"/>
              <a:gd name="connsiteY4235" fmla="*/ 626702 h 2400493"/>
              <a:gd name="connsiteX4236" fmla="*/ 42189 w 2401758"/>
              <a:gd name="connsiteY4236" fmla="*/ 617774 h 2400493"/>
              <a:gd name="connsiteX4237" fmla="*/ 312526 w 2401758"/>
              <a:gd name="connsiteY4237" fmla="*/ 617402 h 2400493"/>
              <a:gd name="connsiteX4238" fmla="*/ 329392 w 2401758"/>
              <a:gd name="connsiteY4238" fmla="*/ 623726 h 2400493"/>
              <a:gd name="connsiteX4239" fmla="*/ 336337 w 2401758"/>
              <a:gd name="connsiteY4239" fmla="*/ 630175 h 2400493"/>
              <a:gd name="connsiteX4240" fmla="*/ 343282 w 2401758"/>
              <a:gd name="connsiteY4240" fmla="*/ 649520 h 2400493"/>
              <a:gd name="connsiteX4241" fmla="*/ 335841 w 2401758"/>
              <a:gd name="connsiteY4241" fmla="*/ 666385 h 2400493"/>
              <a:gd name="connsiteX4242" fmla="*/ 329888 w 2401758"/>
              <a:gd name="connsiteY4242" fmla="*/ 672337 h 2400493"/>
              <a:gd name="connsiteX4243" fmla="*/ 295165 w 2401758"/>
              <a:gd name="connsiteY4243" fmla="*/ 672337 h 2400493"/>
              <a:gd name="connsiteX4244" fmla="*/ 287724 w 2401758"/>
              <a:gd name="connsiteY4244" fmla="*/ 664897 h 2400493"/>
              <a:gd name="connsiteX4245" fmla="*/ 288220 w 2401758"/>
              <a:gd name="connsiteY4245" fmla="*/ 631167 h 2400493"/>
              <a:gd name="connsiteX4246" fmla="*/ 295661 w 2401758"/>
              <a:gd name="connsiteY4246" fmla="*/ 623726 h 2400493"/>
              <a:gd name="connsiteX4247" fmla="*/ 312526 w 2401758"/>
              <a:gd name="connsiteY4247" fmla="*/ 617402 h 2400493"/>
              <a:gd name="connsiteX4248" fmla="*/ 176588 w 2401758"/>
              <a:gd name="connsiteY4248" fmla="*/ 617278 h 2400493"/>
              <a:gd name="connsiteX4249" fmla="*/ 207341 w 2401758"/>
              <a:gd name="connsiteY4249" fmla="*/ 648032 h 2400493"/>
              <a:gd name="connsiteX4250" fmla="*/ 176588 w 2401758"/>
              <a:gd name="connsiteY4250" fmla="*/ 678785 h 2400493"/>
              <a:gd name="connsiteX4251" fmla="*/ 145338 w 2401758"/>
              <a:gd name="connsiteY4251" fmla="*/ 647536 h 2400493"/>
              <a:gd name="connsiteX4252" fmla="*/ 176588 w 2401758"/>
              <a:gd name="connsiteY4252" fmla="*/ 617278 h 2400493"/>
              <a:gd name="connsiteX4253" fmla="*/ 109637 w 2401758"/>
              <a:gd name="connsiteY4253" fmla="*/ 617278 h 2400493"/>
              <a:gd name="connsiteX4254" fmla="*/ 140886 w 2401758"/>
              <a:gd name="connsiteY4254" fmla="*/ 647536 h 2400493"/>
              <a:gd name="connsiteX4255" fmla="*/ 132454 w 2401758"/>
              <a:gd name="connsiteY4255" fmla="*/ 669857 h 2400493"/>
              <a:gd name="connsiteX4256" fmla="*/ 111125 w 2401758"/>
              <a:gd name="connsiteY4256" fmla="*/ 678785 h 2400493"/>
              <a:gd name="connsiteX4257" fmla="*/ 79875 w 2401758"/>
              <a:gd name="connsiteY4257" fmla="*/ 648032 h 2400493"/>
              <a:gd name="connsiteX4258" fmla="*/ 109637 w 2401758"/>
              <a:gd name="connsiteY4258" fmla="*/ 617278 h 2400493"/>
              <a:gd name="connsiteX4259" fmla="*/ 244570 w 2401758"/>
              <a:gd name="connsiteY4259" fmla="*/ 617277 h 2400493"/>
              <a:gd name="connsiteX4260" fmla="*/ 274331 w 2401758"/>
              <a:gd name="connsiteY4260" fmla="*/ 648527 h 2400493"/>
              <a:gd name="connsiteX4261" fmla="*/ 243082 w 2401758"/>
              <a:gd name="connsiteY4261" fmla="*/ 678785 h 2400493"/>
              <a:gd name="connsiteX4262" fmla="*/ 212824 w 2401758"/>
              <a:gd name="connsiteY4262" fmla="*/ 647039 h 2400493"/>
              <a:gd name="connsiteX4263" fmla="*/ 244570 w 2401758"/>
              <a:gd name="connsiteY4263" fmla="*/ 617277 h 2400493"/>
              <a:gd name="connsiteX4264" fmla="*/ 443948 w 2401758"/>
              <a:gd name="connsiteY4264" fmla="*/ 616286 h 2400493"/>
              <a:gd name="connsiteX4265" fmla="*/ 462797 w 2401758"/>
              <a:gd name="connsiteY4265" fmla="*/ 622734 h 2400493"/>
              <a:gd name="connsiteX4266" fmla="*/ 476189 w 2401758"/>
              <a:gd name="connsiteY4266" fmla="*/ 647040 h 2400493"/>
              <a:gd name="connsiteX4267" fmla="*/ 471725 w 2401758"/>
              <a:gd name="connsiteY4267" fmla="*/ 660928 h 2400493"/>
              <a:gd name="connsiteX4268" fmla="*/ 460813 w 2401758"/>
              <a:gd name="connsiteY4268" fmla="*/ 672833 h 2400493"/>
              <a:gd name="connsiteX4269" fmla="*/ 446924 w 2401758"/>
              <a:gd name="connsiteY4269" fmla="*/ 678289 h 2400493"/>
              <a:gd name="connsiteX4270" fmla="*/ 435019 w 2401758"/>
              <a:gd name="connsiteY4270" fmla="*/ 676305 h 2400493"/>
              <a:gd name="connsiteX4271" fmla="*/ 428571 w 2401758"/>
              <a:gd name="connsiteY4271" fmla="*/ 672337 h 2400493"/>
              <a:gd name="connsiteX4272" fmla="*/ 418650 w 2401758"/>
              <a:gd name="connsiteY4272" fmla="*/ 660928 h 2400493"/>
              <a:gd name="connsiteX4273" fmla="*/ 414185 w 2401758"/>
              <a:gd name="connsiteY4273" fmla="*/ 648528 h 2400493"/>
              <a:gd name="connsiteX4274" fmla="*/ 417658 w 2401758"/>
              <a:gd name="connsiteY4274" fmla="*/ 635631 h 2400493"/>
              <a:gd name="connsiteX4275" fmla="*/ 428571 w 2401758"/>
              <a:gd name="connsiteY4275" fmla="*/ 622238 h 2400493"/>
              <a:gd name="connsiteX4276" fmla="*/ 443948 w 2401758"/>
              <a:gd name="connsiteY4276" fmla="*/ 616286 h 2400493"/>
              <a:gd name="connsiteX4277" fmla="*/ 2332315 w 2401758"/>
              <a:gd name="connsiteY4277" fmla="*/ 579084 h 2400493"/>
              <a:gd name="connsiteX4278" fmla="*/ 2334795 w 2401758"/>
              <a:gd name="connsiteY4278" fmla="*/ 582060 h 2400493"/>
              <a:gd name="connsiteX4279" fmla="*/ 2330827 w 2401758"/>
              <a:gd name="connsiteY4279" fmla="*/ 583548 h 2400493"/>
              <a:gd name="connsiteX4280" fmla="*/ 2329339 w 2401758"/>
              <a:gd name="connsiteY4280" fmla="*/ 581564 h 2400493"/>
              <a:gd name="connsiteX4281" fmla="*/ 2332315 w 2401758"/>
              <a:gd name="connsiteY4281" fmla="*/ 579084 h 2400493"/>
              <a:gd name="connsiteX4282" fmla="*/ 2261197 w 2401758"/>
              <a:gd name="connsiteY4282" fmla="*/ 576479 h 2400493"/>
              <a:gd name="connsiteX4283" fmla="*/ 2264855 w 2401758"/>
              <a:gd name="connsiteY4283" fmla="*/ 576603 h 2400493"/>
              <a:gd name="connsiteX4284" fmla="*/ 2269320 w 2401758"/>
              <a:gd name="connsiteY4284" fmla="*/ 582556 h 2400493"/>
              <a:gd name="connsiteX4285" fmla="*/ 2263863 w 2401758"/>
              <a:gd name="connsiteY4285" fmla="*/ 586028 h 2400493"/>
              <a:gd name="connsiteX4286" fmla="*/ 2259399 w 2401758"/>
              <a:gd name="connsiteY4286" fmla="*/ 580075 h 2400493"/>
              <a:gd name="connsiteX4287" fmla="*/ 2261197 w 2401758"/>
              <a:gd name="connsiteY4287" fmla="*/ 576479 h 2400493"/>
              <a:gd name="connsiteX4288" fmla="*/ 2128448 w 2401758"/>
              <a:gd name="connsiteY4288" fmla="*/ 572139 h 2400493"/>
              <a:gd name="connsiteX4289" fmla="*/ 2138368 w 2401758"/>
              <a:gd name="connsiteY4289" fmla="*/ 581067 h 2400493"/>
              <a:gd name="connsiteX4290" fmla="*/ 2128944 w 2401758"/>
              <a:gd name="connsiteY4290" fmla="*/ 591484 h 2400493"/>
              <a:gd name="connsiteX4291" fmla="*/ 2119519 w 2401758"/>
              <a:gd name="connsiteY4291" fmla="*/ 582060 h 2400493"/>
              <a:gd name="connsiteX4292" fmla="*/ 2128448 w 2401758"/>
              <a:gd name="connsiteY4292" fmla="*/ 572139 h 2400493"/>
              <a:gd name="connsiteX4293" fmla="*/ 2197396 w 2401758"/>
              <a:gd name="connsiteY4293" fmla="*/ 571643 h 2400493"/>
              <a:gd name="connsiteX4294" fmla="*/ 2200372 w 2401758"/>
              <a:gd name="connsiteY4294" fmla="*/ 572635 h 2400493"/>
              <a:gd name="connsiteX4295" fmla="*/ 2206820 w 2401758"/>
              <a:gd name="connsiteY4295" fmla="*/ 579579 h 2400493"/>
              <a:gd name="connsiteX4296" fmla="*/ 2206820 w 2401758"/>
              <a:gd name="connsiteY4296" fmla="*/ 583548 h 2400493"/>
              <a:gd name="connsiteX4297" fmla="*/ 2204340 w 2401758"/>
              <a:gd name="connsiteY4297" fmla="*/ 586028 h 2400493"/>
              <a:gd name="connsiteX4298" fmla="*/ 2191940 w 2401758"/>
              <a:gd name="connsiteY4298" fmla="*/ 586028 h 2400493"/>
              <a:gd name="connsiteX4299" fmla="*/ 2191940 w 2401758"/>
              <a:gd name="connsiteY4299" fmla="*/ 577099 h 2400493"/>
              <a:gd name="connsiteX4300" fmla="*/ 2197396 w 2401758"/>
              <a:gd name="connsiteY4300" fmla="*/ 571643 h 2400493"/>
              <a:gd name="connsiteX4301" fmla="*/ 2061980 w 2401758"/>
              <a:gd name="connsiteY4301" fmla="*/ 569659 h 2400493"/>
              <a:gd name="connsiteX4302" fmla="*/ 2074381 w 2401758"/>
              <a:gd name="connsiteY4302" fmla="*/ 581068 h 2400493"/>
              <a:gd name="connsiteX4303" fmla="*/ 2063468 w 2401758"/>
              <a:gd name="connsiteY4303" fmla="*/ 593468 h 2400493"/>
              <a:gd name="connsiteX4304" fmla="*/ 2050572 w 2401758"/>
              <a:gd name="connsiteY4304" fmla="*/ 582556 h 2400493"/>
              <a:gd name="connsiteX4305" fmla="*/ 2061980 w 2401758"/>
              <a:gd name="connsiteY4305" fmla="*/ 569659 h 2400493"/>
              <a:gd name="connsiteX4306" fmla="*/ 1003 w 2401758"/>
              <a:gd name="connsiteY4306" fmla="*/ 567675 h 2400493"/>
              <a:gd name="connsiteX4307" fmla="*/ 3979 w 2401758"/>
              <a:gd name="connsiteY4307" fmla="*/ 572635 h 2400493"/>
              <a:gd name="connsiteX4308" fmla="*/ 3979 w 2401758"/>
              <a:gd name="connsiteY4308" fmla="*/ 590988 h 2400493"/>
              <a:gd name="connsiteX4309" fmla="*/ 1499 w 2401758"/>
              <a:gd name="connsiteY4309" fmla="*/ 595949 h 2400493"/>
              <a:gd name="connsiteX4310" fmla="*/ 11 w 2401758"/>
              <a:gd name="connsiteY4310" fmla="*/ 591484 h 2400493"/>
              <a:gd name="connsiteX4311" fmla="*/ 507 w 2401758"/>
              <a:gd name="connsiteY4311" fmla="*/ 580076 h 2400493"/>
              <a:gd name="connsiteX4312" fmla="*/ 507 w 2401758"/>
              <a:gd name="connsiteY4312" fmla="*/ 573131 h 2400493"/>
              <a:gd name="connsiteX4313" fmla="*/ 1003 w 2401758"/>
              <a:gd name="connsiteY4313" fmla="*/ 567675 h 2400493"/>
              <a:gd name="connsiteX4314" fmla="*/ 1996009 w 2401758"/>
              <a:gd name="connsiteY4314" fmla="*/ 567179 h 2400493"/>
              <a:gd name="connsiteX4315" fmla="*/ 2009402 w 2401758"/>
              <a:gd name="connsiteY4315" fmla="*/ 581068 h 2400493"/>
              <a:gd name="connsiteX4316" fmla="*/ 1995513 w 2401758"/>
              <a:gd name="connsiteY4316" fmla="*/ 595948 h 2400493"/>
              <a:gd name="connsiteX4317" fmla="*/ 1981128 w 2401758"/>
              <a:gd name="connsiteY4317" fmla="*/ 581068 h 2400493"/>
              <a:gd name="connsiteX4318" fmla="*/ 1996009 w 2401758"/>
              <a:gd name="connsiteY4318" fmla="*/ 567179 h 2400493"/>
              <a:gd name="connsiteX4319" fmla="*/ 1929045 w 2401758"/>
              <a:gd name="connsiteY4319" fmla="*/ 567179 h 2400493"/>
              <a:gd name="connsiteX4320" fmla="*/ 1943429 w 2401758"/>
              <a:gd name="connsiteY4320" fmla="*/ 581068 h 2400493"/>
              <a:gd name="connsiteX4321" fmla="*/ 1929541 w 2401758"/>
              <a:gd name="connsiteY4321" fmla="*/ 595453 h 2400493"/>
              <a:gd name="connsiteX4322" fmla="*/ 1915156 w 2401758"/>
              <a:gd name="connsiteY4322" fmla="*/ 581564 h 2400493"/>
              <a:gd name="connsiteX4323" fmla="*/ 1929045 w 2401758"/>
              <a:gd name="connsiteY4323" fmla="*/ 567179 h 2400493"/>
              <a:gd name="connsiteX4324" fmla="*/ 1859602 w 2401758"/>
              <a:gd name="connsiteY4324" fmla="*/ 564699 h 2400493"/>
              <a:gd name="connsiteX4325" fmla="*/ 1871011 w 2401758"/>
              <a:gd name="connsiteY4325" fmla="*/ 569163 h 2400493"/>
              <a:gd name="connsiteX4326" fmla="*/ 1876963 w 2401758"/>
              <a:gd name="connsiteY4326" fmla="*/ 581564 h 2400493"/>
              <a:gd name="connsiteX4327" fmla="*/ 1870514 w 2401758"/>
              <a:gd name="connsiteY4327" fmla="*/ 593469 h 2400493"/>
              <a:gd name="connsiteX4328" fmla="*/ 1859602 w 2401758"/>
              <a:gd name="connsiteY4328" fmla="*/ 597933 h 2400493"/>
              <a:gd name="connsiteX4329" fmla="*/ 1847697 w 2401758"/>
              <a:gd name="connsiteY4329" fmla="*/ 591980 h 2400493"/>
              <a:gd name="connsiteX4330" fmla="*/ 1843233 w 2401758"/>
              <a:gd name="connsiteY4330" fmla="*/ 580572 h 2400493"/>
              <a:gd name="connsiteX4331" fmla="*/ 1848689 w 2401758"/>
              <a:gd name="connsiteY4331" fmla="*/ 569659 h 2400493"/>
              <a:gd name="connsiteX4332" fmla="*/ 1859602 w 2401758"/>
              <a:gd name="connsiteY4332" fmla="*/ 564699 h 2400493"/>
              <a:gd name="connsiteX4333" fmla="*/ 1792142 w 2401758"/>
              <a:gd name="connsiteY4333" fmla="*/ 564203 h 2400493"/>
              <a:gd name="connsiteX4334" fmla="*/ 1803551 w 2401758"/>
              <a:gd name="connsiteY4334" fmla="*/ 569163 h 2400493"/>
              <a:gd name="connsiteX4335" fmla="*/ 1809503 w 2401758"/>
              <a:gd name="connsiteY4335" fmla="*/ 581068 h 2400493"/>
              <a:gd name="connsiteX4336" fmla="*/ 1805039 w 2401758"/>
              <a:gd name="connsiteY4336" fmla="*/ 591981 h 2400493"/>
              <a:gd name="connsiteX4337" fmla="*/ 1793134 w 2401758"/>
              <a:gd name="connsiteY4337" fmla="*/ 597933 h 2400493"/>
              <a:gd name="connsiteX4338" fmla="*/ 1782717 w 2401758"/>
              <a:gd name="connsiteY4338" fmla="*/ 593469 h 2400493"/>
              <a:gd name="connsiteX4339" fmla="*/ 1775773 w 2401758"/>
              <a:gd name="connsiteY4339" fmla="*/ 582060 h 2400493"/>
              <a:gd name="connsiteX4340" fmla="*/ 1780237 w 2401758"/>
              <a:gd name="connsiteY4340" fmla="*/ 570651 h 2400493"/>
              <a:gd name="connsiteX4341" fmla="*/ 1792142 w 2401758"/>
              <a:gd name="connsiteY4341" fmla="*/ 564203 h 2400493"/>
              <a:gd name="connsiteX4342" fmla="*/ 1726170 w 2401758"/>
              <a:gd name="connsiteY4342" fmla="*/ 562715 h 2400493"/>
              <a:gd name="connsiteX4343" fmla="*/ 1739067 w 2401758"/>
              <a:gd name="connsiteY4343" fmla="*/ 569163 h 2400493"/>
              <a:gd name="connsiteX4344" fmla="*/ 1745515 w 2401758"/>
              <a:gd name="connsiteY4344" fmla="*/ 581564 h 2400493"/>
              <a:gd name="connsiteX4345" fmla="*/ 1737083 w 2401758"/>
              <a:gd name="connsiteY4345" fmla="*/ 595949 h 2400493"/>
              <a:gd name="connsiteX4346" fmla="*/ 1726170 w 2401758"/>
              <a:gd name="connsiteY4346" fmla="*/ 600413 h 2400493"/>
              <a:gd name="connsiteX4347" fmla="*/ 1711785 w 2401758"/>
              <a:gd name="connsiteY4347" fmla="*/ 591981 h 2400493"/>
              <a:gd name="connsiteX4348" fmla="*/ 1707817 w 2401758"/>
              <a:gd name="connsiteY4348" fmla="*/ 581068 h 2400493"/>
              <a:gd name="connsiteX4349" fmla="*/ 1714265 w 2401758"/>
              <a:gd name="connsiteY4349" fmla="*/ 568171 h 2400493"/>
              <a:gd name="connsiteX4350" fmla="*/ 1726170 w 2401758"/>
              <a:gd name="connsiteY4350" fmla="*/ 562715 h 2400493"/>
              <a:gd name="connsiteX4351" fmla="*/ 1657222 w 2401758"/>
              <a:gd name="connsiteY4351" fmla="*/ 562219 h 2400493"/>
              <a:gd name="connsiteX4352" fmla="*/ 1677063 w 2401758"/>
              <a:gd name="connsiteY4352" fmla="*/ 581068 h 2400493"/>
              <a:gd name="connsiteX4353" fmla="*/ 1658710 w 2401758"/>
              <a:gd name="connsiteY4353" fmla="*/ 600413 h 2400493"/>
              <a:gd name="connsiteX4354" fmla="*/ 1638373 w 2401758"/>
              <a:gd name="connsiteY4354" fmla="*/ 582060 h 2400493"/>
              <a:gd name="connsiteX4355" fmla="*/ 1657222 w 2401758"/>
              <a:gd name="connsiteY4355" fmla="*/ 562219 h 2400493"/>
              <a:gd name="connsiteX4356" fmla="*/ 1590755 w 2401758"/>
              <a:gd name="connsiteY4356" fmla="*/ 562219 h 2400493"/>
              <a:gd name="connsiteX4357" fmla="*/ 1604148 w 2401758"/>
              <a:gd name="connsiteY4357" fmla="*/ 567675 h 2400493"/>
              <a:gd name="connsiteX4358" fmla="*/ 1609604 w 2401758"/>
              <a:gd name="connsiteY4358" fmla="*/ 581564 h 2400493"/>
              <a:gd name="connsiteX4359" fmla="*/ 1604644 w 2401758"/>
              <a:gd name="connsiteY4359" fmla="*/ 595453 h 2400493"/>
              <a:gd name="connsiteX4360" fmla="*/ 1589763 w 2401758"/>
              <a:gd name="connsiteY4360" fmla="*/ 600909 h 2400493"/>
              <a:gd name="connsiteX4361" fmla="*/ 1576371 w 2401758"/>
              <a:gd name="connsiteY4361" fmla="*/ 595453 h 2400493"/>
              <a:gd name="connsiteX4362" fmla="*/ 1571410 w 2401758"/>
              <a:gd name="connsiteY4362" fmla="*/ 580572 h 2400493"/>
              <a:gd name="connsiteX4363" fmla="*/ 1577363 w 2401758"/>
              <a:gd name="connsiteY4363" fmla="*/ 567179 h 2400493"/>
              <a:gd name="connsiteX4364" fmla="*/ 1590755 w 2401758"/>
              <a:gd name="connsiteY4364" fmla="*/ 562219 h 2400493"/>
              <a:gd name="connsiteX4365" fmla="*/ 1457324 w 2401758"/>
              <a:gd name="connsiteY4365" fmla="*/ 560235 h 2400493"/>
              <a:gd name="connsiteX4366" fmla="*/ 1478653 w 2401758"/>
              <a:gd name="connsiteY4366" fmla="*/ 582060 h 2400493"/>
              <a:gd name="connsiteX4367" fmla="*/ 1456828 w 2401758"/>
              <a:gd name="connsiteY4367" fmla="*/ 603389 h 2400493"/>
              <a:gd name="connsiteX4368" fmla="*/ 1435995 w 2401758"/>
              <a:gd name="connsiteY4368" fmla="*/ 582060 h 2400493"/>
              <a:gd name="connsiteX4369" fmla="*/ 1457324 w 2401758"/>
              <a:gd name="connsiteY4369" fmla="*/ 560235 h 2400493"/>
              <a:gd name="connsiteX4370" fmla="*/ 1389368 w 2401758"/>
              <a:gd name="connsiteY4370" fmla="*/ 560235 h 2400493"/>
              <a:gd name="connsiteX4371" fmla="*/ 1410201 w 2401758"/>
              <a:gd name="connsiteY4371" fmla="*/ 581564 h 2400493"/>
              <a:gd name="connsiteX4372" fmla="*/ 1388376 w 2401758"/>
              <a:gd name="connsiteY4372" fmla="*/ 602893 h 2400493"/>
              <a:gd name="connsiteX4373" fmla="*/ 1367047 w 2401758"/>
              <a:gd name="connsiteY4373" fmla="*/ 581068 h 2400493"/>
              <a:gd name="connsiteX4374" fmla="*/ 1389368 w 2401758"/>
              <a:gd name="connsiteY4374" fmla="*/ 560235 h 2400493"/>
              <a:gd name="connsiteX4375" fmla="*/ 1524287 w 2401758"/>
              <a:gd name="connsiteY4375" fmla="*/ 559739 h 2400493"/>
              <a:gd name="connsiteX4376" fmla="*/ 1545616 w 2401758"/>
              <a:gd name="connsiteY4376" fmla="*/ 581564 h 2400493"/>
              <a:gd name="connsiteX4377" fmla="*/ 1523791 w 2401758"/>
              <a:gd name="connsiteY4377" fmla="*/ 602893 h 2400493"/>
              <a:gd name="connsiteX4378" fmla="*/ 1502958 w 2401758"/>
              <a:gd name="connsiteY4378" fmla="*/ 580572 h 2400493"/>
              <a:gd name="connsiteX4379" fmla="*/ 1524287 w 2401758"/>
              <a:gd name="connsiteY4379" fmla="*/ 559739 h 2400493"/>
              <a:gd name="connsiteX4380" fmla="*/ 1320916 w 2401758"/>
              <a:gd name="connsiteY4380" fmla="*/ 557755 h 2400493"/>
              <a:gd name="connsiteX4381" fmla="*/ 1345717 w 2401758"/>
              <a:gd name="connsiteY4381" fmla="*/ 581068 h 2400493"/>
              <a:gd name="connsiteX4382" fmla="*/ 1322900 w 2401758"/>
              <a:gd name="connsiteY4382" fmla="*/ 605373 h 2400493"/>
              <a:gd name="connsiteX4383" fmla="*/ 1298099 w 2401758"/>
              <a:gd name="connsiteY4383" fmla="*/ 582060 h 2400493"/>
              <a:gd name="connsiteX4384" fmla="*/ 1320916 w 2401758"/>
              <a:gd name="connsiteY4384" fmla="*/ 557755 h 2400493"/>
              <a:gd name="connsiteX4385" fmla="*/ 1254449 w 2401758"/>
              <a:gd name="connsiteY4385" fmla="*/ 557755 h 2400493"/>
              <a:gd name="connsiteX4386" fmla="*/ 1278754 w 2401758"/>
              <a:gd name="connsiteY4386" fmla="*/ 581068 h 2400493"/>
              <a:gd name="connsiteX4387" fmla="*/ 1254945 w 2401758"/>
              <a:gd name="connsiteY4387" fmla="*/ 604877 h 2400493"/>
              <a:gd name="connsiteX4388" fmla="*/ 1231136 w 2401758"/>
              <a:gd name="connsiteY4388" fmla="*/ 582060 h 2400493"/>
              <a:gd name="connsiteX4389" fmla="*/ 1254449 w 2401758"/>
              <a:gd name="connsiteY4389" fmla="*/ 557755 h 2400493"/>
              <a:gd name="connsiteX4390" fmla="*/ 1185501 w 2401758"/>
              <a:gd name="connsiteY4390" fmla="*/ 557754 h 2400493"/>
              <a:gd name="connsiteX4391" fmla="*/ 1209807 w 2401758"/>
              <a:gd name="connsiteY4391" fmla="*/ 581067 h 2400493"/>
              <a:gd name="connsiteX4392" fmla="*/ 1185997 w 2401758"/>
              <a:gd name="connsiteY4392" fmla="*/ 605373 h 2400493"/>
              <a:gd name="connsiteX4393" fmla="*/ 1162188 w 2401758"/>
              <a:gd name="connsiteY4393" fmla="*/ 581067 h 2400493"/>
              <a:gd name="connsiteX4394" fmla="*/ 1185501 w 2401758"/>
              <a:gd name="connsiteY4394" fmla="*/ 557754 h 2400493"/>
              <a:gd name="connsiteX4395" fmla="*/ 1119033 w 2401758"/>
              <a:gd name="connsiteY4395" fmla="*/ 555770 h 2400493"/>
              <a:gd name="connsiteX4396" fmla="*/ 1139867 w 2401758"/>
              <a:gd name="connsiteY4396" fmla="*/ 566683 h 2400493"/>
              <a:gd name="connsiteX4397" fmla="*/ 1145323 w 2401758"/>
              <a:gd name="connsiteY4397" fmla="*/ 581067 h 2400493"/>
              <a:gd name="connsiteX4398" fmla="*/ 1141851 w 2401758"/>
              <a:gd name="connsiteY4398" fmla="*/ 592476 h 2400493"/>
              <a:gd name="connsiteX4399" fmla="*/ 1129946 w 2401758"/>
              <a:gd name="connsiteY4399" fmla="*/ 603885 h 2400493"/>
              <a:gd name="connsiteX4400" fmla="*/ 1118041 w 2401758"/>
              <a:gd name="connsiteY4400" fmla="*/ 606861 h 2400493"/>
              <a:gd name="connsiteX4401" fmla="*/ 1106633 w 2401758"/>
              <a:gd name="connsiteY4401" fmla="*/ 602893 h 2400493"/>
              <a:gd name="connsiteX4402" fmla="*/ 1095720 w 2401758"/>
              <a:gd name="connsiteY4402" fmla="*/ 590988 h 2400493"/>
              <a:gd name="connsiteX4403" fmla="*/ 1092744 w 2401758"/>
              <a:gd name="connsiteY4403" fmla="*/ 580075 h 2400493"/>
              <a:gd name="connsiteX4404" fmla="*/ 1095720 w 2401758"/>
              <a:gd name="connsiteY4404" fmla="*/ 569659 h 2400493"/>
              <a:gd name="connsiteX4405" fmla="*/ 1105641 w 2401758"/>
              <a:gd name="connsiteY4405" fmla="*/ 559738 h 2400493"/>
              <a:gd name="connsiteX4406" fmla="*/ 1109609 w 2401758"/>
              <a:gd name="connsiteY4406" fmla="*/ 557258 h 2400493"/>
              <a:gd name="connsiteX4407" fmla="*/ 1119033 w 2401758"/>
              <a:gd name="connsiteY4407" fmla="*/ 555770 h 2400493"/>
              <a:gd name="connsiteX4408" fmla="*/ 1051574 w 2401758"/>
              <a:gd name="connsiteY4408" fmla="*/ 555770 h 2400493"/>
              <a:gd name="connsiteX4409" fmla="*/ 1078856 w 2401758"/>
              <a:gd name="connsiteY4409" fmla="*/ 581067 h 2400493"/>
              <a:gd name="connsiteX4410" fmla="*/ 1054054 w 2401758"/>
              <a:gd name="connsiteY4410" fmla="*/ 607853 h 2400493"/>
              <a:gd name="connsiteX4411" fmla="*/ 1026820 w 2401758"/>
              <a:gd name="connsiteY4411" fmla="*/ 582555 h 2400493"/>
              <a:gd name="connsiteX4412" fmla="*/ 1051574 w 2401758"/>
              <a:gd name="connsiteY4412" fmla="*/ 555770 h 2400493"/>
              <a:gd name="connsiteX4413" fmla="*/ 986101 w 2401758"/>
              <a:gd name="connsiteY4413" fmla="*/ 555274 h 2400493"/>
              <a:gd name="connsiteX4414" fmla="*/ 1004454 w 2401758"/>
              <a:gd name="connsiteY4414" fmla="*/ 562714 h 2400493"/>
              <a:gd name="connsiteX4415" fmla="*/ 1012390 w 2401758"/>
              <a:gd name="connsiteY4415" fmla="*/ 582059 h 2400493"/>
              <a:gd name="connsiteX4416" fmla="*/ 1004454 w 2401758"/>
              <a:gd name="connsiteY4416" fmla="*/ 600412 h 2400493"/>
              <a:gd name="connsiteX4417" fmla="*/ 985109 w 2401758"/>
              <a:gd name="connsiteY4417" fmla="*/ 607853 h 2400493"/>
              <a:gd name="connsiteX4418" fmla="*/ 967748 w 2401758"/>
              <a:gd name="connsiteY4418" fmla="*/ 600412 h 2400493"/>
              <a:gd name="connsiteX4419" fmla="*/ 959812 w 2401758"/>
              <a:gd name="connsiteY4419" fmla="*/ 581067 h 2400493"/>
              <a:gd name="connsiteX4420" fmla="*/ 967748 w 2401758"/>
              <a:gd name="connsiteY4420" fmla="*/ 562714 h 2400493"/>
              <a:gd name="connsiteX4421" fmla="*/ 986101 w 2401758"/>
              <a:gd name="connsiteY4421" fmla="*/ 555274 h 2400493"/>
              <a:gd name="connsiteX4422" fmla="*/ 917172 w 2401758"/>
              <a:gd name="connsiteY4422" fmla="*/ 554778 h 2400493"/>
              <a:gd name="connsiteX4423" fmla="*/ 935525 w 2401758"/>
              <a:gd name="connsiteY4423" fmla="*/ 562218 h 2400493"/>
              <a:gd name="connsiteX4424" fmla="*/ 943461 w 2401758"/>
              <a:gd name="connsiteY4424" fmla="*/ 581563 h 2400493"/>
              <a:gd name="connsiteX4425" fmla="*/ 935525 w 2401758"/>
              <a:gd name="connsiteY4425" fmla="*/ 599916 h 2400493"/>
              <a:gd name="connsiteX4426" fmla="*/ 917172 w 2401758"/>
              <a:gd name="connsiteY4426" fmla="*/ 607357 h 2400493"/>
              <a:gd name="connsiteX4427" fmla="*/ 898819 w 2401758"/>
              <a:gd name="connsiteY4427" fmla="*/ 599916 h 2400493"/>
              <a:gd name="connsiteX4428" fmla="*/ 890883 w 2401758"/>
              <a:gd name="connsiteY4428" fmla="*/ 580571 h 2400493"/>
              <a:gd name="connsiteX4429" fmla="*/ 898819 w 2401758"/>
              <a:gd name="connsiteY4429" fmla="*/ 562218 h 2400493"/>
              <a:gd name="connsiteX4430" fmla="*/ 917172 w 2401758"/>
              <a:gd name="connsiteY4430" fmla="*/ 554778 h 2400493"/>
              <a:gd name="connsiteX4431" fmla="*/ 851223 w 2401758"/>
              <a:gd name="connsiteY4431" fmla="*/ 553290 h 2400493"/>
              <a:gd name="connsiteX4432" fmla="*/ 867593 w 2401758"/>
              <a:gd name="connsiteY4432" fmla="*/ 558746 h 2400493"/>
              <a:gd name="connsiteX4433" fmla="*/ 879000 w 2401758"/>
              <a:gd name="connsiteY4433" fmla="*/ 580075 h 2400493"/>
              <a:gd name="connsiteX4434" fmla="*/ 871563 w 2401758"/>
              <a:gd name="connsiteY4434" fmla="*/ 599420 h 2400493"/>
              <a:gd name="connsiteX4435" fmla="*/ 850728 w 2401758"/>
              <a:gd name="connsiteY4435" fmla="*/ 609341 h 2400493"/>
              <a:gd name="connsiteX4436" fmla="*/ 831385 w 2401758"/>
              <a:gd name="connsiteY4436" fmla="*/ 601405 h 2400493"/>
              <a:gd name="connsiteX4437" fmla="*/ 821957 w 2401758"/>
              <a:gd name="connsiteY4437" fmla="*/ 581067 h 2400493"/>
              <a:gd name="connsiteX4438" fmla="*/ 828903 w 2401758"/>
              <a:gd name="connsiteY4438" fmla="*/ 562715 h 2400493"/>
              <a:gd name="connsiteX4439" fmla="*/ 851223 w 2401758"/>
              <a:gd name="connsiteY4439" fmla="*/ 553290 h 2400493"/>
              <a:gd name="connsiteX4440" fmla="*/ 784254 w 2401758"/>
              <a:gd name="connsiteY4440" fmla="*/ 552794 h 2400493"/>
              <a:gd name="connsiteX4441" fmla="*/ 812528 w 2401758"/>
              <a:gd name="connsiteY4441" fmla="*/ 581563 h 2400493"/>
              <a:gd name="connsiteX4442" fmla="*/ 784254 w 2401758"/>
              <a:gd name="connsiteY4442" fmla="*/ 609837 h 2400493"/>
              <a:gd name="connsiteX4443" fmla="*/ 755482 w 2401758"/>
              <a:gd name="connsiteY4443" fmla="*/ 580571 h 2400493"/>
              <a:gd name="connsiteX4444" fmla="*/ 784254 w 2401758"/>
              <a:gd name="connsiteY4444" fmla="*/ 552794 h 2400493"/>
              <a:gd name="connsiteX4445" fmla="*/ 714806 w 2401758"/>
              <a:gd name="connsiteY4445" fmla="*/ 552794 h 2400493"/>
              <a:gd name="connsiteX4446" fmla="*/ 743574 w 2401758"/>
              <a:gd name="connsiteY4446" fmla="*/ 581068 h 2400493"/>
              <a:gd name="connsiteX4447" fmla="*/ 715798 w 2401758"/>
              <a:gd name="connsiteY4447" fmla="*/ 610334 h 2400493"/>
              <a:gd name="connsiteX4448" fmla="*/ 686534 w 2401758"/>
              <a:gd name="connsiteY4448" fmla="*/ 581564 h 2400493"/>
              <a:gd name="connsiteX4449" fmla="*/ 714806 w 2401758"/>
              <a:gd name="connsiteY4449" fmla="*/ 552794 h 2400493"/>
              <a:gd name="connsiteX4450" fmla="*/ 648336 w 2401758"/>
              <a:gd name="connsiteY4450" fmla="*/ 552298 h 2400493"/>
              <a:gd name="connsiteX4451" fmla="*/ 677105 w 2401758"/>
              <a:gd name="connsiteY4451" fmla="*/ 582060 h 2400493"/>
              <a:gd name="connsiteX4452" fmla="*/ 647840 w 2401758"/>
              <a:gd name="connsiteY4452" fmla="*/ 609837 h 2400493"/>
              <a:gd name="connsiteX4453" fmla="*/ 619072 w 2401758"/>
              <a:gd name="connsiteY4453" fmla="*/ 580572 h 2400493"/>
              <a:gd name="connsiteX4454" fmla="*/ 648336 w 2401758"/>
              <a:gd name="connsiteY4454" fmla="*/ 552298 h 2400493"/>
              <a:gd name="connsiteX4455" fmla="*/ 582347 w 2401758"/>
              <a:gd name="connsiteY4455" fmla="*/ 552298 h 2400493"/>
              <a:gd name="connsiteX4456" fmla="*/ 602189 w 2401758"/>
              <a:gd name="connsiteY4456" fmla="*/ 559738 h 2400493"/>
              <a:gd name="connsiteX4457" fmla="*/ 609629 w 2401758"/>
              <a:gd name="connsiteY4457" fmla="*/ 581068 h 2400493"/>
              <a:gd name="connsiteX4458" fmla="*/ 602189 w 2401758"/>
              <a:gd name="connsiteY4458" fmla="*/ 602397 h 2400493"/>
              <a:gd name="connsiteX4459" fmla="*/ 580362 w 2401758"/>
              <a:gd name="connsiteY4459" fmla="*/ 610333 h 2400493"/>
              <a:gd name="connsiteX4460" fmla="*/ 560521 w 2401758"/>
              <a:gd name="connsiteY4460" fmla="*/ 602893 h 2400493"/>
              <a:gd name="connsiteX4461" fmla="*/ 552584 w 2401758"/>
              <a:gd name="connsiteY4461" fmla="*/ 581068 h 2400493"/>
              <a:gd name="connsiteX4462" fmla="*/ 560521 w 2401758"/>
              <a:gd name="connsiteY4462" fmla="*/ 560234 h 2400493"/>
              <a:gd name="connsiteX4463" fmla="*/ 582347 w 2401758"/>
              <a:gd name="connsiteY4463" fmla="*/ 552298 h 2400493"/>
              <a:gd name="connsiteX4464" fmla="*/ 445944 w 2401758"/>
              <a:gd name="connsiteY4464" fmla="*/ 551306 h 2400493"/>
              <a:gd name="connsiteX4465" fmla="*/ 467770 w 2401758"/>
              <a:gd name="connsiteY4465" fmla="*/ 561722 h 2400493"/>
              <a:gd name="connsiteX4466" fmla="*/ 477194 w 2401758"/>
              <a:gd name="connsiteY4466" fmla="*/ 581563 h 2400493"/>
              <a:gd name="connsiteX4467" fmla="*/ 467770 w 2401758"/>
              <a:gd name="connsiteY4467" fmla="*/ 601404 h 2400493"/>
              <a:gd name="connsiteX4468" fmla="*/ 445944 w 2401758"/>
              <a:gd name="connsiteY4468" fmla="*/ 611821 h 2400493"/>
              <a:gd name="connsiteX4469" fmla="*/ 424117 w 2401758"/>
              <a:gd name="connsiteY4469" fmla="*/ 601900 h 2400493"/>
              <a:gd name="connsiteX4470" fmla="*/ 415189 w 2401758"/>
              <a:gd name="connsiteY4470" fmla="*/ 581067 h 2400493"/>
              <a:gd name="connsiteX4471" fmla="*/ 426597 w 2401758"/>
              <a:gd name="connsiteY4471" fmla="*/ 558746 h 2400493"/>
              <a:gd name="connsiteX4472" fmla="*/ 445944 w 2401758"/>
              <a:gd name="connsiteY4472" fmla="*/ 551306 h 2400493"/>
              <a:gd name="connsiteX4473" fmla="*/ 378476 w 2401758"/>
              <a:gd name="connsiteY4473" fmla="*/ 550810 h 2400493"/>
              <a:gd name="connsiteX4474" fmla="*/ 409727 w 2401758"/>
              <a:gd name="connsiteY4474" fmla="*/ 581068 h 2400493"/>
              <a:gd name="connsiteX4475" fmla="*/ 379468 w 2401758"/>
              <a:gd name="connsiteY4475" fmla="*/ 612317 h 2400493"/>
              <a:gd name="connsiteX4476" fmla="*/ 347721 w 2401758"/>
              <a:gd name="connsiteY4476" fmla="*/ 582556 h 2400493"/>
              <a:gd name="connsiteX4477" fmla="*/ 378476 w 2401758"/>
              <a:gd name="connsiteY4477" fmla="*/ 550810 h 2400493"/>
              <a:gd name="connsiteX4478" fmla="*/ 515866 w 2401758"/>
              <a:gd name="connsiteY4478" fmla="*/ 550314 h 2400493"/>
              <a:gd name="connsiteX4479" fmla="*/ 531243 w 2401758"/>
              <a:gd name="connsiteY4479" fmla="*/ 555770 h 2400493"/>
              <a:gd name="connsiteX4480" fmla="*/ 542155 w 2401758"/>
              <a:gd name="connsiteY4480" fmla="*/ 569163 h 2400493"/>
              <a:gd name="connsiteX4481" fmla="*/ 545627 w 2401758"/>
              <a:gd name="connsiteY4481" fmla="*/ 581564 h 2400493"/>
              <a:gd name="connsiteX4482" fmla="*/ 533227 w 2401758"/>
              <a:gd name="connsiteY4482" fmla="*/ 604877 h 2400493"/>
              <a:gd name="connsiteX4483" fmla="*/ 515370 w 2401758"/>
              <a:gd name="connsiteY4483" fmla="*/ 611821 h 2400493"/>
              <a:gd name="connsiteX4484" fmla="*/ 492056 w 2401758"/>
              <a:gd name="connsiteY4484" fmla="*/ 600413 h 2400493"/>
              <a:gd name="connsiteX4485" fmla="*/ 484120 w 2401758"/>
              <a:gd name="connsiteY4485" fmla="*/ 581068 h 2400493"/>
              <a:gd name="connsiteX4486" fmla="*/ 496521 w 2401758"/>
              <a:gd name="connsiteY4486" fmla="*/ 557754 h 2400493"/>
              <a:gd name="connsiteX4487" fmla="*/ 515866 w 2401758"/>
              <a:gd name="connsiteY4487" fmla="*/ 550314 h 2400493"/>
              <a:gd name="connsiteX4488" fmla="*/ 312993 w 2401758"/>
              <a:gd name="connsiteY4488" fmla="*/ 550314 h 2400493"/>
              <a:gd name="connsiteX4489" fmla="*/ 343251 w 2401758"/>
              <a:gd name="connsiteY4489" fmla="*/ 581564 h 2400493"/>
              <a:gd name="connsiteX4490" fmla="*/ 312497 w 2401758"/>
              <a:gd name="connsiteY4490" fmla="*/ 611821 h 2400493"/>
              <a:gd name="connsiteX4491" fmla="*/ 281744 w 2401758"/>
              <a:gd name="connsiteY4491" fmla="*/ 580572 h 2400493"/>
              <a:gd name="connsiteX4492" fmla="*/ 291168 w 2401758"/>
              <a:gd name="connsiteY4492" fmla="*/ 558250 h 2400493"/>
              <a:gd name="connsiteX4493" fmla="*/ 312993 w 2401758"/>
              <a:gd name="connsiteY4493" fmla="*/ 550314 h 2400493"/>
              <a:gd name="connsiteX4494" fmla="*/ 176596 w 2401758"/>
              <a:gd name="connsiteY4494" fmla="*/ 550314 h 2400493"/>
              <a:gd name="connsiteX4495" fmla="*/ 208341 w 2401758"/>
              <a:gd name="connsiteY4495" fmla="*/ 580572 h 2400493"/>
              <a:gd name="connsiteX4496" fmla="*/ 176596 w 2401758"/>
              <a:gd name="connsiteY4496" fmla="*/ 612318 h 2400493"/>
              <a:gd name="connsiteX4497" fmla="*/ 145346 w 2401758"/>
              <a:gd name="connsiteY4497" fmla="*/ 581068 h 2400493"/>
              <a:gd name="connsiteX4498" fmla="*/ 176596 w 2401758"/>
              <a:gd name="connsiteY4498" fmla="*/ 550314 h 2400493"/>
              <a:gd name="connsiteX4499" fmla="*/ 110130 w 2401758"/>
              <a:gd name="connsiteY4499" fmla="*/ 550314 h 2400493"/>
              <a:gd name="connsiteX4500" fmla="*/ 140882 w 2401758"/>
              <a:gd name="connsiteY4500" fmla="*/ 581564 h 2400493"/>
              <a:gd name="connsiteX4501" fmla="*/ 110130 w 2401758"/>
              <a:gd name="connsiteY4501" fmla="*/ 612813 h 2400493"/>
              <a:gd name="connsiteX4502" fmla="*/ 78384 w 2401758"/>
              <a:gd name="connsiteY4502" fmla="*/ 581068 h 2400493"/>
              <a:gd name="connsiteX4503" fmla="*/ 110130 w 2401758"/>
              <a:gd name="connsiteY4503" fmla="*/ 550314 h 2400493"/>
              <a:gd name="connsiteX4504" fmla="*/ 44642 w 2401758"/>
              <a:gd name="connsiteY4504" fmla="*/ 550314 h 2400493"/>
              <a:gd name="connsiteX4505" fmla="*/ 74404 w 2401758"/>
              <a:gd name="connsiteY4505" fmla="*/ 582555 h 2400493"/>
              <a:gd name="connsiteX4506" fmla="*/ 42658 w 2401758"/>
              <a:gd name="connsiteY4506" fmla="*/ 612813 h 2400493"/>
              <a:gd name="connsiteX4507" fmla="*/ 12401 w 2401758"/>
              <a:gd name="connsiteY4507" fmla="*/ 581067 h 2400493"/>
              <a:gd name="connsiteX4508" fmla="*/ 21329 w 2401758"/>
              <a:gd name="connsiteY4508" fmla="*/ 559738 h 2400493"/>
              <a:gd name="connsiteX4509" fmla="*/ 44642 w 2401758"/>
              <a:gd name="connsiteY4509" fmla="*/ 550314 h 2400493"/>
              <a:gd name="connsiteX4510" fmla="*/ 244542 w 2401758"/>
              <a:gd name="connsiteY4510" fmla="*/ 549818 h 2400493"/>
              <a:gd name="connsiteX4511" fmla="*/ 274800 w 2401758"/>
              <a:gd name="connsiteY4511" fmla="*/ 582060 h 2400493"/>
              <a:gd name="connsiteX4512" fmla="*/ 243054 w 2401758"/>
              <a:gd name="connsiteY4512" fmla="*/ 612318 h 2400493"/>
              <a:gd name="connsiteX4513" fmla="*/ 212301 w 2401758"/>
              <a:gd name="connsiteY4513" fmla="*/ 581068 h 2400493"/>
              <a:gd name="connsiteX4514" fmla="*/ 244542 w 2401758"/>
              <a:gd name="connsiteY4514" fmla="*/ 549818 h 2400493"/>
              <a:gd name="connsiteX4515" fmla="*/ 2331323 w 2401758"/>
              <a:gd name="connsiteY4515" fmla="*/ 512617 h 2400493"/>
              <a:gd name="connsiteX4516" fmla="*/ 2334795 w 2401758"/>
              <a:gd name="connsiteY4516" fmla="*/ 514601 h 2400493"/>
              <a:gd name="connsiteX4517" fmla="*/ 2331323 w 2401758"/>
              <a:gd name="connsiteY4517" fmla="*/ 517081 h 2400493"/>
              <a:gd name="connsiteX4518" fmla="*/ 2328843 w 2401758"/>
              <a:gd name="connsiteY4518" fmla="*/ 515593 h 2400493"/>
              <a:gd name="connsiteX4519" fmla="*/ 2331323 w 2401758"/>
              <a:gd name="connsiteY4519" fmla="*/ 512617 h 2400493"/>
              <a:gd name="connsiteX4520" fmla="*/ 2264855 w 2401758"/>
              <a:gd name="connsiteY4520" fmla="*/ 508152 h 2400493"/>
              <a:gd name="connsiteX4521" fmla="*/ 2273287 w 2401758"/>
              <a:gd name="connsiteY4521" fmla="*/ 514600 h 2400493"/>
              <a:gd name="connsiteX4522" fmla="*/ 2265351 w 2401758"/>
              <a:gd name="connsiteY4522" fmla="*/ 522041 h 2400493"/>
              <a:gd name="connsiteX4523" fmla="*/ 2257911 w 2401758"/>
              <a:gd name="connsiteY4523" fmla="*/ 514600 h 2400493"/>
              <a:gd name="connsiteX4524" fmla="*/ 2264855 w 2401758"/>
              <a:gd name="connsiteY4524" fmla="*/ 508152 h 2400493"/>
              <a:gd name="connsiteX4525" fmla="*/ 2197395 w 2401758"/>
              <a:gd name="connsiteY4525" fmla="*/ 505176 h 2400493"/>
              <a:gd name="connsiteX4526" fmla="*/ 2207812 w 2401758"/>
              <a:gd name="connsiteY4526" fmla="*/ 513609 h 2400493"/>
              <a:gd name="connsiteX4527" fmla="*/ 2198388 w 2401758"/>
              <a:gd name="connsiteY4527" fmla="*/ 524025 h 2400493"/>
              <a:gd name="connsiteX4528" fmla="*/ 2188467 w 2401758"/>
              <a:gd name="connsiteY4528" fmla="*/ 515097 h 2400493"/>
              <a:gd name="connsiteX4529" fmla="*/ 2197395 w 2401758"/>
              <a:gd name="connsiteY4529" fmla="*/ 505176 h 2400493"/>
              <a:gd name="connsiteX4530" fmla="*/ 2128944 w 2401758"/>
              <a:gd name="connsiteY4530" fmla="*/ 502696 h 2400493"/>
              <a:gd name="connsiteX4531" fmla="*/ 2140848 w 2401758"/>
              <a:gd name="connsiteY4531" fmla="*/ 514601 h 2400493"/>
              <a:gd name="connsiteX4532" fmla="*/ 2128944 w 2401758"/>
              <a:gd name="connsiteY4532" fmla="*/ 526505 h 2400493"/>
              <a:gd name="connsiteX4533" fmla="*/ 2117039 w 2401758"/>
              <a:gd name="connsiteY4533" fmla="*/ 514601 h 2400493"/>
              <a:gd name="connsiteX4534" fmla="*/ 2128944 w 2401758"/>
              <a:gd name="connsiteY4534" fmla="*/ 502696 h 2400493"/>
              <a:gd name="connsiteX4535" fmla="*/ 2061981 w 2401758"/>
              <a:gd name="connsiteY4535" fmla="*/ 502696 h 2400493"/>
              <a:gd name="connsiteX4536" fmla="*/ 2074381 w 2401758"/>
              <a:gd name="connsiteY4536" fmla="*/ 514105 h 2400493"/>
              <a:gd name="connsiteX4537" fmla="*/ 2063469 w 2401758"/>
              <a:gd name="connsiteY4537" fmla="*/ 526505 h 2400493"/>
              <a:gd name="connsiteX4538" fmla="*/ 2050572 w 2401758"/>
              <a:gd name="connsiteY4538" fmla="*/ 514601 h 2400493"/>
              <a:gd name="connsiteX4539" fmla="*/ 2061981 w 2401758"/>
              <a:gd name="connsiteY4539" fmla="*/ 502696 h 2400493"/>
              <a:gd name="connsiteX4540" fmla="*/ 1929542 w 2401758"/>
              <a:gd name="connsiteY4540" fmla="*/ 500712 h 2400493"/>
              <a:gd name="connsiteX4541" fmla="*/ 1943430 w 2401758"/>
              <a:gd name="connsiteY4541" fmla="*/ 515097 h 2400493"/>
              <a:gd name="connsiteX4542" fmla="*/ 1929046 w 2401758"/>
              <a:gd name="connsiteY4542" fmla="*/ 528985 h 2400493"/>
              <a:gd name="connsiteX4543" fmla="*/ 1915157 w 2401758"/>
              <a:gd name="connsiteY4543" fmla="*/ 514601 h 2400493"/>
              <a:gd name="connsiteX4544" fmla="*/ 1929542 w 2401758"/>
              <a:gd name="connsiteY4544" fmla="*/ 500712 h 2400493"/>
              <a:gd name="connsiteX4545" fmla="*/ 1996009 w 2401758"/>
              <a:gd name="connsiteY4545" fmla="*/ 500711 h 2400493"/>
              <a:gd name="connsiteX4546" fmla="*/ 2009898 w 2401758"/>
              <a:gd name="connsiteY4546" fmla="*/ 515096 h 2400493"/>
              <a:gd name="connsiteX4547" fmla="*/ 1995513 w 2401758"/>
              <a:gd name="connsiteY4547" fmla="*/ 528985 h 2400493"/>
              <a:gd name="connsiteX4548" fmla="*/ 1981624 w 2401758"/>
              <a:gd name="connsiteY4548" fmla="*/ 514600 h 2400493"/>
              <a:gd name="connsiteX4549" fmla="*/ 1996009 w 2401758"/>
              <a:gd name="connsiteY4549" fmla="*/ 500711 h 2400493"/>
              <a:gd name="connsiteX4550" fmla="*/ 1859602 w 2401758"/>
              <a:gd name="connsiteY4550" fmla="*/ 498231 h 2400493"/>
              <a:gd name="connsiteX4551" fmla="*/ 1876467 w 2401758"/>
              <a:gd name="connsiteY4551" fmla="*/ 514600 h 2400493"/>
              <a:gd name="connsiteX4552" fmla="*/ 1859602 w 2401758"/>
              <a:gd name="connsiteY4552" fmla="*/ 531465 h 2400493"/>
              <a:gd name="connsiteX4553" fmla="*/ 1843233 w 2401758"/>
              <a:gd name="connsiteY4553" fmla="*/ 514104 h 2400493"/>
              <a:gd name="connsiteX4554" fmla="*/ 1859602 w 2401758"/>
              <a:gd name="connsiteY4554" fmla="*/ 498231 h 2400493"/>
              <a:gd name="connsiteX4555" fmla="*/ 1793134 w 2401758"/>
              <a:gd name="connsiteY4555" fmla="*/ 498231 h 2400493"/>
              <a:gd name="connsiteX4556" fmla="*/ 1809999 w 2401758"/>
              <a:gd name="connsiteY4556" fmla="*/ 515096 h 2400493"/>
              <a:gd name="connsiteX4557" fmla="*/ 1793134 w 2401758"/>
              <a:gd name="connsiteY4557" fmla="*/ 531961 h 2400493"/>
              <a:gd name="connsiteX4558" fmla="*/ 1776269 w 2401758"/>
              <a:gd name="connsiteY4558" fmla="*/ 515096 h 2400493"/>
              <a:gd name="connsiteX4559" fmla="*/ 1793134 w 2401758"/>
              <a:gd name="connsiteY4559" fmla="*/ 498231 h 2400493"/>
              <a:gd name="connsiteX4560" fmla="*/ 2013 w 2401758"/>
              <a:gd name="connsiteY4560" fmla="*/ 498231 h 2400493"/>
              <a:gd name="connsiteX4561" fmla="*/ 4493 w 2401758"/>
              <a:gd name="connsiteY4561" fmla="*/ 503191 h 2400493"/>
              <a:gd name="connsiteX4562" fmla="*/ 4989 w 2401758"/>
              <a:gd name="connsiteY4562" fmla="*/ 514600 h 2400493"/>
              <a:gd name="connsiteX4563" fmla="*/ 4989 w 2401758"/>
              <a:gd name="connsiteY4563" fmla="*/ 525016 h 2400493"/>
              <a:gd name="connsiteX4564" fmla="*/ 1021 w 2401758"/>
              <a:gd name="connsiteY4564" fmla="*/ 530969 h 2400493"/>
              <a:gd name="connsiteX4565" fmla="*/ 525 w 2401758"/>
              <a:gd name="connsiteY4565" fmla="*/ 525512 h 2400493"/>
              <a:gd name="connsiteX4566" fmla="*/ 525 w 2401758"/>
              <a:gd name="connsiteY4566" fmla="*/ 503191 h 2400493"/>
              <a:gd name="connsiteX4567" fmla="*/ 2013 w 2401758"/>
              <a:gd name="connsiteY4567" fmla="*/ 498231 h 2400493"/>
              <a:gd name="connsiteX4568" fmla="*/ 1727162 w 2401758"/>
              <a:gd name="connsiteY4568" fmla="*/ 496247 h 2400493"/>
              <a:gd name="connsiteX4569" fmla="*/ 1741547 w 2401758"/>
              <a:gd name="connsiteY4569" fmla="*/ 504184 h 2400493"/>
              <a:gd name="connsiteX4570" fmla="*/ 1746011 w 2401758"/>
              <a:gd name="connsiteY4570" fmla="*/ 515096 h 2400493"/>
              <a:gd name="connsiteX4571" fmla="*/ 1737083 w 2401758"/>
              <a:gd name="connsiteY4571" fmla="*/ 529481 h 2400493"/>
              <a:gd name="connsiteX4572" fmla="*/ 1726170 w 2401758"/>
              <a:gd name="connsiteY4572" fmla="*/ 533449 h 2400493"/>
              <a:gd name="connsiteX4573" fmla="*/ 1712281 w 2401758"/>
              <a:gd name="connsiteY4573" fmla="*/ 525017 h 2400493"/>
              <a:gd name="connsiteX4574" fmla="*/ 1708313 w 2401758"/>
              <a:gd name="connsiteY4574" fmla="*/ 514104 h 2400493"/>
              <a:gd name="connsiteX4575" fmla="*/ 1717242 w 2401758"/>
              <a:gd name="connsiteY4575" fmla="*/ 500215 h 2400493"/>
              <a:gd name="connsiteX4576" fmla="*/ 1727162 w 2401758"/>
              <a:gd name="connsiteY4576" fmla="*/ 496247 h 2400493"/>
              <a:gd name="connsiteX4577" fmla="*/ 1658214 w 2401758"/>
              <a:gd name="connsiteY4577" fmla="*/ 495751 h 2400493"/>
              <a:gd name="connsiteX4578" fmla="*/ 1676567 w 2401758"/>
              <a:gd name="connsiteY4578" fmla="*/ 514600 h 2400493"/>
              <a:gd name="connsiteX4579" fmla="*/ 1657222 w 2401758"/>
              <a:gd name="connsiteY4579" fmla="*/ 533945 h 2400493"/>
              <a:gd name="connsiteX4580" fmla="*/ 1638373 w 2401758"/>
              <a:gd name="connsiteY4580" fmla="*/ 514104 h 2400493"/>
              <a:gd name="connsiteX4581" fmla="*/ 1658214 w 2401758"/>
              <a:gd name="connsiteY4581" fmla="*/ 495751 h 2400493"/>
              <a:gd name="connsiteX4582" fmla="*/ 1590755 w 2401758"/>
              <a:gd name="connsiteY4582" fmla="*/ 495751 h 2400493"/>
              <a:gd name="connsiteX4583" fmla="*/ 1604148 w 2401758"/>
              <a:gd name="connsiteY4583" fmla="*/ 500711 h 2400493"/>
              <a:gd name="connsiteX4584" fmla="*/ 1609604 w 2401758"/>
              <a:gd name="connsiteY4584" fmla="*/ 516088 h 2400493"/>
              <a:gd name="connsiteX4585" fmla="*/ 1604644 w 2401758"/>
              <a:gd name="connsiteY4585" fmla="*/ 528985 h 2400493"/>
              <a:gd name="connsiteX4586" fmla="*/ 1589763 w 2401758"/>
              <a:gd name="connsiteY4586" fmla="*/ 534441 h 2400493"/>
              <a:gd name="connsiteX4587" fmla="*/ 1576371 w 2401758"/>
              <a:gd name="connsiteY4587" fmla="*/ 528985 h 2400493"/>
              <a:gd name="connsiteX4588" fmla="*/ 1571410 w 2401758"/>
              <a:gd name="connsiteY4588" fmla="*/ 514104 h 2400493"/>
              <a:gd name="connsiteX4589" fmla="*/ 1577363 w 2401758"/>
              <a:gd name="connsiteY4589" fmla="*/ 500711 h 2400493"/>
              <a:gd name="connsiteX4590" fmla="*/ 1590755 w 2401758"/>
              <a:gd name="connsiteY4590" fmla="*/ 495751 h 2400493"/>
              <a:gd name="connsiteX4591" fmla="*/ 1523295 w 2401758"/>
              <a:gd name="connsiteY4591" fmla="*/ 493767 h 2400493"/>
              <a:gd name="connsiteX4592" fmla="*/ 1545617 w 2401758"/>
              <a:gd name="connsiteY4592" fmla="*/ 514104 h 2400493"/>
              <a:gd name="connsiteX4593" fmla="*/ 1523792 w 2401758"/>
              <a:gd name="connsiteY4593" fmla="*/ 536426 h 2400493"/>
              <a:gd name="connsiteX4594" fmla="*/ 1510399 w 2401758"/>
              <a:gd name="connsiteY4594" fmla="*/ 530969 h 2400493"/>
              <a:gd name="connsiteX4595" fmla="*/ 1502958 w 2401758"/>
              <a:gd name="connsiteY4595" fmla="*/ 515096 h 2400493"/>
              <a:gd name="connsiteX4596" fmla="*/ 1507919 w 2401758"/>
              <a:gd name="connsiteY4596" fmla="*/ 501704 h 2400493"/>
              <a:gd name="connsiteX4597" fmla="*/ 1523295 w 2401758"/>
              <a:gd name="connsiteY4597" fmla="*/ 493767 h 2400493"/>
              <a:gd name="connsiteX4598" fmla="*/ 1456828 w 2401758"/>
              <a:gd name="connsiteY4598" fmla="*/ 493271 h 2400493"/>
              <a:gd name="connsiteX4599" fmla="*/ 1479149 w 2401758"/>
              <a:gd name="connsiteY4599" fmla="*/ 514104 h 2400493"/>
              <a:gd name="connsiteX4600" fmla="*/ 1458316 w 2401758"/>
              <a:gd name="connsiteY4600" fmla="*/ 536425 h 2400493"/>
              <a:gd name="connsiteX4601" fmla="*/ 1436491 w 2401758"/>
              <a:gd name="connsiteY4601" fmla="*/ 515096 h 2400493"/>
              <a:gd name="connsiteX4602" fmla="*/ 1456828 w 2401758"/>
              <a:gd name="connsiteY4602" fmla="*/ 493271 h 2400493"/>
              <a:gd name="connsiteX4603" fmla="*/ 1386888 w 2401758"/>
              <a:gd name="connsiteY4603" fmla="*/ 493271 h 2400493"/>
              <a:gd name="connsiteX4604" fmla="*/ 1409705 w 2401758"/>
              <a:gd name="connsiteY4604" fmla="*/ 514104 h 2400493"/>
              <a:gd name="connsiteX4605" fmla="*/ 1388376 w 2401758"/>
              <a:gd name="connsiteY4605" fmla="*/ 535929 h 2400493"/>
              <a:gd name="connsiteX4606" fmla="*/ 1366551 w 2401758"/>
              <a:gd name="connsiteY4606" fmla="*/ 514600 h 2400493"/>
              <a:gd name="connsiteX4607" fmla="*/ 1386888 w 2401758"/>
              <a:gd name="connsiteY4607" fmla="*/ 493271 h 2400493"/>
              <a:gd name="connsiteX4608" fmla="*/ 1322900 w 2401758"/>
              <a:gd name="connsiteY4608" fmla="*/ 490791 h 2400493"/>
              <a:gd name="connsiteX4609" fmla="*/ 1345717 w 2401758"/>
              <a:gd name="connsiteY4609" fmla="*/ 515096 h 2400493"/>
              <a:gd name="connsiteX4610" fmla="*/ 1320916 w 2401758"/>
              <a:gd name="connsiteY4610" fmla="*/ 538410 h 2400493"/>
              <a:gd name="connsiteX4611" fmla="*/ 1298099 w 2401758"/>
              <a:gd name="connsiteY4611" fmla="*/ 514104 h 2400493"/>
              <a:gd name="connsiteX4612" fmla="*/ 1322900 w 2401758"/>
              <a:gd name="connsiteY4612" fmla="*/ 490791 h 2400493"/>
              <a:gd name="connsiteX4613" fmla="*/ 1253953 w 2401758"/>
              <a:gd name="connsiteY4613" fmla="*/ 490791 h 2400493"/>
              <a:gd name="connsiteX4614" fmla="*/ 1278754 w 2401758"/>
              <a:gd name="connsiteY4614" fmla="*/ 514104 h 2400493"/>
              <a:gd name="connsiteX4615" fmla="*/ 1254945 w 2401758"/>
              <a:gd name="connsiteY4615" fmla="*/ 538410 h 2400493"/>
              <a:gd name="connsiteX4616" fmla="*/ 1231136 w 2401758"/>
              <a:gd name="connsiteY4616" fmla="*/ 515592 h 2400493"/>
              <a:gd name="connsiteX4617" fmla="*/ 1253953 w 2401758"/>
              <a:gd name="connsiteY4617" fmla="*/ 490791 h 2400493"/>
              <a:gd name="connsiteX4618" fmla="*/ 1186493 w 2401758"/>
              <a:gd name="connsiteY4618" fmla="*/ 490791 h 2400493"/>
              <a:gd name="connsiteX4619" fmla="*/ 1209807 w 2401758"/>
              <a:gd name="connsiteY4619" fmla="*/ 515096 h 2400493"/>
              <a:gd name="connsiteX4620" fmla="*/ 1203358 w 2401758"/>
              <a:gd name="connsiteY4620" fmla="*/ 531465 h 2400493"/>
              <a:gd name="connsiteX4621" fmla="*/ 1185005 w 2401758"/>
              <a:gd name="connsiteY4621" fmla="*/ 538410 h 2400493"/>
              <a:gd name="connsiteX4622" fmla="*/ 1162188 w 2401758"/>
              <a:gd name="connsiteY4622" fmla="*/ 514600 h 2400493"/>
              <a:gd name="connsiteX4623" fmla="*/ 1186493 w 2401758"/>
              <a:gd name="connsiteY4623" fmla="*/ 490791 h 2400493"/>
              <a:gd name="connsiteX4624" fmla="*/ 913186 w 2401758"/>
              <a:gd name="connsiteY4624" fmla="*/ 489303 h 2400493"/>
              <a:gd name="connsiteX4625" fmla="*/ 921619 w 2401758"/>
              <a:gd name="connsiteY4625" fmla="*/ 489303 h 2400493"/>
              <a:gd name="connsiteX4626" fmla="*/ 938980 w 2401758"/>
              <a:gd name="connsiteY4626" fmla="*/ 498231 h 2400493"/>
              <a:gd name="connsiteX4627" fmla="*/ 943444 w 2401758"/>
              <a:gd name="connsiteY4627" fmla="*/ 514104 h 2400493"/>
              <a:gd name="connsiteX4628" fmla="*/ 928563 w 2401758"/>
              <a:gd name="connsiteY4628" fmla="*/ 540393 h 2400493"/>
              <a:gd name="connsiteX4629" fmla="*/ 924099 w 2401758"/>
              <a:gd name="connsiteY4629" fmla="*/ 541385 h 2400493"/>
              <a:gd name="connsiteX4630" fmla="*/ 913682 w 2401758"/>
              <a:gd name="connsiteY4630" fmla="*/ 541385 h 2400493"/>
              <a:gd name="connsiteX4631" fmla="*/ 897809 w 2401758"/>
              <a:gd name="connsiteY4631" fmla="*/ 534441 h 2400493"/>
              <a:gd name="connsiteX4632" fmla="*/ 890865 w 2401758"/>
              <a:gd name="connsiteY4632" fmla="*/ 518568 h 2400493"/>
              <a:gd name="connsiteX4633" fmla="*/ 890865 w 2401758"/>
              <a:gd name="connsiteY4633" fmla="*/ 511624 h 2400493"/>
              <a:gd name="connsiteX4634" fmla="*/ 898306 w 2401758"/>
              <a:gd name="connsiteY4634" fmla="*/ 495751 h 2400493"/>
              <a:gd name="connsiteX4635" fmla="*/ 913186 w 2401758"/>
              <a:gd name="connsiteY4635" fmla="*/ 489303 h 2400493"/>
              <a:gd name="connsiteX4636" fmla="*/ 1053062 w 2401758"/>
              <a:gd name="connsiteY4636" fmla="*/ 488807 h 2400493"/>
              <a:gd name="connsiteX4637" fmla="*/ 1079352 w 2401758"/>
              <a:gd name="connsiteY4637" fmla="*/ 515592 h 2400493"/>
              <a:gd name="connsiteX4638" fmla="*/ 1053062 w 2401758"/>
              <a:gd name="connsiteY4638" fmla="*/ 540890 h 2400493"/>
              <a:gd name="connsiteX4639" fmla="*/ 1026778 w 2401758"/>
              <a:gd name="connsiteY4639" fmla="*/ 514104 h 2400493"/>
              <a:gd name="connsiteX4640" fmla="*/ 1053062 w 2401758"/>
              <a:gd name="connsiteY4640" fmla="*/ 488807 h 2400493"/>
              <a:gd name="connsiteX4641" fmla="*/ 987628 w 2401758"/>
              <a:gd name="connsiteY4641" fmla="*/ 488807 h 2400493"/>
              <a:gd name="connsiteX4642" fmla="*/ 1004987 w 2401758"/>
              <a:gd name="connsiteY4642" fmla="*/ 496743 h 2400493"/>
              <a:gd name="connsiteX4643" fmla="*/ 1012428 w 2401758"/>
              <a:gd name="connsiteY4643" fmla="*/ 516088 h 2400493"/>
              <a:gd name="connsiteX4644" fmla="*/ 985643 w 2401758"/>
              <a:gd name="connsiteY4644" fmla="*/ 541386 h 2400493"/>
              <a:gd name="connsiteX4645" fmla="*/ 967290 w 2401758"/>
              <a:gd name="connsiteY4645" fmla="*/ 533449 h 2400493"/>
              <a:gd name="connsiteX4646" fmla="*/ 959851 w 2401758"/>
              <a:gd name="connsiteY4646" fmla="*/ 514104 h 2400493"/>
              <a:gd name="connsiteX4647" fmla="*/ 987628 w 2401758"/>
              <a:gd name="connsiteY4647" fmla="*/ 488807 h 2400493"/>
              <a:gd name="connsiteX4648" fmla="*/ 1120025 w 2401758"/>
              <a:gd name="connsiteY4648" fmla="*/ 488311 h 2400493"/>
              <a:gd name="connsiteX4649" fmla="*/ 1138378 w 2401758"/>
              <a:gd name="connsiteY4649" fmla="*/ 496743 h 2400493"/>
              <a:gd name="connsiteX4650" fmla="*/ 1145819 w 2401758"/>
              <a:gd name="connsiteY4650" fmla="*/ 515096 h 2400493"/>
              <a:gd name="connsiteX4651" fmla="*/ 1137386 w 2401758"/>
              <a:gd name="connsiteY4651" fmla="*/ 532953 h 2400493"/>
              <a:gd name="connsiteX4652" fmla="*/ 1119529 w 2401758"/>
              <a:gd name="connsiteY4652" fmla="*/ 540890 h 2400493"/>
              <a:gd name="connsiteX4653" fmla="*/ 1100680 w 2401758"/>
              <a:gd name="connsiteY4653" fmla="*/ 532457 h 2400493"/>
              <a:gd name="connsiteX4654" fmla="*/ 1093240 w 2401758"/>
              <a:gd name="connsiteY4654" fmla="*/ 514104 h 2400493"/>
              <a:gd name="connsiteX4655" fmla="*/ 1101673 w 2401758"/>
              <a:gd name="connsiteY4655" fmla="*/ 496247 h 2400493"/>
              <a:gd name="connsiteX4656" fmla="*/ 1120025 w 2401758"/>
              <a:gd name="connsiteY4656" fmla="*/ 488311 h 2400493"/>
              <a:gd name="connsiteX4657" fmla="*/ 782266 w 2401758"/>
              <a:gd name="connsiteY4657" fmla="*/ 486327 h 2400493"/>
              <a:gd name="connsiteX4658" fmla="*/ 812028 w 2401758"/>
              <a:gd name="connsiteY4658" fmla="*/ 514601 h 2400493"/>
              <a:gd name="connsiteX4659" fmla="*/ 784251 w 2401758"/>
              <a:gd name="connsiteY4659" fmla="*/ 543370 h 2400493"/>
              <a:gd name="connsiteX4660" fmla="*/ 754983 w 2401758"/>
              <a:gd name="connsiteY4660" fmla="*/ 515593 h 2400493"/>
              <a:gd name="connsiteX4661" fmla="*/ 782266 w 2401758"/>
              <a:gd name="connsiteY4661" fmla="*/ 486327 h 2400493"/>
              <a:gd name="connsiteX4662" fmla="*/ 648321 w 2401758"/>
              <a:gd name="connsiteY4662" fmla="*/ 486327 h 2400493"/>
              <a:gd name="connsiteX4663" fmla="*/ 669153 w 2401758"/>
              <a:gd name="connsiteY4663" fmla="*/ 493767 h 2400493"/>
              <a:gd name="connsiteX4664" fmla="*/ 677089 w 2401758"/>
              <a:gd name="connsiteY4664" fmla="*/ 515592 h 2400493"/>
              <a:gd name="connsiteX4665" fmla="*/ 669153 w 2401758"/>
              <a:gd name="connsiteY4665" fmla="*/ 535929 h 2400493"/>
              <a:gd name="connsiteX4666" fmla="*/ 647328 w 2401758"/>
              <a:gd name="connsiteY4666" fmla="*/ 543370 h 2400493"/>
              <a:gd name="connsiteX4667" fmla="*/ 627983 w 2401758"/>
              <a:gd name="connsiteY4667" fmla="*/ 535929 h 2400493"/>
              <a:gd name="connsiteX4668" fmla="*/ 620047 w 2401758"/>
              <a:gd name="connsiteY4668" fmla="*/ 514104 h 2400493"/>
              <a:gd name="connsiteX4669" fmla="*/ 627983 w 2401758"/>
              <a:gd name="connsiteY4669" fmla="*/ 493767 h 2400493"/>
              <a:gd name="connsiteX4670" fmla="*/ 648321 w 2401758"/>
              <a:gd name="connsiteY4670" fmla="*/ 486327 h 2400493"/>
              <a:gd name="connsiteX4671" fmla="*/ 851678 w 2401758"/>
              <a:gd name="connsiteY4671" fmla="*/ 486326 h 2400493"/>
              <a:gd name="connsiteX4672" fmla="*/ 872511 w 2401758"/>
              <a:gd name="connsiteY4672" fmla="*/ 496743 h 2400493"/>
              <a:gd name="connsiteX4673" fmla="*/ 879455 w 2401758"/>
              <a:gd name="connsiteY4673" fmla="*/ 515096 h 2400493"/>
              <a:gd name="connsiteX4674" fmla="*/ 869039 w 2401758"/>
              <a:gd name="connsiteY4674" fmla="*/ 535929 h 2400493"/>
              <a:gd name="connsiteX4675" fmla="*/ 850189 w 2401758"/>
              <a:gd name="connsiteY4675" fmla="*/ 543865 h 2400493"/>
              <a:gd name="connsiteX4676" fmla="*/ 830348 w 2401758"/>
              <a:gd name="connsiteY4676" fmla="*/ 533945 h 2400493"/>
              <a:gd name="connsiteX4677" fmla="*/ 822412 w 2401758"/>
              <a:gd name="connsiteY4677" fmla="*/ 514600 h 2400493"/>
              <a:gd name="connsiteX4678" fmla="*/ 832333 w 2401758"/>
              <a:gd name="connsiteY4678" fmla="*/ 493767 h 2400493"/>
              <a:gd name="connsiteX4679" fmla="*/ 851678 w 2401758"/>
              <a:gd name="connsiteY4679" fmla="*/ 486326 h 2400493"/>
              <a:gd name="connsiteX4680" fmla="*/ 714317 w 2401758"/>
              <a:gd name="connsiteY4680" fmla="*/ 486326 h 2400493"/>
              <a:gd name="connsiteX4681" fmla="*/ 743580 w 2401758"/>
              <a:gd name="connsiteY4681" fmla="*/ 514104 h 2400493"/>
              <a:gd name="connsiteX4682" fmla="*/ 714813 w 2401758"/>
              <a:gd name="connsiteY4682" fmla="*/ 543865 h 2400493"/>
              <a:gd name="connsiteX4683" fmla="*/ 685550 w 2401758"/>
              <a:gd name="connsiteY4683" fmla="*/ 514600 h 2400493"/>
              <a:gd name="connsiteX4684" fmla="*/ 714317 w 2401758"/>
              <a:gd name="connsiteY4684" fmla="*/ 486326 h 2400493"/>
              <a:gd name="connsiteX4685" fmla="*/ 581888 w 2401758"/>
              <a:gd name="connsiteY4685" fmla="*/ 484342 h 2400493"/>
              <a:gd name="connsiteX4686" fmla="*/ 605203 w 2401758"/>
              <a:gd name="connsiteY4686" fmla="*/ 496743 h 2400493"/>
              <a:gd name="connsiteX4687" fmla="*/ 612148 w 2401758"/>
              <a:gd name="connsiteY4687" fmla="*/ 514600 h 2400493"/>
              <a:gd name="connsiteX4688" fmla="*/ 601731 w 2401758"/>
              <a:gd name="connsiteY4688" fmla="*/ 536921 h 2400493"/>
              <a:gd name="connsiteX4689" fmla="*/ 581392 w 2401758"/>
              <a:gd name="connsiteY4689" fmla="*/ 545850 h 2400493"/>
              <a:gd name="connsiteX4690" fmla="*/ 558076 w 2401758"/>
              <a:gd name="connsiteY4690" fmla="*/ 533449 h 2400493"/>
              <a:gd name="connsiteX4691" fmla="*/ 550636 w 2401758"/>
              <a:gd name="connsiteY4691" fmla="*/ 514104 h 2400493"/>
              <a:gd name="connsiteX4692" fmla="*/ 556092 w 2401758"/>
              <a:gd name="connsiteY4692" fmla="*/ 498727 h 2400493"/>
              <a:gd name="connsiteX4693" fmla="*/ 569487 w 2401758"/>
              <a:gd name="connsiteY4693" fmla="*/ 487815 h 2400493"/>
              <a:gd name="connsiteX4694" fmla="*/ 581888 w 2401758"/>
              <a:gd name="connsiteY4694" fmla="*/ 484342 h 2400493"/>
              <a:gd name="connsiteX4695" fmla="*/ 514409 w 2401758"/>
              <a:gd name="connsiteY4695" fmla="*/ 483908 h 2400493"/>
              <a:gd name="connsiteX4696" fmla="*/ 532267 w 2401758"/>
              <a:gd name="connsiteY4696" fmla="*/ 490791 h 2400493"/>
              <a:gd name="connsiteX4697" fmla="*/ 538219 w 2401758"/>
              <a:gd name="connsiteY4697" fmla="*/ 496743 h 2400493"/>
              <a:gd name="connsiteX4698" fmla="*/ 545661 w 2401758"/>
              <a:gd name="connsiteY4698" fmla="*/ 516584 h 2400493"/>
              <a:gd name="connsiteX4699" fmla="*/ 538715 w 2401758"/>
              <a:gd name="connsiteY4699" fmla="*/ 532457 h 2400493"/>
              <a:gd name="connsiteX4700" fmla="*/ 532763 w 2401758"/>
              <a:gd name="connsiteY4700" fmla="*/ 538409 h 2400493"/>
              <a:gd name="connsiteX4701" fmla="*/ 496054 w 2401758"/>
              <a:gd name="connsiteY4701" fmla="*/ 538409 h 2400493"/>
              <a:gd name="connsiteX4702" fmla="*/ 484148 w 2401758"/>
              <a:gd name="connsiteY4702" fmla="*/ 522040 h 2400493"/>
              <a:gd name="connsiteX4703" fmla="*/ 490102 w 2401758"/>
              <a:gd name="connsiteY4703" fmla="*/ 497735 h 2400493"/>
              <a:gd name="connsiteX4704" fmla="*/ 496551 w 2401758"/>
              <a:gd name="connsiteY4704" fmla="*/ 490791 h 2400493"/>
              <a:gd name="connsiteX4705" fmla="*/ 514409 w 2401758"/>
              <a:gd name="connsiteY4705" fmla="*/ 483908 h 2400493"/>
              <a:gd name="connsiteX4706" fmla="*/ 44649 w 2401758"/>
              <a:gd name="connsiteY4706" fmla="*/ 483847 h 2400493"/>
              <a:gd name="connsiteX4707" fmla="*/ 65978 w 2401758"/>
              <a:gd name="connsiteY4707" fmla="*/ 492775 h 2400493"/>
              <a:gd name="connsiteX4708" fmla="*/ 74906 w 2401758"/>
              <a:gd name="connsiteY4708" fmla="*/ 515592 h 2400493"/>
              <a:gd name="connsiteX4709" fmla="*/ 65978 w 2401758"/>
              <a:gd name="connsiteY4709" fmla="*/ 536921 h 2400493"/>
              <a:gd name="connsiteX4710" fmla="*/ 43161 w 2401758"/>
              <a:gd name="connsiteY4710" fmla="*/ 545850 h 2400493"/>
              <a:gd name="connsiteX4711" fmla="*/ 21831 w 2401758"/>
              <a:gd name="connsiteY4711" fmla="*/ 536921 h 2400493"/>
              <a:gd name="connsiteX4712" fmla="*/ 12903 w 2401758"/>
              <a:gd name="connsiteY4712" fmla="*/ 513112 h 2400493"/>
              <a:gd name="connsiteX4713" fmla="*/ 22328 w 2401758"/>
              <a:gd name="connsiteY4713" fmla="*/ 491783 h 2400493"/>
              <a:gd name="connsiteX4714" fmla="*/ 44649 w 2401758"/>
              <a:gd name="connsiteY4714" fmla="*/ 483847 h 2400493"/>
              <a:gd name="connsiteX4715" fmla="*/ 446457 w 2401758"/>
              <a:gd name="connsiteY4715" fmla="*/ 483846 h 2400493"/>
              <a:gd name="connsiteX4716" fmla="*/ 466796 w 2401758"/>
              <a:gd name="connsiteY4716" fmla="*/ 492278 h 2400493"/>
              <a:gd name="connsiteX4717" fmla="*/ 476221 w 2401758"/>
              <a:gd name="connsiteY4717" fmla="*/ 514600 h 2400493"/>
              <a:gd name="connsiteX4718" fmla="*/ 467788 w 2401758"/>
              <a:gd name="connsiteY4718" fmla="*/ 536921 h 2400493"/>
              <a:gd name="connsiteX4719" fmla="*/ 446457 w 2401758"/>
              <a:gd name="connsiteY4719" fmla="*/ 545849 h 2400493"/>
              <a:gd name="connsiteX4720" fmla="*/ 414709 w 2401758"/>
              <a:gd name="connsiteY4720" fmla="*/ 515096 h 2400493"/>
              <a:gd name="connsiteX4721" fmla="*/ 446457 w 2401758"/>
              <a:gd name="connsiteY4721" fmla="*/ 483846 h 2400493"/>
              <a:gd name="connsiteX4722" fmla="*/ 177594 w 2401758"/>
              <a:gd name="connsiteY4722" fmla="*/ 483846 h 2400493"/>
              <a:gd name="connsiteX4723" fmla="*/ 198923 w 2401758"/>
              <a:gd name="connsiteY4723" fmla="*/ 493271 h 2400493"/>
              <a:gd name="connsiteX4724" fmla="*/ 207355 w 2401758"/>
              <a:gd name="connsiteY4724" fmla="*/ 514600 h 2400493"/>
              <a:gd name="connsiteX4725" fmla="*/ 198427 w 2401758"/>
              <a:gd name="connsiteY4725" fmla="*/ 537417 h 2400493"/>
              <a:gd name="connsiteX4726" fmla="*/ 175609 w 2401758"/>
              <a:gd name="connsiteY4726" fmla="*/ 546345 h 2400493"/>
              <a:gd name="connsiteX4727" fmla="*/ 154280 w 2401758"/>
              <a:gd name="connsiteY4727" fmla="*/ 537417 h 2400493"/>
              <a:gd name="connsiteX4728" fmla="*/ 145352 w 2401758"/>
              <a:gd name="connsiteY4728" fmla="*/ 514600 h 2400493"/>
              <a:gd name="connsiteX4729" fmla="*/ 154776 w 2401758"/>
              <a:gd name="connsiteY4729" fmla="*/ 492278 h 2400493"/>
              <a:gd name="connsiteX4730" fmla="*/ 177594 w 2401758"/>
              <a:gd name="connsiteY4730" fmla="*/ 483846 h 2400493"/>
              <a:gd name="connsiteX4731" fmla="*/ 111632 w 2401758"/>
              <a:gd name="connsiteY4731" fmla="*/ 483846 h 2400493"/>
              <a:gd name="connsiteX4732" fmla="*/ 132961 w 2401758"/>
              <a:gd name="connsiteY4732" fmla="*/ 493271 h 2400493"/>
              <a:gd name="connsiteX4733" fmla="*/ 140897 w 2401758"/>
              <a:gd name="connsiteY4733" fmla="*/ 514600 h 2400493"/>
              <a:gd name="connsiteX4734" fmla="*/ 132465 w 2401758"/>
              <a:gd name="connsiteY4734" fmla="*/ 537417 h 2400493"/>
              <a:gd name="connsiteX4735" fmla="*/ 109648 w 2401758"/>
              <a:gd name="connsiteY4735" fmla="*/ 546345 h 2400493"/>
              <a:gd name="connsiteX4736" fmla="*/ 88318 w 2401758"/>
              <a:gd name="connsiteY4736" fmla="*/ 537417 h 2400493"/>
              <a:gd name="connsiteX4737" fmla="*/ 79390 w 2401758"/>
              <a:gd name="connsiteY4737" fmla="*/ 514600 h 2400493"/>
              <a:gd name="connsiteX4738" fmla="*/ 88815 w 2401758"/>
              <a:gd name="connsiteY4738" fmla="*/ 492278 h 2400493"/>
              <a:gd name="connsiteX4739" fmla="*/ 111632 w 2401758"/>
              <a:gd name="connsiteY4739" fmla="*/ 483846 h 2400493"/>
              <a:gd name="connsiteX4740" fmla="*/ 378990 w 2401758"/>
              <a:gd name="connsiteY4740" fmla="*/ 483350 h 2400493"/>
              <a:gd name="connsiteX4741" fmla="*/ 409745 w 2401758"/>
              <a:gd name="connsiteY4741" fmla="*/ 514600 h 2400493"/>
              <a:gd name="connsiteX4742" fmla="*/ 378990 w 2401758"/>
              <a:gd name="connsiteY4742" fmla="*/ 545849 h 2400493"/>
              <a:gd name="connsiteX4743" fmla="*/ 347242 w 2401758"/>
              <a:gd name="connsiteY4743" fmla="*/ 514104 h 2400493"/>
              <a:gd name="connsiteX4744" fmla="*/ 378990 w 2401758"/>
              <a:gd name="connsiteY4744" fmla="*/ 483350 h 2400493"/>
              <a:gd name="connsiteX4745" fmla="*/ 312525 w 2401758"/>
              <a:gd name="connsiteY4745" fmla="*/ 483350 h 2400493"/>
              <a:gd name="connsiteX4746" fmla="*/ 343280 w 2401758"/>
              <a:gd name="connsiteY4746" fmla="*/ 514600 h 2400493"/>
              <a:gd name="connsiteX4747" fmla="*/ 312525 w 2401758"/>
              <a:gd name="connsiteY4747" fmla="*/ 545849 h 2400493"/>
              <a:gd name="connsiteX4748" fmla="*/ 280779 w 2401758"/>
              <a:gd name="connsiteY4748" fmla="*/ 514104 h 2400493"/>
              <a:gd name="connsiteX4749" fmla="*/ 312525 w 2401758"/>
              <a:gd name="connsiteY4749" fmla="*/ 483350 h 2400493"/>
              <a:gd name="connsiteX4750" fmla="*/ 244548 w 2401758"/>
              <a:gd name="connsiteY4750" fmla="*/ 483350 h 2400493"/>
              <a:gd name="connsiteX4751" fmla="*/ 265877 w 2401758"/>
              <a:gd name="connsiteY4751" fmla="*/ 492278 h 2400493"/>
              <a:gd name="connsiteX4752" fmla="*/ 273813 w 2401758"/>
              <a:gd name="connsiteY4752" fmla="*/ 514600 h 2400493"/>
              <a:gd name="connsiteX4753" fmla="*/ 264885 w 2401758"/>
              <a:gd name="connsiteY4753" fmla="*/ 537417 h 2400493"/>
              <a:gd name="connsiteX4754" fmla="*/ 242068 w 2401758"/>
              <a:gd name="connsiteY4754" fmla="*/ 545849 h 2400493"/>
              <a:gd name="connsiteX4755" fmla="*/ 220738 w 2401758"/>
              <a:gd name="connsiteY4755" fmla="*/ 536425 h 2400493"/>
              <a:gd name="connsiteX4756" fmla="*/ 212306 w 2401758"/>
              <a:gd name="connsiteY4756" fmla="*/ 513608 h 2400493"/>
              <a:gd name="connsiteX4757" fmla="*/ 221731 w 2401758"/>
              <a:gd name="connsiteY4757" fmla="*/ 492278 h 2400493"/>
              <a:gd name="connsiteX4758" fmla="*/ 244548 w 2401758"/>
              <a:gd name="connsiteY4758" fmla="*/ 483350 h 2400493"/>
              <a:gd name="connsiteX4759" fmla="*/ 2331323 w 2401758"/>
              <a:gd name="connsiteY4759" fmla="*/ 441188 h 2400493"/>
              <a:gd name="connsiteX4760" fmla="*/ 2337275 w 2401758"/>
              <a:gd name="connsiteY4760" fmla="*/ 445652 h 2400493"/>
              <a:gd name="connsiteX4761" fmla="*/ 2331819 w 2401758"/>
              <a:gd name="connsiteY4761" fmla="*/ 450613 h 2400493"/>
              <a:gd name="connsiteX4762" fmla="*/ 2326859 w 2401758"/>
              <a:gd name="connsiteY4762" fmla="*/ 445652 h 2400493"/>
              <a:gd name="connsiteX4763" fmla="*/ 2331323 w 2401758"/>
              <a:gd name="connsiteY4763" fmla="*/ 441188 h 2400493"/>
              <a:gd name="connsiteX4764" fmla="*/ 2264855 w 2401758"/>
              <a:gd name="connsiteY4764" fmla="*/ 439204 h 2400493"/>
              <a:gd name="connsiteX4765" fmla="*/ 2273287 w 2401758"/>
              <a:gd name="connsiteY4765" fmla="*/ 445652 h 2400493"/>
              <a:gd name="connsiteX4766" fmla="*/ 2265351 w 2401758"/>
              <a:gd name="connsiteY4766" fmla="*/ 453093 h 2400493"/>
              <a:gd name="connsiteX4767" fmla="*/ 2257911 w 2401758"/>
              <a:gd name="connsiteY4767" fmla="*/ 445652 h 2400493"/>
              <a:gd name="connsiteX4768" fmla="*/ 2264855 w 2401758"/>
              <a:gd name="connsiteY4768" fmla="*/ 439204 h 2400493"/>
              <a:gd name="connsiteX4769" fmla="*/ 2198388 w 2401758"/>
              <a:gd name="connsiteY4769" fmla="*/ 436228 h 2400493"/>
              <a:gd name="connsiteX4770" fmla="*/ 2207316 w 2401758"/>
              <a:gd name="connsiteY4770" fmla="*/ 446149 h 2400493"/>
              <a:gd name="connsiteX4771" fmla="*/ 2197891 w 2401758"/>
              <a:gd name="connsiteY4771" fmla="*/ 455573 h 2400493"/>
              <a:gd name="connsiteX4772" fmla="*/ 2188467 w 2401758"/>
              <a:gd name="connsiteY4772" fmla="*/ 446149 h 2400493"/>
              <a:gd name="connsiteX4773" fmla="*/ 2198388 w 2401758"/>
              <a:gd name="connsiteY4773" fmla="*/ 436228 h 2400493"/>
              <a:gd name="connsiteX4774" fmla="*/ 2128944 w 2401758"/>
              <a:gd name="connsiteY4774" fmla="*/ 433748 h 2400493"/>
              <a:gd name="connsiteX4775" fmla="*/ 2140848 w 2401758"/>
              <a:gd name="connsiteY4775" fmla="*/ 445653 h 2400493"/>
              <a:gd name="connsiteX4776" fmla="*/ 2128944 w 2401758"/>
              <a:gd name="connsiteY4776" fmla="*/ 457557 h 2400493"/>
              <a:gd name="connsiteX4777" fmla="*/ 2117039 w 2401758"/>
              <a:gd name="connsiteY4777" fmla="*/ 445653 h 2400493"/>
              <a:gd name="connsiteX4778" fmla="*/ 2128944 w 2401758"/>
              <a:gd name="connsiteY4778" fmla="*/ 433748 h 2400493"/>
              <a:gd name="connsiteX4779" fmla="*/ 2061485 w 2401758"/>
              <a:gd name="connsiteY4779" fmla="*/ 433748 h 2400493"/>
              <a:gd name="connsiteX4780" fmla="*/ 2074381 w 2401758"/>
              <a:gd name="connsiteY4780" fmla="*/ 445653 h 2400493"/>
              <a:gd name="connsiteX4781" fmla="*/ 2062973 w 2401758"/>
              <a:gd name="connsiteY4781" fmla="*/ 457557 h 2400493"/>
              <a:gd name="connsiteX4782" fmla="*/ 2050572 w 2401758"/>
              <a:gd name="connsiteY4782" fmla="*/ 446149 h 2400493"/>
              <a:gd name="connsiteX4783" fmla="*/ 2061485 w 2401758"/>
              <a:gd name="connsiteY4783" fmla="*/ 433748 h 2400493"/>
              <a:gd name="connsiteX4784" fmla="*/ 1996009 w 2401758"/>
              <a:gd name="connsiteY4784" fmla="*/ 431764 h 2400493"/>
              <a:gd name="connsiteX4785" fmla="*/ 2009898 w 2401758"/>
              <a:gd name="connsiteY4785" fmla="*/ 446149 h 2400493"/>
              <a:gd name="connsiteX4786" fmla="*/ 1995513 w 2401758"/>
              <a:gd name="connsiteY4786" fmla="*/ 460038 h 2400493"/>
              <a:gd name="connsiteX4787" fmla="*/ 1981624 w 2401758"/>
              <a:gd name="connsiteY4787" fmla="*/ 445653 h 2400493"/>
              <a:gd name="connsiteX4788" fmla="*/ 1996009 w 2401758"/>
              <a:gd name="connsiteY4788" fmla="*/ 431764 h 2400493"/>
              <a:gd name="connsiteX4789" fmla="*/ 1929045 w 2401758"/>
              <a:gd name="connsiteY4789" fmla="*/ 431268 h 2400493"/>
              <a:gd name="connsiteX4790" fmla="*/ 1943429 w 2401758"/>
              <a:gd name="connsiteY4790" fmla="*/ 445157 h 2400493"/>
              <a:gd name="connsiteX4791" fmla="*/ 1930037 w 2401758"/>
              <a:gd name="connsiteY4791" fmla="*/ 460038 h 2400493"/>
              <a:gd name="connsiteX4792" fmla="*/ 1915156 w 2401758"/>
              <a:gd name="connsiteY4792" fmla="*/ 445653 h 2400493"/>
              <a:gd name="connsiteX4793" fmla="*/ 1929045 w 2401758"/>
              <a:gd name="connsiteY4793" fmla="*/ 431268 h 2400493"/>
              <a:gd name="connsiteX4794" fmla="*/ 1793630 w 2401758"/>
              <a:gd name="connsiteY4794" fmla="*/ 429284 h 2400493"/>
              <a:gd name="connsiteX4795" fmla="*/ 1809999 w 2401758"/>
              <a:gd name="connsiteY4795" fmla="*/ 446149 h 2400493"/>
              <a:gd name="connsiteX4796" fmla="*/ 1793134 w 2401758"/>
              <a:gd name="connsiteY4796" fmla="*/ 462518 h 2400493"/>
              <a:gd name="connsiteX4797" fmla="*/ 1776765 w 2401758"/>
              <a:gd name="connsiteY4797" fmla="*/ 445653 h 2400493"/>
              <a:gd name="connsiteX4798" fmla="*/ 1793630 w 2401758"/>
              <a:gd name="connsiteY4798" fmla="*/ 429284 h 2400493"/>
              <a:gd name="connsiteX4799" fmla="*/ 1492 w 2401758"/>
              <a:gd name="connsiteY4799" fmla="*/ 429284 h 2400493"/>
              <a:gd name="connsiteX4800" fmla="*/ 2980 w 2401758"/>
              <a:gd name="connsiteY4800" fmla="*/ 430772 h 2400493"/>
              <a:gd name="connsiteX4801" fmla="*/ 7444 w 2401758"/>
              <a:gd name="connsiteY4801" fmla="*/ 445653 h 2400493"/>
              <a:gd name="connsiteX4802" fmla="*/ 3972 w 2401758"/>
              <a:gd name="connsiteY4802" fmla="*/ 458054 h 2400493"/>
              <a:gd name="connsiteX4803" fmla="*/ 2484 w 2401758"/>
              <a:gd name="connsiteY4803" fmla="*/ 462022 h 2400493"/>
              <a:gd name="connsiteX4804" fmla="*/ 996 w 2401758"/>
              <a:gd name="connsiteY4804" fmla="*/ 457061 h 2400493"/>
              <a:gd name="connsiteX4805" fmla="*/ 500 w 2401758"/>
              <a:gd name="connsiteY4805" fmla="*/ 445653 h 2400493"/>
              <a:gd name="connsiteX4806" fmla="*/ 500 w 2401758"/>
              <a:gd name="connsiteY4806" fmla="*/ 431268 h 2400493"/>
              <a:gd name="connsiteX4807" fmla="*/ 1492 w 2401758"/>
              <a:gd name="connsiteY4807" fmla="*/ 429284 h 2400493"/>
              <a:gd name="connsiteX4808" fmla="*/ 1858610 w 2401758"/>
              <a:gd name="connsiteY4808" fmla="*/ 429283 h 2400493"/>
              <a:gd name="connsiteX4809" fmla="*/ 1876467 w 2401758"/>
              <a:gd name="connsiteY4809" fmla="*/ 445156 h 2400493"/>
              <a:gd name="connsiteX4810" fmla="*/ 1860594 w 2401758"/>
              <a:gd name="connsiteY4810" fmla="*/ 462517 h 2400493"/>
              <a:gd name="connsiteX4811" fmla="*/ 1843233 w 2401758"/>
              <a:gd name="connsiteY4811" fmla="*/ 446148 h 2400493"/>
              <a:gd name="connsiteX4812" fmla="*/ 1858610 w 2401758"/>
              <a:gd name="connsiteY4812" fmla="*/ 429283 h 2400493"/>
              <a:gd name="connsiteX4813" fmla="*/ 1656726 w 2401758"/>
              <a:gd name="connsiteY4813" fmla="*/ 427299 h 2400493"/>
              <a:gd name="connsiteX4814" fmla="*/ 1676567 w 2401758"/>
              <a:gd name="connsiteY4814" fmla="*/ 445652 h 2400493"/>
              <a:gd name="connsiteX4815" fmla="*/ 1657718 w 2401758"/>
              <a:gd name="connsiteY4815" fmla="*/ 464997 h 2400493"/>
              <a:gd name="connsiteX4816" fmla="*/ 1638373 w 2401758"/>
              <a:gd name="connsiteY4816" fmla="*/ 446148 h 2400493"/>
              <a:gd name="connsiteX4817" fmla="*/ 1656726 w 2401758"/>
              <a:gd name="connsiteY4817" fmla="*/ 427299 h 2400493"/>
              <a:gd name="connsiteX4818" fmla="*/ 1726666 w 2401758"/>
              <a:gd name="connsiteY4818" fmla="*/ 426803 h 2400493"/>
              <a:gd name="connsiteX4819" fmla="*/ 1745515 w 2401758"/>
              <a:gd name="connsiteY4819" fmla="*/ 446148 h 2400493"/>
              <a:gd name="connsiteX4820" fmla="*/ 1726170 w 2401758"/>
              <a:gd name="connsiteY4820" fmla="*/ 464997 h 2400493"/>
              <a:gd name="connsiteX4821" fmla="*/ 1707817 w 2401758"/>
              <a:gd name="connsiteY4821" fmla="*/ 445156 h 2400493"/>
              <a:gd name="connsiteX4822" fmla="*/ 1726666 w 2401758"/>
              <a:gd name="connsiteY4822" fmla="*/ 426803 h 2400493"/>
              <a:gd name="connsiteX4823" fmla="*/ 1589763 w 2401758"/>
              <a:gd name="connsiteY4823" fmla="*/ 424323 h 2400493"/>
              <a:gd name="connsiteX4824" fmla="*/ 1604644 w 2401758"/>
              <a:gd name="connsiteY4824" fmla="*/ 430275 h 2400493"/>
              <a:gd name="connsiteX4825" fmla="*/ 1612580 w 2401758"/>
              <a:gd name="connsiteY4825" fmla="*/ 445652 h 2400493"/>
              <a:gd name="connsiteX4826" fmla="*/ 1605636 w 2401758"/>
              <a:gd name="connsiteY4826" fmla="*/ 460037 h 2400493"/>
              <a:gd name="connsiteX4827" fmla="*/ 1591251 w 2401758"/>
              <a:gd name="connsiteY4827" fmla="*/ 466485 h 2400493"/>
              <a:gd name="connsiteX4828" fmla="*/ 1576370 w 2401758"/>
              <a:gd name="connsiteY4828" fmla="*/ 460037 h 2400493"/>
              <a:gd name="connsiteX4829" fmla="*/ 1569922 w 2401758"/>
              <a:gd name="connsiteY4829" fmla="*/ 445156 h 2400493"/>
              <a:gd name="connsiteX4830" fmla="*/ 1575378 w 2401758"/>
              <a:gd name="connsiteY4830" fmla="*/ 431267 h 2400493"/>
              <a:gd name="connsiteX4831" fmla="*/ 1589763 w 2401758"/>
              <a:gd name="connsiteY4831" fmla="*/ 424323 h 2400493"/>
              <a:gd name="connsiteX4832" fmla="*/ 1524783 w 2401758"/>
              <a:gd name="connsiteY4832" fmla="*/ 424323 h 2400493"/>
              <a:gd name="connsiteX4833" fmla="*/ 1545616 w 2401758"/>
              <a:gd name="connsiteY4833" fmla="*/ 446644 h 2400493"/>
              <a:gd name="connsiteX4834" fmla="*/ 1523295 w 2401758"/>
              <a:gd name="connsiteY4834" fmla="*/ 467477 h 2400493"/>
              <a:gd name="connsiteX4835" fmla="*/ 1502958 w 2401758"/>
              <a:gd name="connsiteY4835" fmla="*/ 446148 h 2400493"/>
              <a:gd name="connsiteX4836" fmla="*/ 1524783 w 2401758"/>
              <a:gd name="connsiteY4836" fmla="*/ 424323 h 2400493"/>
              <a:gd name="connsiteX4837" fmla="*/ 1456828 w 2401758"/>
              <a:gd name="connsiteY4837" fmla="*/ 423332 h 2400493"/>
              <a:gd name="connsiteX4838" fmla="*/ 1473196 w 2401758"/>
              <a:gd name="connsiteY4838" fmla="*/ 429780 h 2400493"/>
              <a:gd name="connsiteX4839" fmla="*/ 1478653 w 2401758"/>
              <a:gd name="connsiteY4839" fmla="*/ 445157 h 2400493"/>
              <a:gd name="connsiteX4840" fmla="*/ 1473692 w 2401758"/>
              <a:gd name="connsiteY4840" fmla="*/ 460534 h 2400493"/>
              <a:gd name="connsiteX4841" fmla="*/ 1457323 w 2401758"/>
              <a:gd name="connsiteY4841" fmla="*/ 466982 h 2400493"/>
              <a:gd name="connsiteX4842" fmla="*/ 1440955 w 2401758"/>
              <a:gd name="connsiteY4842" fmla="*/ 460534 h 2400493"/>
              <a:gd name="connsiteX4843" fmla="*/ 1435498 w 2401758"/>
              <a:gd name="connsiteY4843" fmla="*/ 445157 h 2400493"/>
              <a:gd name="connsiteX4844" fmla="*/ 1441451 w 2401758"/>
              <a:gd name="connsiteY4844" fmla="*/ 429780 h 2400493"/>
              <a:gd name="connsiteX4845" fmla="*/ 1456828 w 2401758"/>
              <a:gd name="connsiteY4845" fmla="*/ 423332 h 2400493"/>
              <a:gd name="connsiteX4846" fmla="*/ 1388872 w 2401758"/>
              <a:gd name="connsiteY4846" fmla="*/ 422835 h 2400493"/>
              <a:gd name="connsiteX4847" fmla="*/ 1405737 w 2401758"/>
              <a:gd name="connsiteY4847" fmla="*/ 430772 h 2400493"/>
              <a:gd name="connsiteX4848" fmla="*/ 1412681 w 2401758"/>
              <a:gd name="connsiteY4848" fmla="*/ 446645 h 2400493"/>
              <a:gd name="connsiteX4849" fmla="*/ 1403753 w 2401758"/>
              <a:gd name="connsiteY4849" fmla="*/ 463014 h 2400493"/>
              <a:gd name="connsiteX4850" fmla="*/ 1388872 w 2401758"/>
              <a:gd name="connsiteY4850" fmla="*/ 469958 h 2400493"/>
              <a:gd name="connsiteX4851" fmla="*/ 1372007 w 2401758"/>
              <a:gd name="connsiteY4851" fmla="*/ 461525 h 2400493"/>
              <a:gd name="connsiteX4852" fmla="*/ 1365063 w 2401758"/>
              <a:gd name="connsiteY4852" fmla="*/ 445653 h 2400493"/>
              <a:gd name="connsiteX4853" fmla="*/ 1373991 w 2401758"/>
              <a:gd name="connsiteY4853" fmla="*/ 429284 h 2400493"/>
              <a:gd name="connsiteX4854" fmla="*/ 1388872 w 2401758"/>
              <a:gd name="connsiteY4854" fmla="*/ 422835 h 2400493"/>
              <a:gd name="connsiteX4855" fmla="*/ 1321908 w 2401758"/>
              <a:gd name="connsiteY4855" fmla="*/ 421843 h 2400493"/>
              <a:gd name="connsiteX4856" fmla="*/ 1345717 w 2401758"/>
              <a:gd name="connsiteY4856" fmla="*/ 446148 h 2400493"/>
              <a:gd name="connsiteX4857" fmla="*/ 1321908 w 2401758"/>
              <a:gd name="connsiteY4857" fmla="*/ 469462 h 2400493"/>
              <a:gd name="connsiteX4858" fmla="*/ 1298099 w 2401758"/>
              <a:gd name="connsiteY4858" fmla="*/ 445156 h 2400493"/>
              <a:gd name="connsiteX4859" fmla="*/ 1321908 w 2401758"/>
              <a:gd name="connsiteY4859" fmla="*/ 421843 h 2400493"/>
              <a:gd name="connsiteX4860" fmla="*/ 1254449 w 2401758"/>
              <a:gd name="connsiteY4860" fmla="*/ 421843 h 2400493"/>
              <a:gd name="connsiteX4861" fmla="*/ 1278755 w 2401758"/>
              <a:gd name="connsiteY4861" fmla="*/ 445652 h 2400493"/>
              <a:gd name="connsiteX4862" fmla="*/ 1254945 w 2401758"/>
              <a:gd name="connsiteY4862" fmla="*/ 469462 h 2400493"/>
              <a:gd name="connsiteX4863" fmla="*/ 1231136 w 2401758"/>
              <a:gd name="connsiteY4863" fmla="*/ 445156 h 2400493"/>
              <a:gd name="connsiteX4864" fmla="*/ 1254449 w 2401758"/>
              <a:gd name="connsiteY4864" fmla="*/ 421843 h 2400493"/>
              <a:gd name="connsiteX4865" fmla="*/ 1186989 w 2401758"/>
              <a:gd name="connsiteY4865" fmla="*/ 419363 h 2400493"/>
              <a:gd name="connsiteX4866" fmla="*/ 1205838 w 2401758"/>
              <a:gd name="connsiteY4866" fmla="*/ 430772 h 2400493"/>
              <a:gd name="connsiteX4867" fmla="*/ 1212287 w 2401758"/>
              <a:gd name="connsiteY4867" fmla="*/ 445652 h 2400493"/>
              <a:gd name="connsiteX4868" fmla="*/ 1201870 w 2401758"/>
              <a:gd name="connsiteY4868" fmla="*/ 464501 h 2400493"/>
              <a:gd name="connsiteX4869" fmla="*/ 1185997 w 2401758"/>
              <a:gd name="connsiteY4869" fmla="*/ 471942 h 2400493"/>
              <a:gd name="connsiteX4870" fmla="*/ 1166652 w 2401758"/>
              <a:gd name="connsiteY4870" fmla="*/ 461029 h 2400493"/>
              <a:gd name="connsiteX4871" fmla="*/ 1159708 w 2401758"/>
              <a:gd name="connsiteY4871" fmla="*/ 444660 h 2400493"/>
              <a:gd name="connsiteX4872" fmla="*/ 1171613 w 2401758"/>
              <a:gd name="connsiteY4872" fmla="*/ 425811 h 2400493"/>
              <a:gd name="connsiteX4873" fmla="*/ 1186989 w 2401758"/>
              <a:gd name="connsiteY4873" fmla="*/ 419363 h 2400493"/>
              <a:gd name="connsiteX4874" fmla="*/ 1120025 w 2401758"/>
              <a:gd name="connsiteY4874" fmla="*/ 419363 h 2400493"/>
              <a:gd name="connsiteX4875" fmla="*/ 1145819 w 2401758"/>
              <a:gd name="connsiteY4875" fmla="*/ 445653 h 2400493"/>
              <a:gd name="connsiteX4876" fmla="*/ 1120025 w 2401758"/>
              <a:gd name="connsiteY4876" fmla="*/ 471942 h 2400493"/>
              <a:gd name="connsiteX4877" fmla="*/ 1093240 w 2401758"/>
              <a:gd name="connsiteY4877" fmla="*/ 445653 h 2400493"/>
              <a:gd name="connsiteX4878" fmla="*/ 1120025 w 2401758"/>
              <a:gd name="connsiteY4878" fmla="*/ 419363 h 2400493"/>
              <a:gd name="connsiteX4879" fmla="*/ 1053062 w 2401758"/>
              <a:gd name="connsiteY4879" fmla="*/ 419363 h 2400493"/>
              <a:gd name="connsiteX4880" fmla="*/ 1071415 w 2401758"/>
              <a:gd name="connsiteY4880" fmla="*/ 427299 h 2400493"/>
              <a:gd name="connsiteX4881" fmla="*/ 1078856 w 2401758"/>
              <a:gd name="connsiteY4881" fmla="*/ 445652 h 2400493"/>
              <a:gd name="connsiteX4882" fmla="*/ 1071415 w 2401758"/>
              <a:gd name="connsiteY4882" fmla="*/ 464005 h 2400493"/>
              <a:gd name="connsiteX4883" fmla="*/ 1052070 w 2401758"/>
              <a:gd name="connsiteY4883" fmla="*/ 471942 h 2400493"/>
              <a:gd name="connsiteX4884" fmla="*/ 1033730 w 2401758"/>
              <a:gd name="connsiteY4884" fmla="*/ 464005 h 2400493"/>
              <a:gd name="connsiteX4885" fmla="*/ 1026290 w 2401758"/>
              <a:gd name="connsiteY4885" fmla="*/ 445652 h 2400493"/>
              <a:gd name="connsiteX4886" fmla="*/ 1033730 w 2401758"/>
              <a:gd name="connsiteY4886" fmla="*/ 427299 h 2400493"/>
              <a:gd name="connsiteX4887" fmla="*/ 1053062 w 2401758"/>
              <a:gd name="connsiteY4887" fmla="*/ 419363 h 2400493"/>
              <a:gd name="connsiteX4888" fmla="*/ 986131 w 2401758"/>
              <a:gd name="connsiteY4888" fmla="*/ 419363 h 2400493"/>
              <a:gd name="connsiteX4889" fmla="*/ 1004484 w 2401758"/>
              <a:gd name="connsiteY4889" fmla="*/ 427299 h 2400493"/>
              <a:gd name="connsiteX4890" fmla="*/ 1012421 w 2401758"/>
              <a:gd name="connsiteY4890" fmla="*/ 445652 h 2400493"/>
              <a:gd name="connsiteX4891" fmla="*/ 985635 w 2401758"/>
              <a:gd name="connsiteY4891" fmla="*/ 471942 h 2400493"/>
              <a:gd name="connsiteX4892" fmla="*/ 967283 w 2401758"/>
              <a:gd name="connsiteY4892" fmla="*/ 464005 h 2400493"/>
              <a:gd name="connsiteX4893" fmla="*/ 959347 w 2401758"/>
              <a:gd name="connsiteY4893" fmla="*/ 445652 h 2400493"/>
              <a:gd name="connsiteX4894" fmla="*/ 986131 w 2401758"/>
              <a:gd name="connsiteY4894" fmla="*/ 419363 h 2400493"/>
              <a:gd name="connsiteX4895" fmla="*/ 849720 w 2401758"/>
              <a:gd name="connsiteY4895" fmla="*/ 417379 h 2400493"/>
              <a:gd name="connsiteX4896" fmla="*/ 878986 w 2401758"/>
              <a:gd name="connsiteY4896" fmla="*/ 446149 h 2400493"/>
              <a:gd name="connsiteX4897" fmla="*/ 850713 w 2401758"/>
              <a:gd name="connsiteY4897" fmla="*/ 474422 h 2400493"/>
              <a:gd name="connsiteX4898" fmla="*/ 821942 w 2401758"/>
              <a:gd name="connsiteY4898" fmla="*/ 446149 h 2400493"/>
              <a:gd name="connsiteX4899" fmla="*/ 849720 w 2401758"/>
              <a:gd name="connsiteY4899" fmla="*/ 417379 h 2400493"/>
              <a:gd name="connsiteX4900" fmla="*/ 783266 w 2401758"/>
              <a:gd name="connsiteY4900" fmla="*/ 417379 h 2400493"/>
              <a:gd name="connsiteX4901" fmla="*/ 812531 w 2401758"/>
              <a:gd name="connsiteY4901" fmla="*/ 446644 h 2400493"/>
              <a:gd name="connsiteX4902" fmla="*/ 804097 w 2401758"/>
              <a:gd name="connsiteY4902" fmla="*/ 466485 h 2400493"/>
              <a:gd name="connsiteX4903" fmla="*/ 782770 w 2401758"/>
              <a:gd name="connsiteY4903" fmla="*/ 474918 h 2400493"/>
              <a:gd name="connsiteX4904" fmla="*/ 754991 w 2401758"/>
              <a:gd name="connsiteY4904" fmla="*/ 445652 h 2400493"/>
              <a:gd name="connsiteX4905" fmla="*/ 763424 w 2401758"/>
              <a:gd name="connsiteY4905" fmla="*/ 425315 h 2400493"/>
              <a:gd name="connsiteX4906" fmla="*/ 783266 w 2401758"/>
              <a:gd name="connsiteY4906" fmla="*/ 417379 h 2400493"/>
              <a:gd name="connsiteX4907" fmla="*/ 917195 w 2401758"/>
              <a:gd name="connsiteY4907" fmla="*/ 416883 h 2400493"/>
              <a:gd name="connsiteX4908" fmla="*/ 938027 w 2401758"/>
              <a:gd name="connsiteY4908" fmla="*/ 427300 h 2400493"/>
              <a:gd name="connsiteX4909" fmla="*/ 945963 w 2401758"/>
              <a:gd name="connsiteY4909" fmla="*/ 446149 h 2400493"/>
              <a:gd name="connsiteX4910" fmla="*/ 936043 w 2401758"/>
              <a:gd name="connsiteY4910" fmla="*/ 465990 h 2400493"/>
              <a:gd name="connsiteX4911" fmla="*/ 916699 w 2401758"/>
              <a:gd name="connsiteY4911" fmla="*/ 473926 h 2400493"/>
              <a:gd name="connsiteX4912" fmla="*/ 895866 w 2401758"/>
              <a:gd name="connsiteY4912" fmla="*/ 464006 h 2400493"/>
              <a:gd name="connsiteX4913" fmla="*/ 888425 w 2401758"/>
              <a:gd name="connsiteY4913" fmla="*/ 444661 h 2400493"/>
              <a:gd name="connsiteX4914" fmla="*/ 898842 w 2401758"/>
              <a:gd name="connsiteY4914" fmla="*/ 423828 h 2400493"/>
              <a:gd name="connsiteX4915" fmla="*/ 917195 w 2401758"/>
              <a:gd name="connsiteY4915" fmla="*/ 416883 h 2400493"/>
              <a:gd name="connsiteX4916" fmla="*/ 715293 w 2401758"/>
              <a:gd name="connsiteY4916" fmla="*/ 416882 h 2400493"/>
              <a:gd name="connsiteX4917" fmla="*/ 743069 w 2401758"/>
              <a:gd name="connsiteY4917" fmla="*/ 446148 h 2400493"/>
              <a:gd name="connsiteX4918" fmla="*/ 713805 w 2401758"/>
              <a:gd name="connsiteY4918" fmla="*/ 474918 h 2400493"/>
              <a:gd name="connsiteX4919" fmla="*/ 685532 w 2401758"/>
              <a:gd name="connsiteY4919" fmla="*/ 445652 h 2400493"/>
              <a:gd name="connsiteX4920" fmla="*/ 715293 w 2401758"/>
              <a:gd name="connsiteY4920" fmla="*/ 416882 h 2400493"/>
              <a:gd name="connsiteX4921" fmla="*/ 514886 w 2401758"/>
              <a:gd name="connsiteY4921" fmla="*/ 415891 h 2400493"/>
              <a:gd name="connsiteX4922" fmla="*/ 545640 w 2401758"/>
              <a:gd name="connsiteY4922" fmla="*/ 445653 h 2400493"/>
              <a:gd name="connsiteX4923" fmla="*/ 515382 w 2401758"/>
              <a:gd name="connsiteY4923" fmla="*/ 476902 h 2400493"/>
              <a:gd name="connsiteX4924" fmla="*/ 493059 w 2401758"/>
              <a:gd name="connsiteY4924" fmla="*/ 468470 h 2400493"/>
              <a:gd name="connsiteX4925" fmla="*/ 484131 w 2401758"/>
              <a:gd name="connsiteY4925" fmla="*/ 447141 h 2400493"/>
              <a:gd name="connsiteX4926" fmla="*/ 514886 w 2401758"/>
              <a:gd name="connsiteY4926" fmla="*/ 415891 h 2400493"/>
              <a:gd name="connsiteX4927" fmla="*/ 581344 w 2401758"/>
              <a:gd name="connsiteY4927" fmla="*/ 415395 h 2400493"/>
              <a:gd name="connsiteX4928" fmla="*/ 603665 w 2401758"/>
              <a:gd name="connsiteY4928" fmla="*/ 426804 h 2400493"/>
              <a:gd name="connsiteX4929" fmla="*/ 611601 w 2401758"/>
              <a:gd name="connsiteY4929" fmla="*/ 447141 h 2400493"/>
              <a:gd name="connsiteX4930" fmla="*/ 599697 w 2401758"/>
              <a:gd name="connsiteY4930" fmla="*/ 469462 h 2400493"/>
              <a:gd name="connsiteX4931" fmla="*/ 580352 w 2401758"/>
              <a:gd name="connsiteY4931" fmla="*/ 476902 h 2400493"/>
              <a:gd name="connsiteX4932" fmla="*/ 558030 w 2401758"/>
              <a:gd name="connsiteY4932" fmla="*/ 464998 h 2400493"/>
              <a:gd name="connsiteX4933" fmla="*/ 550094 w 2401758"/>
              <a:gd name="connsiteY4933" fmla="*/ 445653 h 2400493"/>
              <a:gd name="connsiteX4934" fmla="*/ 561503 w 2401758"/>
              <a:gd name="connsiteY4934" fmla="*/ 423827 h 2400493"/>
              <a:gd name="connsiteX4935" fmla="*/ 581344 w 2401758"/>
              <a:gd name="connsiteY4935" fmla="*/ 415395 h 2400493"/>
              <a:gd name="connsiteX4936" fmla="*/ 648355 w 2401758"/>
              <a:gd name="connsiteY4936" fmla="*/ 415394 h 2400493"/>
              <a:gd name="connsiteX4937" fmla="*/ 671666 w 2401758"/>
              <a:gd name="connsiteY4937" fmla="*/ 427795 h 2400493"/>
              <a:gd name="connsiteX4938" fmla="*/ 678609 w 2401758"/>
              <a:gd name="connsiteY4938" fmla="*/ 445652 h 2400493"/>
              <a:gd name="connsiteX4939" fmla="*/ 668194 w 2401758"/>
              <a:gd name="connsiteY4939" fmla="*/ 467973 h 2400493"/>
              <a:gd name="connsiteX4940" fmla="*/ 647859 w 2401758"/>
              <a:gd name="connsiteY4940" fmla="*/ 476902 h 2400493"/>
              <a:gd name="connsiteX4941" fmla="*/ 624547 w 2401758"/>
              <a:gd name="connsiteY4941" fmla="*/ 464501 h 2400493"/>
              <a:gd name="connsiteX4942" fmla="*/ 617107 w 2401758"/>
              <a:gd name="connsiteY4942" fmla="*/ 445156 h 2400493"/>
              <a:gd name="connsiteX4943" fmla="*/ 622563 w 2401758"/>
              <a:gd name="connsiteY4943" fmla="*/ 429779 h 2400493"/>
              <a:gd name="connsiteX4944" fmla="*/ 635955 w 2401758"/>
              <a:gd name="connsiteY4944" fmla="*/ 418867 h 2400493"/>
              <a:gd name="connsiteX4945" fmla="*/ 648355 w 2401758"/>
              <a:gd name="connsiteY4945" fmla="*/ 415394 h 2400493"/>
              <a:gd name="connsiteX4946" fmla="*/ 445964 w 2401758"/>
              <a:gd name="connsiteY4946" fmla="*/ 414899 h 2400493"/>
              <a:gd name="connsiteX4947" fmla="*/ 476719 w 2401758"/>
              <a:gd name="connsiteY4947" fmla="*/ 446148 h 2400493"/>
              <a:gd name="connsiteX4948" fmla="*/ 444476 w 2401758"/>
              <a:gd name="connsiteY4948" fmla="*/ 477398 h 2400493"/>
              <a:gd name="connsiteX4949" fmla="*/ 414215 w 2401758"/>
              <a:gd name="connsiteY4949" fmla="*/ 445156 h 2400493"/>
              <a:gd name="connsiteX4950" fmla="*/ 445964 w 2401758"/>
              <a:gd name="connsiteY4950" fmla="*/ 414899 h 2400493"/>
              <a:gd name="connsiteX4951" fmla="*/ 378980 w 2401758"/>
              <a:gd name="connsiteY4951" fmla="*/ 414899 h 2400493"/>
              <a:gd name="connsiteX4952" fmla="*/ 410231 w 2401758"/>
              <a:gd name="connsiteY4952" fmla="*/ 445652 h 2400493"/>
              <a:gd name="connsiteX4953" fmla="*/ 377988 w 2401758"/>
              <a:gd name="connsiteY4953" fmla="*/ 477398 h 2400493"/>
              <a:gd name="connsiteX4954" fmla="*/ 347233 w 2401758"/>
              <a:gd name="connsiteY4954" fmla="*/ 445652 h 2400493"/>
              <a:gd name="connsiteX4955" fmla="*/ 378980 w 2401758"/>
              <a:gd name="connsiteY4955" fmla="*/ 414899 h 2400493"/>
              <a:gd name="connsiteX4956" fmla="*/ 312992 w 2401758"/>
              <a:gd name="connsiteY4956" fmla="*/ 414403 h 2400493"/>
              <a:gd name="connsiteX4957" fmla="*/ 334321 w 2401758"/>
              <a:gd name="connsiteY4957" fmla="*/ 423331 h 2400493"/>
              <a:gd name="connsiteX4958" fmla="*/ 343249 w 2401758"/>
              <a:gd name="connsiteY4958" fmla="*/ 446149 h 2400493"/>
              <a:gd name="connsiteX4959" fmla="*/ 334321 w 2401758"/>
              <a:gd name="connsiteY4959" fmla="*/ 468470 h 2400493"/>
              <a:gd name="connsiteX4960" fmla="*/ 311504 w 2401758"/>
              <a:gd name="connsiteY4960" fmla="*/ 476902 h 2400493"/>
              <a:gd name="connsiteX4961" fmla="*/ 290174 w 2401758"/>
              <a:gd name="connsiteY4961" fmla="*/ 467478 h 2400493"/>
              <a:gd name="connsiteX4962" fmla="*/ 281246 w 2401758"/>
              <a:gd name="connsiteY4962" fmla="*/ 444661 h 2400493"/>
              <a:gd name="connsiteX4963" fmla="*/ 290174 w 2401758"/>
              <a:gd name="connsiteY4963" fmla="*/ 423331 h 2400493"/>
              <a:gd name="connsiteX4964" fmla="*/ 312992 w 2401758"/>
              <a:gd name="connsiteY4964" fmla="*/ 414403 h 2400493"/>
              <a:gd name="connsiteX4965" fmla="*/ 210344 w 2401758"/>
              <a:gd name="connsiteY4965" fmla="*/ 386129 h 2400493"/>
              <a:gd name="connsiteX4966" fmla="*/ 207368 w 2401758"/>
              <a:gd name="connsiteY4966" fmla="*/ 388609 h 2400493"/>
              <a:gd name="connsiteX4967" fmla="*/ 186534 w 2401758"/>
              <a:gd name="connsiteY4967" fmla="*/ 409938 h 2400493"/>
              <a:gd name="connsiteX4968" fmla="*/ 183558 w 2401758"/>
              <a:gd name="connsiteY4968" fmla="*/ 411426 h 2400493"/>
              <a:gd name="connsiteX4969" fmla="*/ 181574 w 2401758"/>
              <a:gd name="connsiteY4969" fmla="*/ 413906 h 2400493"/>
              <a:gd name="connsiteX4970" fmla="*/ 183558 w 2401758"/>
              <a:gd name="connsiteY4970" fmla="*/ 414898 h 2400493"/>
              <a:gd name="connsiteX4971" fmla="*/ 207368 w 2401758"/>
              <a:gd name="connsiteY4971" fmla="*/ 438212 h 2400493"/>
              <a:gd name="connsiteX4972" fmla="*/ 209352 w 2401758"/>
              <a:gd name="connsiteY4972" fmla="*/ 442180 h 2400493"/>
              <a:gd name="connsiteX4973" fmla="*/ 210840 w 2401758"/>
              <a:gd name="connsiteY4973" fmla="*/ 443668 h 2400493"/>
              <a:gd name="connsiteX4974" fmla="*/ 211832 w 2401758"/>
              <a:gd name="connsiteY4974" fmla="*/ 441684 h 2400493"/>
              <a:gd name="connsiteX4975" fmla="*/ 238121 w 2401758"/>
              <a:gd name="connsiteY4975" fmla="*/ 414898 h 2400493"/>
              <a:gd name="connsiteX4976" fmla="*/ 240601 w 2401758"/>
              <a:gd name="connsiteY4976" fmla="*/ 413906 h 2400493"/>
              <a:gd name="connsiteX4977" fmla="*/ 239113 w 2401758"/>
              <a:gd name="connsiteY4977" fmla="*/ 412418 h 2400493"/>
              <a:gd name="connsiteX4978" fmla="*/ 233161 w 2401758"/>
              <a:gd name="connsiteY4978" fmla="*/ 409938 h 2400493"/>
              <a:gd name="connsiteX4979" fmla="*/ 212328 w 2401758"/>
              <a:gd name="connsiteY4979" fmla="*/ 388609 h 2400493"/>
              <a:gd name="connsiteX4980" fmla="*/ 210344 w 2401758"/>
              <a:gd name="connsiteY4980" fmla="*/ 386129 h 2400493"/>
              <a:gd name="connsiteX4981" fmla="*/ 142389 w 2401758"/>
              <a:gd name="connsiteY4981" fmla="*/ 385633 h 2400493"/>
              <a:gd name="connsiteX4982" fmla="*/ 140405 w 2401758"/>
              <a:gd name="connsiteY4982" fmla="*/ 388113 h 2400493"/>
              <a:gd name="connsiteX4983" fmla="*/ 133957 w 2401758"/>
              <a:gd name="connsiteY4983" fmla="*/ 401010 h 2400493"/>
              <a:gd name="connsiteX4984" fmla="*/ 117588 w 2401758"/>
              <a:gd name="connsiteY4984" fmla="*/ 410434 h 2400493"/>
              <a:gd name="connsiteX4985" fmla="*/ 114612 w 2401758"/>
              <a:gd name="connsiteY4985" fmla="*/ 413410 h 2400493"/>
              <a:gd name="connsiteX4986" fmla="*/ 117588 w 2401758"/>
              <a:gd name="connsiteY4986" fmla="*/ 414402 h 2400493"/>
              <a:gd name="connsiteX4987" fmla="*/ 138421 w 2401758"/>
              <a:gd name="connsiteY4987" fmla="*/ 432259 h 2400493"/>
              <a:gd name="connsiteX4988" fmla="*/ 140405 w 2401758"/>
              <a:gd name="connsiteY4988" fmla="*/ 438708 h 2400493"/>
              <a:gd name="connsiteX4989" fmla="*/ 143381 w 2401758"/>
              <a:gd name="connsiteY4989" fmla="*/ 442180 h 2400493"/>
              <a:gd name="connsiteX4990" fmla="*/ 145365 w 2401758"/>
              <a:gd name="connsiteY4990" fmla="*/ 437716 h 2400493"/>
              <a:gd name="connsiteX4991" fmla="*/ 169175 w 2401758"/>
              <a:gd name="connsiteY4991" fmla="*/ 414402 h 2400493"/>
              <a:gd name="connsiteX4992" fmla="*/ 171158 w 2401758"/>
              <a:gd name="connsiteY4992" fmla="*/ 413410 h 2400493"/>
              <a:gd name="connsiteX4993" fmla="*/ 169175 w 2401758"/>
              <a:gd name="connsiteY4993" fmla="*/ 410930 h 2400493"/>
              <a:gd name="connsiteX4994" fmla="*/ 166198 w 2401758"/>
              <a:gd name="connsiteY4994" fmla="*/ 409442 h 2400493"/>
              <a:gd name="connsiteX4995" fmla="*/ 144869 w 2401758"/>
              <a:gd name="connsiteY4995" fmla="*/ 388113 h 2400493"/>
              <a:gd name="connsiteX4996" fmla="*/ 142389 w 2401758"/>
              <a:gd name="connsiteY4996" fmla="*/ 385633 h 2400493"/>
              <a:gd name="connsiteX4997" fmla="*/ 76915 w 2401758"/>
              <a:gd name="connsiteY4997" fmla="*/ 385137 h 2400493"/>
              <a:gd name="connsiteX4998" fmla="*/ 74434 w 2401758"/>
              <a:gd name="connsiteY4998" fmla="*/ 389105 h 2400493"/>
              <a:gd name="connsiteX4999" fmla="*/ 53601 w 2401758"/>
              <a:gd name="connsiteY4999" fmla="*/ 410434 h 2400493"/>
              <a:gd name="connsiteX5000" fmla="*/ 51617 w 2401758"/>
              <a:gd name="connsiteY5000" fmla="*/ 410930 h 2400493"/>
              <a:gd name="connsiteX5001" fmla="*/ 48641 w 2401758"/>
              <a:gd name="connsiteY5001" fmla="*/ 414402 h 2400493"/>
              <a:gd name="connsiteX5002" fmla="*/ 51617 w 2401758"/>
              <a:gd name="connsiteY5002" fmla="*/ 415394 h 2400493"/>
              <a:gd name="connsiteX5003" fmla="*/ 71954 w 2401758"/>
              <a:gd name="connsiteY5003" fmla="*/ 432259 h 2400493"/>
              <a:gd name="connsiteX5004" fmla="*/ 74434 w 2401758"/>
              <a:gd name="connsiteY5004" fmla="*/ 439700 h 2400493"/>
              <a:gd name="connsiteX5005" fmla="*/ 76915 w 2401758"/>
              <a:gd name="connsiteY5005" fmla="*/ 441188 h 2400493"/>
              <a:gd name="connsiteX5006" fmla="*/ 79395 w 2401758"/>
              <a:gd name="connsiteY5006" fmla="*/ 439204 h 2400493"/>
              <a:gd name="connsiteX5007" fmla="*/ 103203 w 2401758"/>
              <a:gd name="connsiteY5007" fmla="*/ 414898 h 2400493"/>
              <a:gd name="connsiteX5008" fmla="*/ 105187 w 2401758"/>
              <a:gd name="connsiteY5008" fmla="*/ 413906 h 2400493"/>
              <a:gd name="connsiteX5009" fmla="*/ 103203 w 2401758"/>
              <a:gd name="connsiteY5009" fmla="*/ 411426 h 2400493"/>
              <a:gd name="connsiteX5010" fmla="*/ 100227 w 2401758"/>
              <a:gd name="connsiteY5010" fmla="*/ 409938 h 2400493"/>
              <a:gd name="connsiteX5011" fmla="*/ 79395 w 2401758"/>
              <a:gd name="connsiteY5011" fmla="*/ 388609 h 2400493"/>
              <a:gd name="connsiteX5012" fmla="*/ 76915 w 2401758"/>
              <a:gd name="connsiteY5012" fmla="*/ 385137 h 2400493"/>
              <a:gd name="connsiteX5013" fmla="*/ 2398286 w 2401758"/>
              <a:gd name="connsiteY5013" fmla="*/ 376705 h 2400493"/>
              <a:gd name="connsiteX5014" fmla="*/ 2401758 w 2401758"/>
              <a:gd name="connsiteY5014" fmla="*/ 378689 h 2400493"/>
              <a:gd name="connsiteX5015" fmla="*/ 2398286 w 2401758"/>
              <a:gd name="connsiteY5015" fmla="*/ 381169 h 2400493"/>
              <a:gd name="connsiteX5016" fmla="*/ 2395806 w 2401758"/>
              <a:gd name="connsiteY5016" fmla="*/ 379681 h 2400493"/>
              <a:gd name="connsiteX5017" fmla="*/ 2398286 w 2401758"/>
              <a:gd name="connsiteY5017" fmla="*/ 376705 h 2400493"/>
              <a:gd name="connsiteX5018" fmla="*/ 2331819 w 2401758"/>
              <a:gd name="connsiteY5018" fmla="*/ 373233 h 2400493"/>
              <a:gd name="connsiteX5019" fmla="*/ 2335787 w 2401758"/>
              <a:gd name="connsiteY5019" fmla="*/ 379185 h 2400493"/>
              <a:gd name="connsiteX5020" fmla="*/ 2331323 w 2401758"/>
              <a:gd name="connsiteY5020" fmla="*/ 383650 h 2400493"/>
              <a:gd name="connsiteX5021" fmla="*/ 2326363 w 2401758"/>
              <a:gd name="connsiteY5021" fmla="*/ 378193 h 2400493"/>
              <a:gd name="connsiteX5022" fmla="*/ 2331819 w 2401758"/>
              <a:gd name="connsiteY5022" fmla="*/ 373233 h 2400493"/>
              <a:gd name="connsiteX5023" fmla="*/ 2264359 w 2401758"/>
              <a:gd name="connsiteY5023" fmla="*/ 371744 h 2400493"/>
              <a:gd name="connsiteX5024" fmla="*/ 2271799 w 2401758"/>
              <a:gd name="connsiteY5024" fmla="*/ 378688 h 2400493"/>
              <a:gd name="connsiteX5025" fmla="*/ 2265351 w 2401758"/>
              <a:gd name="connsiteY5025" fmla="*/ 386129 h 2400493"/>
              <a:gd name="connsiteX5026" fmla="*/ 2257414 w 2401758"/>
              <a:gd name="connsiteY5026" fmla="*/ 379680 h 2400493"/>
              <a:gd name="connsiteX5027" fmla="*/ 2264359 w 2401758"/>
              <a:gd name="connsiteY5027" fmla="*/ 371744 h 2400493"/>
              <a:gd name="connsiteX5028" fmla="*/ 2197892 w 2401758"/>
              <a:gd name="connsiteY5028" fmla="*/ 369760 h 2400493"/>
              <a:gd name="connsiteX5029" fmla="*/ 2207316 w 2401758"/>
              <a:gd name="connsiteY5029" fmla="*/ 379185 h 2400493"/>
              <a:gd name="connsiteX5030" fmla="*/ 2197892 w 2401758"/>
              <a:gd name="connsiteY5030" fmla="*/ 388609 h 2400493"/>
              <a:gd name="connsiteX5031" fmla="*/ 2187971 w 2401758"/>
              <a:gd name="connsiteY5031" fmla="*/ 378688 h 2400493"/>
              <a:gd name="connsiteX5032" fmla="*/ 2197892 w 2401758"/>
              <a:gd name="connsiteY5032" fmla="*/ 369760 h 2400493"/>
              <a:gd name="connsiteX5033" fmla="*/ 2129440 w 2401758"/>
              <a:gd name="connsiteY5033" fmla="*/ 367280 h 2400493"/>
              <a:gd name="connsiteX5034" fmla="*/ 2140849 w 2401758"/>
              <a:gd name="connsiteY5034" fmla="*/ 379681 h 2400493"/>
              <a:gd name="connsiteX5035" fmla="*/ 2128448 w 2401758"/>
              <a:gd name="connsiteY5035" fmla="*/ 391089 h 2400493"/>
              <a:gd name="connsiteX5036" fmla="*/ 2117039 w 2401758"/>
              <a:gd name="connsiteY5036" fmla="*/ 378689 h 2400493"/>
              <a:gd name="connsiteX5037" fmla="*/ 2129440 w 2401758"/>
              <a:gd name="connsiteY5037" fmla="*/ 367280 h 2400493"/>
              <a:gd name="connsiteX5038" fmla="*/ 2062973 w 2401758"/>
              <a:gd name="connsiteY5038" fmla="*/ 367280 h 2400493"/>
              <a:gd name="connsiteX5039" fmla="*/ 2074381 w 2401758"/>
              <a:gd name="connsiteY5039" fmla="*/ 379185 h 2400493"/>
              <a:gd name="connsiteX5040" fmla="*/ 2062477 w 2401758"/>
              <a:gd name="connsiteY5040" fmla="*/ 391089 h 2400493"/>
              <a:gd name="connsiteX5041" fmla="*/ 2050572 w 2401758"/>
              <a:gd name="connsiteY5041" fmla="*/ 379681 h 2400493"/>
              <a:gd name="connsiteX5042" fmla="*/ 2062973 w 2401758"/>
              <a:gd name="connsiteY5042" fmla="*/ 367280 h 2400493"/>
              <a:gd name="connsiteX5043" fmla="*/ 1995513 w 2401758"/>
              <a:gd name="connsiteY5043" fmla="*/ 365296 h 2400493"/>
              <a:gd name="connsiteX5044" fmla="*/ 2009898 w 2401758"/>
              <a:gd name="connsiteY5044" fmla="*/ 379185 h 2400493"/>
              <a:gd name="connsiteX5045" fmla="*/ 1996009 w 2401758"/>
              <a:gd name="connsiteY5045" fmla="*/ 393570 h 2400493"/>
              <a:gd name="connsiteX5046" fmla="*/ 1981624 w 2401758"/>
              <a:gd name="connsiteY5046" fmla="*/ 379681 h 2400493"/>
              <a:gd name="connsiteX5047" fmla="*/ 1995513 w 2401758"/>
              <a:gd name="connsiteY5047" fmla="*/ 365296 h 2400493"/>
              <a:gd name="connsiteX5048" fmla="*/ 1922597 w 2401758"/>
              <a:gd name="connsiteY5048" fmla="*/ 365296 h 2400493"/>
              <a:gd name="connsiteX5049" fmla="*/ 1935989 w 2401758"/>
              <a:gd name="connsiteY5049" fmla="*/ 365792 h 2400493"/>
              <a:gd name="connsiteX5050" fmla="*/ 1943430 w 2401758"/>
              <a:gd name="connsiteY5050" fmla="*/ 380177 h 2400493"/>
              <a:gd name="connsiteX5051" fmla="*/ 1929541 w 2401758"/>
              <a:gd name="connsiteY5051" fmla="*/ 393073 h 2400493"/>
              <a:gd name="connsiteX5052" fmla="*/ 1915156 w 2401758"/>
              <a:gd name="connsiteY5052" fmla="*/ 380673 h 2400493"/>
              <a:gd name="connsiteX5053" fmla="*/ 1915156 w 2401758"/>
              <a:gd name="connsiteY5053" fmla="*/ 373728 h 2400493"/>
              <a:gd name="connsiteX5054" fmla="*/ 1922597 w 2401758"/>
              <a:gd name="connsiteY5054" fmla="*/ 365296 h 2400493"/>
              <a:gd name="connsiteX5055" fmla="*/ 1859105 w 2401758"/>
              <a:gd name="connsiteY5055" fmla="*/ 362320 h 2400493"/>
              <a:gd name="connsiteX5056" fmla="*/ 1876466 w 2401758"/>
              <a:gd name="connsiteY5056" fmla="*/ 379681 h 2400493"/>
              <a:gd name="connsiteX5057" fmla="*/ 1870018 w 2401758"/>
              <a:gd name="connsiteY5057" fmla="*/ 391585 h 2400493"/>
              <a:gd name="connsiteX5058" fmla="*/ 1858610 w 2401758"/>
              <a:gd name="connsiteY5058" fmla="*/ 396050 h 2400493"/>
              <a:gd name="connsiteX5059" fmla="*/ 1847201 w 2401758"/>
              <a:gd name="connsiteY5059" fmla="*/ 389601 h 2400493"/>
              <a:gd name="connsiteX5060" fmla="*/ 1842737 w 2401758"/>
              <a:gd name="connsiteY5060" fmla="*/ 379185 h 2400493"/>
              <a:gd name="connsiteX5061" fmla="*/ 1848689 w 2401758"/>
              <a:gd name="connsiteY5061" fmla="*/ 367280 h 2400493"/>
              <a:gd name="connsiteX5062" fmla="*/ 1859105 w 2401758"/>
              <a:gd name="connsiteY5062" fmla="*/ 362320 h 2400493"/>
              <a:gd name="connsiteX5063" fmla="*/ 1786685 w 2401758"/>
              <a:gd name="connsiteY5063" fmla="*/ 361824 h 2400493"/>
              <a:gd name="connsiteX5064" fmla="*/ 1802062 w 2401758"/>
              <a:gd name="connsiteY5064" fmla="*/ 361824 h 2400493"/>
              <a:gd name="connsiteX5065" fmla="*/ 1810495 w 2401758"/>
              <a:gd name="connsiteY5065" fmla="*/ 374720 h 2400493"/>
              <a:gd name="connsiteX5066" fmla="*/ 1810495 w 2401758"/>
              <a:gd name="connsiteY5066" fmla="*/ 380673 h 2400493"/>
              <a:gd name="connsiteX5067" fmla="*/ 1806526 w 2401758"/>
              <a:gd name="connsiteY5067" fmla="*/ 391089 h 2400493"/>
              <a:gd name="connsiteX5068" fmla="*/ 1796110 w 2401758"/>
              <a:gd name="connsiteY5068" fmla="*/ 395058 h 2400493"/>
              <a:gd name="connsiteX5069" fmla="*/ 1792141 w 2401758"/>
              <a:gd name="connsiteY5069" fmla="*/ 395554 h 2400493"/>
              <a:gd name="connsiteX5070" fmla="*/ 1779741 w 2401758"/>
              <a:gd name="connsiteY5070" fmla="*/ 390593 h 2400493"/>
              <a:gd name="connsiteX5071" fmla="*/ 1776765 w 2401758"/>
              <a:gd name="connsiteY5071" fmla="*/ 382161 h 2400493"/>
              <a:gd name="connsiteX5072" fmla="*/ 1780237 w 2401758"/>
              <a:gd name="connsiteY5072" fmla="*/ 366784 h 2400493"/>
              <a:gd name="connsiteX5073" fmla="*/ 1786685 w 2401758"/>
              <a:gd name="connsiteY5073" fmla="*/ 361824 h 2400493"/>
              <a:gd name="connsiteX5074" fmla="*/ 1725674 w 2401758"/>
              <a:gd name="connsiteY5074" fmla="*/ 360832 h 2400493"/>
              <a:gd name="connsiteX5075" fmla="*/ 1739563 w 2401758"/>
              <a:gd name="connsiteY5075" fmla="*/ 366288 h 2400493"/>
              <a:gd name="connsiteX5076" fmla="*/ 1745019 w 2401758"/>
              <a:gd name="connsiteY5076" fmla="*/ 379185 h 2400493"/>
              <a:gd name="connsiteX5077" fmla="*/ 1740555 w 2401758"/>
              <a:gd name="connsiteY5077" fmla="*/ 392578 h 2400493"/>
              <a:gd name="connsiteX5078" fmla="*/ 1726666 w 2401758"/>
              <a:gd name="connsiteY5078" fmla="*/ 399026 h 2400493"/>
              <a:gd name="connsiteX5079" fmla="*/ 1712777 w 2401758"/>
              <a:gd name="connsiteY5079" fmla="*/ 392082 h 2400493"/>
              <a:gd name="connsiteX5080" fmla="*/ 1707321 w 2401758"/>
              <a:gd name="connsiteY5080" fmla="*/ 379185 h 2400493"/>
              <a:gd name="connsiteX5081" fmla="*/ 1712777 w 2401758"/>
              <a:gd name="connsiteY5081" fmla="*/ 366288 h 2400493"/>
              <a:gd name="connsiteX5082" fmla="*/ 1725674 w 2401758"/>
              <a:gd name="connsiteY5082" fmla="*/ 360832 h 2400493"/>
              <a:gd name="connsiteX5083" fmla="*/ 1490 w 2401758"/>
              <a:gd name="connsiteY5083" fmla="*/ 360336 h 2400493"/>
              <a:gd name="connsiteX5084" fmla="*/ 5954 w 2401758"/>
              <a:gd name="connsiteY5084" fmla="*/ 370753 h 2400493"/>
              <a:gd name="connsiteX5085" fmla="*/ 2978 w 2401758"/>
              <a:gd name="connsiteY5085" fmla="*/ 396546 h 2400493"/>
              <a:gd name="connsiteX5086" fmla="*/ 1490 w 2401758"/>
              <a:gd name="connsiteY5086" fmla="*/ 397538 h 2400493"/>
              <a:gd name="connsiteX5087" fmla="*/ 498 w 2401758"/>
              <a:gd name="connsiteY5087" fmla="*/ 395554 h 2400493"/>
              <a:gd name="connsiteX5088" fmla="*/ 498 w 2401758"/>
              <a:gd name="connsiteY5088" fmla="*/ 377697 h 2400493"/>
              <a:gd name="connsiteX5089" fmla="*/ 498 w 2401758"/>
              <a:gd name="connsiteY5089" fmla="*/ 371745 h 2400493"/>
              <a:gd name="connsiteX5090" fmla="*/ 1490 w 2401758"/>
              <a:gd name="connsiteY5090" fmla="*/ 360336 h 2400493"/>
              <a:gd name="connsiteX5091" fmla="*/ 1657222 w 2401758"/>
              <a:gd name="connsiteY5091" fmla="*/ 359840 h 2400493"/>
              <a:gd name="connsiteX5092" fmla="*/ 1676567 w 2401758"/>
              <a:gd name="connsiteY5092" fmla="*/ 379185 h 2400493"/>
              <a:gd name="connsiteX5093" fmla="*/ 1657222 w 2401758"/>
              <a:gd name="connsiteY5093" fmla="*/ 398034 h 2400493"/>
              <a:gd name="connsiteX5094" fmla="*/ 1638373 w 2401758"/>
              <a:gd name="connsiteY5094" fmla="*/ 378193 h 2400493"/>
              <a:gd name="connsiteX5095" fmla="*/ 1657222 w 2401758"/>
              <a:gd name="connsiteY5095" fmla="*/ 359840 h 2400493"/>
              <a:gd name="connsiteX5096" fmla="*/ 1590259 w 2401758"/>
              <a:gd name="connsiteY5096" fmla="*/ 358848 h 2400493"/>
              <a:gd name="connsiteX5097" fmla="*/ 1605140 w 2401758"/>
              <a:gd name="connsiteY5097" fmla="*/ 365296 h 2400493"/>
              <a:gd name="connsiteX5098" fmla="*/ 1612580 w 2401758"/>
              <a:gd name="connsiteY5098" fmla="*/ 379185 h 2400493"/>
              <a:gd name="connsiteX5099" fmla="*/ 1605140 w 2401758"/>
              <a:gd name="connsiteY5099" fmla="*/ 394066 h 2400493"/>
              <a:gd name="connsiteX5100" fmla="*/ 1590259 w 2401758"/>
              <a:gd name="connsiteY5100" fmla="*/ 400514 h 2400493"/>
              <a:gd name="connsiteX5101" fmla="*/ 1575874 w 2401758"/>
              <a:gd name="connsiteY5101" fmla="*/ 394066 h 2400493"/>
              <a:gd name="connsiteX5102" fmla="*/ 1569922 w 2401758"/>
              <a:gd name="connsiteY5102" fmla="*/ 379185 h 2400493"/>
              <a:gd name="connsiteX5103" fmla="*/ 1575874 w 2401758"/>
              <a:gd name="connsiteY5103" fmla="*/ 365296 h 2400493"/>
              <a:gd name="connsiteX5104" fmla="*/ 1590259 w 2401758"/>
              <a:gd name="connsiteY5104" fmla="*/ 358848 h 2400493"/>
              <a:gd name="connsiteX5105" fmla="*/ 1524287 w 2401758"/>
              <a:gd name="connsiteY5105" fmla="*/ 357360 h 2400493"/>
              <a:gd name="connsiteX5106" fmla="*/ 1545616 w 2401758"/>
              <a:gd name="connsiteY5106" fmla="*/ 379185 h 2400493"/>
              <a:gd name="connsiteX5107" fmla="*/ 1523791 w 2401758"/>
              <a:gd name="connsiteY5107" fmla="*/ 400514 h 2400493"/>
              <a:gd name="connsiteX5108" fmla="*/ 1502958 w 2401758"/>
              <a:gd name="connsiteY5108" fmla="*/ 378193 h 2400493"/>
              <a:gd name="connsiteX5109" fmla="*/ 1524287 w 2401758"/>
              <a:gd name="connsiteY5109" fmla="*/ 357360 h 2400493"/>
              <a:gd name="connsiteX5110" fmla="*/ 1458316 w 2401758"/>
              <a:gd name="connsiteY5110" fmla="*/ 356864 h 2400493"/>
              <a:gd name="connsiteX5111" fmla="*/ 1473197 w 2401758"/>
              <a:gd name="connsiteY5111" fmla="*/ 363312 h 2400493"/>
              <a:gd name="connsiteX5112" fmla="*/ 1478653 w 2401758"/>
              <a:gd name="connsiteY5112" fmla="*/ 378689 h 2400493"/>
              <a:gd name="connsiteX5113" fmla="*/ 1472701 w 2401758"/>
              <a:gd name="connsiteY5113" fmla="*/ 394066 h 2400493"/>
              <a:gd name="connsiteX5114" fmla="*/ 1456828 w 2401758"/>
              <a:gd name="connsiteY5114" fmla="*/ 400018 h 2400493"/>
              <a:gd name="connsiteX5115" fmla="*/ 1441451 w 2401758"/>
              <a:gd name="connsiteY5115" fmla="*/ 394562 h 2400493"/>
              <a:gd name="connsiteX5116" fmla="*/ 1435499 w 2401758"/>
              <a:gd name="connsiteY5116" fmla="*/ 378193 h 2400493"/>
              <a:gd name="connsiteX5117" fmla="*/ 1441947 w 2401758"/>
              <a:gd name="connsiteY5117" fmla="*/ 362816 h 2400493"/>
              <a:gd name="connsiteX5118" fmla="*/ 1458316 w 2401758"/>
              <a:gd name="connsiteY5118" fmla="*/ 356864 h 2400493"/>
              <a:gd name="connsiteX5119" fmla="*/ 1321412 w 2401758"/>
              <a:gd name="connsiteY5119" fmla="*/ 355872 h 2400493"/>
              <a:gd name="connsiteX5120" fmla="*/ 1345717 w 2401758"/>
              <a:gd name="connsiteY5120" fmla="*/ 379185 h 2400493"/>
              <a:gd name="connsiteX5121" fmla="*/ 1321412 w 2401758"/>
              <a:gd name="connsiteY5121" fmla="*/ 402994 h 2400493"/>
              <a:gd name="connsiteX5122" fmla="*/ 1298099 w 2401758"/>
              <a:gd name="connsiteY5122" fmla="*/ 378689 h 2400493"/>
              <a:gd name="connsiteX5123" fmla="*/ 1321412 w 2401758"/>
              <a:gd name="connsiteY5123" fmla="*/ 355872 h 2400493"/>
              <a:gd name="connsiteX5124" fmla="*/ 1387880 w 2401758"/>
              <a:gd name="connsiteY5124" fmla="*/ 355375 h 2400493"/>
              <a:gd name="connsiteX5125" fmla="*/ 1412186 w 2401758"/>
              <a:gd name="connsiteY5125" fmla="*/ 379185 h 2400493"/>
              <a:gd name="connsiteX5126" fmla="*/ 1388872 w 2401758"/>
              <a:gd name="connsiteY5126" fmla="*/ 402994 h 2400493"/>
              <a:gd name="connsiteX5127" fmla="*/ 1364567 w 2401758"/>
              <a:gd name="connsiteY5127" fmla="*/ 379185 h 2400493"/>
              <a:gd name="connsiteX5128" fmla="*/ 1387880 w 2401758"/>
              <a:gd name="connsiteY5128" fmla="*/ 355375 h 2400493"/>
              <a:gd name="connsiteX5129" fmla="*/ 1254945 w 2401758"/>
              <a:gd name="connsiteY5129" fmla="*/ 354384 h 2400493"/>
              <a:gd name="connsiteX5130" fmla="*/ 1278755 w 2401758"/>
              <a:gd name="connsiteY5130" fmla="*/ 379185 h 2400493"/>
              <a:gd name="connsiteX5131" fmla="*/ 1254449 w 2401758"/>
              <a:gd name="connsiteY5131" fmla="*/ 402499 h 2400493"/>
              <a:gd name="connsiteX5132" fmla="*/ 1231136 w 2401758"/>
              <a:gd name="connsiteY5132" fmla="*/ 377697 h 2400493"/>
              <a:gd name="connsiteX5133" fmla="*/ 1237584 w 2401758"/>
              <a:gd name="connsiteY5133" fmla="*/ 361328 h 2400493"/>
              <a:gd name="connsiteX5134" fmla="*/ 1254945 w 2401758"/>
              <a:gd name="connsiteY5134" fmla="*/ 354384 h 2400493"/>
              <a:gd name="connsiteX5135" fmla="*/ 1186989 w 2401758"/>
              <a:gd name="connsiteY5135" fmla="*/ 353392 h 2400493"/>
              <a:gd name="connsiteX5136" fmla="*/ 1212287 w 2401758"/>
              <a:gd name="connsiteY5136" fmla="*/ 379681 h 2400493"/>
              <a:gd name="connsiteX5137" fmla="*/ 1185997 w 2401758"/>
              <a:gd name="connsiteY5137" fmla="*/ 404979 h 2400493"/>
              <a:gd name="connsiteX5138" fmla="*/ 1160204 w 2401758"/>
              <a:gd name="connsiteY5138" fmla="*/ 378193 h 2400493"/>
              <a:gd name="connsiteX5139" fmla="*/ 1186989 w 2401758"/>
              <a:gd name="connsiteY5139" fmla="*/ 353392 h 2400493"/>
              <a:gd name="connsiteX5140" fmla="*/ 1120026 w 2401758"/>
              <a:gd name="connsiteY5140" fmla="*/ 353391 h 2400493"/>
              <a:gd name="connsiteX5141" fmla="*/ 1145820 w 2401758"/>
              <a:gd name="connsiteY5141" fmla="*/ 380176 h 2400493"/>
              <a:gd name="connsiteX5142" fmla="*/ 1119530 w 2401758"/>
              <a:gd name="connsiteY5142" fmla="*/ 405474 h 2400493"/>
              <a:gd name="connsiteX5143" fmla="*/ 1093737 w 2401758"/>
              <a:gd name="connsiteY5143" fmla="*/ 378688 h 2400493"/>
              <a:gd name="connsiteX5144" fmla="*/ 1120026 w 2401758"/>
              <a:gd name="connsiteY5144" fmla="*/ 353391 h 2400493"/>
              <a:gd name="connsiteX5145" fmla="*/ 1052070 w 2401758"/>
              <a:gd name="connsiteY5145" fmla="*/ 353391 h 2400493"/>
              <a:gd name="connsiteX5146" fmla="*/ 1071415 w 2401758"/>
              <a:gd name="connsiteY5146" fmla="*/ 361327 h 2400493"/>
              <a:gd name="connsiteX5147" fmla="*/ 1078856 w 2401758"/>
              <a:gd name="connsiteY5147" fmla="*/ 379680 h 2400493"/>
              <a:gd name="connsiteX5148" fmla="*/ 1071415 w 2401758"/>
              <a:gd name="connsiteY5148" fmla="*/ 398033 h 2400493"/>
              <a:gd name="connsiteX5149" fmla="*/ 1054055 w 2401758"/>
              <a:gd name="connsiteY5149" fmla="*/ 405474 h 2400493"/>
              <a:gd name="connsiteX5150" fmla="*/ 1026302 w 2401758"/>
              <a:gd name="connsiteY5150" fmla="*/ 380672 h 2400493"/>
              <a:gd name="connsiteX5151" fmla="*/ 1033742 w 2401758"/>
              <a:gd name="connsiteY5151" fmla="*/ 361327 h 2400493"/>
              <a:gd name="connsiteX5152" fmla="*/ 1052070 w 2401758"/>
              <a:gd name="connsiteY5152" fmla="*/ 353391 h 2400493"/>
              <a:gd name="connsiteX5153" fmla="*/ 984160 w 2401758"/>
              <a:gd name="connsiteY5153" fmla="*/ 352895 h 2400493"/>
              <a:gd name="connsiteX5154" fmla="*/ 987632 w 2401758"/>
              <a:gd name="connsiteY5154" fmla="*/ 352895 h 2400493"/>
              <a:gd name="connsiteX5155" fmla="*/ 1005985 w 2401758"/>
              <a:gd name="connsiteY5155" fmla="*/ 359839 h 2400493"/>
              <a:gd name="connsiteX5156" fmla="*/ 1012433 w 2401758"/>
              <a:gd name="connsiteY5156" fmla="*/ 377200 h 2400493"/>
              <a:gd name="connsiteX5157" fmla="*/ 1012433 w 2401758"/>
              <a:gd name="connsiteY5157" fmla="*/ 379681 h 2400493"/>
              <a:gd name="connsiteX5158" fmla="*/ 998049 w 2401758"/>
              <a:gd name="connsiteY5158" fmla="*/ 403986 h 2400493"/>
              <a:gd name="connsiteX5159" fmla="*/ 993585 w 2401758"/>
              <a:gd name="connsiteY5159" fmla="*/ 404978 h 2400493"/>
              <a:gd name="connsiteX5160" fmla="*/ 981680 w 2401758"/>
              <a:gd name="connsiteY5160" fmla="*/ 404978 h 2400493"/>
              <a:gd name="connsiteX5161" fmla="*/ 965808 w 2401758"/>
              <a:gd name="connsiteY5161" fmla="*/ 397537 h 2400493"/>
              <a:gd name="connsiteX5162" fmla="*/ 960352 w 2401758"/>
              <a:gd name="connsiteY5162" fmla="*/ 368272 h 2400493"/>
              <a:gd name="connsiteX5163" fmla="*/ 968288 w 2401758"/>
              <a:gd name="connsiteY5163" fmla="*/ 357855 h 2400493"/>
              <a:gd name="connsiteX5164" fmla="*/ 984160 w 2401758"/>
              <a:gd name="connsiteY5164" fmla="*/ 352895 h 2400493"/>
              <a:gd name="connsiteX5165" fmla="*/ 917177 w 2401758"/>
              <a:gd name="connsiteY5165" fmla="*/ 350911 h 2400493"/>
              <a:gd name="connsiteX5166" fmla="*/ 938010 w 2401758"/>
              <a:gd name="connsiteY5166" fmla="*/ 360832 h 2400493"/>
              <a:gd name="connsiteX5167" fmla="*/ 945450 w 2401758"/>
              <a:gd name="connsiteY5167" fmla="*/ 380177 h 2400493"/>
              <a:gd name="connsiteX5168" fmla="*/ 935034 w 2401758"/>
              <a:gd name="connsiteY5168" fmla="*/ 401010 h 2400493"/>
              <a:gd name="connsiteX5169" fmla="*/ 916681 w 2401758"/>
              <a:gd name="connsiteY5169" fmla="*/ 407954 h 2400493"/>
              <a:gd name="connsiteX5170" fmla="*/ 895848 w 2401758"/>
              <a:gd name="connsiteY5170" fmla="*/ 397538 h 2400493"/>
              <a:gd name="connsiteX5171" fmla="*/ 887911 w 2401758"/>
              <a:gd name="connsiteY5171" fmla="*/ 378689 h 2400493"/>
              <a:gd name="connsiteX5172" fmla="*/ 897833 w 2401758"/>
              <a:gd name="connsiteY5172" fmla="*/ 358847 h 2400493"/>
              <a:gd name="connsiteX5173" fmla="*/ 917177 w 2401758"/>
              <a:gd name="connsiteY5173" fmla="*/ 350911 h 2400493"/>
              <a:gd name="connsiteX5174" fmla="*/ 849204 w 2401758"/>
              <a:gd name="connsiteY5174" fmla="*/ 350415 h 2400493"/>
              <a:gd name="connsiteX5175" fmla="*/ 878964 w 2401758"/>
              <a:gd name="connsiteY5175" fmla="*/ 378689 h 2400493"/>
              <a:gd name="connsiteX5176" fmla="*/ 850691 w 2401758"/>
              <a:gd name="connsiteY5176" fmla="*/ 407458 h 2400493"/>
              <a:gd name="connsiteX5177" fmla="*/ 821425 w 2401758"/>
              <a:gd name="connsiteY5177" fmla="*/ 379681 h 2400493"/>
              <a:gd name="connsiteX5178" fmla="*/ 849204 w 2401758"/>
              <a:gd name="connsiteY5178" fmla="*/ 350415 h 2400493"/>
              <a:gd name="connsiteX5179" fmla="*/ 784739 w 2401758"/>
              <a:gd name="connsiteY5179" fmla="*/ 350415 h 2400493"/>
              <a:gd name="connsiteX5180" fmla="*/ 812516 w 2401758"/>
              <a:gd name="connsiteY5180" fmla="*/ 379185 h 2400493"/>
              <a:gd name="connsiteX5181" fmla="*/ 783250 w 2401758"/>
              <a:gd name="connsiteY5181" fmla="*/ 407955 h 2400493"/>
              <a:gd name="connsiteX5182" fmla="*/ 754975 w 2401758"/>
              <a:gd name="connsiteY5182" fmla="*/ 379185 h 2400493"/>
              <a:gd name="connsiteX5183" fmla="*/ 784739 w 2401758"/>
              <a:gd name="connsiteY5183" fmla="*/ 350415 h 2400493"/>
              <a:gd name="connsiteX5184" fmla="*/ 715795 w 2401758"/>
              <a:gd name="connsiteY5184" fmla="*/ 350415 h 2400493"/>
              <a:gd name="connsiteX5185" fmla="*/ 735635 w 2401758"/>
              <a:gd name="connsiteY5185" fmla="*/ 357855 h 2400493"/>
              <a:gd name="connsiteX5186" fmla="*/ 743570 w 2401758"/>
              <a:gd name="connsiteY5186" fmla="*/ 379681 h 2400493"/>
              <a:gd name="connsiteX5187" fmla="*/ 735635 w 2401758"/>
              <a:gd name="connsiteY5187" fmla="*/ 400514 h 2400493"/>
              <a:gd name="connsiteX5188" fmla="*/ 714803 w 2401758"/>
              <a:gd name="connsiteY5188" fmla="*/ 407458 h 2400493"/>
              <a:gd name="connsiteX5189" fmla="*/ 693971 w 2401758"/>
              <a:gd name="connsiteY5189" fmla="*/ 400514 h 2400493"/>
              <a:gd name="connsiteX5190" fmla="*/ 686035 w 2401758"/>
              <a:gd name="connsiteY5190" fmla="*/ 378689 h 2400493"/>
              <a:gd name="connsiteX5191" fmla="*/ 693971 w 2401758"/>
              <a:gd name="connsiteY5191" fmla="*/ 357855 h 2400493"/>
              <a:gd name="connsiteX5192" fmla="*/ 715795 w 2401758"/>
              <a:gd name="connsiteY5192" fmla="*/ 350415 h 2400493"/>
              <a:gd name="connsiteX5193" fmla="*/ 648351 w 2401758"/>
              <a:gd name="connsiteY5193" fmla="*/ 348927 h 2400493"/>
              <a:gd name="connsiteX5194" fmla="*/ 669182 w 2401758"/>
              <a:gd name="connsiteY5194" fmla="*/ 358351 h 2400493"/>
              <a:gd name="connsiteX5195" fmla="*/ 679597 w 2401758"/>
              <a:gd name="connsiteY5195" fmla="*/ 379185 h 2400493"/>
              <a:gd name="connsiteX5196" fmla="*/ 671166 w 2401758"/>
              <a:gd name="connsiteY5196" fmla="*/ 398530 h 2400493"/>
              <a:gd name="connsiteX5197" fmla="*/ 648847 w 2401758"/>
              <a:gd name="connsiteY5197" fmla="*/ 409938 h 2400493"/>
              <a:gd name="connsiteX5198" fmla="*/ 629504 w 2401758"/>
              <a:gd name="connsiteY5198" fmla="*/ 402498 h 2400493"/>
              <a:gd name="connsiteX5199" fmla="*/ 617600 w 2401758"/>
              <a:gd name="connsiteY5199" fmla="*/ 380177 h 2400493"/>
              <a:gd name="connsiteX5200" fmla="*/ 626527 w 2401758"/>
              <a:gd name="connsiteY5200" fmla="*/ 359344 h 2400493"/>
              <a:gd name="connsiteX5201" fmla="*/ 648351 w 2401758"/>
              <a:gd name="connsiteY5201" fmla="*/ 348927 h 2400493"/>
              <a:gd name="connsiteX5202" fmla="*/ 580366 w 2401758"/>
              <a:gd name="connsiteY5202" fmla="*/ 348431 h 2400493"/>
              <a:gd name="connsiteX5203" fmla="*/ 612113 w 2401758"/>
              <a:gd name="connsiteY5203" fmla="*/ 379185 h 2400493"/>
              <a:gd name="connsiteX5204" fmla="*/ 581854 w 2401758"/>
              <a:gd name="connsiteY5204" fmla="*/ 409939 h 2400493"/>
              <a:gd name="connsiteX5205" fmla="*/ 550603 w 2401758"/>
              <a:gd name="connsiteY5205" fmla="*/ 379681 h 2400493"/>
              <a:gd name="connsiteX5206" fmla="*/ 580366 w 2401758"/>
              <a:gd name="connsiteY5206" fmla="*/ 348431 h 2400493"/>
              <a:gd name="connsiteX5207" fmla="*/ 378502 w 2401758"/>
              <a:gd name="connsiteY5207" fmla="*/ 348431 h 2400493"/>
              <a:gd name="connsiteX5208" fmla="*/ 401322 w 2401758"/>
              <a:gd name="connsiteY5208" fmla="*/ 355871 h 2400493"/>
              <a:gd name="connsiteX5209" fmla="*/ 410250 w 2401758"/>
              <a:gd name="connsiteY5209" fmla="*/ 379185 h 2400493"/>
              <a:gd name="connsiteX5210" fmla="*/ 401817 w 2401758"/>
              <a:gd name="connsiteY5210" fmla="*/ 402002 h 2400493"/>
              <a:gd name="connsiteX5211" fmla="*/ 378006 w 2401758"/>
              <a:gd name="connsiteY5211" fmla="*/ 410930 h 2400493"/>
              <a:gd name="connsiteX5212" fmla="*/ 356674 w 2401758"/>
              <a:gd name="connsiteY5212" fmla="*/ 402994 h 2400493"/>
              <a:gd name="connsiteX5213" fmla="*/ 347745 w 2401758"/>
              <a:gd name="connsiteY5213" fmla="*/ 379681 h 2400493"/>
              <a:gd name="connsiteX5214" fmla="*/ 356178 w 2401758"/>
              <a:gd name="connsiteY5214" fmla="*/ 357359 h 2400493"/>
              <a:gd name="connsiteX5215" fmla="*/ 378502 w 2401758"/>
              <a:gd name="connsiteY5215" fmla="*/ 348431 h 2400493"/>
              <a:gd name="connsiteX5216" fmla="*/ 515914 w 2401758"/>
              <a:gd name="connsiteY5216" fmla="*/ 347935 h 2400493"/>
              <a:gd name="connsiteX5217" fmla="*/ 546176 w 2401758"/>
              <a:gd name="connsiteY5217" fmla="*/ 379681 h 2400493"/>
              <a:gd name="connsiteX5218" fmla="*/ 514426 w 2401758"/>
              <a:gd name="connsiteY5218" fmla="*/ 409939 h 2400493"/>
              <a:gd name="connsiteX5219" fmla="*/ 493095 w 2401758"/>
              <a:gd name="connsiteY5219" fmla="*/ 401010 h 2400493"/>
              <a:gd name="connsiteX5220" fmla="*/ 483670 w 2401758"/>
              <a:gd name="connsiteY5220" fmla="*/ 377697 h 2400493"/>
              <a:gd name="connsiteX5221" fmla="*/ 515914 w 2401758"/>
              <a:gd name="connsiteY5221" fmla="*/ 347935 h 2400493"/>
              <a:gd name="connsiteX5222" fmla="*/ 446459 w 2401758"/>
              <a:gd name="connsiteY5222" fmla="*/ 347935 h 2400493"/>
              <a:gd name="connsiteX5223" fmla="*/ 477216 w 2401758"/>
              <a:gd name="connsiteY5223" fmla="*/ 379184 h 2400493"/>
              <a:gd name="connsiteX5224" fmla="*/ 444475 w 2401758"/>
              <a:gd name="connsiteY5224" fmla="*/ 410434 h 2400493"/>
              <a:gd name="connsiteX5225" fmla="*/ 414215 w 2401758"/>
              <a:gd name="connsiteY5225" fmla="*/ 378192 h 2400493"/>
              <a:gd name="connsiteX5226" fmla="*/ 446459 w 2401758"/>
              <a:gd name="connsiteY5226" fmla="*/ 347935 h 2400493"/>
              <a:gd name="connsiteX5227" fmla="*/ 142885 w 2401758"/>
              <a:gd name="connsiteY5227" fmla="*/ 321645 h 2400493"/>
              <a:gd name="connsiteX5228" fmla="*/ 140405 w 2401758"/>
              <a:gd name="connsiteY5228" fmla="*/ 324622 h 2400493"/>
              <a:gd name="connsiteX5229" fmla="*/ 138421 w 2401758"/>
              <a:gd name="connsiteY5229" fmla="*/ 329582 h 2400493"/>
              <a:gd name="connsiteX5230" fmla="*/ 119572 w 2401758"/>
              <a:gd name="connsiteY5230" fmla="*/ 343967 h 2400493"/>
              <a:gd name="connsiteX5231" fmla="*/ 117092 w 2401758"/>
              <a:gd name="connsiteY5231" fmla="*/ 346447 h 2400493"/>
              <a:gd name="connsiteX5232" fmla="*/ 119572 w 2401758"/>
              <a:gd name="connsiteY5232" fmla="*/ 347935 h 2400493"/>
              <a:gd name="connsiteX5233" fmla="*/ 124036 w 2401758"/>
              <a:gd name="connsiteY5233" fmla="*/ 348927 h 2400493"/>
              <a:gd name="connsiteX5234" fmla="*/ 140901 w 2401758"/>
              <a:gd name="connsiteY5234" fmla="*/ 368768 h 2400493"/>
              <a:gd name="connsiteX5235" fmla="*/ 143381 w 2401758"/>
              <a:gd name="connsiteY5235" fmla="*/ 373232 h 2400493"/>
              <a:gd name="connsiteX5236" fmla="*/ 145365 w 2401758"/>
              <a:gd name="connsiteY5236" fmla="*/ 369264 h 2400493"/>
              <a:gd name="connsiteX5237" fmla="*/ 166198 w 2401758"/>
              <a:gd name="connsiteY5237" fmla="*/ 347935 h 2400493"/>
              <a:gd name="connsiteX5238" fmla="*/ 169175 w 2401758"/>
              <a:gd name="connsiteY5238" fmla="*/ 346447 h 2400493"/>
              <a:gd name="connsiteX5239" fmla="*/ 166694 w 2401758"/>
              <a:gd name="connsiteY5239" fmla="*/ 343967 h 2400493"/>
              <a:gd name="connsiteX5240" fmla="*/ 164710 w 2401758"/>
              <a:gd name="connsiteY5240" fmla="*/ 342975 h 2400493"/>
              <a:gd name="connsiteX5241" fmla="*/ 145365 w 2401758"/>
              <a:gd name="connsiteY5241" fmla="*/ 323630 h 2400493"/>
              <a:gd name="connsiteX5242" fmla="*/ 142885 w 2401758"/>
              <a:gd name="connsiteY5242" fmla="*/ 321645 h 2400493"/>
              <a:gd name="connsiteX5243" fmla="*/ 76915 w 2401758"/>
              <a:gd name="connsiteY5243" fmla="*/ 321645 h 2400493"/>
              <a:gd name="connsiteX5244" fmla="*/ 74930 w 2401758"/>
              <a:gd name="connsiteY5244" fmla="*/ 322637 h 2400493"/>
              <a:gd name="connsiteX5245" fmla="*/ 64514 w 2401758"/>
              <a:gd name="connsiteY5245" fmla="*/ 337518 h 2400493"/>
              <a:gd name="connsiteX5246" fmla="*/ 57570 w 2401758"/>
              <a:gd name="connsiteY5246" fmla="*/ 342975 h 2400493"/>
              <a:gd name="connsiteX5247" fmla="*/ 50625 w 2401758"/>
              <a:gd name="connsiteY5247" fmla="*/ 346943 h 2400493"/>
              <a:gd name="connsiteX5248" fmla="*/ 56577 w 2401758"/>
              <a:gd name="connsiteY5248" fmla="*/ 348431 h 2400493"/>
              <a:gd name="connsiteX5249" fmla="*/ 57570 w 2401758"/>
              <a:gd name="connsiteY5249" fmla="*/ 349423 h 2400493"/>
              <a:gd name="connsiteX5250" fmla="*/ 74434 w 2401758"/>
              <a:gd name="connsiteY5250" fmla="*/ 369760 h 2400493"/>
              <a:gd name="connsiteX5251" fmla="*/ 77411 w 2401758"/>
              <a:gd name="connsiteY5251" fmla="*/ 372240 h 2400493"/>
              <a:gd name="connsiteX5252" fmla="*/ 79395 w 2401758"/>
              <a:gd name="connsiteY5252" fmla="*/ 369760 h 2400493"/>
              <a:gd name="connsiteX5253" fmla="*/ 100227 w 2401758"/>
              <a:gd name="connsiteY5253" fmla="*/ 348431 h 2400493"/>
              <a:gd name="connsiteX5254" fmla="*/ 103203 w 2401758"/>
              <a:gd name="connsiteY5254" fmla="*/ 346943 h 2400493"/>
              <a:gd name="connsiteX5255" fmla="*/ 100227 w 2401758"/>
              <a:gd name="connsiteY5255" fmla="*/ 343967 h 2400493"/>
              <a:gd name="connsiteX5256" fmla="*/ 93283 w 2401758"/>
              <a:gd name="connsiteY5256" fmla="*/ 341486 h 2400493"/>
              <a:gd name="connsiteX5257" fmla="*/ 78899 w 2401758"/>
              <a:gd name="connsiteY5257" fmla="*/ 322637 h 2400493"/>
              <a:gd name="connsiteX5258" fmla="*/ 76915 w 2401758"/>
              <a:gd name="connsiteY5258" fmla="*/ 321645 h 2400493"/>
              <a:gd name="connsiteX5259" fmla="*/ 210840 w 2401758"/>
              <a:gd name="connsiteY5259" fmla="*/ 320157 h 2400493"/>
              <a:gd name="connsiteX5260" fmla="*/ 209352 w 2401758"/>
              <a:gd name="connsiteY5260" fmla="*/ 321645 h 2400493"/>
              <a:gd name="connsiteX5261" fmla="*/ 207368 w 2401758"/>
              <a:gd name="connsiteY5261" fmla="*/ 325614 h 2400493"/>
              <a:gd name="connsiteX5262" fmla="*/ 190007 w 2401758"/>
              <a:gd name="connsiteY5262" fmla="*/ 342975 h 2400493"/>
              <a:gd name="connsiteX5263" fmla="*/ 185046 w 2401758"/>
              <a:gd name="connsiteY5263" fmla="*/ 345455 h 2400493"/>
              <a:gd name="connsiteX5264" fmla="*/ 184054 w 2401758"/>
              <a:gd name="connsiteY5264" fmla="*/ 346943 h 2400493"/>
              <a:gd name="connsiteX5265" fmla="*/ 186038 w 2401758"/>
              <a:gd name="connsiteY5265" fmla="*/ 347935 h 2400493"/>
              <a:gd name="connsiteX5266" fmla="*/ 207864 w 2401758"/>
              <a:gd name="connsiteY5266" fmla="*/ 369760 h 2400493"/>
              <a:gd name="connsiteX5267" fmla="*/ 209848 w 2401758"/>
              <a:gd name="connsiteY5267" fmla="*/ 372736 h 2400493"/>
              <a:gd name="connsiteX5268" fmla="*/ 212328 w 2401758"/>
              <a:gd name="connsiteY5268" fmla="*/ 370256 h 2400493"/>
              <a:gd name="connsiteX5269" fmla="*/ 220264 w 2401758"/>
              <a:gd name="connsiteY5269" fmla="*/ 355871 h 2400493"/>
              <a:gd name="connsiteX5270" fmla="*/ 233657 w 2401758"/>
              <a:gd name="connsiteY5270" fmla="*/ 348431 h 2400493"/>
              <a:gd name="connsiteX5271" fmla="*/ 236137 w 2401758"/>
              <a:gd name="connsiteY5271" fmla="*/ 346447 h 2400493"/>
              <a:gd name="connsiteX5272" fmla="*/ 233657 w 2401758"/>
              <a:gd name="connsiteY5272" fmla="*/ 343967 h 2400493"/>
              <a:gd name="connsiteX5273" fmla="*/ 230185 w 2401758"/>
              <a:gd name="connsiteY5273" fmla="*/ 343471 h 2400493"/>
              <a:gd name="connsiteX5274" fmla="*/ 212328 w 2401758"/>
              <a:gd name="connsiteY5274" fmla="*/ 322637 h 2400493"/>
              <a:gd name="connsiteX5275" fmla="*/ 210840 w 2401758"/>
              <a:gd name="connsiteY5275" fmla="*/ 320157 h 2400493"/>
              <a:gd name="connsiteX5276" fmla="*/ 2398286 w 2401758"/>
              <a:gd name="connsiteY5276" fmla="*/ 310238 h 2400493"/>
              <a:gd name="connsiteX5277" fmla="*/ 2401758 w 2401758"/>
              <a:gd name="connsiteY5277" fmla="*/ 312222 h 2400493"/>
              <a:gd name="connsiteX5278" fmla="*/ 2398286 w 2401758"/>
              <a:gd name="connsiteY5278" fmla="*/ 314702 h 2400493"/>
              <a:gd name="connsiteX5279" fmla="*/ 2395806 w 2401758"/>
              <a:gd name="connsiteY5279" fmla="*/ 313214 h 2400493"/>
              <a:gd name="connsiteX5280" fmla="*/ 2398286 w 2401758"/>
              <a:gd name="connsiteY5280" fmla="*/ 310238 h 2400493"/>
              <a:gd name="connsiteX5281" fmla="*/ 2332315 w 2401758"/>
              <a:gd name="connsiteY5281" fmla="*/ 308253 h 2400493"/>
              <a:gd name="connsiteX5282" fmla="*/ 2337771 w 2401758"/>
              <a:gd name="connsiteY5282" fmla="*/ 312717 h 2400493"/>
              <a:gd name="connsiteX5283" fmla="*/ 2331819 w 2401758"/>
              <a:gd name="connsiteY5283" fmla="*/ 317181 h 2400493"/>
              <a:gd name="connsiteX5284" fmla="*/ 2326859 w 2401758"/>
              <a:gd name="connsiteY5284" fmla="*/ 313213 h 2400493"/>
              <a:gd name="connsiteX5285" fmla="*/ 2332315 w 2401758"/>
              <a:gd name="connsiteY5285" fmla="*/ 308253 h 2400493"/>
              <a:gd name="connsiteX5286" fmla="*/ 2264359 w 2401758"/>
              <a:gd name="connsiteY5286" fmla="*/ 305277 h 2400493"/>
              <a:gd name="connsiteX5287" fmla="*/ 2271800 w 2401758"/>
              <a:gd name="connsiteY5287" fmla="*/ 312221 h 2400493"/>
              <a:gd name="connsiteX5288" fmla="*/ 2264359 w 2401758"/>
              <a:gd name="connsiteY5288" fmla="*/ 319662 h 2400493"/>
              <a:gd name="connsiteX5289" fmla="*/ 2257911 w 2401758"/>
              <a:gd name="connsiteY5289" fmla="*/ 312221 h 2400493"/>
              <a:gd name="connsiteX5290" fmla="*/ 2264359 w 2401758"/>
              <a:gd name="connsiteY5290" fmla="*/ 305277 h 2400493"/>
              <a:gd name="connsiteX5291" fmla="*/ 2197395 w 2401758"/>
              <a:gd name="connsiteY5291" fmla="*/ 302797 h 2400493"/>
              <a:gd name="connsiteX5292" fmla="*/ 2207316 w 2401758"/>
              <a:gd name="connsiteY5292" fmla="*/ 311725 h 2400493"/>
              <a:gd name="connsiteX5293" fmla="*/ 2197891 w 2401758"/>
              <a:gd name="connsiteY5293" fmla="*/ 322142 h 2400493"/>
              <a:gd name="connsiteX5294" fmla="*/ 2188467 w 2401758"/>
              <a:gd name="connsiteY5294" fmla="*/ 312718 h 2400493"/>
              <a:gd name="connsiteX5295" fmla="*/ 2197395 w 2401758"/>
              <a:gd name="connsiteY5295" fmla="*/ 302797 h 2400493"/>
              <a:gd name="connsiteX5296" fmla="*/ 2128448 w 2401758"/>
              <a:gd name="connsiteY5296" fmla="*/ 300317 h 2400493"/>
              <a:gd name="connsiteX5297" fmla="*/ 2140848 w 2401758"/>
              <a:gd name="connsiteY5297" fmla="*/ 311726 h 2400493"/>
              <a:gd name="connsiteX5298" fmla="*/ 2129440 w 2401758"/>
              <a:gd name="connsiteY5298" fmla="*/ 324126 h 2400493"/>
              <a:gd name="connsiteX5299" fmla="*/ 2117039 w 2401758"/>
              <a:gd name="connsiteY5299" fmla="*/ 312718 h 2400493"/>
              <a:gd name="connsiteX5300" fmla="*/ 2128448 w 2401758"/>
              <a:gd name="connsiteY5300" fmla="*/ 300317 h 2400493"/>
              <a:gd name="connsiteX5301" fmla="*/ 2062477 w 2401758"/>
              <a:gd name="connsiteY5301" fmla="*/ 300317 h 2400493"/>
              <a:gd name="connsiteX5302" fmla="*/ 2074381 w 2401758"/>
              <a:gd name="connsiteY5302" fmla="*/ 312222 h 2400493"/>
              <a:gd name="connsiteX5303" fmla="*/ 2062973 w 2401758"/>
              <a:gd name="connsiteY5303" fmla="*/ 324126 h 2400493"/>
              <a:gd name="connsiteX5304" fmla="*/ 2050572 w 2401758"/>
              <a:gd name="connsiteY5304" fmla="*/ 311726 h 2400493"/>
              <a:gd name="connsiteX5305" fmla="*/ 2062477 w 2401758"/>
              <a:gd name="connsiteY5305" fmla="*/ 300317 h 2400493"/>
              <a:gd name="connsiteX5306" fmla="*/ 1995513 w 2401758"/>
              <a:gd name="connsiteY5306" fmla="*/ 297836 h 2400493"/>
              <a:gd name="connsiteX5307" fmla="*/ 2009898 w 2401758"/>
              <a:gd name="connsiteY5307" fmla="*/ 312221 h 2400493"/>
              <a:gd name="connsiteX5308" fmla="*/ 1995513 w 2401758"/>
              <a:gd name="connsiteY5308" fmla="*/ 326606 h 2400493"/>
              <a:gd name="connsiteX5309" fmla="*/ 1981128 w 2401758"/>
              <a:gd name="connsiteY5309" fmla="*/ 312221 h 2400493"/>
              <a:gd name="connsiteX5310" fmla="*/ 1995513 w 2401758"/>
              <a:gd name="connsiteY5310" fmla="*/ 297836 h 2400493"/>
              <a:gd name="connsiteX5311" fmla="*/ 1860593 w 2401758"/>
              <a:gd name="connsiteY5311" fmla="*/ 295852 h 2400493"/>
              <a:gd name="connsiteX5312" fmla="*/ 1871506 w 2401758"/>
              <a:gd name="connsiteY5312" fmla="*/ 301309 h 2400493"/>
              <a:gd name="connsiteX5313" fmla="*/ 1876962 w 2401758"/>
              <a:gd name="connsiteY5313" fmla="*/ 312221 h 2400493"/>
              <a:gd name="connsiteX5314" fmla="*/ 1872002 w 2401758"/>
              <a:gd name="connsiteY5314" fmla="*/ 323134 h 2400493"/>
              <a:gd name="connsiteX5315" fmla="*/ 1860097 w 2401758"/>
              <a:gd name="connsiteY5315" fmla="*/ 328590 h 2400493"/>
              <a:gd name="connsiteX5316" fmla="*/ 1848193 w 2401758"/>
              <a:gd name="connsiteY5316" fmla="*/ 323134 h 2400493"/>
              <a:gd name="connsiteX5317" fmla="*/ 1843232 w 2401758"/>
              <a:gd name="connsiteY5317" fmla="*/ 312221 h 2400493"/>
              <a:gd name="connsiteX5318" fmla="*/ 1860593 w 2401758"/>
              <a:gd name="connsiteY5318" fmla="*/ 295852 h 2400493"/>
              <a:gd name="connsiteX5319" fmla="*/ 1793134 w 2401758"/>
              <a:gd name="connsiteY5319" fmla="*/ 295852 h 2400493"/>
              <a:gd name="connsiteX5320" fmla="*/ 1809999 w 2401758"/>
              <a:gd name="connsiteY5320" fmla="*/ 312221 h 2400493"/>
              <a:gd name="connsiteX5321" fmla="*/ 1793630 w 2401758"/>
              <a:gd name="connsiteY5321" fmla="*/ 329086 h 2400493"/>
              <a:gd name="connsiteX5322" fmla="*/ 1776765 w 2401758"/>
              <a:gd name="connsiteY5322" fmla="*/ 312717 h 2400493"/>
              <a:gd name="connsiteX5323" fmla="*/ 1793134 w 2401758"/>
              <a:gd name="connsiteY5323" fmla="*/ 295852 h 2400493"/>
              <a:gd name="connsiteX5324" fmla="*/ 1929045 w 2401758"/>
              <a:gd name="connsiteY5324" fmla="*/ 295356 h 2400493"/>
              <a:gd name="connsiteX5325" fmla="*/ 1940949 w 2401758"/>
              <a:gd name="connsiteY5325" fmla="*/ 300812 h 2400493"/>
              <a:gd name="connsiteX5326" fmla="*/ 1945910 w 2401758"/>
              <a:gd name="connsiteY5326" fmla="*/ 312221 h 2400493"/>
              <a:gd name="connsiteX5327" fmla="*/ 1939461 w 2401758"/>
              <a:gd name="connsiteY5327" fmla="*/ 324126 h 2400493"/>
              <a:gd name="connsiteX5328" fmla="*/ 1928549 w 2401758"/>
              <a:gd name="connsiteY5328" fmla="*/ 328590 h 2400493"/>
              <a:gd name="connsiteX5329" fmla="*/ 1916644 w 2401758"/>
              <a:gd name="connsiteY5329" fmla="*/ 322637 h 2400493"/>
              <a:gd name="connsiteX5330" fmla="*/ 1912180 w 2401758"/>
              <a:gd name="connsiteY5330" fmla="*/ 311229 h 2400493"/>
              <a:gd name="connsiteX5331" fmla="*/ 1917636 w 2401758"/>
              <a:gd name="connsiteY5331" fmla="*/ 300316 h 2400493"/>
              <a:gd name="connsiteX5332" fmla="*/ 1929045 w 2401758"/>
              <a:gd name="connsiteY5332" fmla="*/ 295356 h 2400493"/>
              <a:gd name="connsiteX5333" fmla="*/ 1725675 w 2401758"/>
              <a:gd name="connsiteY5333" fmla="*/ 293372 h 2400493"/>
              <a:gd name="connsiteX5334" fmla="*/ 1740059 w 2401758"/>
              <a:gd name="connsiteY5334" fmla="*/ 298828 h 2400493"/>
              <a:gd name="connsiteX5335" fmla="*/ 1745516 w 2401758"/>
              <a:gd name="connsiteY5335" fmla="*/ 311725 h 2400493"/>
              <a:gd name="connsiteX5336" fmla="*/ 1740059 w 2401758"/>
              <a:gd name="connsiteY5336" fmla="*/ 325614 h 2400493"/>
              <a:gd name="connsiteX5337" fmla="*/ 1726667 w 2401758"/>
              <a:gd name="connsiteY5337" fmla="*/ 332062 h 2400493"/>
              <a:gd name="connsiteX5338" fmla="*/ 1713770 w 2401758"/>
              <a:gd name="connsiteY5338" fmla="*/ 326110 h 2400493"/>
              <a:gd name="connsiteX5339" fmla="*/ 1707322 w 2401758"/>
              <a:gd name="connsiteY5339" fmla="*/ 312221 h 2400493"/>
              <a:gd name="connsiteX5340" fmla="*/ 1712778 w 2401758"/>
              <a:gd name="connsiteY5340" fmla="*/ 299324 h 2400493"/>
              <a:gd name="connsiteX5341" fmla="*/ 1725675 w 2401758"/>
              <a:gd name="connsiteY5341" fmla="*/ 293372 h 2400493"/>
              <a:gd name="connsiteX5342" fmla="*/ 1488 w 2401758"/>
              <a:gd name="connsiteY5342" fmla="*/ 293372 h 2400493"/>
              <a:gd name="connsiteX5343" fmla="*/ 2480 w 2401758"/>
              <a:gd name="connsiteY5343" fmla="*/ 296348 h 2400493"/>
              <a:gd name="connsiteX5344" fmla="*/ 6944 w 2401758"/>
              <a:gd name="connsiteY5344" fmla="*/ 318173 h 2400493"/>
              <a:gd name="connsiteX5345" fmla="*/ 1984 w 2401758"/>
              <a:gd name="connsiteY5345" fmla="*/ 330574 h 2400493"/>
              <a:gd name="connsiteX5346" fmla="*/ 992 w 2401758"/>
              <a:gd name="connsiteY5346" fmla="*/ 331566 h 2400493"/>
              <a:gd name="connsiteX5347" fmla="*/ 0 w 2401758"/>
              <a:gd name="connsiteY5347" fmla="*/ 330078 h 2400493"/>
              <a:gd name="connsiteX5348" fmla="*/ 496 w 2401758"/>
              <a:gd name="connsiteY5348" fmla="*/ 311725 h 2400493"/>
              <a:gd name="connsiteX5349" fmla="*/ 496 w 2401758"/>
              <a:gd name="connsiteY5349" fmla="*/ 296348 h 2400493"/>
              <a:gd name="connsiteX5350" fmla="*/ 1488 w 2401758"/>
              <a:gd name="connsiteY5350" fmla="*/ 293372 h 2400493"/>
              <a:gd name="connsiteX5351" fmla="*/ 1658710 w 2401758"/>
              <a:gd name="connsiteY5351" fmla="*/ 292876 h 2400493"/>
              <a:gd name="connsiteX5352" fmla="*/ 1672103 w 2401758"/>
              <a:gd name="connsiteY5352" fmla="*/ 298333 h 2400493"/>
              <a:gd name="connsiteX5353" fmla="*/ 1677063 w 2401758"/>
              <a:gd name="connsiteY5353" fmla="*/ 313214 h 2400493"/>
              <a:gd name="connsiteX5354" fmla="*/ 1671111 w 2401758"/>
              <a:gd name="connsiteY5354" fmla="*/ 326606 h 2400493"/>
              <a:gd name="connsiteX5355" fmla="*/ 1657718 w 2401758"/>
              <a:gd name="connsiteY5355" fmla="*/ 331567 h 2400493"/>
              <a:gd name="connsiteX5356" fmla="*/ 1644325 w 2401758"/>
              <a:gd name="connsiteY5356" fmla="*/ 326606 h 2400493"/>
              <a:gd name="connsiteX5357" fmla="*/ 1638869 w 2401758"/>
              <a:gd name="connsiteY5357" fmla="*/ 311229 h 2400493"/>
              <a:gd name="connsiteX5358" fmla="*/ 1643829 w 2401758"/>
              <a:gd name="connsiteY5358" fmla="*/ 298333 h 2400493"/>
              <a:gd name="connsiteX5359" fmla="*/ 1658710 w 2401758"/>
              <a:gd name="connsiteY5359" fmla="*/ 292876 h 2400493"/>
              <a:gd name="connsiteX5360" fmla="*/ 1458316 w 2401758"/>
              <a:gd name="connsiteY5360" fmla="*/ 291388 h 2400493"/>
              <a:gd name="connsiteX5361" fmla="*/ 1478653 w 2401758"/>
              <a:gd name="connsiteY5361" fmla="*/ 312717 h 2400493"/>
              <a:gd name="connsiteX5362" fmla="*/ 1457324 w 2401758"/>
              <a:gd name="connsiteY5362" fmla="*/ 334046 h 2400493"/>
              <a:gd name="connsiteX5363" fmla="*/ 1435995 w 2401758"/>
              <a:gd name="connsiteY5363" fmla="*/ 312221 h 2400493"/>
              <a:gd name="connsiteX5364" fmla="*/ 1458316 w 2401758"/>
              <a:gd name="connsiteY5364" fmla="*/ 291388 h 2400493"/>
              <a:gd name="connsiteX5365" fmla="*/ 1590259 w 2401758"/>
              <a:gd name="connsiteY5365" fmla="*/ 290892 h 2400493"/>
              <a:gd name="connsiteX5366" fmla="*/ 1612084 w 2401758"/>
              <a:gd name="connsiteY5366" fmla="*/ 312221 h 2400493"/>
              <a:gd name="connsiteX5367" fmla="*/ 1590259 w 2401758"/>
              <a:gd name="connsiteY5367" fmla="*/ 333550 h 2400493"/>
              <a:gd name="connsiteX5368" fmla="*/ 1568929 w 2401758"/>
              <a:gd name="connsiteY5368" fmla="*/ 311725 h 2400493"/>
              <a:gd name="connsiteX5369" fmla="*/ 1590259 w 2401758"/>
              <a:gd name="connsiteY5369" fmla="*/ 290892 h 2400493"/>
              <a:gd name="connsiteX5370" fmla="*/ 1523791 w 2401758"/>
              <a:gd name="connsiteY5370" fmla="*/ 290892 h 2400493"/>
              <a:gd name="connsiteX5371" fmla="*/ 1545616 w 2401758"/>
              <a:gd name="connsiteY5371" fmla="*/ 312221 h 2400493"/>
              <a:gd name="connsiteX5372" fmla="*/ 1524287 w 2401758"/>
              <a:gd name="connsiteY5372" fmla="*/ 334046 h 2400493"/>
              <a:gd name="connsiteX5373" fmla="*/ 1502958 w 2401758"/>
              <a:gd name="connsiteY5373" fmla="*/ 313213 h 2400493"/>
              <a:gd name="connsiteX5374" fmla="*/ 1523791 w 2401758"/>
              <a:gd name="connsiteY5374" fmla="*/ 290892 h 2400493"/>
              <a:gd name="connsiteX5375" fmla="*/ 1320917 w 2401758"/>
              <a:gd name="connsiteY5375" fmla="*/ 288908 h 2400493"/>
              <a:gd name="connsiteX5376" fmla="*/ 1345718 w 2401758"/>
              <a:gd name="connsiteY5376" fmla="*/ 312221 h 2400493"/>
              <a:gd name="connsiteX5377" fmla="*/ 1321909 w 2401758"/>
              <a:gd name="connsiteY5377" fmla="*/ 336526 h 2400493"/>
              <a:gd name="connsiteX5378" fmla="*/ 1298099 w 2401758"/>
              <a:gd name="connsiteY5378" fmla="*/ 313709 h 2400493"/>
              <a:gd name="connsiteX5379" fmla="*/ 1320917 w 2401758"/>
              <a:gd name="connsiteY5379" fmla="*/ 288908 h 2400493"/>
              <a:gd name="connsiteX5380" fmla="*/ 1388376 w 2401758"/>
              <a:gd name="connsiteY5380" fmla="*/ 288412 h 2400493"/>
              <a:gd name="connsiteX5381" fmla="*/ 1412185 w 2401758"/>
              <a:gd name="connsiteY5381" fmla="*/ 312717 h 2400493"/>
              <a:gd name="connsiteX5382" fmla="*/ 1388376 w 2401758"/>
              <a:gd name="connsiteY5382" fmla="*/ 336031 h 2400493"/>
              <a:gd name="connsiteX5383" fmla="*/ 1364567 w 2401758"/>
              <a:gd name="connsiteY5383" fmla="*/ 311725 h 2400493"/>
              <a:gd name="connsiteX5384" fmla="*/ 1388376 w 2401758"/>
              <a:gd name="connsiteY5384" fmla="*/ 288412 h 2400493"/>
              <a:gd name="connsiteX5385" fmla="*/ 1254945 w 2401758"/>
              <a:gd name="connsiteY5385" fmla="*/ 288412 h 2400493"/>
              <a:gd name="connsiteX5386" fmla="*/ 1278755 w 2401758"/>
              <a:gd name="connsiteY5386" fmla="*/ 312717 h 2400493"/>
              <a:gd name="connsiteX5387" fmla="*/ 1254449 w 2401758"/>
              <a:gd name="connsiteY5387" fmla="*/ 336527 h 2400493"/>
              <a:gd name="connsiteX5388" fmla="*/ 1231136 w 2401758"/>
              <a:gd name="connsiteY5388" fmla="*/ 311725 h 2400493"/>
              <a:gd name="connsiteX5389" fmla="*/ 1237584 w 2401758"/>
              <a:gd name="connsiteY5389" fmla="*/ 295356 h 2400493"/>
              <a:gd name="connsiteX5390" fmla="*/ 1254945 w 2401758"/>
              <a:gd name="connsiteY5390" fmla="*/ 288412 h 2400493"/>
              <a:gd name="connsiteX5391" fmla="*/ 1186493 w 2401758"/>
              <a:gd name="connsiteY5391" fmla="*/ 286428 h 2400493"/>
              <a:gd name="connsiteX5392" fmla="*/ 1212287 w 2401758"/>
              <a:gd name="connsiteY5392" fmla="*/ 313213 h 2400493"/>
              <a:gd name="connsiteX5393" fmla="*/ 1204350 w 2401758"/>
              <a:gd name="connsiteY5393" fmla="*/ 331070 h 2400493"/>
              <a:gd name="connsiteX5394" fmla="*/ 1187485 w 2401758"/>
              <a:gd name="connsiteY5394" fmla="*/ 338511 h 2400493"/>
              <a:gd name="connsiteX5395" fmla="*/ 1160204 w 2401758"/>
              <a:gd name="connsiteY5395" fmla="*/ 311725 h 2400493"/>
              <a:gd name="connsiteX5396" fmla="*/ 1168140 w 2401758"/>
              <a:gd name="connsiteY5396" fmla="*/ 293868 h 2400493"/>
              <a:gd name="connsiteX5397" fmla="*/ 1186493 w 2401758"/>
              <a:gd name="connsiteY5397" fmla="*/ 286428 h 2400493"/>
              <a:gd name="connsiteX5398" fmla="*/ 1121017 w 2401758"/>
              <a:gd name="connsiteY5398" fmla="*/ 286428 h 2400493"/>
              <a:gd name="connsiteX5399" fmla="*/ 1145819 w 2401758"/>
              <a:gd name="connsiteY5399" fmla="*/ 312717 h 2400493"/>
              <a:gd name="connsiteX5400" fmla="*/ 1118537 w 2401758"/>
              <a:gd name="connsiteY5400" fmla="*/ 338510 h 2400493"/>
              <a:gd name="connsiteX5401" fmla="*/ 1093736 w 2401758"/>
              <a:gd name="connsiteY5401" fmla="*/ 312221 h 2400493"/>
              <a:gd name="connsiteX5402" fmla="*/ 1121017 w 2401758"/>
              <a:gd name="connsiteY5402" fmla="*/ 286428 h 2400493"/>
              <a:gd name="connsiteX5403" fmla="*/ 1053062 w 2401758"/>
              <a:gd name="connsiteY5403" fmla="*/ 285436 h 2400493"/>
              <a:gd name="connsiteX5404" fmla="*/ 1071415 w 2401758"/>
              <a:gd name="connsiteY5404" fmla="*/ 292876 h 2400493"/>
              <a:gd name="connsiteX5405" fmla="*/ 1079351 w 2401758"/>
              <a:gd name="connsiteY5405" fmla="*/ 312221 h 2400493"/>
              <a:gd name="connsiteX5406" fmla="*/ 1071415 w 2401758"/>
              <a:gd name="connsiteY5406" fmla="*/ 330574 h 2400493"/>
              <a:gd name="connsiteX5407" fmla="*/ 1052070 w 2401758"/>
              <a:gd name="connsiteY5407" fmla="*/ 338511 h 2400493"/>
              <a:gd name="connsiteX5408" fmla="*/ 1034717 w 2401758"/>
              <a:gd name="connsiteY5408" fmla="*/ 331070 h 2400493"/>
              <a:gd name="connsiteX5409" fmla="*/ 1026781 w 2401758"/>
              <a:gd name="connsiteY5409" fmla="*/ 311725 h 2400493"/>
              <a:gd name="connsiteX5410" fmla="*/ 1034717 w 2401758"/>
              <a:gd name="connsiteY5410" fmla="*/ 293372 h 2400493"/>
              <a:gd name="connsiteX5411" fmla="*/ 1053062 w 2401758"/>
              <a:gd name="connsiteY5411" fmla="*/ 285436 h 2400493"/>
              <a:gd name="connsiteX5412" fmla="*/ 986598 w 2401758"/>
              <a:gd name="connsiteY5412" fmla="*/ 284444 h 2400493"/>
              <a:gd name="connsiteX5413" fmla="*/ 997014 w 2401758"/>
              <a:gd name="connsiteY5413" fmla="*/ 287420 h 2400493"/>
              <a:gd name="connsiteX5414" fmla="*/ 1005943 w 2401758"/>
              <a:gd name="connsiteY5414" fmla="*/ 294365 h 2400493"/>
              <a:gd name="connsiteX5415" fmla="*/ 1011895 w 2401758"/>
              <a:gd name="connsiteY5415" fmla="*/ 302797 h 2400493"/>
              <a:gd name="connsiteX5416" fmla="*/ 1013879 w 2401758"/>
              <a:gd name="connsiteY5416" fmla="*/ 313710 h 2400493"/>
              <a:gd name="connsiteX5417" fmla="*/ 1004951 w 2401758"/>
              <a:gd name="connsiteY5417" fmla="*/ 332559 h 2400493"/>
              <a:gd name="connsiteX5418" fmla="*/ 986102 w 2401758"/>
              <a:gd name="connsiteY5418" fmla="*/ 340495 h 2400493"/>
              <a:gd name="connsiteX5419" fmla="*/ 966260 w 2401758"/>
              <a:gd name="connsiteY5419" fmla="*/ 332063 h 2400493"/>
              <a:gd name="connsiteX5420" fmla="*/ 957332 w 2401758"/>
              <a:gd name="connsiteY5420" fmla="*/ 311725 h 2400493"/>
              <a:gd name="connsiteX5421" fmla="*/ 960308 w 2401758"/>
              <a:gd name="connsiteY5421" fmla="*/ 301309 h 2400493"/>
              <a:gd name="connsiteX5422" fmla="*/ 967253 w 2401758"/>
              <a:gd name="connsiteY5422" fmla="*/ 292380 h 2400493"/>
              <a:gd name="connsiteX5423" fmla="*/ 975685 w 2401758"/>
              <a:gd name="connsiteY5423" fmla="*/ 286924 h 2400493"/>
              <a:gd name="connsiteX5424" fmla="*/ 986598 w 2401758"/>
              <a:gd name="connsiteY5424" fmla="*/ 284444 h 2400493"/>
              <a:gd name="connsiteX5425" fmla="*/ 916685 w 2401758"/>
              <a:gd name="connsiteY5425" fmla="*/ 283948 h 2400493"/>
              <a:gd name="connsiteX5426" fmla="*/ 945454 w 2401758"/>
              <a:gd name="connsiteY5426" fmla="*/ 311725 h 2400493"/>
              <a:gd name="connsiteX5427" fmla="*/ 917677 w 2401758"/>
              <a:gd name="connsiteY5427" fmla="*/ 340991 h 2400493"/>
              <a:gd name="connsiteX5428" fmla="*/ 888412 w 2401758"/>
              <a:gd name="connsiteY5428" fmla="*/ 312718 h 2400493"/>
              <a:gd name="connsiteX5429" fmla="*/ 916685 w 2401758"/>
              <a:gd name="connsiteY5429" fmla="*/ 283948 h 2400493"/>
              <a:gd name="connsiteX5430" fmla="*/ 783265 w 2401758"/>
              <a:gd name="connsiteY5430" fmla="*/ 283948 h 2400493"/>
              <a:gd name="connsiteX5431" fmla="*/ 812530 w 2401758"/>
              <a:gd name="connsiteY5431" fmla="*/ 311726 h 2400493"/>
              <a:gd name="connsiteX5432" fmla="*/ 784257 w 2401758"/>
              <a:gd name="connsiteY5432" fmla="*/ 341487 h 2400493"/>
              <a:gd name="connsiteX5433" fmla="*/ 754989 w 2401758"/>
              <a:gd name="connsiteY5433" fmla="*/ 312222 h 2400493"/>
              <a:gd name="connsiteX5434" fmla="*/ 783265 w 2401758"/>
              <a:gd name="connsiteY5434" fmla="*/ 283948 h 2400493"/>
              <a:gd name="connsiteX5435" fmla="*/ 851227 w 2401758"/>
              <a:gd name="connsiteY5435" fmla="*/ 283452 h 2400493"/>
              <a:gd name="connsiteX5436" fmla="*/ 879006 w 2401758"/>
              <a:gd name="connsiteY5436" fmla="*/ 313710 h 2400493"/>
              <a:gd name="connsiteX5437" fmla="*/ 871072 w 2401758"/>
              <a:gd name="connsiteY5437" fmla="*/ 333055 h 2400493"/>
              <a:gd name="connsiteX5438" fmla="*/ 849245 w 2401758"/>
              <a:gd name="connsiteY5438" fmla="*/ 340991 h 2400493"/>
              <a:gd name="connsiteX5439" fmla="*/ 821466 w 2401758"/>
              <a:gd name="connsiteY5439" fmla="*/ 311725 h 2400493"/>
              <a:gd name="connsiteX5440" fmla="*/ 829901 w 2401758"/>
              <a:gd name="connsiteY5440" fmla="*/ 291884 h 2400493"/>
              <a:gd name="connsiteX5441" fmla="*/ 851227 w 2401758"/>
              <a:gd name="connsiteY5441" fmla="*/ 283452 h 2400493"/>
              <a:gd name="connsiteX5442" fmla="*/ 714292 w 2401758"/>
              <a:gd name="connsiteY5442" fmla="*/ 282460 h 2400493"/>
              <a:gd name="connsiteX5443" fmla="*/ 725204 w 2401758"/>
              <a:gd name="connsiteY5443" fmla="*/ 283948 h 2400493"/>
              <a:gd name="connsiteX5444" fmla="*/ 731652 w 2401758"/>
              <a:gd name="connsiteY5444" fmla="*/ 287916 h 2400493"/>
              <a:gd name="connsiteX5445" fmla="*/ 741572 w 2401758"/>
              <a:gd name="connsiteY5445" fmla="*/ 299325 h 2400493"/>
              <a:gd name="connsiteX5446" fmla="*/ 746036 w 2401758"/>
              <a:gd name="connsiteY5446" fmla="*/ 311726 h 2400493"/>
              <a:gd name="connsiteX5447" fmla="*/ 742564 w 2401758"/>
              <a:gd name="connsiteY5447" fmla="*/ 324622 h 2400493"/>
              <a:gd name="connsiteX5448" fmla="*/ 731652 w 2401758"/>
              <a:gd name="connsiteY5448" fmla="*/ 338015 h 2400493"/>
              <a:gd name="connsiteX5449" fmla="*/ 716276 w 2401758"/>
              <a:gd name="connsiteY5449" fmla="*/ 343967 h 2400493"/>
              <a:gd name="connsiteX5450" fmla="*/ 697427 w 2401758"/>
              <a:gd name="connsiteY5450" fmla="*/ 337519 h 2400493"/>
              <a:gd name="connsiteX5451" fmla="*/ 684035 w 2401758"/>
              <a:gd name="connsiteY5451" fmla="*/ 313214 h 2400493"/>
              <a:gd name="connsiteX5452" fmla="*/ 691475 w 2401758"/>
              <a:gd name="connsiteY5452" fmla="*/ 294861 h 2400493"/>
              <a:gd name="connsiteX5453" fmla="*/ 714292 w 2401758"/>
              <a:gd name="connsiteY5453" fmla="*/ 282460 h 2400493"/>
              <a:gd name="connsiteX5454" fmla="*/ 648346 w 2401758"/>
              <a:gd name="connsiteY5454" fmla="*/ 281468 h 2400493"/>
              <a:gd name="connsiteX5455" fmla="*/ 679097 w 2401758"/>
              <a:gd name="connsiteY5455" fmla="*/ 312222 h 2400493"/>
              <a:gd name="connsiteX5456" fmla="*/ 648346 w 2401758"/>
              <a:gd name="connsiteY5456" fmla="*/ 342975 h 2400493"/>
              <a:gd name="connsiteX5457" fmla="*/ 617099 w 2401758"/>
              <a:gd name="connsiteY5457" fmla="*/ 311726 h 2400493"/>
              <a:gd name="connsiteX5458" fmla="*/ 648346 w 2401758"/>
              <a:gd name="connsiteY5458" fmla="*/ 281468 h 2400493"/>
              <a:gd name="connsiteX5459" fmla="*/ 581378 w 2401758"/>
              <a:gd name="connsiteY5459" fmla="*/ 281468 h 2400493"/>
              <a:gd name="connsiteX5460" fmla="*/ 612629 w 2401758"/>
              <a:gd name="connsiteY5460" fmla="*/ 312221 h 2400493"/>
              <a:gd name="connsiteX5461" fmla="*/ 580386 w 2401758"/>
              <a:gd name="connsiteY5461" fmla="*/ 343967 h 2400493"/>
              <a:gd name="connsiteX5462" fmla="*/ 549630 w 2401758"/>
              <a:gd name="connsiteY5462" fmla="*/ 312221 h 2400493"/>
              <a:gd name="connsiteX5463" fmla="*/ 581378 w 2401758"/>
              <a:gd name="connsiteY5463" fmla="*/ 281468 h 2400493"/>
              <a:gd name="connsiteX5464" fmla="*/ 515402 w 2401758"/>
              <a:gd name="connsiteY5464" fmla="*/ 281468 h 2400493"/>
              <a:gd name="connsiteX5465" fmla="*/ 546159 w 2401758"/>
              <a:gd name="connsiteY5465" fmla="*/ 312717 h 2400493"/>
              <a:gd name="connsiteX5466" fmla="*/ 513418 w 2401758"/>
              <a:gd name="connsiteY5466" fmla="*/ 343471 h 2400493"/>
              <a:gd name="connsiteX5467" fmla="*/ 483159 w 2401758"/>
              <a:gd name="connsiteY5467" fmla="*/ 311229 h 2400493"/>
              <a:gd name="connsiteX5468" fmla="*/ 515402 w 2401758"/>
              <a:gd name="connsiteY5468" fmla="*/ 281468 h 2400493"/>
              <a:gd name="connsiteX5469" fmla="*/ 445443 w 2401758"/>
              <a:gd name="connsiteY5469" fmla="*/ 281468 h 2400493"/>
              <a:gd name="connsiteX5470" fmla="*/ 467765 w 2401758"/>
              <a:gd name="connsiteY5470" fmla="*/ 290396 h 2400493"/>
              <a:gd name="connsiteX5471" fmla="*/ 476693 w 2401758"/>
              <a:gd name="connsiteY5471" fmla="*/ 313213 h 2400493"/>
              <a:gd name="connsiteX5472" fmla="*/ 467765 w 2401758"/>
              <a:gd name="connsiteY5472" fmla="*/ 334542 h 2400493"/>
              <a:gd name="connsiteX5473" fmla="*/ 444947 w 2401758"/>
              <a:gd name="connsiteY5473" fmla="*/ 343471 h 2400493"/>
              <a:gd name="connsiteX5474" fmla="*/ 423617 w 2401758"/>
              <a:gd name="connsiteY5474" fmla="*/ 334542 h 2400493"/>
              <a:gd name="connsiteX5475" fmla="*/ 414192 w 2401758"/>
              <a:gd name="connsiteY5475" fmla="*/ 312221 h 2400493"/>
              <a:gd name="connsiteX5476" fmla="*/ 423617 w 2401758"/>
              <a:gd name="connsiteY5476" fmla="*/ 289900 h 2400493"/>
              <a:gd name="connsiteX5477" fmla="*/ 445443 w 2401758"/>
              <a:gd name="connsiteY5477" fmla="*/ 281468 h 2400493"/>
              <a:gd name="connsiteX5478" fmla="*/ 310021 w 2401758"/>
              <a:gd name="connsiteY5478" fmla="*/ 278987 h 2400493"/>
              <a:gd name="connsiteX5479" fmla="*/ 343256 w 2401758"/>
              <a:gd name="connsiteY5479" fmla="*/ 302796 h 2400493"/>
              <a:gd name="connsiteX5480" fmla="*/ 345736 w 2401758"/>
              <a:gd name="connsiteY5480" fmla="*/ 306269 h 2400493"/>
              <a:gd name="connsiteX5481" fmla="*/ 347720 w 2401758"/>
              <a:gd name="connsiteY5481" fmla="*/ 306269 h 2400493"/>
              <a:gd name="connsiteX5482" fmla="*/ 348712 w 2401758"/>
              <a:gd name="connsiteY5482" fmla="*/ 300812 h 2400493"/>
              <a:gd name="connsiteX5483" fmla="*/ 375994 w 2401758"/>
              <a:gd name="connsiteY5483" fmla="*/ 278987 h 2400493"/>
              <a:gd name="connsiteX5484" fmla="*/ 386907 w 2401758"/>
              <a:gd name="connsiteY5484" fmla="*/ 281467 h 2400493"/>
              <a:gd name="connsiteX5485" fmla="*/ 403277 w 2401758"/>
              <a:gd name="connsiteY5485" fmla="*/ 290892 h 2400493"/>
              <a:gd name="connsiteX5486" fmla="*/ 411709 w 2401758"/>
              <a:gd name="connsiteY5486" fmla="*/ 311229 h 2400493"/>
              <a:gd name="connsiteX5487" fmla="*/ 409725 w 2401758"/>
              <a:gd name="connsiteY5487" fmla="*/ 323133 h 2400493"/>
              <a:gd name="connsiteX5488" fmla="*/ 388891 w 2401758"/>
              <a:gd name="connsiteY5488" fmla="*/ 343471 h 2400493"/>
              <a:gd name="connsiteX5489" fmla="*/ 347720 w 2401758"/>
              <a:gd name="connsiteY5489" fmla="*/ 321645 h 2400493"/>
              <a:gd name="connsiteX5490" fmla="*/ 346232 w 2401758"/>
              <a:gd name="connsiteY5490" fmla="*/ 317677 h 2400493"/>
              <a:gd name="connsiteX5491" fmla="*/ 342760 w 2401758"/>
              <a:gd name="connsiteY5491" fmla="*/ 322141 h 2400493"/>
              <a:gd name="connsiteX5492" fmla="*/ 329863 w 2401758"/>
              <a:gd name="connsiteY5492" fmla="*/ 340494 h 2400493"/>
              <a:gd name="connsiteX5493" fmla="*/ 319446 w 2401758"/>
              <a:gd name="connsiteY5493" fmla="*/ 343967 h 2400493"/>
              <a:gd name="connsiteX5494" fmla="*/ 316470 w 2401758"/>
              <a:gd name="connsiteY5494" fmla="*/ 347439 h 2400493"/>
              <a:gd name="connsiteX5495" fmla="*/ 319446 w 2401758"/>
              <a:gd name="connsiteY5495" fmla="*/ 348431 h 2400493"/>
              <a:gd name="connsiteX5496" fmla="*/ 342263 w 2401758"/>
              <a:gd name="connsiteY5496" fmla="*/ 370256 h 2400493"/>
              <a:gd name="connsiteX5497" fmla="*/ 320438 w 2401758"/>
              <a:gd name="connsiteY5497" fmla="*/ 410434 h 2400493"/>
              <a:gd name="connsiteX5498" fmla="*/ 279764 w 2401758"/>
              <a:gd name="connsiteY5498" fmla="*/ 388609 h 2400493"/>
              <a:gd name="connsiteX5499" fmla="*/ 302580 w 2401758"/>
              <a:gd name="connsiteY5499" fmla="*/ 348431 h 2400493"/>
              <a:gd name="connsiteX5500" fmla="*/ 305557 w 2401758"/>
              <a:gd name="connsiteY5500" fmla="*/ 347439 h 2400493"/>
              <a:gd name="connsiteX5501" fmla="*/ 302580 w 2401758"/>
              <a:gd name="connsiteY5501" fmla="*/ 344463 h 2400493"/>
              <a:gd name="connsiteX5502" fmla="*/ 286211 w 2401758"/>
              <a:gd name="connsiteY5502" fmla="*/ 335038 h 2400493"/>
              <a:gd name="connsiteX5503" fmla="*/ 277284 w 2401758"/>
              <a:gd name="connsiteY5503" fmla="*/ 312717 h 2400493"/>
              <a:gd name="connsiteX5504" fmla="*/ 301092 w 2401758"/>
              <a:gd name="connsiteY5504" fmla="*/ 281963 h 2400493"/>
              <a:gd name="connsiteX5505" fmla="*/ 310021 w 2401758"/>
              <a:gd name="connsiteY5505" fmla="*/ 278987 h 2400493"/>
              <a:gd name="connsiteX5506" fmla="*/ 43681 w 2401758"/>
              <a:gd name="connsiteY5506" fmla="*/ 278987 h 2400493"/>
              <a:gd name="connsiteX5507" fmla="*/ 65506 w 2401758"/>
              <a:gd name="connsiteY5507" fmla="*/ 287916 h 2400493"/>
              <a:gd name="connsiteX5508" fmla="*/ 74930 w 2401758"/>
              <a:gd name="connsiteY5508" fmla="*/ 301804 h 2400493"/>
              <a:gd name="connsiteX5509" fmla="*/ 76915 w 2401758"/>
              <a:gd name="connsiteY5509" fmla="*/ 302300 h 2400493"/>
              <a:gd name="connsiteX5510" fmla="*/ 78899 w 2401758"/>
              <a:gd name="connsiteY5510" fmla="*/ 301308 h 2400493"/>
              <a:gd name="connsiteX5511" fmla="*/ 93283 w 2401758"/>
              <a:gd name="connsiteY5511" fmla="*/ 282459 h 2400493"/>
              <a:gd name="connsiteX5512" fmla="*/ 100227 w 2401758"/>
              <a:gd name="connsiteY5512" fmla="*/ 279979 h 2400493"/>
              <a:gd name="connsiteX5513" fmla="*/ 130980 w 2401758"/>
              <a:gd name="connsiteY5513" fmla="*/ 286924 h 2400493"/>
              <a:gd name="connsiteX5514" fmla="*/ 140901 w 2401758"/>
              <a:gd name="connsiteY5514" fmla="*/ 301804 h 2400493"/>
              <a:gd name="connsiteX5515" fmla="*/ 144869 w 2401758"/>
              <a:gd name="connsiteY5515" fmla="*/ 301804 h 2400493"/>
              <a:gd name="connsiteX5516" fmla="*/ 152310 w 2401758"/>
              <a:gd name="connsiteY5516" fmla="*/ 289404 h 2400493"/>
              <a:gd name="connsiteX5517" fmla="*/ 182566 w 2401758"/>
              <a:gd name="connsiteY5517" fmla="*/ 278987 h 2400493"/>
              <a:gd name="connsiteX5518" fmla="*/ 204887 w 2401758"/>
              <a:gd name="connsiteY5518" fmla="*/ 295356 h 2400493"/>
              <a:gd name="connsiteX5519" fmla="*/ 207368 w 2401758"/>
              <a:gd name="connsiteY5519" fmla="*/ 301308 h 2400493"/>
              <a:gd name="connsiteX5520" fmla="*/ 210840 w 2401758"/>
              <a:gd name="connsiteY5520" fmla="*/ 304781 h 2400493"/>
              <a:gd name="connsiteX5521" fmla="*/ 212328 w 2401758"/>
              <a:gd name="connsiteY5521" fmla="*/ 300812 h 2400493"/>
              <a:gd name="connsiteX5522" fmla="*/ 264907 w 2401758"/>
              <a:gd name="connsiteY5522" fmla="*/ 287420 h 2400493"/>
              <a:gd name="connsiteX5523" fmla="*/ 276314 w 2401758"/>
              <a:gd name="connsiteY5523" fmla="*/ 312221 h 2400493"/>
              <a:gd name="connsiteX5524" fmla="*/ 252505 w 2401758"/>
              <a:gd name="connsiteY5524" fmla="*/ 342975 h 2400493"/>
              <a:gd name="connsiteX5525" fmla="*/ 250025 w 2401758"/>
              <a:gd name="connsiteY5525" fmla="*/ 344959 h 2400493"/>
              <a:gd name="connsiteX5526" fmla="*/ 252505 w 2401758"/>
              <a:gd name="connsiteY5526" fmla="*/ 347935 h 2400493"/>
              <a:gd name="connsiteX5527" fmla="*/ 275818 w 2401758"/>
              <a:gd name="connsiteY5527" fmla="*/ 373232 h 2400493"/>
              <a:gd name="connsiteX5528" fmla="*/ 266395 w 2401758"/>
              <a:gd name="connsiteY5528" fmla="*/ 402498 h 2400493"/>
              <a:gd name="connsiteX5529" fmla="*/ 248041 w 2401758"/>
              <a:gd name="connsiteY5529" fmla="*/ 412418 h 2400493"/>
              <a:gd name="connsiteX5530" fmla="*/ 246057 w 2401758"/>
              <a:gd name="connsiteY5530" fmla="*/ 413906 h 2400493"/>
              <a:gd name="connsiteX5531" fmla="*/ 248041 w 2401758"/>
              <a:gd name="connsiteY5531" fmla="*/ 414898 h 2400493"/>
              <a:gd name="connsiteX5532" fmla="*/ 274331 w 2401758"/>
              <a:gd name="connsiteY5532" fmla="*/ 440692 h 2400493"/>
              <a:gd name="connsiteX5533" fmla="*/ 250025 w 2401758"/>
              <a:gd name="connsiteY5533" fmla="*/ 477398 h 2400493"/>
              <a:gd name="connsiteX5534" fmla="*/ 223240 w 2401758"/>
              <a:gd name="connsiteY5534" fmla="*/ 471941 h 2400493"/>
              <a:gd name="connsiteX5535" fmla="*/ 212328 w 2401758"/>
              <a:gd name="connsiteY5535" fmla="*/ 451604 h 2400493"/>
              <a:gd name="connsiteX5536" fmla="*/ 211336 w 2401758"/>
              <a:gd name="connsiteY5536" fmla="*/ 448628 h 2400493"/>
              <a:gd name="connsiteX5537" fmla="*/ 208856 w 2401758"/>
              <a:gd name="connsiteY5537" fmla="*/ 451108 h 2400493"/>
              <a:gd name="connsiteX5538" fmla="*/ 205384 w 2401758"/>
              <a:gd name="connsiteY5538" fmla="*/ 461525 h 2400493"/>
              <a:gd name="connsiteX5539" fmla="*/ 191991 w 2401758"/>
              <a:gd name="connsiteY5539" fmla="*/ 474422 h 2400493"/>
              <a:gd name="connsiteX5540" fmla="*/ 180582 w 2401758"/>
              <a:gd name="connsiteY5540" fmla="*/ 478886 h 2400493"/>
              <a:gd name="connsiteX5541" fmla="*/ 168679 w 2401758"/>
              <a:gd name="connsiteY5541" fmla="*/ 476902 h 2400493"/>
              <a:gd name="connsiteX5542" fmla="*/ 145861 w 2401758"/>
              <a:gd name="connsiteY5542" fmla="*/ 453589 h 2400493"/>
              <a:gd name="connsiteX5543" fmla="*/ 143381 w 2401758"/>
              <a:gd name="connsiteY5543" fmla="*/ 450612 h 2400493"/>
              <a:gd name="connsiteX5544" fmla="*/ 140901 w 2401758"/>
              <a:gd name="connsiteY5544" fmla="*/ 453589 h 2400493"/>
              <a:gd name="connsiteX5545" fmla="*/ 111635 w 2401758"/>
              <a:gd name="connsiteY5545" fmla="*/ 478886 h 2400493"/>
              <a:gd name="connsiteX5546" fmla="*/ 103203 w 2401758"/>
              <a:gd name="connsiteY5546" fmla="*/ 476902 h 2400493"/>
              <a:gd name="connsiteX5547" fmla="*/ 78899 w 2401758"/>
              <a:gd name="connsiteY5547" fmla="*/ 452596 h 2400493"/>
              <a:gd name="connsiteX5548" fmla="*/ 76915 w 2401758"/>
              <a:gd name="connsiteY5548" fmla="*/ 450612 h 2400493"/>
              <a:gd name="connsiteX5549" fmla="*/ 74434 w 2401758"/>
              <a:gd name="connsiteY5549" fmla="*/ 452100 h 2400493"/>
              <a:gd name="connsiteX5550" fmla="*/ 74434 w 2401758"/>
              <a:gd name="connsiteY5550" fmla="*/ 455573 h 2400493"/>
              <a:gd name="connsiteX5551" fmla="*/ 45665 w 2401758"/>
              <a:gd name="connsiteY5551" fmla="*/ 478886 h 2400493"/>
              <a:gd name="connsiteX5552" fmla="*/ 35744 w 2401758"/>
              <a:gd name="connsiteY5552" fmla="*/ 476902 h 2400493"/>
              <a:gd name="connsiteX5553" fmla="*/ 9952 w 2401758"/>
              <a:gd name="connsiteY5553" fmla="*/ 448132 h 2400493"/>
              <a:gd name="connsiteX5554" fmla="*/ 11936 w 2401758"/>
              <a:gd name="connsiteY5554" fmla="*/ 438212 h 2400493"/>
              <a:gd name="connsiteX5555" fmla="*/ 35744 w 2401758"/>
              <a:gd name="connsiteY5555" fmla="*/ 414898 h 2400493"/>
              <a:gd name="connsiteX5556" fmla="*/ 37728 w 2401758"/>
              <a:gd name="connsiteY5556" fmla="*/ 413410 h 2400493"/>
              <a:gd name="connsiteX5557" fmla="*/ 36240 w 2401758"/>
              <a:gd name="connsiteY5557" fmla="*/ 411922 h 2400493"/>
              <a:gd name="connsiteX5558" fmla="*/ 32272 w 2401758"/>
              <a:gd name="connsiteY5558" fmla="*/ 410434 h 2400493"/>
              <a:gd name="connsiteX5559" fmla="*/ 19377 w 2401758"/>
              <a:gd name="connsiteY5559" fmla="*/ 357359 h 2400493"/>
              <a:gd name="connsiteX5560" fmla="*/ 33760 w 2401758"/>
              <a:gd name="connsiteY5560" fmla="*/ 348431 h 2400493"/>
              <a:gd name="connsiteX5561" fmla="*/ 36240 w 2401758"/>
              <a:gd name="connsiteY5561" fmla="*/ 346943 h 2400493"/>
              <a:gd name="connsiteX5562" fmla="*/ 33760 w 2401758"/>
              <a:gd name="connsiteY5562" fmla="*/ 344463 h 2400493"/>
              <a:gd name="connsiteX5563" fmla="*/ 14912 w 2401758"/>
              <a:gd name="connsiteY5563" fmla="*/ 330078 h 2400493"/>
              <a:gd name="connsiteX5564" fmla="*/ 10448 w 2401758"/>
              <a:gd name="connsiteY5564" fmla="*/ 320157 h 2400493"/>
              <a:gd name="connsiteX5565" fmla="*/ 12928 w 2401758"/>
              <a:gd name="connsiteY5565" fmla="*/ 298828 h 2400493"/>
              <a:gd name="connsiteX5566" fmla="*/ 21361 w 2401758"/>
              <a:gd name="connsiteY5566" fmla="*/ 288908 h 2400493"/>
              <a:gd name="connsiteX5567" fmla="*/ 43681 w 2401758"/>
              <a:gd name="connsiteY5567" fmla="*/ 278987 h 2400493"/>
              <a:gd name="connsiteX5568" fmla="*/ 2397294 w 2401758"/>
              <a:gd name="connsiteY5568" fmla="*/ 241289 h 2400493"/>
              <a:gd name="connsiteX5569" fmla="*/ 2400270 w 2401758"/>
              <a:gd name="connsiteY5569" fmla="*/ 243769 h 2400493"/>
              <a:gd name="connsiteX5570" fmla="*/ 2398286 w 2401758"/>
              <a:gd name="connsiteY5570" fmla="*/ 247241 h 2400493"/>
              <a:gd name="connsiteX5571" fmla="*/ 2395806 w 2401758"/>
              <a:gd name="connsiteY5571" fmla="*/ 243769 h 2400493"/>
              <a:gd name="connsiteX5572" fmla="*/ 2397294 w 2401758"/>
              <a:gd name="connsiteY5572" fmla="*/ 241289 h 2400493"/>
              <a:gd name="connsiteX5573" fmla="*/ 2331819 w 2401758"/>
              <a:gd name="connsiteY5573" fmla="*/ 238313 h 2400493"/>
              <a:gd name="connsiteX5574" fmla="*/ 2336780 w 2401758"/>
              <a:gd name="connsiteY5574" fmla="*/ 243769 h 2400493"/>
              <a:gd name="connsiteX5575" fmla="*/ 2331819 w 2401758"/>
              <a:gd name="connsiteY5575" fmla="*/ 248234 h 2400493"/>
              <a:gd name="connsiteX5576" fmla="*/ 2326859 w 2401758"/>
              <a:gd name="connsiteY5576" fmla="*/ 242777 h 2400493"/>
              <a:gd name="connsiteX5577" fmla="*/ 2331819 w 2401758"/>
              <a:gd name="connsiteY5577" fmla="*/ 238313 h 2400493"/>
              <a:gd name="connsiteX5578" fmla="*/ 2264855 w 2401758"/>
              <a:gd name="connsiteY5578" fmla="*/ 235833 h 2400493"/>
              <a:gd name="connsiteX5579" fmla="*/ 2271800 w 2401758"/>
              <a:gd name="connsiteY5579" fmla="*/ 243273 h 2400493"/>
              <a:gd name="connsiteX5580" fmla="*/ 2264855 w 2401758"/>
              <a:gd name="connsiteY5580" fmla="*/ 250218 h 2400493"/>
              <a:gd name="connsiteX5581" fmla="*/ 2257415 w 2401758"/>
              <a:gd name="connsiteY5581" fmla="*/ 242281 h 2400493"/>
              <a:gd name="connsiteX5582" fmla="*/ 2264855 w 2401758"/>
              <a:gd name="connsiteY5582" fmla="*/ 235833 h 2400493"/>
              <a:gd name="connsiteX5583" fmla="*/ 2198388 w 2401758"/>
              <a:gd name="connsiteY5583" fmla="*/ 233849 h 2400493"/>
              <a:gd name="connsiteX5584" fmla="*/ 2207316 w 2401758"/>
              <a:gd name="connsiteY5584" fmla="*/ 243770 h 2400493"/>
              <a:gd name="connsiteX5585" fmla="*/ 2197891 w 2401758"/>
              <a:gd name="connsiteY5585" fmla="*/ 253194 h 2400493"/>
              <a:gd name="connsiteX5586" fmla="*/ 2188467 w 2401758"/>
              <a:gd name="connsiteY5586" fmla="*/ 243770 h 2400493"/>
              <a:gd name="connsiteX5587" fmla="*/ 2198388 w 2401758"/>
              <a:gd name="connsiteY5587" fmla="*/ 233849 h 2400493"/>
              <a:gd name="connsiteX5588" fmla="*/ 2128944 w 2401758"/>
              <a:gd name="connsiteY5588" fmla="*/ 231369 h 2400493"/>
              <a:gd name="connsiteX5589" fmla="*/ 2140849 w 2401758"/>
              <a:gd name="connsiteY5589" fmla="*/ 243274 h 2400493"/>
              <a:gd name="connsiteX5590" fmla="*/ 2129440 w 2401758"/>
              <a:gd name="connsiteY5590" fmla="*/ 255178 h 2400493"/>
              <a:gd name="connsiteX5591" fmla="*/ 2117039 w 2401758"/>
              <a:gd name="connsiteY5591" fmla="*/ 244266 h 2400493"/>
              <a:gd name="connsiteX5592" fmla="*/ 2128944 w 2401758"/>
              <a:gd name="connsiteY5592" fmla="*/ 231369 h 2400493"/>
              <a:gd name="connsiteX5593" fmla="*/ 2062415 w 2401758"/>
              <a:gd name="connsiteY5593" fmla="*/ 230563 h 2400493"/>
              <a:gd name="connsiteX5594" fmla="*/ 2073389 w 2401758"/>
              <a:gd name="connsiteY5594" fmla="*/ 237322 h 2400493"/>
              <a:gd name="connsiteX5595" fmla="*/ 2076366 w 2401758"/>
              <a:gd name="connsiteY5595" fmla="*/ 243274 h 2400493"/>
              <a:gd name="connsiteX5596" fmla="*/ 2073389 w 2401758"/>
              <a:gd name="connsiteY5596" fmla="*/ 250218 h 2400493"/>
              <a:gd name="connsiteX5597" fmla="*/ 2051068 w 2401758"/>
              <a:gd name="connsiteY5597" fmla="*/ 250714 h 2400493"/>
              <a:gd name="connsiteX5598" fmla="*/ 2051068 w 2401758"/>
              <a:gd name="connsiteY5598" fmla="*/ 236826 h 2400493"/>
              <a:gd name="connsiteX5599" fmla="*/ 2062415 w 2401758"/>
              <a:gd name="connsiteY5599" fmla="*/ 230563 h 2400493"/>
              <a:gd name="connsiteX5600" fmla="*/ 1996009 w 2401758"/>
              <a:gd name="connsiteY5600" fmla="*/ 229385 h 2400493"/>
              <a:gd name="connsiteX5601" fmla="*/ 2009897 w 2401758"/>
              <a:gd name="connsiteY5601" fmla="*/ 243770 h 2400493"/>
              <a:gd name="connsiteX5602" fmla="*/ 1995513 w 2401758"/>
              <a:gd name="connsiteY5602" fmla="*/ 257658 h 2400493"/>
              <a:gd name="connsiteX5603" fmla="*/ 1981624 w 2401758"/>
              <a:gd name="connsiteY5603" fmla="*/ 243274 h 2400493"/>
              <a:gd name="connsiteX5604" fmla="*/ 1996009 w 2401758"/>
              <a:gd name="connsiteY5604" fmla="*/ 229385 h 2400493"/>
              <a:gd name="connsiteX5605" fmla="*/ 1859601 w 2401758"/>
              <a:gd name="connsiteY5605" fmla="*/ 226904 h 2400493"/>
              <a:gd name="connsiteX5606" fmla="*/ 1876962 w 2401758"/>
              <a:gd name="connsiteY5606" fmla="*/ 243273 h 2400493"/>
              <a:gd name="connsiteX5607" fmla="*/ 1860593 w 2401758"/>
              <a:gd name="connsiteY5607" fmla="*/ 260634 h 2400493"/>
              <a:gd name="connsiteX5608" fmla="*/ 1843232 w 2401758"/>
              <a:gd name="connsiteY5608" fmla="*/ 244265 h 2400493"/>
              <a:gd name="connsiteX5609" fmla="*/ 1859601 w 2401758"/>
              <a:gd name="connsiteY5609" fmla="*/ 226904 h 2400493"/>
              <a:gd name="connsiteX5610" fmla="*/ 1929045 w 2401758"/>
              <a:gd name="connsiteY5610" fmla="*/ 225913 h 2400493"/>
              <a:gd name="connsiteX5611" fmla="*/ 1940949 w 2401758"/>
              <a:gd name="connsiteY5611" fmla="*/ 231865 h 2400493"/>
              <a:gd name="connsiteX5612" fmla="*/ 1945910 w 2401758"/>
              <a:gd name="connsiteY5612" fmla="*/ 243274 h 2400493"/>
              <a:gd name="connsiteX5613" fmla="*/ 1939461 w 2401758"/>
              <a:gd name="connsiteY5613" fmla="*/ 255179 h 2400493"/>
              <a:gd name="connsiteX5614" fmla="*/ 1928549 w 2401758"/>
              <a:gd name="connsiteY5614" fmla="*/ 259147 h 2400493"/>
              <a:gd name="connsiteX5615" fmla="*/ 1916644 w 2401758"/>
              <a:gd name="connsiteY5615" fmla="*/ 253194 h 2400493"/>
              <a:gd name="connsiteX5616" fmla="*/ 1912180 w 2401758"/>
              <a:gd name="connsiteY5616" fmla="*/ 241786 h 2400493"/>
              <a:gd name="connsiteX5617" fmla="*/ 1917636 w 2401758"/>
              <a:gd name="connsiteY5617" fmla="*/ 230873 h 2400493"/>
              <a:gd name="connsiteX5618" fmla="*/ 1929045 w 2401758"/>
              <a:gd name="connsiteY5618" fmla="*/ 225913 h 2400493"/>
              <a:gd name="connsiteX5619" fmla="*/ 1793630 w 2401758"/>
              <a:gd name="connsiteY5619" fmla="*/ 224425 h 2400493"/>
              <a:gd name="connsiteX5620" fmla="*/ 1808015 w 2401758"/>
              <a:gd name="connsiteY5620" fmla="*/ 232857 h 2400493"/>
              <a:gd name="connsiteX5621" fmla="*/ 1811983 w 2401758"/>
              <a:gd name="connsiteY5621" fmla="*/ 243770 h 2400493"/>
              <a:gd name="connsiteX5622" fmla="*/ 1805535 w 2401758"/>
              <a:gd name="connsiteY5622" fmla="*/ 256667 h 2400493"/>
              <a:gd name="connsiteX5623" fmla="*/ 1793630 w 2401758"/>
              <a:gd name="connsiteY5623" fmla="*/ 262123 h 2400493"/>
              <a:gd name="connsiteX5624" fmla="*/ 1780733 w 2401758"/>
              <a:gd name="connsiteY5624" fmla="*/ 255675 h 2400493"/>
              <a:gd name="connsiteX5625" fmla="*/ 1774285 w 2401758"/>
              <a:gd name="connsiteY5625" fmla="*/ 243274 h 2400493"/>
              <a:gd name="connsiteX5626" fmla="*/ 1782717 w 2401758"/>
              <a:gd name="connsiteY5626" fmla="*/ 228889 h 2400493"/>
              <a:gd name="connsiteX5627" fmla="*/ 1793630 w 2401758"/>
              <a:gd name="connsiteY5627" fmla="*/ 224425 h 2400493"/>
              <a:gd name="connsiteX5628" fmla="*/ 1727162 w 2401758"/>
              <a:gd name="connsiteY5628" fmla="*/ 224424 h 2400493"/>
              <a:gd name="connsiteX5629" fmla="*/ 1745515 w 2401758"/>
              <a:gd name="connsiteY5629" fmla="*/ 243273 h 2400493"/>
              <a:gd name="connsiteX5630" fmla="*/ 1726170 w 2401758"/>
              <a:gd name="connsiteY5630" fmla="*/ 262618 h 2400493"/>
              <a:gd name="connsiteX5631" fmla="*/ 1707321 w 2401758"/>
              <a:gd name="connsiteY5631" fmla="*/ 242777 h 2400493"/>
              <a:gd name="connsiteX5632" fmla="*/ 1727162 w 2401758"/>
              <a:gd name="connsiteY5632" fmla="*/ 224424 h 2400493"/>
              <a:gd name="connsiteX5633" fmla="*/ 1658710 w 2401758"/>
              <a:gd name="connsiteY5633" fmla="*/ 224424 h 2400493"/>
              <a:gd name="connsiteX5634" fmla="*/ 1672103 w 2401758"/>
              <a:gd name="connsiteY5634" fmla="*/ 229880 h 2400493"/>
              <a:gd name="connsiteX5635" fmla="*/ 1677063 w 2401758"/>
              <a:gd name="connsiteY5635" fmla="*/ 243273 h 2400493"/>
              <a:gd name="connsiteX5636" fmla="*/ 1672103 w 2401758"/>
              <a:gd name="connsiteY5636" fmla="*/ 256666 h 2400493"/>
              <a:gd name="connsiteX5637" fmla="*/ 1658214 w 2401758"/>
              <a:gd name="connsiteY5637" fmla="*/ 262122 h 2400493"/>
              <a:gd name="connsiteX5638" fmla="*/ 1643829 w 2401758"/>
              <a:gd name="connsiteY5638" fmla="*/ 257658 h 2400493"/>
              <a:gd name="connsiteX5639" fmla="*/ 1638373 w 2401758"/>
              <a:gd name="connsiteY5639" fmla="*/ 243273 h 2400493"/>
              <a:gd name="connsiteX5640" fmla="*/ 1643829 w 2401758"/>
              <a:gd name="connsiteY5640" fmla="*/ 229880 h 2400493"/>
              <a:gd name="connsiteX5641" fmla="*/ 1658710 w 2401758"/>
              <a:gd name="connsiteY5641" fmla="*/ 224424 h 2400493"/>
              <a:gd name="connsiteX5642" fmla="*/ 1590755 w 2401758"/>
              <a:gd name="connsiteY5642" fmla="*/ 222440 h 2400493"/>
              <a:gd name="connsiteX5643" fmla="*/ 1612084 w 2401758"/>
              <a:gd name="connsiteY5643" fmla="*/ 243770 h 2400493"/>
              <a:gd name="connsiteX5644" fmla="*/ 1590259 w 2401758"/>
              <a:gd name="connsiteY5644" fmla="*/ 265099 h 2400493"/>
              <a:gd name="connsiteX5645" fmla="*/ 1569426 w 2401758"/>
              <a:gd name="connsiteY5645" fmla="*/ 242778 h 2400493"/>
              <a:gd name="connsiteX5646" fmla="*/ 1590755 w 2401758"/>
              <a:gd name="connsiteY5646" fmla="*/ 222440 h 2400493"/>
              <a:gd name="connsiteX5647" fmla="*/ 1525279 w 2401758"/>
              <a:gd name="connsiteY5647" fmla="*/ 221945 h 2400493"/>
              <a:gd name="connsiteX5648" fmla="*/ 1546112 w 2401758"/>
              <a:gd name="connsiteY5648" fmla="*/ 243274 h 2400493"/>
              <a:gd name="connsiteX5649" fmla="*/ 1524287 w 2401758"/>
              <a:gd name="connsiteY5649" fmla="*/ 264603 h 2400493"/>
              <a:gd name="connsiteX5650" fmla="*/ 1502958 w 2401758"/>
              <a:gd name="connsiteY5650" fmla="*/ 242778 h 2400493"/>
              <a:gd name="connsiteX5651" fmla="*/ 1525279 w 2401758"/>
              <a:gd name="connsiteY5651" fmla="*/ 221945 h 2400493"/>
              <a:gd name="connsiteX5652" fmla="*/ 1457324 w 2401758"/>
              <a:gd name="connsiteY5652" fmla="*/ 221944 h 2400493"/>
              <a:gd name="connsiteX5653" fmla="*/ 1479149 w 2401758"/>
              <a:gd name="connsiteY5653" fmla="*/ 243273 h 2400493"/>
              <a:gd name="connsiteX5654" fmla="*/ 1457324 w 2401758"/>
              <a:gd name="connsiteY5654" fmla="*/ 264602 h 2400493"/>
              <a:gd name="connsiteX5655" fmla="*/ 1435995 w 2401758"/>
              <a:gd name="connsiteY5655" fmla="*/ 242777 h 2400493"/>
              <a:gd name="connsiteX5656" fmla="*/ 1457324 w 2401758"/>
              <a:gd name="connsiteY5656" fmla="*/ 221944 h 2400493"/>
              <a:gd name="connsiteX5657" fmla="*/ 1388376 w 2401758"/>
              <a:gd name="connsiteY5657" fmla="*/ 219464 h 2400493"/>
              <a:gd name="connsiteX5658" fmla="*/ 1412185 w 2401758"/>
              <a:gd name="connsiteY5658" fmla="*/ 242281 h 2400493"/>
              <a:gd name="connsiteX5659" fmla="*/ 1388376 w 2401758"/>
              <a:gd name="connsiteY5659" fmla="*/ 267083 h 2400493"/>
              <a:gd name="connsiteX5660" fmla="*/ 1364566 w 2401758"/>
              <a:gd name="connsiteY5660" fmla="*/ 244265 h 2400493"/>
              <a:gd name="connsiteX5661" fmla="*/ 1388376 w 2401758"/>
              <a:gd name="connsiteY5661" fmla="*/ 219464 h 2400493"/>
              <a:gd name="connsiteX5662" fmla="*/ 1322404 w 2401758"/>
              <a:gd name="connsiteY5662" fmla="*/ 219464 h 2400493"/>
              <a:gd name="connsiteX5663" fmla="*/ 1345717 w 2401758"/>
              <a:gd name="connsiteY5663" fmla="*/ 243769 h 2400493"/>
              <a:gd name="connsiteX5664" fmla="*/ 1322404 w 2401758"/>
              <a:gd name="connsiteY5664" fmla="*/ 267083 h 2400493"/>
              <a:gd name="connsiteX5665" fmla="*/ 1298099 w 2401758"/>
              <a:gd name="connsiteY5665" fmla="*/ 243273 h 2400493"/>
              <a:gd name="connsiteX5666" fmla="*/ 1322404 w 2401758"/>
              <a:gd name="connsiteY5666" fmla="*/ 219464 h 2400493"/>
              <a:gd name="connsiteX5667" fmla="*/ 1255441 w 2401758"/>
              <a:gd name="connsiteY5667" fmla="*/ 219464 h 2400493"/>
              <a:gd name="connsiteX5668" fmla="*/ 1278754 w 2401758"/>
              <a:gd name="connsiteY5668" fmla="*/ 243769 h 2400493"/>
              <a:gd name="connsiteX5669" fmla="*/ 1253953 w 2401758"/>
              <a:gd name="connsiteY5669" fmla="*/ 267083 h 2400493"/>
              <a:gd name="connsiteX5670" fmla="*/ 1237584 w 2401758"/>
              <a:gd name="connsiteY5670" fmla="*/ 260634 h 2400493"/>
              <a:gd name="connsiteX5671" fmla="*/ 1230640 w 2401758"/>
              <a:gd name="connsiteY5671" fmla="*/ 243273 h 2400493"/>
              <a:gd name="connsiteX5672" fmla="*/ 1255441 w 2401758"/>
              <a:gd name="connsiteY5672" fmla="*/ 219464 h 2400493"/>
              <a:gd name="connsiteX5673" fmla="*/ 1186990 w 2401758"/>
              <a:gd name="connsiteY5673" fmla="*/ 217480 h 2400493"/>
              <a:gd name="connsiteX5674" fmla="*/ 1204847 w 2401758"/>
              <a:gd name="connsiteY5674" fmla="*/ 225417 h 2400493"/>
              <a:gd name="connsiteX5675" fmla="*/ 1212783 w 2401758"/>
              <a:gd name="connsiteY5675" fmla="*/ 243770 h 2400493"/>
              <a:gd name="connsiteX5676" fmla="*/ 1203359 w 2401758"/>
              <a:gd name="connsiteY5676" fmla="*/ 262619 h 2400493"/>
              <a:gd name="connsiteX5677" fmla="*/ 1185005 w 2401758"/>
              <a:gd name="connsiteY5677" fmla="*/ 269067 h 2400493"/>
              <a:gd name="connsiteX5678" fmla="*/ 1167149 w 2401758"/>
              <a:gd name="connsiteY5678" fmla="*/ 261131 h 2400493"/>
              <a:gd name="connsiteX5679" fmla="*/ 1160204 w 2401758"/>
              <a:gd name="connsiteY5679" fmla="*/ 242778 h 2400493"/>
              <a:gd name="connsiteX5680" fmla="*/ 1168637 w 2401758"/>
              <a:gd name="connsiteY5680" fmla="*/ 223929 h 2400493"/>
              <a:gd name="connsiteX5681" fmla="*/ 1186990 w 2401758"/>
              <a:gd name="connsiteY5681" fmla="*/ 217480 h 2400493"/>
              <a:gd name="connsiteX5682" fmla="*/ 1120026 w 2401758"/>
              <a:gd name="connsiteY5682" fmla="*/ 217480 h 2400493"/>
              <a:gd name="connsiteX5683" fmla="*/ 1145819 w 2401758"/>
              <a:gd name="connsiteY5683" fmla="*/ 244265 h 2400493"/>
              <a:gd name="connsiteX5684" fmla="*/ 1119529 w 2401758"/>
              <a:gd name="connsiteY5684" fmla="*/ 269563 h 2400493"/>
              <a:gd name="connsiteX5685" fmla="*/ 1093736 w 2401758"/>
              <a:gd name="connsiteY5685" fmla="*/ 242777 h 2400493"/>
              <a:gd name="connsiteX5686" fmla="*/ 1120026 w 2401758"/>
              <a:gd name="connsiteY5686" fmla="*/ 217480 h 2400493"/>
              <a:gd name="connsiteX5687" fmla="*/ 1053062 w 2401758"/>
              <a:gd name="connsiteY5687" fmla="*/ 217480 h 2400493"/>
              <a:gd name="connsiteX5688" fmla="*/ 1071415 w 2401758"/>
              <a:gd name="connsiteY5688" fmla="*/ 225416 h 2400493"/>
              <a:gd name="connsiteX5689" fmla="*/ 1079352 w 2401758"/>
              <a:gd name="connsiteY5689" fmla="*/ 244761 h 2400493"/>
              <a:gd name="connsiteX5690" fmla="*/ 1051574 w 2401758"/>
              <a:gd name="connsiteY5690" fmla="*/ 269563 h 2400493"/>
              <a:gd name="connsiteX5691" fmla="*/ 1034247 w 2401758"/>
              <a:gd name="connsiteY5691" fmla="*/ 262122 h 2400493"/>
              <a:gd name="connsiteX5692" fmla="*/ 1026311 w 2401758"/>
              <a:gd name="connsiteY5692" fmla="*/ 242777 h 2400493"/>
              <a:gd name="connsiteX5693" fmla="*/ 1053062 w 2401758"/>
              <a:gd name="connsiteY5693" fmla="*/ 217480 h 2400493"/>
              <a:gd name="connsiteX5694" fmla="*/ 917194 w 2401758"/>
              <a:gd name="connsiteY5694" fmla="*/ 215000 h 2400493"/>
              <a:gd name="connsiteX5695" fmla="*/ 945963 w 2401758"/>
              <a:gd name="connsiteY5695" fmla="*/ 243274 h 2400493"/>
              <a:gd name="connsiteX5696" fmla="*/ 918186 w 2401758"/>
              <a:gd name="connsiteY5696" fmla="*/ 272540 h 2400493"/>
              <a:gd name="connsiteX5697" fmla="*/ 888921 w 2401758"/>
              <a:gd name="connsiteY5697" fmla="*/ 243770 h 2400493"/>
              <a:gd name="connsiteX5698" fmla="*/ 917194 w 2401758"/>
              <a:gd name="connsiteY5698" fmla="*/ 215000 h 2400493"/>
              <a:gd name="connsiteX5699" fmla="*/ 851182 w 2401758"/>
              <a:gd name="connsiteY5699" fmla="*/ 214504 h 2400493"/>
              <a:gd name="connsiteX5700" fmla="*/ 879456 w 2401758"/>
              <a:gd name="connsiteY5700" fmla="*/ 244762 h 2400493"/>
              <a:gd name="connsiteX5701" fmla="*/ 850190 w 2401758"/>
              <a:gd name="connsiteY5701" fmla="*/ 272539 h 2400493"/>
              <a:gd name="connsiteX5702" fmla="*/ 821917 w 2401758"/>
              <a:gd name="connsiteY5702" fmla="*/ 242281 h 2400493"/>
              <a:gd name="connsiteX5703" fmla="*/ 851182 w 2401758"/>
              <a:gd name="connsiteY5703" fmla="*/ 214504 h 2400493"/>
              <a:gd name="connsiteX5704" fmla="*/ 986631 w 2401758"/>
              <a:gd name="connsiteY5704" fmla="*/ 214008 h 2400493"/>
              <a:gd name="connsiteX5705" fmla="*/ 1007464 w 2401758"/>
              <a:gd name="connsiteY5705" fmla="*/ 224425 h 2400493"/>
              <a:gd name="connsiteX5706" fmla="*/ 1014903 w 2401758"/>
              <a:gd name="connsiteY5706" fmla="*/ 243274 h 2400493"/>
              <a:gd name="connsiteX5707" fmla="*/ 1006472 w 2401758"/>
              <a:gd name="connsiteY5707" fmla="*/ 262619 h 2400493"/>
              <a:gd name="connsiteX5708" fmla="*/ 986135 w 2401758"/>
              <a:gd name="connsiteY5708" fmla="*/ 271547 h 2400493"/>
              <a:gd name="connsiteX5709" fmla="*/ 965301 w 2401758"/>
              <a:gd name="connsiteY5709" fmla="*/ 261627 h 2400493"/>
              <a:gd name="connsiteX5710" fmla="*/ 957366 w 2401758"/>
              <a:gd name="connsiteY5710" fmla="*/ 242282 h 2400493"/>
              <a:gd name="connsiteX5711" fmla="*/ 968774 w 2401758"/>
              <a:gd name="connsiteY5711" fmla="*/ 220456 h 2400493"/>
              <a:gd name="connsiteX5712" fmla="*/ 986631 w 2401758"/>
              <a:gd name="connsiteY5712" fmla="*/ 214008 h 2400493"/>
              <a:gd name="connsiteX5713" fmla="*/ 784761 w 2401758"/>
              <a:gd name="connsiteY5713" fmla="*/ 214008 h 2400493"/>
              <a:gd name="connsiteX5714" fmla="*/ 804598 w 2401758"/>
              <a:gd name="connsiteY5714" fmla="*/ 221448 h 2400493"/>
              <a:gd name="connsiteX5715" fmla="*/ 812041 w 2401758"/>
              <a:gd name="connsiteY5715" fmla="*/ 243770 h 2400493"/>
              <a:gd name="connsiteX5716" fmla="*/ 804598 w 2401758"/>
              <a:gd name="connsiteY5716" fmla="*/ 264107 h 2400493"/>
              <a:gd name="connsiteX5717" fmla="*/ 782776 w 2401758"/>
              <a:gd name="connsiteY5717" fmla="*/ 271547 h 2400493"/>
              <a:gd name="connsiteX5718" fmla="*/ 762932 w 2401758"/>
              <a:gd name="connsiteY5718" fmla="*/ 264107 h 2400493"/>
              <a:gd name="connsiteX5719" fmla="*/ 754997 w 2401758"/>
              <a:gd name="connsiteY5719" fmla="*/ 242282 h 2400493"/>
              <a:gd name="connsiteX5720" fmla="*/ 762932 w 2401758"/>
              <a:gd name="connsiteY5720" fmla="*/ 221448 h 2400493"/>
              <a:gd name="connsiteX5721" fmla="*/ 784761 w 2401758"/>
              <a:gd name="connsiteY5721" fmla="*/ 214008 h 2400493"/>
              <a:gd name="connsiteX5722" fmla="*/ 716274 w 2401758"/>
              <a:gd name="connsiteY5722" fmla="*/ 213016 h 2400493"/>
              <a:gd name="connsiteX5723" fmla="*/ 738595 w 2401758"/>
              <a:gd name="connsiteY5723" fmla="*/ 224921 h 2400493"/>
              <a:gd name="connsiteX5724" fmla="*/ 746034 w 2401758"/>
              <a:gd name="connsiteY5724" fmla="*/ 244266 h 2400493"/>
              <a:gd name="connsiteX5725" fmla="*/ 734627 w 2401758"/>
              <a:gd name="connsiteY5725" fmla="*/ 266587 h 2400493"/>
              <a:gd name="connsiteX5726" fmla="*/ 714786 w 2401758"/>
              <a:gd name="connsiteY5726" fmla="*/ 275019 h 2400493"/>
              <a:gd name="connsiteX5727" fmla="*/ 693954 w 2401758"/>
              <a:gd name="connsiteY5727" fmla="*/ 264603 h 2400493"/>
              <a:gd name="connsiteX5728" fmla="*/ 684529 w 2401758"/>
              <a:gd name="connsiteY5728" fmla="*/ 243770 h 2400493"/>
              <a:gd name="connsiteX5729" fmla="*/ 695938 w 2401758"/>
              <a:gd name="connsiteY5729" fmla="*/ 221448 h 2400493"/>
              <a:gd name="connsiteX5730" fmla="*/ 716274 w 2401758"/>
              <a:gd name="connsiteY5730" fmla="*/ 213016 h 2400493"/>
              <a:gd name="connsiteX5731" fmla="*/ 647323 w 2401758"/>
              <a:gd name="connsiteY5731" fmla="*/ 212520 h 2400493"/>
              <a:gd name="connsiteX5732" fmla="*/ 678571 w 2401758"/>
              <a:gd name="connsiteY5732" fmla="*/ 242778 h 2400493"/>
              <a:gd name="connsiteX5733" fmla="*/ 648811 w 2401758"/>
              <a:gd name="connsiteY5733" fmla="*/ 274523 h 2400493"/>
              <a:gd name="connsiteX5734" fmla="*/ 617065 w 2401758"/>
              <a:gd name="connsiteY5734" fmla="*/ 243770 h 2400493"/>
              <a:gd name="connsiteX5735" fmla="*/ 647323 w 2401758"/>
              <a:gd name="connsiteY5735" fmla="*/ 212520 h 2400493"/>
              <a:gd name="connsiteX5736" fmla="*/ 581370 w 2401758"/>
              <a:gd name="connsiteY5736" fmla="*/ 212024 h 2400493"/>
              <a:gd name="connsiteX5737" fmla="*/ 612124 w 2401758"/>
              <a:gd name="connsiteY5737" fmla="*/ 243274 h 2400493"/>
              <a:gd name="connsiteX5738" fmla="*/ 581866 w 2401758"/>
              <a:gd name="connsiteY5738" fmla="*/ 275019 h 2400493"/>
              <a:gd name="connsiteX5739" fmla="*/ 550118 w 2401758"/>
              <a:gd name="connsiteY5739" fmla="*/ 243274 h 2400493"/>
              <a:gd name="connsiteX5740" fmla="*/ 581370 w 2401758"/>
              <a:gd name="connsiteY5740" fmla="*/ 212024 h 2400493"/>
              <a:gd name="connsiteX5741" fmla="*/ 515883 w 2401758"/>
              <a:gd name="connsiteY5741" fmla="*/ 212024 h 2400493"/>
              <a:gd name="connsiteX5742" fmla="*/ 537213 w 2401758"/>
              <a:gd name="connsiteY5742" fmla="*/ 220952 h 2400493"/>
              <a:gd name="connsiteX5743" fmla="*/ 546141 w 2401758"/>
              <a:gd name="connsiteY5743" fmla="*/ 243770 h 2400493"/>
              <a:gd name="connsiteX5744" fmla="*/ 537213 w 2401758"/>
              <a:gd name="connsiteY5744" fmla="*/ 265099 h 2400493"/>
              <a:gd name="connsiteX5745" fmla="*/ 514395 w 2401758"/>
              <a:gd name="connsiteY5745" fmla="*/ 274027 h 2400493"/>
              <a:gd name="connsiteX5746" fmla="*/ 492072 w 2401758"/>
              <a:gd name="connsiteY5746" fmla="*/ 265099 h 2400493"/>
              <a:gd name="connsiteX5747" fmla="*/ 483640 w 2401758"/>
              <a:gd name="connsiteY5747" fmla="*/ 242282 h 2400493"/>
              <a:gd name="connsiteX5748" fmla="*/ 493065 w 2401758"/>
              <a:gd name="connsiteY5748" fmla="*/ 220952 h 2400493"/>
              <a:gd name="connsiteX5749" fmla="*/ 515883 w 2401758"/>
              <a:gd name="connsiteY5749" fmla="*/ 212024 h 2400493"/>
              <a:gd name="connsiteX5750" fmla="*/ 76387 w 2401758"/>
              <a:gd name="connsiteY5750" fmla="*/ 190695 h 2400493"/>
              <a:gd name="connsiteX5751" fmla="*/ 74403 w 2401758"/>
              <a:gd name="connsiteY5751" fmla="*/ 192183 h 2400493"/>
              <a:gd name="connsiteX5752" fmla="*/ 57042 w 2401758"/>
              <a:gd name="connsiteY5752" fmla="*/ 209544 h 2400493"/>
              <a:gd name="connsiteX5753" fmla="*/ 57042 w 2401758"/>
              <a:gd name="connsiteY5753" fmla="*/ 212520 h 2400493"/>
              <a:gd name="connsiteX5754" fmla="*/ 74403 w 2401758"/>
              <a:gd name="connsiteY5754" fmla="*/ 228889 h 2400493"/>
              <a:gd name="connsiteX5755" fmla="*/ 77379 w 2401758"/>
              <a:gd name="connsiteY5755" fmla="*/ 231369 h 2400493"/>
              <a:gd name="connsiteX5756" fmla="*/ 79363 w 2401758"/>
              <a:gd name="connsiteY5756" fmla="*/ 228889 h 2400493"/>
              <a:gd name="connsiteX5757" fmla="*/ 95236 w 2401758"/>
              <a:gd name="connsiteY5757" fmla="*/ 212520 h 2400493"/>
              <a:gd name="connsiteX5758" fmla="*/ 96228 w 2401758"/>
              <a:gd name="connsiteY5758" fmla="*/ 208552 h 2400493"/>
              <a:gd name="connsiteX5759" fmla="*/ 79363 w 2401758"/>
              <a:gd name="connsiteY5759" fmla="*/ 192183 h 2400493"/>
              <a:gd name="connsiteX5760" fmla="*/ 76387 w 2401758"/>
              <a:gd name="connsiteY5760" fmla="*/ 190695 h 2400493"/>
              <a:gd name="connsiteX5761" fmla="*/ 207834 w 2401758"/>
              <a:gd name="connsiteY5761" fmla="*/ 190199 h 2400493"/>
              <a:gd name="connsiteX5762" fmla="*/ 190473 w 2401758"/>
              <a:gd name="connsiteY5762" fmla="*/ 208056 h 2400493"/>
              <a:gd name="connsiteX5763" fmla="*/ 190473 w 2401758"/>
              <a:gd name="connsiteY5763" fmla="*/ 212520 h 2400493"/>
              <a:gd name="connsiteX5764" fmla="*/ 207834 w 2401758"/>
              <a:gd name="connsiteY5764" fmla="*/ 229881 h 2400493"/>
              <a:gd name="connsiteX5765" fmla="*/ 210314 w 2401758"/>
              <a:gd name="connsiteY5765" fmla="*/ 232361 h 2400493"/>
              <a:gd name="connsiteX5766" fmla="*/ 211306 w 2401758"/>
              <a:gd name="connsiteY5766" fmla="*/ 233354 h 2400493"/>
              <a:gd name="connsiteX5767" fmla="*/ 212298 w 2401758"/>
              <a:gd name="connsiteY5767" fmla="*/ 231369 h 2400493"/>
              <a:gd name="connsiteX5768" fmla="*/ 230651 w 2401758"/>
              <a:gd name="connsiteY5768" fmla="*/ 212520 h 2400493"/>
              <a:gd name="connsiteX5769" fmla="*/ 233628 w 2401758"/>
              <a:gd name="connsiteY5769" fmla="*/ 211528 h 2400493"/>
              <a:gd name="connsiteX5770" fmla="*/ 231147 w 2401758"/>
              <a:gd name="connsiteY5770" fmla="*/ 209048 h 2400493"/>
              <a:gd name="connsiteX5771" fmla="*/ 212298 w 2401758"/>
              <a:gd name="connsiteY5771" fmla="*/ 190199 h 2400493"/>
              <a:gd name="connsiteX5772" fmla="*/ 207834 w 2401758"/>
              <a:gd name="connsiteY5772" fmla="*/ 190199 h 2400493"/>
              <a:gd name="connsiteX5773" fmla="*/ 144343 w 2401758"/>
              <a:gd name="connsiteY5773" fmla="*/ 188711 h 2400493"/>
              <a:gd name="connsiteX5774" fmla="*/ 142855 w 2401758"/>
              <a:gd name="connsiteY5774" fmla="*/ 190199 h 2400493"/>
              <a:gd name="connsiteX5775" fmla="*/ 124006 w 2401758"/>
              <a:gd name="connsiteY5775" fmla="*/ 209544 h 2400493"/>
              <a:gd name="connsiteX5776" fmla="*/ 124006 w 2401758"/>
              <a:gd name="connsiteY5776" fmla="*/ 212520 h 2400493"/>
              <a:gd name="connsiteX5777" fmla="*/ 141367 w 2401758"/>
              <a:gd name="connsiteY5777" fmla="*/ 228889 h 2400493"/>
              <a:gd name="connsiteX5778" fmla="*/ 145831 w 2401758"/>
              <a:gd name="connsiteY5778" fmla="*/ 228889 h 2400493"/>
              <a:gd name="connsiteX5779" fmla="*/ 162696 w 2401758"/>
              <a:gd name="connsiteY5779" fmla="*/ 212024 h 2400493"/>
              <a:gd name="connsiteX5780" fmla="*/ 163192 w 2401758"/>
              <a:gd name="connsiteY5780" fmla="*/ 207560 h 2400493"/>
              <a:gd name="connsiteX5781" fmla="*/ 145831 w 2401758"/>
              <a:gd name="connsiteY5781" fmla="*/ 190199 h 2400493"/>
              <a:gd name="connsiteX5782" fmla="*/ 144343 w 2401758"/>
              <a:gd name="connsiteY5782" fmla="*/ 188711 h 2400493"/>
              <a:gd name="connsiteX5783" fmla="*/ 346231 w 2401758"/>
              <a:gd name="connsiteY5783" fmla="*/ 184247 h 2400493"/>
              <a:gd name="connsiteX5784" fmla="*/ 344743 w 2401758"/>
              <a:gd name="connsiteY5784" fmla="*/ 185735 h 2400493"/>
              <a:gd name="connsiteX5785" fmla="*/ 342759 w 2401758"/>
              <a:gd name="connsiteY5785" fmla="*/ 188711 h 2400493"/>
              <a:gd name="connsiteX5786" fmla="*/ 323414 w 2401758"/>
              <a:gd name="connsiteY5786" fmla="*/ 208056 h 2400493"/>
              <a:gd name="connsiteX5787" fmla="*/ 321430 w 2401758"/>
              <a:gd name="connsiteY5787" fmla="*/ 210536 h 2400493"/>
              <a:gd name="connsiteX5788" fmla="*/ 322918 w 2401758"/>
              <a:gd name="connsiteY5788" fmla="*/ 213016 h 2400493"/>
              <a:gd name="connsiteX5789" fmla="*/ 336807 w 2401758"/>
              <a:gd name="connsiteY5789" fmla="*/ 222937 h 2400493"/>
              <a:gd name="connsiteX5790" fmla="*/ 342759 w 2401758"/>
              <a:gd name="connsiteY5790" fmla="*/ 233353 h 2400493"/>
              <a:gd name="connsiteX5791" fmla="*/ 346231 w 2401758"/>
              <a:gd name="connsiteY5791" fmla="*/ 236826 h 2400493"/>
              <a:gd name="connsiteX5792" fmla="*/ 347719 w 2401758"/>
              <a:gd name="connsiteY5792" fmla="*/ 232857 h 2400493"/>
              <a:gd name="connsiteX5793" fmla="*/ 348711 w 2401758"/>
              <a:gd name="connsiteY5793" fmla="*/ 229881 h 2400493"/>
              <a:gd name="connsiteX5794" fmla="*/ 369050 w 2401758"/>
              <a:gd name="connsiteY5794" fmla="*/ 213016 h 2400493"/>
              <a:gd name="connsiteX5795" fmla="*/ 372522 w 2401758"/>
              <a:gd name="connsiteY5795" fmla="*/ 210536 h 2400493"/>
              <a:gd name="connsiteX5796" fmla="*/ 370538 w 2401758"/>
              <a:gd name="connsiteY5796" fmla="*/ 208056 h 2400493"/>
              <a:gd name="connsiteX5797" fmla="*/ 347719 w 2401758"/>
              <a:gd name="connsiteY5797" fmla="*/ 185735 h 2400493"/>
              <a:gd name="connsiteX5798" fmla="*/ 346231 w 2401758"/>
              <a:gd name="connsiteY5798" fmla="*/ 184247 h 2400493"/>
              <a:gd name="connsiteX5799" fmla="*/ 413693 w 2401758"/>
              <a:gd name="connsiteY5799" fmla="*/ 181271 h 2400493"/>
              <a:gd name="connsiteX5800" fmla="*/ 412205 w 2401758"/>
              <a:gd name="connsiteY5800" fmla="*/ 182759 h 2400493"/>
              <a:gd name="connsiteX5801" fmla="*/ 410221 w 2401758"/>
              <a:gd name="connsiteY5801" fmla="*/ 186727 h 2400493"/>
              <a:gd name="connsiteX5802" fmla="*/ 388891 w 2401758"/>
              <a:gd name="connsiteY5802" fmla="*/ 207560 h 2400493"/>
              <a:gd name="connsiteX5803" fmla="*/ 386410 w 2401758"/>
              <a:gd name="connsiteY5803" fmla="*/ 209544 h 2400493"/>
              <a:gd name="connsiteX5804" fmla="*/ 388891 w 2401758"/>
              <a:gd name="connsiteY5804" fmla="*/ 212024 h 2400493"/>
              <a:gd name="connsiteX5805" fmla="*/ 401291 w 2401758"/>
              <a:gd name="connsiteY5805" fmla="*/ 218969 h 2400493"/>
              <a:gd name="connsiteX5806" fmla="*/ 412205 w 2401758"/>
              <a:gd name="connsiteY5806" fmla="*/ 237322 h 2400493"/>
              <a:gd name="connsiteX5807" fmla="*/ 413693 w 2401758"/>
              <a:gd name="connsiteY5807" fmla="*/ 240794 h 2400493"/>
              <a:gd name="connsiteX5808" fmla="*/ 414685 w 2401758"/>
              <a:gd name="connsiteY5808" fmla="*/ 237818 h 2400493"/>
              <a:gd name="connsiteX5809" fmla="*/ 429566 w 2401758"/>
              <a:gd name="connsiteY5809" fmla="*/ 215992 h 2400493"/>
              <a:gd name="connsiteX5810" fmla="*/ 441470 w 2401758"/>
              <a:gd name="connsiteY5810" fmla="*/ 213016 h 2400493"/>
              <a:gd name="connsiteX5811" fmla="*/ 443455 w 2401758"/>
              <a:gd name="connsiteY5811" fmla="*/ 211032 h 2400493"/>
              <a:gd name="connsiteX5812" fmla="*/ 438990 w 2401758"/>
              <a:gd name="connsiteY5812" fmla="*/ 207560 h 2400493"/>
              <a:gd name="connsiteX5813" fmla="*/ 414685 w 2401758"/>
              <a:gd name="connsiteY5813" fmla="*/ 183255 h 2400493"/>
              <a:gd name="connsiteX5814" fmla="*/ 413693 w 2401758"/>
              <a:gd name="connsiteY5814" fmla="*/ 181271 h 2400493"/>
              <a:gd name="connsiteX5815" fmla="*/ 2398286 w 2401758"/>
              <a:gd name="connsiteY5815" fmla="*/ 174822 h 2400493"/>
              <a:gd name="connsiteX5816" fmla="*/ 2401758 w 2401758"/>
              <a:gd name="connsiteY5816" fmla="*/ 177302 h 2400493"/>
              <a:gd name="connsiteX5817" fmla="*/ 2398286 w 2401758"/>
              <a:gd name="connsiteY5817" fmla="*/ 179286 h 2400493"/>
              <a:gd name="connsiteX5818" fmla="*/ 2395806 w 2401758"/>
              <a:gd name="connsiteY5818" fmla="*/ 176310 h 2400493"/>
              <a:gd name="connsiteX5819" fmla="*/ 2398286 w 2401758"/>
              <a:gd name="connsiteY5819" fmla="*/ 174822 h 2400493"/>
              <a:gd name="connsiteX5820" fmla="*/ 2327975 w 2401758"/>
              <a:gd name="connsiteY5820" fmla="*/ 171721 h 2400493"/>
              <a:gd name="connsiteX5821" fmla="*/ 2331819 w 2401758"/>
              <a:gd name="connsiteY5821" fmla="*/ 171845 h 2400493"/>
              <a:gd name="connsiteX5822" fmla="*/ 2336283 w 2401758"/>
              <a:gd name="connsiteY5822" fmla="*/ 177798 h 2400493"/>
              <a:gd name="connsiteX5823" fmla="*/ 2330827 w 2401758"/>
              <a:gd name="connsiteY5823" fmla="*/ 181270 h 2400493"/>
              <a:gd name="connsiteX5824" fmla="*/ 2326363 w 2401758"/>
              <a:gd name="connsiteY5824" fmla="*/ 175317 h 2400493"/>
              <a:gd name="connsiteX5825" fmla="*/ 2327975 w 2401758"/>
              <a:gd name="connsiteY5825" fmla="*/ 171721 h 2400493"/>
              <a:gd name="connsiteX5826" fmla="*/ 2264359 w 2401758"/>
              <a:gd name="connsiteY5826" fmla="*/ 169862 h 2400493"/>
              <a:gd name="connsiteX5827" fmla="*/ 2271799 w 2401758"/>
              <a:gd name="connsiteY5827" fmla="*/ 176310 h 2400493"/>
              <a:gd name="connsiteX5828" fmla="*/ 2265351 w 2401758"/>
              <a:gd name="connsiteY5828" fmla="*/ 184247 h 2400493"/>
              <a:gd name="connsiteX5829" fmla="*/ 2257414 w 2401758"/>
              <a:gd name="connsiteY5829" fmla="*/ 178294 h 2400493"/>
              <a:gd name="connsiteX5830" fmla="*/ 2264359 w 2401758"/>
              <a:gd name="connsiteY5830" fmla="*/ 169862 h 2400493"/>
              <a:gd name="connsiteX5831" fmla="*/ 2198387 w 2401758"/>
              <a:gd name="connsiteY5831" fmla="*/ 167382 h 2400493"/>
              <a:gd name="connsiteX5832" fmla="*/ 2207316 w 2401758"/>
              <a:gd name="connsiteY5832" fmla="*/ 177302 h 2400493"/>
              <a:gd name="connsiteX5833" fmla="*/ 2197891 w 2401758"/>
              <a:gd name="connsiteY5833" fmla="*/ 186727 h 2400493"/>
              <a:gd name="connsiteX5834" fmla="*/ 2188467 w 2401758"/>
              <a:gd name="connsiteY5834" fmla="*/ 176310 h 2400493"/>
              <a:gd name="connsiteX5835" fmla="*/ 2198387 w 2401758"/>
              <a:gd name="connsiteY5835" fmla="*/ 167382 h 2400493"/>
              <a:gd name="connsiteX5836" fmla="*/ 2129440 w 2401758"/>
              <a:gd name="connsiteY5836" fmla="*/ 164902 h 2400493"/>
              <a:gd name="connsiteX5837" fmla="*/ 2140849 w 2401758"/>
              <a:gd name="connsiteY5837" fmla="*/ 177302 h 2400493"/>
              <a:gd name="connsiteX5838" fmla="*/ 2128944 w 2401758"/>
              <a:gd name="connsiteY5838" fmla="*/ 188711 h 2400493"/>
              <a:gd name="connsiteX5839" fmla="*/ 2117039 w 2401758"/>
              <a:gd name="connsiteY5839" fmla="*/ 175814 h 2400493"/>
              <a:gd name="connsiteX5840" fmla="*/ 2129440 w 2401758"/>
              <a:gd name="connsiteY5840" fmla="*/ 164902 h 2400493"/>
              <a:gd name="connsiteX5841" fmla="*/ 2061981 w 2401758"/>
              <a:gd name="connsiteY5841" fmla="*/ 162917 h 2400493"/>
              <a:gd name="connsiteX5842" fmla="*/ 2076365 w 2401758"/>
              <a:gd name="connsiteY5842" fmla="*/ 176806 h 2400493"/>
              <a:gd name="connsiteX5843" fmla="*/ 2061981 w 2401758"/>
              <a:gd name="connsiteY5843" fmla="*/ 191191 h 2400493"/>
              <a:gd name="connsiteX5844" fmla="*/ 2048092 w 2401758"/>
              <a:gd name="connsiteY5844" fmla="*/ 177798 h 2400493"/>
              <a:gd name="connsiteX5845" fmla="*/ 2061981 w 2401758"/>
              <a:gd name="connsiteY5845" fmla="*/ 162917 h 2400493"/>
              <a:gd name="connsiteX5846" fmla="*/ 1996009 w 2401758"/>
              <a:gd name="connsiteY5846" fmla="*/ 162917 h 2400493"/>
              <a:gd name="connsiteX5847" fmla="*/ 2009897 w 2401758"/>
              <a:gd name="connsiteY5847" fmla="*/ 177302 h 2400493"/>
              <a:gd name="connsiteX5848" fmla="*/ 1995513 w 2401758"/>
              <a:gd name="connsiteY5848" fmla="*/ 191190 h 2400493"/>
              <a:gd name="connsiteX5849" fmla="*/ 1981624 w 2401758"/>
              <a:gd name="connsiteY5849" fmla="*/ 176806 h 2400493"/>
              <a:gd name="connsiteX5850" fmla="*/ 1996009 w 2401758"/>
              <a:gd name="connsiteY5850" fmla="*/ 162917 h 2400493"/>
              <a:gd name="connsiteX5851" fmla="*/ 1929045 w 2401758"/>
              <a:gd name="connsiteY5851" fmla="*/ 160437 h 2400493"/>
              <a:gd name="connsiteX5852" fmla="*/ 1939957 w 2401758"/>
              <a:gd name="connsiteY5852" fmla="*/ 164406 h 2400493"/>
              <a:gd name="connsiteX5853" fmla="*/ 1945910 w 2401758"/>
              <a:gd name="connsiteY5853" fmla="*/ 176310 h 2400493"/>
              <a:gd name="connsiteX5854" fmla="*/ 1940949 w 2401758"/>
              <a:gd name="connsiteY5854" fmla="*/ 187223 h 2400493"/>
              <a:gd name="connsiteX5855" fmla="*/ 1929045 w 2401758"/>
              <a:gd name="connsiteY5855" fmla="*/ 192679 h 2400493"/>
              <a:gd name="connsiteX5856" fmla="*/ 1919124 w 2401758"/>
              <a:gd name="connsiteY5856" fmla="*/ 189207 h 2400493"/>
              <a:gd name="connsiteX5857" fmla="*/ 1912676 w 2401758"/>
              <a:gd name="connsiteY5857" fmla="*/ 177798 h 2400493"/>
              <a:gd name="connsiteX5858" fmla="*/ 1917140 w 2401758"/>
              <a:gd name="connsiteY5858" fmla="*/ 166390 h 2400493"/>
              <a:gd name="connsiteX5859" fmla="*/ 1929045 w 2401758"/>
              <a:gd name="connsiteY5859" fmla="*/ 160437 h 2400493"/>
              <a:gd name="connsiteX5860" fmla="*/ 1859602 w 2401758"/>
              <a:gd name="connsiteY5860" fmla="*/ 159941 h 2400493"/>
              <a:gd name="connsiteX5861" fmla="*/ 1876467 w 2401758"/>
              <a:gd name="connsiteY5861" fmla="*/ 176806 h 2400493"/>
              <a:gd name="connsiteX5862" fmla="*/ 1859602 w 2401758"/>
              <a:gd name="connsiteY5862" fmla="*/ 193671 h 2400493"/>
              <a:gd name="connsiteX5863" fmla="*/ 1842737 w 2401758"/>
              <a:gd name="connsiteY5863" fmla="*/ 176806 h 2400493"/>
              <a:gd name="connsiteX5864" fmla="*/ 1859602 w 2401758"/>
              <a:gd name="connsiteY5864" fmla="*/ 159941 h 2400493"/>
              <a:gd name="connsiteX5865" fmla="*/ 1793630 w 2401758"/>
              <a:gd name="connsiteY5865" fmla="*/ 157957 h 2400493"/>
              <a:gd name="connsiteX5866" fmla="*/ 1808015 w 2401758"/>
              <a:gd name="connsiteY5866" fmla="*/ 166389 h 2400493"/>
              <a:gd name="connsiteX5867" fmla="*/ 1811983 w 2401758"/>
              <a:gd name="connsiteY5867" fmla="*/ 177302 h 2400493"/>
              <a:gd name="connsiteX5868" fmla="*/ 1804543 w 2401758"/>
              <a:gd name="connsiteY5868" fmla="*/ 190695 h 2400493"/>
              <a:gd name="connsiteX5869" fmla="*/ 1793134 w 2401758"/>
              <a:gd name="connsiteY5869" fmla="*/ 195159 h 2400493"/>
              <a:gd name="connsiteX5870" fmla="*/ 1785197 w 2401758"/>
              <a:gd name="connsiteY5870" fmla="*/ 192679 h 2400493"/>
              <a:gd name="connsiteX5871" fmla="*/ 1776765 w 2401758"/>
              <a:gd name="connsiteY5871" fmla="*/ 184742 h 2400493"/>
              <a:gd name="connsiteX5872" fmla="*/ 1774285 w 2401758"/>
              <a:gd name="connsiteY5872" fmla="*/ 176310 h 2400493"/>
              <a:gd name="connsiteX5873" fmla="*/ 1782717 w 2401758"/>
              <a:gd name="connsiteY5873" fmla="*/ 162421 h 2400493"/>
              <a:gd name="connsiteX5874" fmla="*/ 1793630 w 2401758"/>
              <a:gd name="connsiteY5874" fmla="*/ 157957 h 2400493"/>
              <a:gd name="connsiteX5875" fmla="*/ 1657223 w 2401758"/>
              <a:gd name="connsiteY5875" fmla="*/ 157957 h 2400493"/>
              <a:gd name="connsiteX5876" fmla="*/ 1671112 w 2401758"/>
              <a:gd name="connsiteY5876" fmla="*/ 162421 h 2400493"/>
              <a:gd name="connsiteX5877" fmla="*/ 1677064 w 2401758"/>
              <a:gd name="connsiteY5877" fmla="*/ 176806 h 2400493"/>
              <a:gd name="connsiteX5878" fmla="*/ 1672104 w 2401758"/>
              <a:gd name="connsiteY5878" fmla="*/ 190198 h 2400493"/>
              <a:gd name="connsiteX5879" fmla="*/ 1657719 w 2401758"/>
              <a:gd name="connsiteY5879" fmla="*/ 195655 h 2400493"/>
              <a:gd name="connsiteX5880" fmla="*/ 1644326 w 2401758"/>
              <a:gd name="connsiteY5880" fmla="*/ 190198 h 2400493"/>
              <a:gd name="connsiteX5881" fmla="*/ 1638870 w 2401758"/>
              <a:gd name="connsiteY5881" fmla="*/ 176806 h 2400493"/>
              <a:gd name="connsiteX5882" fmla="*/ 1644326 w 2401758"/>
              <a:gd name="connsiteY5882" fmla="*/ 162421 h 2400493"/>
              <a:gd name="connsiteX5883" fmla="*/ 1657223 w 2401758"/>
              <a:gd name="connsiteY5883" fmla="*/ 157957 h 2400493"/>
              <a:gd name="connsiteX5884" fmla="*/ 1726666 w 2401758"/>
              <a:gd name="connsiteY5884" fmla="*/ 157461 h 2400493"/>
              <a:gd name="connsiteX5885" fmla="*/ 1745515 w 2401758"/>
              <a:gd name="connsiteY5885" fmla="*/ 176806 h 2400493"/>
              <a:gd name="connsiteX5886" fmla="*/ 1725674 w 2401758"/>
              <a:gd name="connsiteY5886" fmla="*/ 195159 h 2400493"/>
              <a:gd name="connsiteX5887" fmla="*/ 1707321 w 2401758"/>
              <a:gd name="connsiteY5887" fmla="*/ 176310 h 2400493"/>
              <a:gd name="connsiteX5888" fmla="*/ 1726666 w 2401758"/>
              <a:gd name="connsiteY5888" fmla="*/ 157461 h 2400493"/>
              <a:gd name="connsiteX5889" fmla="*/ 1523295 w 2401758"/>
              <a:gd name="connsiteY5889" fmla="*/ 155477 h 2400493"/>
              <a:gd name="connsiteX5890" fmla="*/ 1545616 w 2401758"/>
              <a:gd name="connsiteY5890" fmla="*/ 176310 h 2400493"/>
              <a:gd name="connsiteX5891" fmla="*/ 1524287 w 2401758"/>
              <a:gd name="connsiteY5891" fmla="*/ 198135 h 2400493"/>
              <a:gd name="connsiteX5892" fmla="*/ 1502462 w 2401758"/>
              <a:gd name="connsiteY5892" fmla="*/ 177798 h 2400493"/>
              <a:gd name="connsiteX5893" fmla="*/ 1523295 w 2401758"/>
              <a:gd name="connsiteY5893" fmla="*/ 155477 h 2400493"/>
              <a:gd name="connsiteX5894" fmla="*/ 1590755 w 2401758"/>
              <a:gd name="connsiteY5894" fmla="*/ 154981 h 2400493"/>
              <a:gd name="connsiteX5895" fmla="*/ 1605636 w 2401758"/>
              <a:gd name="connsiteY5895" fmla="*/ 161429 h 2400493"/>
              <a:gd name="connsiteX5896" fmla="*/ 1612580 w 2401758"/>
              <a:gd name="connsiteY5896" fmla="*/ 176806 h 2400493"/>
              <a:gd name="connsiteX5897" fmla="*/ 1604644 w 2401758"/>
              <a:gd name="connsiteY5897" fmla="*/ 192679 h 2400493"/>
              <a:gd name="connsiteX5898" fmla="*/ 1590259 w 2401758"/>
              <a:gd name="connsiteY5898" fmla="*/ 197639 h 2400493"/>
              <a:gd name="connsiteX5899" fmla="*/ 1569426 w 2401758"/>
              <a:gd name="connsiteY5899" fmla="*/ 175814 h 2400493"/>
              <a:gd name="connsiteX5900" fmla="*/ 1590755 w 2401758"/>
              <a:gd name="connsiteY5900" fmla="*/ 154981 h 2400493"/>
              <a:gd name="connsiteX5901" fmla="*/ 1458812 w 2401758"/>
              <a:gd name="connsiteY5901" fmla="*/ 152997 h 2400493"/>
              <a:gd name="connsiteX5902" fmla="*/ 1475181 w 2401758"/>
              <a:gd name="connsiteY5902" fmla="*/ 161925 h 2400493"/>
              <a:gd name="connsiteX5903" fmla="*/ 1481629 w 2401758"/>
              <a:gd name="connsiteY5903" fmla="*/ 176806 h 2400493"/>
              <a:gd name="connsiteX5904" fmla="*/ 1473197 w 2401758"/>
              <a:gd name="connsiteY5904" fmla="*/ 193671 h 2400493"/>
              <a:gd name="connsiteX5905" fmla="*/ 1456828 w 2401758"/>
              <a:gd name="connsiteY5905" fmla="*/ 200616 h 2400493"/>
              <a:gd name="connsiteX5906" fmla="*/ 1440459 w 2401758"/>
              <a:gd name="connsiteY5906" fmla="*/ 191687 h 2400493"/>
              <a:gd name="connsiteX5907" fmla="*/ 1434506 w 2401758"/>
              <a:gd name="connsiteY5907" fmla="*/ 176806 h 2400493"/>
              <a:gd name="connsiteX5908" fmla="*/ 1442443 w 2401758"/>
              <a:gd name="connsiteY5908" fmla="*/ 159941 h 2400493"/>
              <a:gd name="connsiteX5909" fmla="*/ 1458812 w 2401758"/>
              <a:gd name="connsiteY5909" fmla="*/ 152997 h 2400493"/>
              <a:gd name="connsiteX5910" fmla="*/ 1388376 w 2401758"/>
              <a:gd name="connsiteY5910" fmla="*/ 152997 h 2400493"/>
              <a:gd name="connsiteX5911" fmla="*/ 1412186 w 2401758"/>
              <a:gd name="connsiteY5911" fmla="*/ 177302 h 2400493"/>
              <a:gd name="connsiteX5912" fmla="*/ 1388376 w 2401758"/>
              <a:gd name="connsiteY5912" fmla="*/ 200616 h 2400493"/>
              <a:gd name="connsiteX5913" fmla="*/ 1364567 w 2401758"/>
              <a:gd name="connsiteY5913" fmla="*/ 176310 h 2400493"/>
              <a:gd name="connsiteX5914" fmla="*/ 1388376 w 2401758"/>
              <a:gd name="connsiteY5914" fmla="*/ 152997 h 2400493"/>
              <a:gd name="connsiteX5915" fmla="*/ 1321413 w 2401758"/>
              <a:gd name="connsiteY5915" fmla="*/ 152997 h 2400493"/>
              <a:gd name="connsiteX5916" fmla="*/ 1345718 w 2401758"/>
              <a:gd name="connsiteY5916" fmla="*/ 176806 h 2400493"/>
              <a:gd name="connsiteX5917" fmla="*/ 1321413 w 2401758"/>
              <a:gd name="connsiteY5917" fmla="*/ 200616 h 2400493"/>
              <a:gd name="connsiteX5918" fmla="*/ 1298100 w 2401758"/>
              <a:gd name="connsiteY5918" fmla="*/ 176310 h 2400493"/>
              <a:gd name="connsiteX5919" fmla="*/ 1321413 w 2401758"/>
              <a:gd name="connsiteY5919" fmla="*/ 152997 h 2400493"/>
              <a:gd name="connsiteX5920" fmla="*/ 1254945 w 2401758"/>
              <a:gd name="connsiteY5920" fmla="*/ 152997 h 2400493"/>
              <a:gd name="connsiteX5921" fmla="*/ 1279250 w 2401758"/>
              <a:gd name="connsiteY5921" fmla="*/ 176806 h 2400493"/>
              <a:gd name="connsiteX5922" fmla="*/ 1255441 w 2401758"/>
              <a:gd name="connsiteY5922" fmla="*/ 200616 h 2400493"/>
              <a:gd name="connsiteX5923" fmla="*/ 1231632 w 2401758"/>
              <a:gd name="connsiteY5923" fmla="*/ 177302 h 2400493"/>
              <a:gd name="connsiteX5924" fmla="*/ 1254945 w 2401758"/>
              <a:gd name="connsiteY5924" fmla="*/ 152997 h 2400493"/>
              <a:gd name="connsiteX5925" fmla="*/ 1187982 w 2401758"/>
              <a:gd name="connsiteY5925" fmla="*/ 150517 h 2400493"/>
              <a:gd name="connsiteX5926" fmla="*/ 1205343 w 2401758"/>
              <a:gd name="connsiteY5926" fmla="*/ 158949 h 2400493"/>
              <a:gd name="connsiteX5927" fmla="*/ 1212287 w 2401758"/>
              <a:gd name="connsiteY5927" fmla="*/ 177302 h 2400493"/>
              <a:gd name="connsiteX5928" fmla="*/ 1203359 w 2401758"/>
              <a:gd name="connsiteY5928" fmla="*/ 196151 h 2400493"/>
              <a:gd name="connsiteX5929" fmla="*/ 1185005 w 2401758"/>
              <a:gd name="connsiteY5929" fmla="*/ 202600 h 2400493"/>
              <a:gd name="connsiteX5930" fmla="*/ 1167149 w 2401758"/>
              <a:gd name="connsiteY5930" fmla="*/ 194663 h 2400493"/>
              <a:gd name="connsiteX5931" fmla="*/ 1160204 w 2401758"/>
              <a:gd name="connsiteY5931" fmla="*/ 176310 h 2400493"/>
              <a:gd name="connsiteX5932" fmla="*/ 1169133 w 2401758"/>
              <a:gd name="connsiteY5932" fmla="*/ 157461 h 2400493"/>
              <a:gd name="connsiteX5933" fmla="*/ 1187982 w 2401758"/>
              <a:gd name="connsiteY5933" fmla="*/ 150517 h 2400493"/>
              <a:gd name="connsiteX5934" fmla="*/ 1121017 w 2401758"/>
              <a:gd name="connsiteY5934" fmla="*/ 150517 h 2400493"/>
              <a:gd name="connsiteX5935" fmla="*/ 1138874 w 2401758"/>
              <a:gd name="connsiteY5935" fmla="*/ 158453 h 2400493"/>
              <a:gd name="connsiteX5936" fmla="*/ 1145819 w 2401758"/>
              <a:gd name="connsiteY5936" fmla="*/ 176806 h 2400493"/>
              <a:gd name="connsiteX5937" fmla="*/ 1119033 w 2401758"/>
              <a:gd name="connsiteY5937" fmla="*/ 203096 h 2400493"/>
              <a:gd name="connsiteX5938" fmla="*/ 1101176 w 2401758"/>
              <a:gd name="connsiteY5938" fmla="*/ 195159 h 2400493"/>
              <a:gd name="connsiteX5939" fmla="*/ 1093736 w 2401758"/>
              <a:gd name="connsiteY5939" fmla="*/ 176806 h 2400493"/>
              <a:gd name="connsiteX5940" fmla="*/ 1121017 w 2401758"/>
              <a:gd name="connsiteY5940" fmla="*/ 150517 h 2400493"/>
              <a:gd name="connsiteX5941" fmla="*/ 1053558 w 2401758"/>
              <a:gd name="connsiteY5941" fmla="*/ 150021 h 2400493"/>
              <a:gd name="connsiteX5942" fmla="*/ 1078856 w 2401758"/>
              <a:gd name="connsiteY5942" fmla="*/ 177798 h 2400493"/>
              <a:gd name="connsiteX5943" fmla="*/ 1051078 w 2401758"/>
              <a:gd name="connsiteY5943" fmla="*/ 203096 h 2400493"/>
              <a:gd name="connsiteX5944" fmla="*/ 1026322 w 2401758"/>
              <a:gd name="connsiteY5944" fmla="*/ 175814 h 2400493"/>
              <a:gd name="connsiteX5945" fmla="*/ 1053558 w 2401758"/>
              <a:gd name="connsiteY5945" fmla="*/ 150021 h 2400493"/>
              <a:gd name="connsiteX5946" fmla="*/ 916677 w 2401758"/>
              <a:gd name="connsiteY5946" fmla="*/ 148533 h 2400493"/>
              <a:gd name="connsiteX5947" fmla="*/ 945446 w 2401758"/>
              <a:gd name="connsiteY5947" fmla="*/ 176806 h 2400493"/>
              <a:gd name="connsiteX5948" fmla="*/ 917172 w 2401758"/>
              <a:gd name="connsiteY5948" fmla="*/ 205576 h 2400493"/>
              <a:gd name="connsiteX5949" fmla="*/ 887907 w 2401758"/>
              <a:gd name="connsiteY5949" fmla="*/ 177798 h 2400493"/>
              <a:gd name="connsiteX5950" fmla="*/ 916677 w 2401758"/>
              <a:gd name="connsiteY5950" fmla="*/ 148533 h 2400493"/>
              <a:gd name="connsiteX5951" fmla="*/ 988130 w 2401758"/>
              <a:gd name="connsiteY5951" fmla="*/ 148532 h 2400493"/>
              <a:gd name="connsiteX5952" fmla="*/ 1008466 w 2401758"/>
              <a:gd name="connsiteY5952" fmla="*/ 159445 h 2400493"/>
              <a:gd name="connsiteX5953" fmla="*/ 1014914 w 2401758"/>
              <a:gd name="connsiteY5953" fmla="*/ 178294 h 2400493"/>
              <a:gd name="connsiteX5954" fmla="*/ 1004002 w 2401758"/>
              <a:gd name="connsiteY5954" fmla="*/ 198631 h 2400493"/>
              <a:gd name="connsiteX5955" fmla="*/ 985650 w 2401758"/>
              <a:gd name="connsiteY5955" fmla="*/ 205079 h 2400493"/>
              <a:gd name="connsiteX5956" fmla="*/ 964818 w 2401758"/>
              <a:gd name="connsiteY5956" fmla="*/ 194663 h 2400493"/>
              <a:gd name="connsiteX5957" fmla="*/ 957873 w 2401758"/>
              <a:gd name="connsiteY5957" fmla="*/ 176310 h 2400493"/>
              <a:gd name="connsiteX5958" fmla="*/ 969281 w 2401758"/>
              <a:gd name="connsiteY5958" fmla="*/ 154981 h 2400493"/>
              <a:gd name="connsiteX5959" fmla="*/ 988130 w 2401758"/>
              <a:gd name="connsiteY5959" fmla="*/ 148532 h 2400493"/>
              <a:gd name="connsiteX5960" fmla="*/ 851695 w 2401758"/>
              <a:gd name="connsiteY5960" fmla="*/ 148037 h 2400493"/>
              <a:gd name="connsiteX5961" fmla="*/ 879473 w 2401758"/>
              <a:gd name="connsiteY5961" fmla="*/ 177302 h 2400493"/>
              <a:gd name="connsiteX5962" fmla="*/ 849215 w 2401758"/>
              <a:gd name="connsiteY5962" fmla="*/ 205576 h 2400493"/>
              <a:gd name="connsiteX5963" fmla="*/ 821437 w 2401758"/>
              <a:gd name="connsiteY5963" fmla="*/ 176310 h 2400493"/>
              <a:gd name="connsiteX5964" fmla="*/ 851695 w 2401758"/>
              <a:gd name="connsiteY5964" fmla="*/ 148037 h 2400493"/>
              <a:gd name="connsiteX5965" fmla="*/ 785218 w 2401758"/>
              <a:gd name="connsiteY5965" fmla="*/ 147540 h 2400493"/>
              <a:gd name="connsiteX5966" fmla="*/ 804562 w 2401758"/>
              <a:gd name="connsiteY5966" fmla="*/ 154980 h 2400493"/>
              <a:gd name="connsiteX5967" fmla="*/ 812499 w 2401758"/>
              <a:gd name="connsiteY5967" fmla="*/ 177798 h 2400493"/>
              <a:gd name="connsiteX5968" fmla="*/ 804562 w 2401758"/>
              <a:gd name="connsiteY5968" fmla="*/ 197143 h 2400493"/>
              <a:gd name="connsiteX5969" fmla="*/ 782737 w 2401758"/>
              <a:gd name="connsiteY5969" fmla="*/ 205079 h 2400493"/>
              <a:gd name="connsiteX5970" fmla="*/ 763391 w 2401758"/>
              <a:gd name="connsiteY5970" fmla="*/ 197639 h 2400493"/>
              <a:gd name="connsiteX5971" fmla="*/ 755456 w 2401758"/>
              <a:gd name="connsiteY5971" fmla="*/ 175814 h 2400493"/>
              <a:gd name="connsiteX5972" fmla="*/ 763391 w 2401758"/>
              <a:gd name="connsiteY5972" fmla="*/ 154980 h 2400493"/>
              <a:gd name="connsiteX5973" fmla="*/ 785218 w 2401758"/>
              <a:gd name="connsiteY5973" fmla="*/ 147540 h 2400493"/>
              <a:gd name="connsiteX5974" fmla="*/ 514886 w 2401758"/>
              <a:gd name="connsiteY5974" fmla="*/ 146053 h 2400493"/>
              <a:gd name="connsiteX5975" fmla="*/ 537208 w 2401758"/>
              <a:gd name="connsiteY5975" fmla="*/ 154981 h 2400493"/>
              <a:gd name="connsiteX5976" fmla="*/ 546136 w 2401758"/>
              <a:gd name="connsiteY5976" fmla="*/ 177798 h 2400493"/>
              <a:gd name="connsiteX5977" fmla="*/ 537208 w 2401758"/>
              <a:gd name="connsiteY5977" fmla="*/ 199127 h 2400493"/>
              <a:gd name="connsiteX5978" fmla="*/ 514390 w 2401758"/>
              <a:gd name="connsiteY5978" fmla="*/ 208056 h 2400493"/>
              <a:gd name="connsiteX5979" fmla="*/ 493060 w 2401758"/>
              <a:gd name="connsiteY5979" fmla="*/ 199127 h 2400493"/>
              <a:gd name="connsiteX5980" fmla="*/ 484131 w 2401758"/>
              <a:gd name="connsiteY5980" fmla="*/ 176310 h 2400493"/>
              <a:gd name="connsiteX5981" fmla="*/ 493060 w 2401758"/>
              <a:gd name="connsiteY5981" fmla="*/ 154981 h 2400493"/>
              <a:gd name="connsiteX5982" fmla="*/ 514886 w 2401758"/>
              <a:gd name="connsiteY5982" fmla="*/ 146053 h 2400493"/>
              <a:gd name="connsiteX5983" fmla="*/ 714799 w 2401758"/>
              <a:gd name="connsiteY5983" fmla="*/ 146052 h 2400493"/>
              <a:gd name="connsiteX5984" fmla="*/ 735631 w 2401758"/>
              <a:gd name="connsiteY5984" fmla="*/ 155477 h 2400493"/>
              <a:gd name="connsiteX5985" fmla="*/ 746046 w 2401758"/>
              <a:gd name="connsiteY5985" fmla="*/ 176806 h 2400493"/>
              <a:gd name="connsiteX5986" fmla="*/ 737615 w 2401758"/>
              <a:gd name="connsiteY5986" fmla="*/ 196151 h 2400493"/>
              <a:gd name="connsiteX5987" fmla="*/ 715295 w 2401758"/>
              <a:gd name="connsiteY5987" fmla="*/ 207559 h 2400493"/>
              <a:gd name="connsiteX5988" fmla="*/ 695951 w 2401758"/>
              <a:gd name="connsiteY5988" fmla="*/ 200119 h 2400493"/>
              <a:gd name="connsiteX5989" fmla="*/ 684046 w 2401758"/>
              <a:gd name="connsiteY5989" fmla="*/ 177798 h 2400493"/>
              <a:gd name="connsiteX5990" fmla="*/ 692479 w 2401758"/>
              <a:gd name="connsiteY5990" fmla="*/ 157461 h 2400493"/>
              <a:gd name="connsiteX5991" fmla="*/ 714799 w 2401758"/>
              <a:gd name="connsiteY5991" fmla="*/ 146052 h 2400493"/>
              <a:gd name="connsiteX5992" fmla="*/ 648824 w 2401758"/>
              <a:gd name="connsiteY5992" fmla="*/ 145556 h 2400493"/>
              <a:gd name="connsiteX5993" fmla="*/ 679081 w 2401758"/>
              <a:gd name="connsiteY5993" fmla="*/ 176806 h 2400493"/>
              <a:gd name="connsiteX5994" fmla="*/ 648328 w 2401758"/>
              <a:gd name="connsiteY5994" fmla="*/ 207063 h 2400493"/>
              <a:gd name="connsiteX5995" fmla="*/ 617577 w 2401758"/>
              <a:gd name="connsiteY5995" fmla="*/ 175814 h 2400493"/>
              <a:gd name="connsiteX5996" fmla="*/ 627000 w 2401758"/>
              <a:gd name="connsiteY5996" fmla="*/ 153492 h 2400493"/>
              <a:gd name="connsiteX5997" fmla="*/ 648824 w 2401758"/>
              <a:gd name="connsiteY5997" fmla="*/ 145556 h 2400493"/>
              <a:gd name="connsiteX5998" fmla="*/ 581859 w 2401758"/>
              <a:gd name="connsiteY5998" fmla="*/ 145060 h 2400493"/>
              <a:gd name="connsiteX5999" fmla="*/ 612118 w 2401758"/>
              <a:gd name="connsiteY5999" fmla="*/ 176806 h 2400493"/>
              <a:gd name="connsiteX6000" fmla="*/ 581363 w 2401758"/>
              <a:gd name="connsiteY6000" fmla="*/ 208055 h 2400493"/>
              <a:gd name="connsiteX6001" fmla="*/ 550112 w 2401758"/>
              <a:gd name="connsiteY6001" fmla="*/ 175814 h 2400493"/>
              <a:gd name="connsiteX6002" fmla="*/ 581859 w 2401758"/>
              <a:gd name="connsiteY6002" fmla="*/ 145060 h 2400493"/>
              <a:gd name="connsiteX6003" fmla="*/ 74899 w 2401758"/>
              <a:gd name="connsiteY6003" fmla="*/ 126212 h 2400493"/>
              <a:gd name="connsiteX6004" fmla="*/ 65474 w 2401758"/>
              <a:gd name="connsiteY6004" fmla="*/ 137620 h 2400493"/>
              <a:gd name="connsiteX6005" fmla="*/ 58530 w 2401758"/>
              <a:gd name="connsiteY6005" fmla="*/ 142581 h 2400493"/>
              <a:gd name="connsiteX6006" fmla="*/ 65474 w 2401758"/>
              <a:gd name="connsiteY6006" fmla="*/ 149029 h 2400493"/>
              <a:gd name="connsiteX6007" fmla="*/ 75395 w 2401758"/>
              <a:gd name="connsiteY6007" fmla="*/ 161430 h 2400493"/>
              <a:gd name="connsiteX6008" fmla="*/ 76883 w 2401758"/>
              <a:gd name="connsiteY6008" fmla="*/ 162422 h 2400493"/>
              <a:gd name="connsiteX6009" fmla="*/ 78867 w 2401758"/>
              <a:gd name="connsiteY6009" fmla="*/ 161430 h 2400493"/>
              <a:gd name="connsiteX6010" fmla="*/ 94740 w 2401758"/>
              <a:gd name="connsiteY6010" fmla="*/ 145557 h 2400493"/>
              <a:gd name="connsiteX6011" fmla="*/ 94740 w 2401758"/>
              <a:gd name="connsiteY6011" fmla="*/ 141093 h 2400493"/>
              <a:gd name="connsiteX6012" fmla="*/ 79363 w 2401758"/>
              <a:gd name="connsiteY6012" fmla="*/ 126212 h 2400493"/>
              <a:gd name="connsiteX6013" fmla="*/ 74899 w 2401758"/>
              <a:gd name="connsiteY6013" fmla="*/ 126212 h 2400493"/>
              <a:gd name="connsiteX6014" fmla="*/ 142855 w 2401758"/>
              <a:gd name="connsiteY6014" fmla="*/ 124228 h 2400493"/>
              <a:gd name="connsiteX6015" fmla="*/ 140871 w 2401758"/>
              <a:gd name="connsiteY6015" fmla="*/ 125220 h 2400493"/>
              <a:gd name="connsiteX6016" fmla="*/ 125494 w 2401758"/>
              <a:gd name="connsiteY6016" fmla="*/ 141093 h 2400493"/>
              <a:gd name="connsiteX6017" fmla="*/ 124998 w 2401758"/>
              <a:gd name="connsiteY6017" fmla="*/ 145061 h 2400493"/>
              <a:gd name="connsiteX6018" fmla="*/ 143351 w 2401758"/>
              <a:gd name="connsiteY6018" fmla="*/ 163414 h 2400493"/>
              <a:gd name="connsiteX6019" fmla="*/ 146327 w 2401758"/>
              <a:gd name="connsiteY6019" fmla="*/ 162918 h 2400493"/>
              <a:gd name="connsiteX6020" fmla="*/ 163192 w 2401758"/>
              <a:gd name="connsiteY6020" fmla="*/ 146053 h 2400493"/>
              <a:gd name="connsiteX6021" fmla="*/ 164184 w 2401758"/>
              <a:gd name="connsiteY6021" fmla="*/ 143573 h 2400493"/>
              <a:gd name="connsiteX6022" fmla="*/ 145831 w 2401758"/>
              <a:gd name="connsiteY6022" fmla="*/ 125220 h 2400493"/>
              <a:gd name="connsiteX6023" fmla="*/ 142855 w 2401758"/>
              <a:gd name="connsiteY6023" fmla="*/ 124228 h 2400493"/>
              <a:gd name="connsiteX6024" fmla="*/ 210190 w 2401758"/>
              <a:gd name="connsiteY6024" fmla="*/ 122367 h 2400493"/>
              <a:gd name="connsiteX6025" fmla="*/ 208826 w 2401758"/>
              <a:gd name="connsiteY6025" fmla="*/ 124228 h 2400493"/>
              <a:gd name="connsiteX6026" fmla="*/ 198410 w 2401758"/>
              <a:gd name="connsiteY6026" fmla="*/ 136628 h 2400493"/>
              <a:gd name="connsiteX6027" fmla="*/ 188489 w 2401758"/>
              <a:gd name="connsiteY6027" fmla="*/ 144069 h 2400493"/>
              <a:gd name="connsiteX6028" fmla="*/ 198906 w 2401758"/>
              <a:gd name="connsiteY6028" fmla="*/ 151013 h 2400493"/>
              <a:gd name="connsiteX6029" fmla="*/ 207338 w 2401758"/>
              <a:gd name="connsiteY6029" fmla="*/ 162918 h 2400493"/>
              <a:gd name="connsiteX6030" fmla="*/ 211802 w 2401758"/>
              <a:gd name="connsiteY6030" fmla="*/ 163414 h 2400493"/>
              <a:gd name="connsiteX6031" fmla="*/ 229163 w 2401758"/>
              <a:gd name="connsiteY6031" fmla="*/ 146053 h 2400493"/>
              <a:gd name="connsiteX6032" fmla="*/ 230651 w 2401758"/>
              <a:gd name="connsiteY6032" fmla="*/ 144565 h 2400493"/>
              <a:gd name="connsiteX6033" fmla="*/ 231147 w 2401758"/>
              <a:gd name="connsiteY6033" fmla="*/ 142581 h 2400493"/>
              <a:gd name="connsiteX6034" fmla="*/ 229163 w 2401758"/>
              <a:gd name="connsiteY6034" fmla="*/ 141093 h 2400493"/>
              <a:gd name="connsiteX6035" fmla="*/ 212298 w 2401758"/>
              <a:gd name="connsiteY6035" fmla="*/ 124228 h 2400493"/>
              <a:gd name="connsiteX6036" fmla="*/ 210190 w 2401758"/>
              <a:gd name="connsiteY6036" fmla="*/ 122367 h 2400493"/>
              <a:gd name="connsiteX6037" fmla="*/ 346727 w 2401758"/>
              <a:gd name="connsiteY6037" fmla="*/ 118275 h 2400493"/>
              <a:gd name="connsiteX6038" fmla="*/ 344247 w 2401758"/>
              <a:gd name="connsiteY6038" fmla="*/ 120755 h 2400493"/>
              <a:gd name="connsiteX6039" fmla="*/ 343255 w 2401758"/>
              <a:gd name="connsiteY6039" fmla="*/ 123732 h 2400493"/>
              <a:gd name="connsiteX6040" fmla="*/ 324902 w 2401758"/>
              <a:gd name="connsiteY6040" fmla="*/ 141588 h 2400493"/>
              <a:gd name="connsiteX6041" fmla="*/ 321926 w 2401758"/>
              <a:gd name="connsiteY6041" fmla="*/ 144069 h 2400493"/>
              <a:gd name="connsiteX6042" fmla="*/ 323910 w 2401758"/>
              <a:gd name="connsiteY6042" fmla="*/ 146053 h 2400493"/>
              <a:gd name="connsiteX6043" fmla="*/ 338295 w 2401758"/>
              <a:gd name="connsiteY6043" fmla="*/ 156965 h 2400493"/>
              <a:gd name="connsiteX6044" fmla="*/ 345239 w 2401758"/>
              <a:gd name="connsiteY6044" fmla="*/ 168374 h 2400493"/>
              <a:gd name="connsiteX6045" fmla="*/ 346727 w 2401758"/>
              <a:gd name="connsiteY6045" fmla="*/ 169862 h 2400493"/>
              <a:gd name="connsiteX6046" fmla="*/ 347719 w 2401758"/>
              <a:gd name="connsiteY6046" fmla="*/ 167878 h 2400493"/>
              <a:gd name="connsiteX6047" fmla="*/ 369050 w 2401758"/>
              <a:gd name="connsiteY6047" fmla="*/ 146053 h 2400493"/>
              <a:gd name="connsiteX6048" fmla="*/ 372026 w 2401758"/>
              <a:gd name="connsiteY6048" fmla="*/ 144565 h 2400493"/>
              <a:gd name="connsiteX6049" fmla="*/ 371530 w 2401758"/>
              <a:gd name="connsiteY6049" fmla="*/ 142085 h 2400493"/>
              <a:gd name="connsiteX6050" fmla="*/ 369546 w 2401758"/>
              <a:gd name="connsiteY6050" fmla="*/ 141588 h 2400493"/>
              <a:gd name="connsiteX6051" fmla="*/ 348215 w 2401758"/>
              <a:gd name="connsiteY6051" fmla="*/ 120755 h 2400493"/>
              <a:gd name="connsiteX6052" fmla="*/ 346727 w 2401758"/>
              <a:gd name="connsiteY6052" fmla="*/ 118275 h 2400493"/>
              <a:gd name="connsiteX6053" fmla="*/ 413693 w 2401758"/>
              <a:gd name="connsiteY6053" fmla="*/ 115299 h 2400493"/>
              <a:gd name="connsiteX6054" fmla="*/ 410717 w 2401758"/>
              <a:gd name="connsiteY6054" fmla="*/ 118275 h 2400493"/>
              <a:gd name="connsiteX6055" fmla="*/ 403772 w 2401758"/>
              <a:gd name="connsiteY6055" fmla="*/ 132164 h 2400493"/>
              <a:gd name="connsiteX6056" fmla="*/ 387403 w 2401758"/>
              <a:gd name="connsiteY6056" fmla="*/ 141588 h 2400493"/>
              <a:gd name="connsiteX6057" fmla="*/ 386410 w 2401758"/>
              <a:gd name="connsiteY6057" fmla="*/ 143573 h 2400493"/>
              <a:gd name="connsiteX6058" fmla="*/ 387899 w 2401758"/>
              <a:gd name="connsiteY6058" fmla="*/ 146549 h 2400493"/>
              <a:gd name="connsiteX6059" fmla="*/ 410221 w 2401758"/>
              <a:gd name="connsiteY6059" fmla="*/ 168870 h 2400493"/>
              <a:gd name="connsiteX6060" fmla="*/ 413693 w 2401758"/>
              <a:gd name="connsiteY6060" fmla="*/ 171846 h 2400493"/>
              <a:gd name="connsiteX6061" fmla="*/ 415181 w 2401758"/>
              <a:gd name="connsiteY6061" fmla="*/ 169366 h 2400493"/>
              <a:gd name="connsiteX6062" fmla="*/ 434030 w 2401758"/>
              <a:gd name="connsiteY6062" fmla="*/ 147045 h 2400493"/>
              <a:gd name="connsiteX6063" fmla="*/ 439486 w 2401758"/>
              <a:gd name="connsiteY6063" fmla="*/ 145557 h 2400493"/>
              <a:gd name="connsiteX6064" fmla="*/ 440974 w 2401758"/>
              <a:gd name="connsiteY6064" fmla="*/ 143077 h 2400493"/>
              <a:gd name="connsiteX6065" fmla="*/ 438990 w 2401758"/>
              <a:gd name="connsiteY6065" fmla="*/ 141092 h 2400493"/>
              <a:gd name="connsiteX6066" fmla="*/ 425102 w 2401758"/>
              <a:gd name="connsiteY6066" fmla="*/ 135140 h 2400493"/>
              <a:gd name="connsiteX6067" fmla="*/ 414685 w 2401758"/>
              <a:gd name="connsiteY6067" fmla="*/ 118275 h 2400493"/>
              <a:gd name="connsiteX6068" fmla="*/ 413693 w 2401758"/>
              <a:gd name="connsiteY6068" fmla="*/ 115299 h 2400493"/>
              <a:gd name="connsiteX6069" fmla="*/ 2398286 w 2401758"/>
              <a:gd name="connsiteY6069" fmla="*/ 106370 h 2400493"/>
              <a:gd name="connsiteX6070" fmla="*/ 2400270 w 2401758"/>
              <a:gd name="connsiteY6070" fmla="*/ 109842 h 2400493"/>
              <a:gd name="connsiteX6071" fmla="*/ 2397294 w 2401758"/>
              <a:gd name="connsiteY6071" fmla="*/ 112322 h 2400493"/>
              <a:gd name="connsiteX6072" fmla="*/ 2395806 w 2401758"/>
              <a:gd name="connsiteY6072" fmla="*/ 109842 h 2400493"/>
              <a:gd name="connsiteX6073" fmla="*/ 2398286 w 2401758"/>
              <a:gd name="connsiteY6073" fmla="*/ 106370 h 2400493"/>
              <a:gd name="connsiteX6074" fmla="*/ 2331323 w 2401758"/>
              <a:gd name="connsiteY6074" fmla="*/ 104882 h 2400493"/>
              <a:gd name="connsiteX6075" fmla="*/ 2336284 w 2401758"/>
              <a:gd name="connsiteY6075" fmla="*/ 110834 h 2400493"/>
              <a:gd name="connsiteX6076" fmla="*/ 2331323 w 2401758"/>
              <a:gd name="connsiteY6076" fmla="*/ 114803 h 2400493"/>
              <a:gd name="connsiteX6077" fmla="*/ 2326363 w 2401758"/>
              <a:gd name="connsiteY6077" fmla="*/ 109346 h 2400493"/>
              <a:gd name="connsiteX6078" fmla="*/ 2331323 w 2401758"/>
              <a:gd name="connsiteY6078" fmla="*/ 104882 h 2400493"/>
              <a:gd name="connsiteX6079" fmla="*/ 2264359 w 2401758"/>
              <a:gd name="connsiteY6079" fmla="*/ 100914 h 2400493"/>
              <a:gd name="connsiteX6080" fmla="*/ 2274280 w 2401758"/>
              <a:gd name="connsiteY6080" fmla="*/ 111331 h 2400493"/>
              <a:gd name="connsiteX6081" fmla="*/ 2265847 w 2401758"/>
              <a:gd name="connsiteY6081" fmla="*/ 119267 h 2400493"/>
              <a:gd name="connsiteX6082" fmla="*/ 2256919 w 2401758"/>
              <a:gd name="connsiteY6082" fmla="*/ 112819 h 2400493"/>
              <a:gd name="connsiteX6083" fmla="*/ 2255927 w 2401758"/>
              <a:gd name="connsiteY6083" fmla="*/ 108850 h 2400493"/>
              <a:gd name="connsiteX6084" fmla="*/ 2264359 w 2401758"/>
              <a:gd name="connsiteY6084" fmla="*/ 100914 h 2400493"/>
              <a:gd name="connsiteX6085" fmla="*/ 2198388 w 2401758"/>
              <a:gd name="connsiteY6085" fmla="*/ 100418 h 2400493"/>
              <a:gd name="connsiteX6086" fmla="*/ 2207316 w 2401758"/>
              <a:gd name="connsiteY6086" fmla="*/ 110339 h 2400493"/>
              <a:gd name="connsiteX6087" fmla="*/ 2197891 w 2401758"/>
              <a:gd name="connsiteY6087" fmla="*/ 119763 h 2400493"/>
              <a:gd name="connsiteX6088" fmla="*/ 2188467 w 2401758"/>
              <a:gd name="connsiteY6088" fmla="*/ 110339 h 2400493"/>
              <a:gd name="connsiteX6089" fmla="*/ 2198388 w 2401758"/>
              <a:gd name="connsiteY6089" fmla="*/ 100418 h 2400493"/>
              <a:gd name="connsiteX6090" fmla="*/ 2129440 w 2401758"/>
              <a:gd name="connsiteY6090" fmla="*/ 97938 h 2400493"/>
              <a:gd name="connsiteX6091" fmla="*/ 2140849 w 2401758"/>
              <a:gd name="connsiteY6091" fmla="*/ 110339 h 2400493"/>
              <a:gd name="connsiteX6092" fmla="*/ 2128944 w 2401758"/>
              <a:gd name="connsiteY6092" fmla="*/ 121747 h 2400493"/>
              <a:gd name="connsiteX6093" fmla="*/ 2117040 w 2401758"/>
              <a:gd name="connsiteY6093" fmla="*/ 110339 h 2400493"/>
              <a:gd name="connsiteX6094" fmla="*/ 2129440 w 2401758"/>
              <a:gd name="connsiteY6094" fmla="*/ 97938 h 2400493"/>
              <a:gd name="connsiteX6095" fmla="*/ 2061980 w 2401758"/>
              <a:gd name="connsiteY6095" fmla="*/ 95954 h 2400493"/>
              <a:gd name="connsiteX6096" fmla="*/ 2076365 w 2401758"/>
              <a:gd name="connsiteY6096" fmla="*/ 110339 h 2400493"/>
              <a:gd name="connsiteX6097" fmla="*/ 2062972 w 2401758"/>
              <a:gd name="connsiteY6097" fmla="*/ 124723 h 2400493"/>
              <a:gd name="connsiteX6098" fmla="*/ 2047595 w 2401758"/>
              <a:gd name="connsiteY6098" fmla="*/ 110835 h 2400493"/>
              <a:gd name="connsiteX6099" fmla="*/ 2061980 w 2401758"/>
              <a:gd name="connsiteY6099" fmla="*/ 95954 h 2400493"/>
              <a:gd name="connsiteX6100" fmla="*/ 1995513 w 2401758"/>
              <a:gd name="connsiteY6100" fmla="*/ 95458 h 2400493"/>
              <a:gd name="connsiteX6101" fmla="*/ 2009898 w 2401758"/>
              <a:gd name="connsiteY6101" fmla="*/ 109843 h 2400493"/>
              <a:gd name="connsiteX6102" fmla="*/ 1995513 w 2401758"/>
              <a:gd name="connsiteY6102" fmla="*/ 124228 h 2400493"/>
              <a:gd name="connsiteX6103" fmla="*/ 1981128 w 2401758"/>
              <a:gd name="connsiteY6103" fmla="*/ 109843 h 2400493"/>
              <a:gd name="connsiteX6104" fmla="*/ 1995513 w 2401758"/>
              <a:gd name="connsiteY6104" fmla="*/ 95458 h 2400493"/>
              <a:gd name="connsiteX6105" fmla="*/ 1860098 w 2401758"/>
              <a:gd name="connsiteY6105" fmla="*/ 93474 h 2400493"/>
              <a:gd name="connsiteX6106" fmla="*/ 1876467 w 2401758"/>
              <a:gd name="connsiteY6106" fmla="*/ 110339 h 2400493"/>
              <a:gd name="connsiteX6107" fmla="*/ 1859602 w 2401758"/>
              <a:gd name="connsiteY6107" fmla="*/ 126708 h 2400493"/>
              <a:gd name="connsiteX6108" fmla="*/ 1843233 w 2401758"/>
              <a:gd name="connsiteY6108" fmla="*/ 109843 h 2400493"/>
              <a:gd name="connsiteX6109" fmla="*/ 1860098 w 2401758"/>
              <a:gd name="connsiteY6109" fmla="*/ 93474 h 2400493"/>
              <a:gd name="connsiteX6110" fmla="*/ 1929541 w 2401758"/>
              <a:gd name="connsiteY6110" fmla="*/ 93473 h 2400493"/>
              <a:gd name="connsiteX6111" fmla="*/ 1945414 w 2401758"/>
              <a:gd name="connsiteY6111" fmla="*/ 110338 h 2400493"/>
              <a:gd name="connsiteX6112" fmla="*/ 1928549 w 2401758"/>
              <a:gd name="connsiteY6112" fmla="*/ 126707 h 2400493"/>
              <a:gd name="connsiteX6113" fmla="*/ 1912180 w 2401758"/>
              <a:gd name="connsiteY6113" fmla="*/ 109346 h 2400493"/>
              <a:gd name="connsiteX6114" fmla="*/ 1929541 w 2401758"/>
              <a:gd name="connsiteY6114" fmla="*/ 93473 h 2400493"/>
              <a:gd name="connsiteX6115" fmla="*/ 1792142 w 2401758"/>
              <a:gd name="connsiteY6115" fmla="*/ 91489 h 2400493"/>
              <a:gd name="connsiteX6116" fmla="*/ 1803054 w 2401758"/>
              <a:gd name="connsiteY6116" fmla="*/ 95458 h 2400493"/>
              <a:gd name="connsiteX6117" fmla="*/ 1812479 w 2401758"/>
              <a:gd name="connsiteY6117" fmla="*/ 109842 h 2400493"/>
              <a:gd name="connsiteX6118" fmla="*/ 1807519 w 2401758"/>
              <a:gd name="connsiteY6118" fmla="*/ 120755 h 2400493"/>
              <a:gd name="connsiteX6119" fmla="*/ 1793134 w 2401758"/>
              <a:gd name="connsiteY6119" fmla="*/ 128691 h 2400493"/>
              <a:gd name="connsiteX6120" fmla="*/ 1783213 w 2401758"/>
              <a:gd name="connsiteY6120" fmla="*/ 125219 h 2400493"/>
              <a:gd name="connsiteX6121" fmla="*/ 1774285 w 2401758"/>
              <a:gd name="connsiteY6121" fmla="*/ 111331 h 2400493"/>
              <a:gd name="connsiteX6122" fmla="*/ 1777261 w 2401758"/>
              <a:gd name="connsiteY6122" fmla="*/ 100914 h 2400493"/>
              <a:gd name="connsiteX6123" fmla="*/ 1792142 w 2401758"/>
              <a:gd name="connsiteY6123" fmla="*/ 91489 h 2400493"/>
              <a:gd name="connsiteX6124" fmla="*/ 1726666 w 2401758"/>
              <a:gd name="connsiteY6124" fmla="*/ 90993 h 2400493"/>
              <a:gd name="connsiteX6125" fmla="*/ 1745515 w 2401758"/>
              <a:gd name="connsiteY6125" fmla="*/ 110834 h 2400493"/>
              <a:gd name="connsiteX6126" fmla="*/ 1725674 w 2401758"/>
              <a:gd name="connsiteY6126" fmla="*/ 129187 h 2400493"/>
              <a:gd name="connsiteX6127" fmla="*/ 1707321 w 2401758"/>
              <a:gd name="connsiteY6127" fmla="*/ 110338 h 2400493"/>
              <a:gd name="connsiteX6128" fmla="*/ 1726666 w 2401758"/>
              <a:gd name="connsiteY6128" fmla="*/ 90993 h 2400493"/>
              <a:gd name="connsiteX6129" fmla="*/ 1658710 w 2401758"/>
              <a:gd name="connsiteY6129" fmla="*/ 90993 h 2400493"/>
              <a:gd name="connsiteX6130" fmla="*/ 1672103 w 2401758"/>
              <a:gd name="connsiteY6130" fmla="*/ 96449 h 2400493"/>
              <a:gd name="connsiteX6131" fmla="*/ 1677063 w 2401758"/>
              <a:gd name="connsiteY6131" fmla="*/ 109842 h 2400493"/>
              <a:gd name="connsiteX6132" fmla="*/ 1672103 w 2401758"/>
              <a:gd name="connsiteY6132" fmla="*/ 123235 h 2400493"/>
              <a:gd name="connsiteX6133" fmla="*/ 1658214 w 2401758"/>
              <a:gd name="connsiteY6133" fmla="*/ 128691 h 2400493"/>
              <a:gd name="connsiteX6134" fmla="*/ 1643829 w 2401758"/>
              <a:gd name="connsiteY6134" fmla="*/ 124227 h 2400493"/>
              <a:gd name="connsiteX6135" fmla="*/ 1638373 w 2401758"/>
              <a:gd name="connsiteY6135" fmla="*/ 109842 h 2400493"/>
              <a:gd name="connsiteX6136" fmla="*/ 1643829 w 2401758"/>
              <a:gd name="connsiteY6136" fmla="*/ 96449 h 2400493"/>
              <a:gd name="connsiteX6137" fmla="*/ 1658710 w 2401758"/>
              <a:gd name="connsiteY6137" fmla="*/ 90993 h 2400493"/>
              <a:gd name="connsiteX6138" fmla="*/ 1590755 w 2401758"/>
              <a:gd name="connsiteY6138" fmla="*/ 89009 h 2400493"/>
              <a:gd name="connsiteX6139" fmla="*/ 1605636 w 2401758"/>
              <a:gd name="connsiteY6139" fmla="*/ 95457 h 2400493"/>
              <a:gd name="connsiteX6140" fmla="*/ 1612084 w 2401758"/>
              <a:gd name="connsiteY6140" fmla="*/ 110338 h 2400493"/>
              <a:gd name="connsiteX6141" fmla="*/ 1590259 w 2401758"/>
              <a:gd name="connsiteY6141" fmla="*/ 131667 h 2400493"/>
              <a:gd name="connsiteX6142" fmla="*/ 1569426 w 2401758"/>
              <a:gd name="connsiteY6142" fmla="*/ 109346 h 2400493"/>
              <a:gd name="connsiteX6143" fmla="*/ 1576370 w 2401758"/>
              <a:gd name="connsiteY6143" fmla="*/ 94465 h 2400493"/>
              <a:gd name="connsiteX6144" fmla="*/ 1590755 w 2401758"/>
              <a:gd name="connsiteY6144" fmla="*/ 89009 h 2400493"/>
              <a:gd name="connsiteX6145" fmla="*/ 1525279 w 2401758"/>
              <a:gd name="connsiteY6145" fmla="*/ 89009 h 2400493"/>
              <a:gd name="connsiteX6146" fmla="*/ 1546112 w 2401758"/>
              <a:gd name="connsiteY6146" fmla="*/ 110338 h 2400493"/>
              <a:gd name="connsiteX6147" fmla="*/ 1524287 w 2401758"/>
              <a:gd name="connsiteY6147" fmla="*/ 131667 h 2400493"/>
              <a:gd name="connsiteX6148" fmla="*/ 1502958 w 2401758"/>
              <a:gd name="connsiteY6148" fmla="*/ 109842 h 2400493"/>
              <a:gd name="connsiteX6149" fmla="*/ 1525279 w 2401758"/>
              <a:gd name="connsiteY6149" fmla="*/ 89009 h 2400493"/>
              <a:gd name="connsiteX6150" fmla="*/ 1389368 w 2401758"/>
              <a:gd name="connsiteY6150" fmla="*/ 86529 h 2400493"/>
              <a:gd name="connsiteX6151" fmla="*/ 1412186 w 2401758"/>
              <a:gd name="connsiteY6151" fmla="*/ 110338 h 2400493"/>
              <a:gd name="connsiteX6152" fmla="*/ 1387384 w 2401758"/>
              <a:gd name="connsiteY6152" fmla="*/ 134148 h 2400493"/>
              <a:gd name="connsiteX6153" fmla="*/ 1364567 w 2401758"/>
              <a:gd name="connsiteY6153" fmla="*/ 110338 h 2400493"/>
              <a:gd name="connsiteX6154" fmla="*/ 1389368 w 2401758"/>
              <a:gd name="connsiteY6154" fmla="*/ 86529 h 2400493"/>
              <a:gd name="connsiteX6155" fmla="*/ 1458316 w 2401758"/>
              <a:gd name="connsiteY6155" fmla="*/ 86033 h 2400493"/>
              <a:gd name="connsiteX6156" fmla="*/ 1474684 w 2401758"/>
              <a:gd name="connsiteY6156" fmla="*/ 94961 h 2400493"/>
              <a:gd name="connsiteX6157" fmla="*/ 1481629 w 2401758"/>
              <a:gd name="connsiteY6157" fmla="*/ 109842 h 2400493"/>
              <a:gd name="connsiteX6158" fmla="*/ 1473196 w 2401758"/>
              <a:gd name="connsiteY6158" fmla="*/ 126707 h 2400493"/>
              <a:gd name="connsiteX6159" fmla="*/ 1457323 w 2401758"/>
              <a:gd name="connsiteY6159" fmla="*/ 133652 h 2400493"/>
              <a:gd name="connsiteX6160" fmla="*/ 1440955 w 2401758"/>
              <a:gd name="connsiteY6160" fmla="*/ 124723 h 2400493"/>
              <a:gd name="connsiteX6161" fmla="*/ 1434506 w 2401758"/>
              <a:gd name="connsiteY6161" fmla="*/ 109842 h 2400493"/>
              <a:gd name="connsiteX6162" fmla="*/ 1442443 w 2401758"/>
              <a:gd name="connsiteY6162" fmla="*/ 92977 h 2400493"/>
              <a:gd name="connsiteX6163" fmla="*/ 1458316 w 2401758"/>
              <a:gd name="connsiteY6163" fmla="*/ 86033 h 2400493"/>
              <a:gd name="connsiteX6164" fmla="*/ 1321908 w 2401758"/>
              <a:gd name="connsiteY6164" fmla="*/ 86033 h 2400493"/>
              <a:gd name="connsiteX6165" fmla="*/ 1345717 w 2401758"/>
              <a:gd name="connsiteY6165" fmla="*/ 109346 h 2400493"/>
              <a:gd name="connsiteX6166" fmla="*/ 1322404 w 2401758"/>
              <a:gd name="connsiteY6166" fmla="*/ 133652 h 2400493"/>
              <a:gd name="connsiteX6167" fmla="*/ 1298099 w 2401758"/>
              <a:gd name="connsiteY6167" fmla="*/ 109842 h 2400493"/>
              <a:gd name="connsiteX6168" fmla="*/ 1321908 w 2401758"/>
              <a:gd name="connsiteY6168" fmla="*/ 86033 h 2400493"/>
              <a:gd name="connsiteX6169" fmla="*/ 1255441 w 2401758"/>
              <a:gd name="connsiteY6169" fmla="*/ 86033 h 2400493"/>
              <a:gd name="connsiteX6170" fmla="*/ 1278755 w 2401758"/>
              <a:gd name="connsiteY6170" fmla="*/ 110338 h 2400493"/>
              <a:gd name="connsiteX6171" fmla="*/ 1272306 w 2401758"/>
              <a:gd name="connsiteY6171" fmla="*/ 126707 h 2400493"/>
              <a:gd name="connsiteX6172" fmla="*/ 1253953 w 2401758"/>
              <a:gd name="connsiteY6172" fmla="*/ 133652 h 2400493"/>
              <a:gd name="connsiteX6173" fmla="*/ 1231136 w 2401758"/>
              <a:gd name="connsiteY6173" fmla="*/ 109842 h 2400493"/>
              <a:gd name="connsiteX6174" fmla="*/ 1255441 w 2401758"/>
              <a:gd name="connsiteY6174" fmla="*/ 86033 h 2400493"/>
              <a:gd name="connsiteX6175" fmla="*/ 1052566 w 2401758"/>
              <a:gd name="connsiteY6175" fmla="*/ 84049 h 2400493"/>
              <a:gd name="connsiteX6176" fmla="*/ 1079352 w 2401758"/>
              <a:gd name="connsiteY6176" fmla="*/ 110339 h 2400493"/>
              <a:gd name="connsiteX6177" fmla="*/ 1052566 w 2401758"/>
              <a:gd name="connsiteY6177" fmla="*/ 136628 h 2400493"/>
              <a:gd name="connsiteX6178" fmla="*/ 1026307 w 2401758"/>
              <a:gd name="connsiteY6178" fmla="*/ 110835 h 2400493"/>
              <a:gd name="connsiteX6179" fmla="*/ 1052566 w 2401758"/>
              <a:gd name="connsiteY6179" fmla="*/ 84049 h 2400493"/>
              <a:gd name="connsiteX6180" fmla="*/ 1186989 w 2401758"/>
              <a:gd name="connsiteY6180" fmla="*/ 83553 h 2400493"/>
              <a:gd name="connsiteX6181" fmla="*/ 1212287 w 2401758"/>
              <a:gd name="connsiteY6181" fmla="*/ 109842 h 2400493"/>
              <a:gd name="connsiteX6182" fmla="*/ 1185501 w 2401758"/>
              <a:gd name="connsiteY6182" fmla="*/ 136132 h 2400493"/>
              <a:gd name="connsiteX6183" fmla="*/ 1160204 w 2401758"/>
              <a:gd name="connsiteY6183" fmla="*/ 109842 h 2400493"/>
              <a:gd name="connsiteX6184" fmla="*/ 1186989 w 2401758"/>
              <a:gd name="connsiteY6184" fmla="*/ 83553 h 2400493"/>
              <a:gd name="connsiteX6185" fmla="*/ 1118042 w 2401758"/>
              <a:gd name="connsiteY6185" fmla="*/ 83553 h 2400493"/>
              <a:gd name="connsiteX6186" fmla="*/ 1137387 w 2401758"/>
              <a:gd name="connsiteY6186" fmla="*/ 90993 h 2400493"/>
              <a:gd name="connsiteX6187" fmla="*/ 1145323 w 2401758"/>
              <a:gd name="connsiteY6187" fmla="*/ 109346 h 2400493"/>
              <a:gd name="connsiteX6188" fmla="*/ 1137387 w 2401758"/>
              <a:gd name="connsiteY6188" fmla="*/ 128691 h 2400493"/>
              <a:gd name="connsiteX6189" fmla="*/ 1119034 w 2401758"/>
              <a:gd name="connsiteY6189" fmla="*/ 136132 h 2400493"/>
              <a:gd name="connsiteX6190" fmla="*/ 1100681 w 2401758"/>
              <a:gd name="connsiteY6190" fmla="*/ 128691 h 2400493"/>
              <a:gd name="connsiteX6191" fmla="*/ 1093241 w 2401758"/>
              <a:gd name="connsiteY6191" fmla="*/ 111330 h 2400493"/>
              <a:gd name="connsiteX6192" fmla="*/ 1118042 w 2401758"/>
              <a:gd name="connsiteY6192" fmla="*/ 83553 h 2400493"/>
              <a:gd name="connsiteX6193" fmla="*/ 917660 w 2401758"/>
              <a:gd name="connsiteY6193" fmla="*/ 81569 h 2400493"/>
              <a:gd name="connsiteX6194" fmla="*/ 945437 w 2401758"/>
              <a:gd name="connsiteY6194" fmla="*/ 111827 h 2400493"/>
              <a:gd name="connsiteX6195" fmla="*/ 915676 w 2401758"/>
              <a:gd name="connsiteY6195" fmla="*/ 138612 h 2400493"/>
              <a:gd name="connsiteX6196" fmla="*/ 888394 w 2401758"/>
              <a:gd name="connsiteY6196" fmla="*/ 109347 h 2400493"/>
              <a:gd name="connsiteX6197" fmla="*/ 917660 w 2401758"/>
              <a:gd name="connsiteY6197" fmla="*/ 81569 h 2400493"/>
              <a:gd name="connsiteX6198" fmla="*/ 850689 w 2401758"/>
              <a:gd name="connsiteY6198" fmla="*/ 81569 h 2400493"/>
              <a:gd name="connsiteX6199" fmla="*/ 878962 w 2401758"/>
              <a:gd name="connsiteY6199" fmla="*/ 109842 h 2400493"/>
              <a:gd name="connsiteX6200" fmla="*/ 851185 w 2401758"/>
              <a:gd name="connsiteY6200" fmla="*/ 139108 h 2400493"/>
              <a:gd name="connsiteX6201" fmla="*/ 821423 w 2401758"/>
              <a:gd name="connsiteY6201" fmla="*/ 110834 h 2400493"/>
              <a:gd name="connsiteX6202" fmla="*/ 850689 w 2401758"/>
              <a:gd name="connsiteY6202" fmla="*/ 81569 h 2400493"/>
              <a:gd name="connsiteX6203" fmla="*/ 986618 w 2401758"/>
              <a:gd name="connsiteY6203" fmla="*/ 81073 h 2400493"/>
              <a:gd name="connsiteX6204" fmla="*/ 1006458 w 2401758"/>
              <a:gd name="connsiteY6204" fmla="*/ 90994 h 2400493"/>
              <a:gd name="connsiteX6205" fmla="*/ 1014394 w 2401758"/>
              <a:gd name="connsiteY6205" fmla="*/ 110339 h 2400493"/>
              <a:gd name="connsiteX6206" fmla="*/ 1004474 w 2401758"/>
              <a:gd name="connsiteY6206" fmla="*/ 131172 h 2400493"/>
              <a:gd name="connsiteX6207" fmla="*/ 985130 w 2401758"/>
              <a:gd name="connsiteY6207" fmla="*/ 138612 h 2400493"/>
              <a:gd name="connsiteX6208" fmla="*/ 964793 w 2401758"/>
              <a:gd name="connsiteY6208" fmla="*/ 128196 h 2400493"/>
              <a:gd name="connsiteX6209" fmla="*/ 957848 w 2401758"/>
              <a:gd name="connsiteY6209" fmla="*/ 109843 h 2400493"/>
              <a:gd name="connsiteX6210" fmla="*/ 968265 w 2401758"/>
              <a:gd name="connsiteY6210" fmla="*/ 89009 h 2400493"/>
              <a:gd name="connsiteX6211" fmla="*/ 986618 w 2401758"/>
              <a:gd name="connsiteY6211" fmla="*/ 81073 h 2400493"/>
              <a:gd name="connsiteX6212" fmla="*/ 784713 w 2401758"/>
              <a:gd name="connsiteY6212" fmla="*/ 81073 h 2400493"/>
              <a:gd name="connsiteX6213" fmla="*/ 804555 w 2401758"/>
              <a:gd name="connsiteY6213" fmla="*/ 88513 h 2400493"/>
              <a:gd name="connsiteX6214" fmla="*/ 812490 w 2401758"/>
              <a:gd name="connsiteY6214" fmla="*/ 110339 h 2400493"/>
              <a:gd name="connsiteX6215" fmla="*/ 804555 w 2401758"/>
              <a:gd name="connsiteY6215" fmla="*/ 131172 h 2400493"/>
              <a:gd name="connsiteX6216" fmla="*/ 783721 w 2401758"/>
              <a:gd name="connsiteY6216" fmla="*/ 138612 h 2400493"/>
              <a:gd name="connsiteX6217" fmla="*/ 762887 w 2401758"/>
              <a:gd name="connsiteY6217" fmla="*/ 131172 h 2400493"/>
              <a:gd name="connsiteX6218" fmla="*/ 754951 w 2401758"/>
              <a:gd name="connsiteY6218" fmla="*/ 109347 h 2400493"/>
              <a:gd name="connsiteX6219" fmla="*/ 762887 w 2401758"/>
              <a:gd name="connsiteY6219" fmla="*/ 88513 h 2400493"/>
              <a:gd name="connsiteX6220" fmla="*/ 784713 w 2401758"/>
              <a:gd name="connsiteY6220" fmla="*/ 81073 h 2400493"/>
              <a:gd name="connsiteX6221" fmla="*/ 714814 w 2401758"/>
              <a:gd name="connsiteY6221" fmla="*/ 79585 h 2400493"/>
              <a:gd name="connsiteX6222" fmla="*/ 736637 w 2401758"/>
              <a:gd name="connsiteY6222" fmla="*/ 90001 h 2400493"/>
              <a:gd name="connsiteX6223" fmla="*/ 746060 w 2401758"/>
              <a:gd name="connsiteY6223" fmla="*/ 109842 h 2400493"/>
              <a:gd name="connsiteX6224" fmla="*/ 736637 w 2401758"/>
              <a:gd name="connsiteY6224" fmla="*/ 129683 h 2400493"/>
              <a:gd name="connsiteX6225" fmla="*/ 714814 w 2401758"/>
              <a:gd name="connsiteY6225" fmla="*/ 140100 h 2400493"/>
              <a:gd name="connsiteX6226" fmla="*/ 692990 w 2401758"/>
              <a:gd name="connsiteY6226" fmla="*/ 130179 h 2400493"/>
              <a:gd name="connsiteX6227" fmla="*/ 684062 w 2401758"/>
              <a:gd name="connsiteY6227" fmla="*/ 109346 h 2400493"/>
              <a:gd name="connsiteX6228" fmla="*/ 695469 w 2401758"/>
              <a:gd name="connsiteY6228" fmla="*/ 87025 h 2400493"/>
              <a:gd name="connsiteX6229" fmla="*/ 714814 w 2401758"/>
              <a:gd name="connsiteY6229" fmla="*/ 79585 h 2400493"/>
              <a:gd name="connsiteX6230" fmla="*/ 648834 w 2401758"/>
              <a:gd name="connsiteY6230" fmla="*/ 79088 h 2400493"/>
              <a:gd name="connsiteX6231" fmla="*/ 670162 w 2401758"/>
              <a:gd name="connsiteY6231" fmla="*/ 88017 h 2400493"/>
              <a:gd name="connsiteX6232" fmla="*/ 679089 w 2401758"/>
              <a:gd name="connsiteY6232" fmla="*/ 109346 h 2400493"/>
              <a:gd name="connsiteX6233" fmla="*/ 647842 w 2401758"/>
              <a:gd name="connsiteY6233" fmla="*/ 140596 h 2400493"/>
              <a:gd name="connsiteX6234" fmla="*/ 617090 w 2401758"/>
              <a:gd name="connsiteY6234" fmla="*/ 108850 h 2400493"/>
              <a:gd name="connsiteX6235" fmla="*/ 626017 w 2401758"/>
              <a:gd name="connsiteY6235" fmla="*/ 87521 h 2400493"/>
              <a:gd name="connsiteX6236" fmla="*/ 648834 w 2401758"/>
              <a:gd name="connsiteY6236" fmla="*/ 79088 h 2400493"/>
              <a:gd name="connsiteX6237" fmla="*/ 581848 w 2401758"/>
              <a:gd name="connsiteY6237" fmla="*/ 78593 h 2400493"/>
              <a:gd name="connsiteX6238" fmla="*/ 612106 w 2401758"/>
              <a:gd name="connsiteY6238" fmla="*/ 110834 h 2400493"/>
              <a:gd name="connsiteX6239" fmla="*/ 580856 w 2401758"/>
              <a:gd name="connsiteY6239" fmla="*/ 141588 h 2400493"/>
              <a:gd name="connsiteX6240" fmla="*/ 549605 w 2401758"/>
              <a:gd name="connsiteY6240" fmla="*/ 108850 h 2400493"/>
              <a:gd name="connsiteX6241" fmla="*/ 581848 w 2401758"/>
              <a:gd name="connsiteY6241" fmla="*/ 78593 h 2400493"/>
              <a:gd name="connsiteX6242" fmla="*/ 515902 w 2401758"/>
              <a:gd name="connsiteY6242" fmla="*/ 78593 h 2400493"/>
              <a:gd name="connsiteX6243" fmla="*/ 538226 w 2401758"/>
              <a:gd name="connsiteY6243" fmla="*/ 87521 h 2400493"/>
              <a:gd name="connsiteX6244" fmla="*/ 545170 w 2401758"/>
              <a:gd name="connsiteY6244" fmla="*/ 110339 h 2400493"/>
              <a:gd name="connsiteX6245" fmla="*/ 537234 w 2401758"/>
              <a:gd name="connsiteY6245" fmla="*/ 132660 h 2400493"/>
              <a:gd name="connsiteX6246" fmla="*/ 513422 w 2401758"/>
              <a:gd name="connsiteY6246" fmla="*/ 141092 h 2400493"/>
              <a:gd name="connsiteX6247" fmla="*/ 491099 w 2401758"/>
              <a:gd name="connsiteY6247" fmla="*/ 132164 h 2400493"/>
              <a:gd name="connsiteX6248" fmla="*/ 483162 w 2401758"/>
              <a:gd name="connsiteY6248" fmla="*/ 109347 h 2400493"/>
              <a:gd name="connsiteX6249" fmla="*/ 492091 w 2401758"/>
              <a:gd name="connsiteY6249" fmla="*/ 87025 h 2400493"/>
              <a:gd name="connsiteX6250" fmla="*/ 515902 w 2401758"/>
              <a:gd name="connsiteY6250" fmla="*/ 78593 h 2400493"/>
              <a:gd name="connsiteX6251" fmla="*/ 77131 w 2401758"/>
              <a:gd name="connsiteY6251" fmla="*/ 59806 h 2400493"/>
              <a:gd name="connsiteX6252" fmla="*/ 72419 w 2401758"/>
              <a:gd name="connsiteY6252" fmla="*/ 64208 h 2400493"/>
              <a:gd name="connsiteX6253" fmla="*/ 71923 w 2401758"/>
              <a:gd name="connsiteY6253" fmla="*/ 66193 h 2400493"/>
              <a:gd name="connsiteX6254" fmla="*/ 58530 w 2401758"/>
              <a:gd name="connsiteY6254" fmla="*/ 78097 h 2400493"/>
              <a:gd name="connsiteX6255" fmla="*/ 71923 w 2401758"/>
              <a:gd name="connsiteY6255" fmla="*/ 89010 h 2400493"/>
              <a:gd name="connsiteX6256" fmla="*/ 75395 w 2401758"/>
              <a:gd name="connsiteY6256" fmla="*/ 94466 h 2400493"/>
              <a:gd name="connsiteX6257" fmla="*/ 79363 w 2401758"/>
              <a:gd name="connsiteY6257" fmla="*/ 94962 h 2400493"/>
              <a:gd name="connsiteX6258" fmla="*/ 95236 w 2401758"/>
              <a:gd name="connsiteY6258" fmla="*/ 79089 h 2400493"/>
              <a:gd name="connsiteX6259" fmla="*/ 95732 w 2401758"/>
              <a:gd name="connsiteY6259" fmla="*/ 77601 h 2400493"/>
              <a:gd name="connsiteX6260" fmla="*/ 89780 w 2401758"/>
              <a:gd name="connsiteY6260" fmla="*/ 72145 h 2400493"/>
              <a:gd name="connsiteX6261" fmla="*/ 81843 w 2401758"/>
              <a:gd name="connsiteY6261" fmla="*/ 64704 h 2400493"/>
              <a:gd name="connsiteX6262" fmla="*/ 77131 w 2401758"/>
              <a:gd name="connsiteY6262" fmla="*/ 59806 h 2400493"/>
              <a:gd name="connsiteX6263" fmla="*/ 142359 w 2401758"/>
              <a:gd name="connsiteY6263" fmla="*/ 59744 h 2400493"/>
              <a:gd name="connsiteX6264" fmla="*/ 130950 w 2401758"/>
              <a:gd name="connsiteY6264" fmla="*/ 72145 h 2400493"/>
              <a:gd name="connsiteX6265" fmla="*/ 124998 w 2401758"/>
              <a:gd name="connsiteY6265" fmla="*/ 78097 h 2400493"/>
              <a:gd name="connsiteX6266" fmla="*/ 131446 w 2401758"/>
              <a:gd name="connsiteY6266" fmla="*/ 82065 h 2400493"/>
              <a:gd name="connsiteX6267" fmla="*/ 140871 w 2401758"/>
              <a:gd name="connsiteY6267" fmla="*/ 93474 h 2400493"/>
              <a:gd name="connsiteX6268" fmla="*/ 145831 w 2401758"/>
              <a:gd name="connsiteY6268" fmla="*/ 93970 h 2400493"/>
              <a:gd name="connsiteX6269" fmla="*/ 161208 w 2401758"/>
              <a:gd name="connsiteY6269" fmla="*/ 79089 h 2400493"/>
              <a:gd name="connsiteX6270" fmla="*/ 163192 w 2401758"/>
              <a:gd name="connsiteY6270" fmla="*/ 76113 h 2400493"/>
              <a:gd name="connsiteX6271" fmla="*/ 160216 w 2401758"/>
              <a:gd name="connsiteY6271" fmla="*/ 74129 h 2400493"/>
              <a:gd name="connsiteX6272" fmla="*/ 146327 w 2401758"/>
              <a:gd name="connsiteY6272" fmla="*/ 60736 h 2400493"/>
              <a:gd name="connsiteX6273" fmla="*/ 142359 w 2401758"/>
              <a:gd name="connsiteY6273" fmla="*/ 59744 h 2400493"/>
              <a:gd name="connsiteX6274" fmla="*/ 210376 w 2401758"/>
              <a:gd name="connsiteY6274" fmla="*/ 55714 h 2400493"/>
              <a:gd name="connsiteX6275" fmla="*/ 208826 w 2401758"/>
              <a:gd name="connsiteY6275" fmla="*/ 57760 h 2400493"/>
              <a:gd name="connsiteX6276" fmla="*/ 191465 w 2401758"/>
              <a:gd name="connsiteY6276" fmla="*/ 75121 h 2400493"/>
              <a:gd name="connsiteX6277" fmla="*/ 191465 w 2401758"/>
              <a:gd name="connsiteY6277" fmla="*/ 79089 h 2400493"/>
              <a:gd name="connsiteX6278" fmla="*/ 208826 w 2401758"/>
              <a:gd name="connsiteY6278" fmla="*/ 96450 h 2400493"/>
              <a:gd name="connsiteX6279" fmla="*/ 211306 w 2401758"/>
              <a:gd name="connsiteY6279" fmla="*/ 97938 h 2400493"/>
              <a:gd name="connsiteX6280" fmla="*/ 212298 w 2401758"/>
              <a:gd name="connsiteY6280" fmla="*/ 96450 h 2400493"/>
              <a:gd name="connsiteX6281" fmla="*/ 229659 w 2401758"/>
              <a:gd name="connsiteY6281" fmla="*/ 79089 h 2400493"/>
              <a:gd name="connsiteX6282" fmla="*/ 231147 w 2401758"/>
              <a:gd name="connsiteY6282" fmla="*/ 76609 h 2400493"/>
              <a:gd name="connsiteX6283" fmla="*/ 229163 w 2401758"/>
              <a:gd name="connsiteY6283" fmla="*/ 74625 h 2400493"/>
              <a:gd name="connsiteX6284" fmla="*/ 212298 w 2401758"/>
              <a:gd name="connsiteY6284" fmla="*/ 57760 h 2400493"/>
              <a:gd name="connsiteX6285" fmla="*/ 210376 w 2401758"/>
              <a:gd name="connsiteY6285" fmla="*/ 55714 h 2400493"/>
              <a:gd name="connsiteX6286" fmla="*/ 346727 w 2401758"/>
              <a:gd name="connsiteY6286" fmla="*/ 50816 h 2400493"/>
              <a:gd name="connsiteX6287" fmla="*/ 344247 w 2401758"/>
              <a:gd name="connsiteY6287" fmla="*/ 52800 h 2400493"/>
              <a:gd name="connsiteX6288" fmla="*/ 342759 w 2401758"/>
              <a:gd name="connsiteY6288" fmla="*/ 56768 h 2400493"/>
              <a:gd name="connsiteX6289" fmla="*/ 323910 w 2401758"/>
              <a:gd name="connsiteY6289" fmla="*/ 74129 h 2400493"/>
              <a:gd name="connsiteX6290" fmla="*/ 321430 w 2401758"/>
              <a:gd name="connsiteY6290" fmla="*/ 76609 h 2400493"/>
              <a:gd name="connsiteX6291" fmla="*/ 323910 w 2401758"/>
              <a:gd name="connsiteY6291" fmla="*/ 78593 h 2400493"/>
              <a:gd name="connsiteX6292" fmla="*/ 330854 w 2401758"/>
              <a:gd name="connsiteY6292" fmla="*/ 82065 h 2400493"/>
              <a:gd name="connsiteX6293" fmla="*/ 344247 w 2401758"/>
              <a:gd name="connsiteY6293" fmla="*/ 100418 h 2400493"/>
              <a:gd name="connsiteX6294" fmla="*/ 346727 w 2401758"/>
              <a:gd name="connsiteY6294" fmla="*/ 102402 h 2400493"/>
              <a:gd name="connsiteX6295" fmla="*/ 347719 w 2401758"/>
              <a:gd name="connsiteY6295" fmla="*/ 100418 h 2400493"/>
              <a:gd name="connsiteX6296" fmla="*/ 369546 w 2401758"/>
              <a:gd name="connsiteY6296" fmla="*/ 78593 h 2400493"/>
              <a:gd name="connsiteX6297" fmla="*/ 373018 w 2401758"/>
              <a:gd name="connsiteY6297" fmla="*/ 76113 h 2400493"/>
              <a:gd name="connsiteX6298" fmla="*/ 368554 w 2401758"/>
              <a:gd name="connsiteY6298" fmla="*/ 74129 h 2400493"/>
              <a:gd name="connsiteX6299" fmla="*/ 347719 w 2401758"/>
              <a:gd name="connsiteY6299" fmla="*/ 52800 h 2400493"/>
              <a:gd name="connsiteX6300" fmla="*/ 346727 w 2401758"/>
              <a:gd name="connsiteY6300" fmla="*/ 50816 h 2400493"/>
              <a:gd name="connsiteX6301" fmla="*/ 413693 w 2401758"/>
              <a:gd name="connsiteY6301" fmla="*/ 48335 h 2400493"/>
              <a:gd name="connsiteX6302" fmla="*/ 411709 w 2401758"/>
              <a:gd name="connsiteY6302" fmla="*/ 49824 h 2400493"/>
              <a:gd name="connsiteX6303" fmla="*/ 409725 w 2401758"/>
              <a:gd name="connsiteY6303" fmla="*/ 52800 h 2400493"/>
              <a:gd name="connsiteX6304" fmla="*/ 387899 w 2401758"/>
              <a:gd name="connsiteY6304" fmla="*/ 74625 h 2400493"/>
              <a:gd name="connsiteX6305" fmla="*/ 385914 w 2401758"/>
              <a:gd name="connsiteY6305" fmla="*/ 76609 h 2400493"/>
              <a:gd name="connsiteX6306" fmla="*/ 387403 w 2401758"/>
              <a:gd name="connsiteY6306" fmla="*/ 79089 h 2400493"/>
              <a:gd name="connsiteX6307" fmla="*/ 392859 w 2401758"/>
              <a:gd name="connsiteY6307" fmla="*/ 80577 h 2400493"/>
              <a:gd name="connsiteX6308" fmla="*/ 409725 w 2401758"/>
              <a:gd name="connsiteY6308" fmla="*/ 100914 h 2400493"/>
              <a:gd name="connsiteX6309" fmla="*/ 412701 w 2401758"/>
              <a:gd name="connsiteY6309" fmla="*/ 105379 h 2400493"/>
              <a:gd name="connsiteX6310" fmla="*/ 414189 w 2401758"/>
              <a:gd name="connsiteY6310" fmla="*/ 100418 h 2400493"/>
              <a:gd name="connsiteX6311" fmla="*/ 416173 w 2401758"/>
              <a:gd name="connsiteY6311" fmla="*/ 95458 h 2400493"/>
              <a:gd name="connsiteX6312" fmla="*/ 438990 w 2401758"/>
              <a:gd name="connsiteY6312" fmla="*/ 79585 h 2400493"/>
              <a:gd name="connsiteX6313" fmla="*/ 441470 w 2401758"/>
              <a:gd name="connsiteY6313" fmla="*/ 76113 h 2400493"/>
              <a:gd name="connsiteX6314" fmla="*/ 438494 w 2401758"/>
              <a:gd name="connsiteY6314" fmla="*/ 74625 h 2400493"/>
              <a:gd name="connsiteX6315" fmla="*/ 432542 w 2401758"/>
              <a:gd name="connsiteY6315" fmla="*/ 74625 h 2400493"/>
              <a:gd name="connsiteX6316" fmla="*/ 421133 w 2401758"/>
              <a:gd name="connsiteY6316" fmla="*/ 65200 h 2400493"/>
              <a:gd name="connsiteX6317" fmla="*/ 414685 w 2401758"/>
              <a:gd name="connsiteY6317" fmla="*/ 50320 h 2400493"/>
              <a:gd name="connsiteX6318" fmla="*/ 413693 w 2401758"/>
              <a:gd name="connsiteY6318" fmla="*/ 48335 h 2400493"/>
              <a:gd name="connsiteX6319" fmla="*/ 2398286 w 2401758"/>
              <a:gd name="connsiteY6319" fmla="*/ 41391 h 2400493"/>
              <a:gd name="connsiteX6320" fmla="*/ 2401758 w 2401758"/>
              <a:gd name="connsiteY6320" fmla="*/ 43871 h 2400493"/>
              <a:gd name="connsiteX6321" fmla="*/ 2398286 w 2401758"/>
              <a:gd name="connsiteY6321" fmla="*/ 45855 h 2400493"/>
              <a:gd name="connsiteX6322" fmla="*/ 2395806 w 2401758"/>
              <a:gd name="connsiteY6322" fmla="*/ 42879 h 2400493"/>
              <a:gd name="connsiteX6323" fmla="*/ 2398286 w 2401758"/>
              <a:gd name="connsiteY6323" fmla="*/ 41391 h 2400493"/>
              <a:gd name="connsiteX6324" fmla="*/ 2331323 w 2401758"/>
              <a:gd name="connsiteY6324" fmla="*/ 38415 h 2400493"/>
              <a:gd name="connsiteX6325" fmla="*/ 2336780 w 2401758"/>
              <a:gd name="connsiteY6325" fmla="*/ 43375 h 2400493"/>
              <a:gd name="connsiteX6326" fmla="*/ 2332315 w 2401758"/>
              <a:gd name="connsiteY6326" fmla="*/ 48336 h 2400493"/>
              <a:gd name="connsiteX6327" fmla="*/ 2326859 w 2401758"/>
              <a:gd name="connsiteY6327" fmla="*/ 43375 h 2400493"/>
              <a:gd name="connsiteX6328" fmla="*/ 2331323 w 2401758"/>
              <a:gd name="connsiteY6328" fmla="*/ 38415 h 2400493"/>
              <a:gd name="connsiteX6329" fmla="*/ 2265847 w 2401758"/>
              <a:gd name="connsiteY6329" fmla="*/ 33950 h 2400493"/>
              <a:gd name="connsiteX6330" fmla="*/ 2273784 w 2401758"/>
              <a:gd name="connsiteY6330" fmla="*/ 42382 h 2400493"/>
              <a:gd name="connsiteX6331" fmla="*/ 2267336 w 2401758"/>
              <a:gd name="connsiteY6331" fmla="*/ 51311 h 2400493"/>
              <a:gd name="connsiteX6332" fmla="*/ 2263367 w 2401758"/>
              <a:gd name="connsiteY6332" fmla="*/ 52303 h 2400493"/>
              <a:gd name="connsiteX6333" fmla="*/ 2255431 w 2401758"/>
              <a:gd name="connsiteY6333" fmla="*/ 43870 h 2400493"/>
              <a:gd name="connsiteX6334" fmla="*/ 2265847 w 2401758"/>
              <a:gd name="connsiteY6334" fmla="*/ 33950 h 2400493"/>
              <a:gd name="connsiteX6335" fmla="*/ 2197891 w 2401758"/>
              <a:gd name="connsiteY6335" fmla="*/ 33950 h 2400493"/>
              <a:gd name="connsiteX6336" fmla="*/ 2207812 w 2401758"/>
              <a:gd name="connsiteY6336" fmla="*/ 42878 h 2400493"/>
              <a:gd name="connsiteX6337" fmla="*/ 2197891 w 2401758"/>
              <a:gd name="connsiteY6337" fmla="*/ 52799 h 2400493"/>
              <a:gd name="connsiteX6338" fmla="*/ 2188963 w 2401758"/>
              <a:gd name="connsiteY6338" fmla="*/ 43375 h 2400493"/>
              <a:gd name="connsiteX6339" fmla="*/ 2197891 w 2401758"/>
              <a:gd name="connsiteY6339" fmla="*/ 33950 h 2400493"/>
              <a:gd name="connsiteX6340" fmla="*/ 2127952 w 2401758"/>
              <a:gd name="connsiteY6340" fmla="*/ 31471 h 2400493"/>
              <a:gd name="connsiteX6341" fmla="*/ 2140848 w 2401758"/>
              <a:gd name="connsiteY6341" fmla="*/ 43375 h 2400493"/>
              <a:gd name="connsiteX6342" fmla="*/ 2129440 w 2401758"/>
              <a:gd name="connsiteY6342" fmla="*/ 55280 h 2400493"/>
              <a:gd name="connsiteX6343" fmla="*/ 2117039 w 2401758"/>
              <a:gd name="connsiteY6343" fmla="*/ 43871 h 2400493"/>
              <a:gd name="connsiteX6344" fmla="*/ 2127952 w 2401758"/>
              <a:gd name="connsiteY6344" fmla="*/ 31471 h 2400493"/>
              <a:gd name="connsiteX6345" fmla="*/ 2062476 w 2401758"/>
              <a:gd name="connsiteY6345" fmla="*/ 28990 h 2400493"/>
              <a:gd name="connsiteX6346" fmla="*/ 2075869 w 2401758"/>
              <a:gd name="connsiteY6346" fmla="*/ 42879 h 2400493"/>
              <a:gd name="connsiteX6347" fmla="*/ 2061980 w 2401758"/>
              <a:gd name="connsiteY6347" fmla="*/ 57759 h 2400493"/>
              <a:gd name="connsiteX6348" fmla="*/ 2047595 w 2401758"/>
              <a:gd name="connsiteY6348" fmla="*/ 42879 h 2400493"/>
              <a:gd name="connsiteX6349" fmla="*/ 2062476 w 2401758"/>
              <a:gd name="connsiteY6349" fmla="*/ 28990 h 2400493"/>
              <a:gd name="connsiteX6350" fmla="*/ 1995513 w 2401758"/>
              <a:gd name="connsiteY6350" fmla="*/ 28990 h 2400493"/>
              <a:gd name="connsiteX6351" fmla="*/ 2009898 w 2401758"/>
              <a:gd name="connsiteY6351" fmla="*/ 43375 h 2400493"/>
              <a:gd name="connsiteX6352" fmla="*/ 1995513 w 2401758"/>
              <a:gd name="connsiteY6352" fmla="*/ 57760 h 2400493"/>
              <a:gd name="connsiteX6353" fmla="*/ 1981128 w 2401758"/>
              <a:gd name="connsiteY6353" fmla="*/ 43375 h 2400493"/>
              <a:gd name="connsiteX6354" fmla="*/ 1995513 w 2401758"/>
              <a:gd name="connsiteY6354" fmla="*/ 28990 h 2400493"/>
              <a:gd name="connsiteX6355" fmla="*/ 1928549 w 2401758"/>
              <a:gd name="connsiteY6355" fmla="*/ 27006 h 2400493"/>
              <a:gd name="connsiteX6356" fmla="*/ 1945414 w 2401758"/>
              <a:gd name="connsiteY6356" fmla="*/ 43375 h 2400493"/>
              <a:gd name="connsiteX6357" fmla="*/ 1928549 w 2401758"/>
              <a:gd name="connsiteY6357" fmla="*/ 60240 h 2400493"/>
              <a:gd name="connsiteX6358" fmla="*/ 1912180 w 2401758"/>
              <a:gd name="connsiteY6358" fmla="*/ 42879 h 2400493"/>
              <a:gd name="connsiteX6359" fmla="*/ 1928549 w 2401758"/>
              <a:gd name="connsiteY6359" fmla="*/ 27006 h 2400493"/>
              <a:gd name="connsiteX6360" fmla="*/ 1860098 w 2401758"/>
              <a:gd name="connsiteY6360" fmla="*/ 26510 h 2400493"/>
              <a:gd name="connsiteX6361" fmla="*/ 1876963 w 2401758"/>
              <a:gd name="connsiteY6361" fmla="*/ 43375 h 2400493"/>
              <a:gd name="connsiteX6362" fmla="*/ 1860098 w 2401758"/>
              <a:gd name="connsiteY6362" fmla="*/ 60240 h 2400493"/>
              <a:gd name="connsiteX6363" fmla="*/ 1843233 w 2401758"/>
              <a:gd name="connsiteY6363" fmla="*/ 43375 h 2400493"/>
              <a:gd name="connsiteX6364" fmla="*/ 1860098 w 2401758"/>
              <a:gd name="connsiteY6364" fmla="*/ 26510 h 2400493"/>
              <a:gd name="connsiteX6365" fmla="*/ 1793630 w 2401758"/>
              <a:gd name="connsiteY6365" fmla="*/ 24526 h 2400493"/>
              <a:gd name="connsiteX6366" fmla="*/ 1808015 w 2401758"/>
              <a:gd name="connsiteY6366" fmla="*/ 32958 h 2400493"/>
              <a:gd name="connsiteX6367" fmla="*/ 1811983 w 2401758"/>
              <a:gd name="connsiteY6367" fmla="*/ 43871 h 2400493"/>
              <a:gd name="connsiteX6368" fmla="*/ 1804543 w 2401758"/>
              <a:gd name="connsiteY6368" fmla="*/ 57264 h 2400493"/>
              <a:gd name="connsiteX6369" fmla="*/ 1793630 w 2401758"/>
              <a:gd name="connsiteY6369" fmla="*/ 62224 h 2400493"/>
              <a:gd name="connsiteX6370" fmla="*/ 1780733 w 2401758"/>
              <a:gd name="connsiteY6370" fmla="*/ 55776 h 2400493"/>
              <a:gd name="connsiteX6371" fmla="*/ 1774285 w 2401758"/>
              <a:gd name="connsiteY6371" fmla="*/ 43375 h 2400493"/>
              <a:gd name="connsiteX6372" fmla="*/ 1782717 w 2401758"/>
              <a:gd name="connsiteY6372" fmla="*/ 28990 h 2400493"/>
              <a:gd name="connsiteX6373" fmla="*/ 1793630 w 2401758"/>
              <a:gd name="connsiteY6373" fmla="*/ 24526 h 2400493"/>
              <a:gd name="connsiteX6374" fmla="*/ 1727162 w 2401758"/>
              <a:gd name="connsiteY6374" fmla="*/ 24029 h 2400493"/>
              <a:gd name="connsiteX6375" fmla="*/ 1745515 w 2401758"/>
              <a:gd name="connsiteY6375" fmla="*/ 42878 h 2400493"/>
              <a:gd name="connsiteX6376" fmla="*/ 1726170 w 2401758"/>
              <a:gd name="connsiteY6376" fmla="*/ 62223 h 2400493"/>
              <a:gd name="connsiteX6377" fmla="*/ 1707321 w 2401758"/>
              <a:gd name="connsiteY6377" fmla="*/ 42382 h 2400493"/>
              <a:gd name="connsiteX6378" fmla="*/ 1727162 w 2401758"/>
              <a:gd name="connsiteY6378" fmla="*/ 24029 h 2400493"/>
              <a:gd name="connsiteX6379" fmla="*/ 1658711 w 2401758"/>
              <a:gd name="connsiteY6379" fmla="*/ 23533 h 2400493"/>
              <a:gd name="connsiteX6380" fmla="*/ 1672103 w 2401758"/>
              <a:gd name="connsiteY6380" fmla="*/ 29486 h 2400493"/>
              <a:gd name="connsiteX6381" fmla="*/ 1677064 w 2401758"/>
              <a:gd name="connsiteY6381" fmla="*/ 42878 h 2400493"/>
              <a:gd name="connsiteX6382" fmla="*/ 1671607 w 2401758"/>
              <a:gd name="connsiteY6382" fmla="*/ 56271 h 2400493"/>
              <a:gd name="connsiteX6383" fmla="*/ 1657719 w 2401758"/>
              <a:gd name="connsiteY6383" fmla="*/ 61727 h 2400493"/>
              <a:gd name="connsiteX6384" fmla="*/ 1643830 w 2401758"/>
              <a:gd name="connsiteY6384" fmla="*/ 56767 h 2400493"/>
              <a:gd name="connsiteX6385" fmla="*/ 1638373 w 2401758"/>
              <a:gd name="connsiteY6385" fmla="*/ 41886 h 2400493"/>
              <a:gd name="connsiteX6386" fmla="*/ 1643830 w 2401758"/>
              <a:gd name="connsiteY6386" fmla="*/ 28494 h 2400493"/>
              <a:gd name="connsiteX6387" fmla="*/ 1658711 w 2401758"/>
              <a:gd name="connsiteY6387" fmla="*/ 23533 h 2400493"/>
              <a:gd name="connsiteX6388" fmla="*/ 1591747 w 2401758"/>
              <a:gd name="connsiteY6388" fmla="*/ 22046 h 2400493"/>
              <a:gd name="connsiteX6389" fmla="*/ 1612580 w 2401758"/>
              <a:gd name="connsiteY6389" fmla="*/ 43375 h 2400493"/>
              <a:gd name="connsiteX6390" fmla="*/ 1606132 w 2401758"/>
              <a:gd name="connsiteY6390" fmla="*/ 58256 h 2400493"/>
              <a:gd name="connsiteX6391" fmla="*/ 1590755 w 2401758"/>
              <a:gd name="connsiteY6391" fmla="*/ 65200 h 2400493"/>
              <a:gd name="connsiteX6392" fmla="*/ 1574882 w 2401758"/>
              <a:gd name="connsiteY6392" fmla="*/ 57264 h 2400493"/>
              <a:gd name="connsiteX6393" fmla="*/ 1569922 w 2401758"/>
              <a:gd name="connsiteY6393" fmla="*/ 42879 h 2400493"/>
              <a:gd name="connsiteX6394" fmla="*/ 1591747 w 2401758"/>
              <a:gd name="connsiteY6394" fmla="*/ 22046 h 2400493"/>
              <a:gd name="connsiteX6395" fmla="*/ 1523791 w 2401758"/>
              <a:gd name="connsiteY6395" fmla="*/ 22046 h 2400493"/>
              <a:gd name="connsiteX6396" fmla="*/ 1545616 w 2401758"/>
              <a:gd name="connsiteY6396" fmla="*/ 43375 h 2400493"/>
              <a:gd name="connsiteX6397" fmla="*/ 1525279 w 2401758"/>
              <a:gd name="connsiteY6397" fmla="*/ 65200 h 2400493"/>
              <a:gd name="connsiteX6398" fmla="*/ 1502462 w 2401758"/>
              <a:gd name="connsiteY6398" fmla="*/ 44863 h 2400493"/>
              <a:gd name="connsiteX6399" fmla="*/ 1523791 w 2401758"/>
              <a:gd name="connsiteY6399" fmla="*/ 22046 h 2400493"/>
              <a:gd name="connsiteX6400" fmla="*/ 1456828 w 2401758"/>
              <a:gd name="connsiteY6400" fmla="*/ 19566 h 2400493"/>
              <a:gd name="connsiteX6401" fmla="*/ 1472204 w 2401758"/>
              <a:gd name="connsiteY6401" fmla="*/ 25518 h 2400493"/>
              <a:gd name="connsiteX6402" fmla="*/ 1481629 w 2401758"/>
              <a:gd name="connsiteY6402" fmla="*/ 43375 h 2400493"/>
              <a:gd name="connsiteX6403" fmla="*/ 1475181 w 2401758"/>
              <a:gd name="connsiteY6403" fmla="*/ 57760 h 2400493"/>
              <a:gd name="connsiteX6404" fmla="*/ 1458812 w 2401758"/>
              <a:gd name="connsiteY6404" fmla="*/ 66689 h 2400493"/>
              <a:gd name="connsiteX6405" fmla="*/ 1443435 w 2401758"/>
              <a:gd name="connsiteY6405" fmla="*/ 60736 h 2400493"/>
              <a:gd name="connsiteX6406" fmla="*/ 1434506 w 2401758"/>
              <a:gd name="connsiteY6406" fmla="*/ 43375 h 2400493"/>
              <a:gd name="connsiteX6407" fmla="*/ 1440459 w 2401758"/>
              <a:gd name="connsiteY6407" fmla="*/ 28494 h 2400493"/>
              <a:gd name="connsiteX6408" fmla="*/ 1456828 w 2401758"/>
              <a:gd name="connsiteY6408" fmla="*/ 19566 h 2400493"/>
              <a:gd name="connsiteX6409" fmla="*/ 1389368 w 2401758"/>
              <a:gd name="connsiteY6409" fmla="*/ 19566 h 2400493"/>
              <a:gd name="connsiteX6410" fmla="*/ 1412186 w 2401758"/>
              <a:gd name="connsiteY6410" fmla="*/ 43871 h 2400493"/>
              <a:gd name="connsiteX6411" fmla="*/ 1387384 w 2401758"/>
              <a:gd name="connsiteY6411" fmla="*/ 67185 h 2400493"/>
              <a:gd name="connsiteX6412" fmla="*/ 1364567 w 2401758"/>
              <a:gd name="connsiteY6412" fmla="*/ 42879 h 2400493"/>
              <a:gd name="connsiteX6413" fmla="*/ 1389368 w 2401758"/>
              <a:gd name="connsiteY6413" fmla="*/ 19566 h 2400493"/>
              <a:gd name="connsiteX6414" fmla="*/ 1321908 w 2401758"/>
              <a:gd name="connsiteY6414" fmla="*/ 19566 h 2400493"/>
              <a:gd name="connsiteX6415" fmla="*/ 1345717 w 2401758"/>
              <a:gd name="connsiteY6415" fmla="*/ 43375 h 2400493"/>
              <a:gd name="connsiteX6416" fmla="*/ 1321412 w 2401758"/>
              <a:gd name="connsiteY6416" fmla="*/ 67185 h 2400493"/>
              <a:gd name="connsiteX6417" fmla="*/ 1298099 w 2401758"/>
              <a:gd name="connsiteY6417" fmla="*/ 42879 h 2400493"/>
              <a:gd name="connsiteX6418" fmla="*/ 1321908 w 2401758"/>
              <a:gd name="connsiteY6418" fmla="*/ 19566 h 2400493"/>
              <a:gd name="connsiteX6419" fmla="*/ 1255441 w 2401758"/>
              <a:gd name="connsiteY6419" fmla="*/ 19566 h 2400493"/>
              <a:gd name="connsiteX6420" fmla="*/ 1278755 w 2401758"/>
              <a:gd name="connsiteY6420" fmla="*/ 44367 h 2400493"/>
              <a:gd name="connsiteX6421" fmla="*/ 1272306 w 2401758"/>
              <a:gd name="connsiteY6421" fmla="*/ 60736 h 2400493"/>
              <a:gd name="connsiteX6422" fmla="*/ 1254945 w 2401758"/>
              <a:gd name="connsiteY6422" fmla="*/ 67185 h 2400493"/>
              <a:gd name="connsiteX6423" fmla="*/ 1231136 w 2401758"/>
              <a:gd name="connsiteY6423" fmla="*/ 41887 h 2400493"/>
              <a:gd name="connsiteX6424" fmla="*/ 1255441 w 2401758"/>
              <a:gd name="connsiteY6424" fmla="*/ 19566 h 2400493"/>
              <a:gd name="connsiteX6425" fmla="*/ 1119033 w 2401758"/>
              <a:gd name="connsiteY6425" fmla="*/ 17581 h 2400493"/>
              <a:gd name="connsiteX6426" fmla="*/ 1138378 w 2401758"/>
              <a:gd name="connsiteY6426" fmla="*/ 25517 h 2400493"/>
              <a:gd name="connsiteX6427" fmla="*/ 1145819 w 2401758"/>
              <a:gd name="connsiteY6427" fmla="*/ 43870 h 2400493"/>
              <a:gd name="connsiteX6428" fmla="*/ 1138378 w 2401758"/>
              <a:gd name="connsiteY6428" fmla="*/ 62223 h 2400493"/>
              <a:gd name="connsiteX6429" fmla="*/ 1121018 w 2401758"/>
              <a:gd name="connsiteY6429" fmla="*/ 69664 h 2400493"/>
              <a:gd name="connsiteX6430" fmla="*/ 1093240 w 2401758"/>
              <a:gd name="connsiteY6430" fmla="*/ 44862 h 2400493"/>
              <a:gd name="connsiteX6431" fmla="*/ 1100680 w 2401758"/>
              <a:gd name="connsiteY6431" fmla="*/ 25517 h 2400493"/>
              <a:gd name="connsiteX6432" fmla="*/ 1119033 w 2401758"/>
              <a:gd name="connsiteY6432" fmla="*/ 17581 h 2400493"/>
              <a:gd name="connsiteX6433" fmla="*/ 1053062 w 2401758"/>
              <a:gd name="connsiteY6433" fmla="*/ 17086 h 2400493"/>
              <a:gd name="connsiteX6434" fmla="*/ 1079352 w 2401758"/>
              <a:gd name="connsiteY6434" fmla="*/ 44367 h 2400493"/>
              <a:gd name="connsiteX6435" fmla="*/ 1053062 w 2401758"/>
              <a:gd name="connsiteY6435" fmla="*/ 70161 h 2400493"/>
              <a:gd name="connsiteX6436" fmla="*/ 1026820 w 2401758"/>
              <a:gd name="connsiteY6436" fmla="*/ 43375 h 2400493"/>
              <a:gd name="connsiteX6437" fmla="*/ 1053062 w 2401758"/>
              <a:gd name="connsiteY6437" fmla="*/ 17086 h 2400493"/>
              <a:gd name="connsiteX6438" fmla="*/ 1185005 w 2401758"/>
              <a:gd name="connsiteY6438" fmla="*/ 17085 h 2400493"/>
              <a:gd name="connsiteX6439" fmla="*/ 1211791 w 2401758"/>
              <a:gd name="connsiteY6439" fmla="*/ 41886 h 2400493"/>
              <a:gd name="connsiteX6440" fmla="*/ 1186493 w 2401758"/>
              <a:gd name="connsiteY6440" fmla="*/ 69664 h 2400493"/>
              <a:gd name="connsiteX6441" fmla="*/ 1159708 w 2401758"/>
              <a:gd name="connsiteY6441" fmla="*/ 44366 h 2400493"/>
              <a:gd name="connsiteX6442" fmla="*/ 1185005 w 2401758"/>
              <a:gd name="connsiteY6442" fmla="*/ 17085 h 2400493"/>
              <a:gd name="connsiteX6443" fmla="*/ 784231 w 2401758"/>
              <a:gd name="connsiteY6443" fmla="*/ 15102 h 2400493"/>
              <a:gd name="connsiteX6444" fmla="*/ 805063 w 2401758"/>
              <a:gd name="connsiteY6444" fmla="*/ 22542 h 2400493"/>
              <a:gd name="connsiteX6445" fmla="*/ 813000 w 2401758"/>
              <a:gd name="connsiteY6445" fmla="*/ 44367 h 2400493"/>
              <a:gd name="connsiteX6446" fmla="*/ 805063 w 2401758"/>
              <a:gd name="connsiteY6446" fmla="*/ 64704 h 2400493"/>
              <a:gd name="connsiteX6447" fmla="*/ 783238 w 2401758"/>
              <a:gd name="connsiteY6447" fmla="*/ 72145 h 2400493"/>
              <a:gd name="connsiteX6448" fmla="*/ 763893 w 2401758"/>
              <a:gd name="connsiteY6448" fmla="*/ 64704 h 2400493"/>
              <a:gd name="connsiteX6449" fmla="*/ 755956 w 2401758"/>
              <a:gd name="connsiteY6449" fmla="*/ 42879 h 2400493"/>
              <a:gd name="connsiteX6450" fmla="*/ 763893 w 2401758"/>
              <a:gd name="connsiteY6450" fmla="*/ 22542 h 2400493"/>
              <a:gd name="connsiteX6451" fmla="*/ 784231 w 2401758"/>
              <a:gd name="connsiteY6451" fmla="*/ 15102 h 2400493"/>
              <a:gd name="connsiteX6452" fmla="*/ 917654 w 2401758"/>
              <a:gd name="connsiteY6452" fmla="*/ 15101 h 2400493"/>
              <a:gd name="connsiteX6453" fmla="*/ 945927 w 2401758"/>
              <a:gd name="connsiteY6453" fmla="*/ 43871 h 2400493"/>
              <a:gd name="connsiteX6454" fmla="*/ 917157 w 2401758"/>
              <a:gd name="connsiteY6454" fmla="*/ 72145 h 2400493"/>
              <a:gd name="connsiteX6455" fmla="*/ 888388 w 2401758"/>
              <a:gd name="connsiteY6455" fmla="*/ 43871 h 2400493"/>
              <a:gd name="connsiteX6456" fmla="*/ 917654 w 2401758"/>
              <a:gd name="connsiteY6456" fmla="*/ 15101 h 2400493"/>
              <a:gd name="connsiteX6457" fmla="*/ 850701 w 2401758"/>
              <a:gd name="connsiteY6457" fmla="*/ 14605 h 2400493"/>
              <a:gd name="connsiteX6458" fmla="*/ 878974 w 2401758"/>
              <a:gd name="connsiteY6458" fmla="*/ 42879 h 2400493"/>
              <a:gd name="connsiteX6459" fmla="*/ 851196 w 2401758"/>
              <a:gd name="connsiteY6459" fmla="*/ 72144 h 2400493"/>
              <a:gd name="connsiteX6460" fmla="*/ 821435 w 2401758"/>
              <a:gd name="connsiteY6460" fmla="*/ 43871 h 2400493"/>
              <a:gd name="connsiteX6461" fmla="*/ 850701 w 2401758"/>
              <a:gd name="connsiteY6461" fmla="*/ 14605 h 2400493"/>
              <a:gd name="connsiteX6462" fmla="*/ 986633 w 2401758"/>
              <a:gd name="connsiteY6462" fmla="*/ 14109 h 2400493"/>
              <a:gd name="connsiteX6463" fmla="*/ 1006474 w 2401758"/>
              <a:gd name="connsiteY6463" fmla="*/ 23534 h 2400493"/>
              <a:gd name="connsiteX6464" fmla="*/ 1015402 w 2401758"/>
              <a:gd name="connsiteY6464" fmla="*/ 43375 h 2400493"/>
              <a:gd name="connsiteX6465" fmla="*/ 1005482 w 2401758"/>
              <a:gd name="connsiteY6465" fmla="*/ 63216 h 2400493"/>
              <a:gd name="connsiteX6466" fmla="*/ 986138 w 2401758"/>
              <a:gd name="connsiteY6466" fmla="*/ 71152 h 2400493"/>
              <a:gd name="connsiteX6467" fmla="*/ 966296 w 2401758"/>
              <a:gd name="connsiteY6467" fmla="*/ 62224 h 2400493"/>
              <a:gd name="connsiteX6468" fmla="*/ 957864 w 2401758"/>
              <a:gd name="connsiteY6468" fmla="*/ 41887 h 2400493"/>
              <a:gd name="connsiteX6469" fmla="*/ 968281 w 2401758"/>
              <a:gd name="connsiteY6469" fmla="*/ 21054 h 2400493"/>
              <a:gd name="connsiteX6470" fmla="*/ 986633 w 2401758"/>
              <a:gd name="connsiteY6470" fmla="*/ 14109 h 2400493"/>
              <a:gd name="connsiteX6471" fmla="*/ 714809 w 2401758"/>
              <a:gd name="connsiteY6471" fmla="*/ 13117 h 2400493"/>
              <a:gd name="connsiteX6472" fmla="*/ 736632 w 2401758"/>
              <a:gd name="connsiteY6472" fmla="*/ 23533 h 2400493"/>
              <a:gd name="connsiteX6473" fmla="*/ 746055 w 2401758"/>
              <a:gd name="connsiteY6473" fmla="*/ 43374 h 2400493"/>
              <a:gd name="connsiteX6474" fmla="*/ 736632 w 2401758"/>
              <a:gd name="connsiteY6474" fmla="*/ 63215 h 2400493"/>
              <a:gd name="connsiteX6475" fmla="*/ 714809 w 2401758"/>
              <a:gd name="connsiteY6475" fmla="*/ 73632 h 2400493"/>
              <a:gd name="connsiteX6476" fmla="*/ 692984 w 2401758"/>
              <a:gd name="connsiteY6476" fmla="*/ 63711 h 2400493"/>
              <a:gd name="connsiteX6477" fmla="*/ 684057 w 2401758"/>
              <a:gd name="connsiteY6477" fmla="*/ 42878 h 2400493"/>
              <a:gd name="connsiteX6478" fmla="*/ 695464 w 2401758"/>
              <a:gd name="connsiteY6478" fmla="*/ 20557 h 2400493"/>
              <a:gd name="connsiteX6479" fmla="*/ 714809 w 2401758"/>
              <a:gd name="connsiteY6479" fmla="*/ 13117 h 2400493"/>
              <a:gd name="connsiteX6480" fmla="*/ 648816 w 2401758"/>
              <a:gd name="connsiteY6480" fmla="*/ 12125 h 2400493"/>
              <a:gd name="connsiteX6481" fmla="*/ 679072 w 2401758"/>
              <a:gd name="connsiteY6481" fmla="*/ 43870 h 2400493"/>
              <a:gd name="connsiteX6482" fmla="*/ 647824 w 2401758"/>
              <a:gd name="connsiteY6482" fmla="*/ 74128 h 2400493"/>
              <a:gd name="connsiteX6483" fmla="*/ 616575 w 2401758"/>
              <a:gd name="connsiteY6483" fmla="*/ 43374 h 2400493"/>
              <a:gd name="connsiteX6484" fmla="*/ 648816 w 2401758"/>
              <a:gd name="connsiteY6484" fmla="*/ 12125 h 2400493"/>
              <a:gd name="connsiteX6485" fmla="*/ 581847 w 2401758"/>
              <a:gd name="connsiteY6485" fmla="*/ 12125 h 2400493"/>
              <a:gd name="connsiteX6486" fmla="*/ 612601 w 2401758"/>
              <a:gd name="connsiteY6486" fmla="*/ 44863 h 2400493"/>
              <a:gd name="connsiteX6487" fmla="*/ 580359 w 2401758"/>
              <a:gd name="connsiteY6487" fmla="*/ 75120 h 2400493"/>
              <a:gd name="connsiteX6488" fmla="*/ 550597 w 2401758"/>
              <a:gd name="connsiteY6488" fmla="*/ 42879 h 2400493"/>
              <a:gd name="connsiteX6489" fmla="*/ 581847 w 2401758"/>
              <a:gd name="connsiteY6489" fmla="*/ 12125 h 2400493"/>
              <a:gd name="connsiteX6490" fmla="*/ 514397 w 2401758"/>
              <a:gd name="connsiteY6490" fmla="*/ 11629 h 2400493"/>
              <a:gd name="connsiteX6491" fmla="*/ 537215 w 2401758"/>
              <a:gd name="connsiteY6491" fmla="*/ 20061 h 2400493"/>
              <a:gd name="connsiteX6492" fmla="*/ 545151 w 2401758"/>
              <a:gd name="connsiteY6492" fmla="*/ 42879 h 2400493"/>
              <a:gd name="connsiteX6493" fmla="*/ 538207 w 2401758"/>
              <a:gd name="connsiteY6493" fmla="*/ 65696 h 2400493"/>
              <a:gd name="connsiteX6494" fmla="*/ 514893 w 2401758"/>
              <a:gd name="connsiteY6494" fmla="*/ 74624 h 2400493"/>
              <a:gd name="connsiteX6495" fmla="*/ 492074 w 2401758"/>
              <a:gd name="connsiteY6495" fmla="*/ 66192 h 2400493"/>
              <a:gd name="connsiteX6496" fmla="*/ 483146 w 2401758"/>
              <a:gd name="connsiteY6496" fmla="*/ 42383 h 2400493"/>
              <a:gd name="connsiteX6497" fmla="*/ 491082 w 2401758"/>
              <a:gd name="connsiteY6497" fmla="*/ 20557 h 2400493"/>
              <a:gd name="connsiteX6498" fmla="*/ 514397 w 2401758"/>
              <a:gd name="connsiteY6498" fmla="*/ 11629 h 2400493"/>
              <a:gd name="connsiteX6499" fmla="*/ 448912 w 2401758"/>
              <a:gd name="connsiteY6499" fmla="*/ 10079 h 2400493"/>
              <a:gd name="connsiteX6500" fmla="*/ 459328 w 2401758"/>
              <a:gd name="connsiteY6500" fmla="*/ 12126 h 2400493"/>
              <a:gd name="connsiteX6501" fmla="*/ 475697 w 2401758"/>
              <a:gd name="connsiteY6501" fmla="*/ 28494 h 2400493"/>
              <a:gd name="connsiteX6502" fmla="*/ 477185 w 2401758"/>
              <a:gd name="connsiteY6502" fmla="*/ 48832 h 2400493"/>
              <a:gd name="connsiteX6503" fmla="*/ 462305 w 2401758"/>
              <a:gd name="connsiteY6503" fmla="*/ 71153 h 2400493"/>
              <a:gd name="connsiteX6504" fmla="*/ 452880 w 2401758"/>
              <a:gd name="connsiteY6504" fmla="*/ 74129 h 2400493"/>
              <a:gd name="connsiteX6505" fmla="*/ 451392 w 2401758"/>
              <a:gd name="connsiteY6505" fmla="*/ 76609 h 2400493"/>
              <a:gd name="connsiteX6506" fmla="*/ 453376 w 2401758"/>
              <a:gd name="connsiteY6506" fmla="*/ 78593 h 2400493"/>
              <a:gd name="connsiteX6507" fmla="*/ 467761 w 2401758"/>
              <a:gd name="connsiteY6507" fmla="*/ 84545 h 2400493"/>
              <a:gd name="connsiteX6508" fmla="*/ 476689 w 2401758"/>
              <a:gd name="connsiteY6508" fmla="*/ 95954 h 2400493"/>
              <a:gd name="connsiteX6509" fmla="*/ 478673 w 2401758"/>
              <a:gd name="connsiteY6509" fmla="*/ 115299 h 2400493"/>
              <a:gd name="connsiteX6510" fmla="*/ 462305 w 2401758"/>
              <a:gd name="connsiteY6510" fmla="*/ 138116 h 2400493"/>
              <a:gd name="connsiteX6511" fmla="*/ 453872 w 2401758"/>
              <a:gd name="connsiteY6511" fmla="*/ 140596 h 2400493"/>
              <a:gd name="connsiteX6512" fmla="*/ 451888 w 2401758"/>
              <a:gd name="connsiteY6512" fmla="*/ 142581 h 2400493"/>
              <a:gd name="connsiteX6513" fmla="*/ 453376 w 2401758"/>
              <a:gd name="connsiteY6513" fmla="*/ 145061 h 2400493"/>
              <a:gd name="connsiteX6514" fmla="*/ 457840 w 2401758"/>
              <a:gd name="connsiteY6514" fmla="*/ 145557 h 2400493"/>
              <a:gd name="connsiteX6515" fmla="*/ 480162 w 2401758"/>
              <a:gd name="connsiteY6515" fmla="*/ 173830 h 2400493"/>
              <a:gd name="connsiteX6516" fmla="*/ 478177 w 2401758"/>
              <a:gd name="connsiteY6516" fmla="*/ 184743 h 2400493"/>
              <a:gd name="connsiteX6517" fmla="*/ 455856 w 2401758"/>
              <a:gd name="connsiteY6517" fmla="*/ 207064 h 2400493"/>
              <a:gd name="connsiteX6518" fmla="*/ 450896 w 2401758"/>
              <a:gd name="connsiteY6518" fmla="*/ 209544 h 2400493"/>
              <a:gd name="connsiteX6519" fmla="*/ 451392 w 2401758"/>
              <a:gd name="connsiteY6519" fmla="*/ 211528 h 2400493"/>
              <a:gd name="connsiteX6520" fmla="*/ 453872 w 2401758"/>
              <a:gd name="connsiteY6520" fmla="*/ 211528 h 2400493"/>
              <a:gd name="connsiteX6521" fmla="*/ 478177 w 2401758"/>
              <a:gd name="connsiteY6521" fmla="*/ 232857 h 2400493"/>
              <a:gd name="connsiteX6522" fmla="*/ 480658 w 2401758"/>
              <a:gd name="connsiteY6522" fmla="*/ 243274 h 2400493"/>
              <a:gd name="connsiteX6523" fmla="*/ 476689 w 2401758"/>
              <a:gd name="connsiteY6523" fmla="*/ 257163 h 2400493"/>
              <a:gd name="connsiteX6524" fmla="*/ 453872 w 2401758"/>
              <a:gd name="connsiteY6524" fmla="*/ 273036 h 2400493"/>
              <a:gd name="connsiteX6525" fmla="*/ 445439 w 2401758"/>
              <a:gd name="connsiteY6525" fmla="*/ 275020 h 2400493"/>
              <a:gd name="connsiteX6526" fmla="*/ 427086 w 2401758"/>
              <a:gd name="connsiteY6526" fmla="*/ 268075 h 2400493"/>
              <a:gd name="connsiteX6527" fmla="*/ 416669 w 2401758"/>
              <a:gd name="connsiteY6527" fmla="*/ 247738 h 2400493"/>
              <a:gd name="connsiteX6528" fmla="*/ 415181 w 2401758"/>
              <a:gd name="connsiteY6528" fmla="*/ 245258 h 2400493"/>
              <a:gd name="connsiteX6529" fmla="*/ 414189 w 2401758"/>
              <a:gd name="connsiteY6529" fmla="*/ 247242 h 2400493"/>
              <a:gd name="connsiteX6530" fmla="*/ 411709 w 2401758"/>
              <a:gd name="connsiteY6530" fmla="*/ 254683 h 2400493"/>
              <a:gd name="connsiteX6531" fmla="*/ 359624 w 2401758"/>
              <a:gd name="connsiteY6531" fmla="*/ 268075 h 2400493"/>
              <a:gd name="connsiteX6532" fmla="*/ 349704 w 2401758"/>
              <a:gd name="connsiteY6532" fmla="*/ 251706 h 2400493"/>
              <a:gd name="connsiteX6533" fmla="*/ 348711 w 2401758"/>
              <a:gd name="connsiteY6533" fmla="*/ 250218 h 2400493"/>
              <a:gd name="connsiteX6534" fmla="*/ 347223 w 2401758"/>
              <a:gd name="connsiteY6534" fmla="*/ 251706 h 2400493"/>
              <a:gd name="connsiteX6535" fmla="*/ 337303 w 2401758"/>
              <a:gd name="connsiteY6535" fmla="*/ 266587 h 2400493"/>
              <a:gd name="connsiteX6536" fmla="*/ 285716 w 2401758"/>
              <a:gd name="connsiteY6536" fmla="*/ 258155 h 2400493"/>
              <a:gd name="connsiteX6537" fmla="*/ 278772 w 2401758"/>
              <a:gd name="connsiteY6537" fmla="*/ 246250 h 2400493"/>
              <a:gd name="connsiteX6538" fmla="*/ 299605 w 2401758"/>
              <a:gd name="connsiteY6538" fmla="*/ 212520 h 2400493"/>
              <a:gd name="connsiteX6539" fmla="*/ 302580 w 2401758"/>
              <a:gd name="connsiteY6539" fmla="*/ 210040 h 2400493"/>
              <a:gd name="connsiteX6540" fmla="*/ 299605 w 2401758"/>
              <a:gd name="connsiteY6540" fmla="*/ 207560 h 2400493"/>
              <a:gd name="connsiteX6541" fmla="*/ 281748 w 2401758"/>
              <a:gd name="connsiteY6541" fmla="*/ 190695 h 2400493"/>
              <a:gd name="connsiteX6542" fmla="*/ 286212 w 2401758"/>
              <a:gd name="connsiteY6542" fmla="*/ 155973 h 2400493"/>
              <a:gd name="connsiteX6543" fmla="*/ 299605 w 2401758"/>
              <a:gd name="connsiteY6543" fmla="*/ 145557 h 2400493"/>
              <a:gd name="connsiteX6544" fmla="*/ 302084 w 2401758"/>
              <a:gd name="connsiteY6544" fmla="*/ 142581 h 2400493"/>
              <a:gd name="connsiteX6545" fmla="*/ 299605 w 2401758"/>
              <a:gd name="connsiteY6545" fmla="*/ 141092 h 2400493"/>
              <a:gd name="connsiteX6546" fmla="*/ 296132 w 2401758"/>
              <a:gd name="connsiteY6546" fmla="*/ 140596 h 2400493"/>
              <a:gd name="connsiteX6547" fmla="*/ 279764 w 2401758"/>
              <a:gd name="connsiteY6547" fmla="*/ 120259 h 2400493"/>
              <a:gd name="connsiteX6548" fmla="*/ 278772 w 2401758"/>
              <a:gd name="connsiteY6548" fmla="*/ 101906 h 2400493"/>
              <a:gd name="connsiteX6549" fmla="*/ 286708 w 2401758"/>
              <a:gd name="connsiteY6549" fmla="*/ 88514 h 2400493"/>
              <a:gd name="connsiteX6550" fmla="*/ 301589 w 2401758"/>
              <a:gd name="connsiteY6550" fmla="*/ 78593 h 2400493"/>
              <a:gd name="connsiteX6551" fmla="*/ 302084 w 2401758"/>
              <a:gd name="connsiteY6551" fmla="*/ 76609 h 2400493"/>
              <a:gd name="connsiteX6552" fmla="*/ 301093 w 2401758"/>
              <a:gd name="connsiteY6552" fmla="*/ 74625 h 2400493"/>
              <a:gd name="connsiteX6553" fmla="*/ 282740 w 2401758"/>
              <a:gd name="connsiteY6553" fmla="*/ 61232 h 2400493"/>
              <a:gd name="connsiteX6554" fmla="*/ 282740 w 2401758"/>
              <a:gd name="connsiteY6554" fmla="*/ 26510 h 2400493"/>
              <a:gd name="connsiteX6555" fmla="*/ 326886 w 2401758"/>
              <a:gd name="connsiteY6555" fmla="*/ 12622 h 2400493"/>
              <a:gd name="connsiteX6556" fmla="*/ 343255 w 2401758"/>
              <a:gd name="connsiteY6556" fmla="*/ 30975 h 2400493"/>
              <a:gd name="connsiteX6557" fmla="*/ 344743 w 2401758"/>
              <a:gd name="connsiteY6557" fmla="*/ 33951 h 2400493"/>
              <a:gd name="connsiteX6558" fmla="*/ 346231 w 2401758"/>
              <a:gd name="connsiteY6558" fmla="*/ 35439 h 2400493"/>
              <a:gd name="connsiteX6559" fmla="*/ 348215 w 2401758"/>
              <a:gd name="connsiteY6559" fmla="*/ 33455 h 2400493"/>
              <a:gd name="connsiteX6560" fmla="*/ 355656 w 2401758"/>
              <a:gd name="connsiteY6560" fmla="*/ 20062 h 2400493"/>
              <a:gd name="connsiteX6561" fmla="*/ 375498 w 2401758"/>
              <a:gd name="connsiteY6561" fmla="*/ 10141 h 2400493"/>
              <a:gd name="connsiteX6562" fmla="*/ 396827 w 2401758"/>
              <a:gd name="connsiteY6562" fmla="*/ 15102 h 2400493"/>
              <a:gd name="connsiteX6563" fmla="*/ 410221 w 2401758"/>
              <a:gd name="connsiteY6563" fmla="*/ 32959 h 2400493"/>
              <a:gd name="connsiteX6564" fmla="*/ 411709 w 2401758"/>
              <a:gd name="connsiteY6564" fmla="*/ 35935 h 2400493"/>
              <a:gd name="connsiteX6565" fmla="*/ 414189 w 2401758"/>
              <a:gd name="connsiteY6565" fmla="*/ 37919 h 2400493"/>
              <a:gd name="connsiteX6566" fmla="*/ 415181 w 2401758"/>
              <a:gd name="connsiteY6566" fmla="*/ 35935 h 2400493"/>
              <a:gd name="connsiteX6567" fmla="*/ 423117 w 2401758"/>
              <a:gd name="connsiteY6567" fmla="*/ 20062 h 2400493"/>
              <a:gd name="connsiteX6568" fmla="*/ 438494 w 2401758"/>
              <a:gd name="connsiteY6568" fmla="*/ 12126 h 2400493"/>
              <a:gd name="connsiteX6569" fmla="*/ 448912 w 2401758"/>
              <a:gd name="connsiteY6569" fmla="*/ 10079 h 2400493"/>
              <a:gd name="connsiteX6570" fmla="*/ 983171 w 2401758"/>
              <a:gd name="connsiteY6570" fmla="*/ 717 h 2400493"/>
              <a:gd name="connsiteX6571" fmla="*/ 987635 w 2401758"/>
              <a:gd name="connsiteY6571" fmla="*/ 717 h 2400493"/>
              <a:gd name="connsiteX6572" fmla="*/ 990611 w 2401758"/>
              <a:gd name="connsiteY6572" fmla="*/ 1709 h 2400493"/>
              <a:gd name="connsiteX6573" fmla="*/ 987635 w 2401758"/>
              <a:gd name="connsiteY6573" fmla="*/ 2701 h 2400493"/>
              <a:gd name="connsiteX6574" fmla="*/ 985651 w 2401758"/>
              <a:gd name="connsiteY6574" fmla="*/ 2701 h 2400493"/>
              <a:gd name="connsiteX6575" fmla="*/ 983171 w 2401758"/>
              <a:gd name="connsiteY6575" fmla="*/ 2701 h 2400493"/>
              <a:gd name="connsiteX6576" fmla="*/ 981187 w 2401758"/>
              <a:gd name="connsiteY6576" fmla="*/ 1709 h 2400493"/>
              <a:gd name="connsiteX6577" fmla="*/ 983171 w 2401758"/>
              <a:gd name="connsiteY6577" fmla="*/ 717 h 2400493"/>
              <a:gd name="connsiteX6578" fmla="*/ 842771 w 2401758"/>
              <a:gd name="connsiteY6578" fmla="*/ 717 h 2400493"/>
              <a:gd name="connsiteX6579" fmla="*/ 858149 w 2401758"/>
              <a:gd name="connsiteY6579" fmla="*/ 717 h 2400493"/>
              <a:gd name="connsiteX6580" fmla="*/ 860131 w 2401758"/>
              <a:gd name="connsiteY6580" fmla="*/ 1709 h 2400493"/>
              <a:gd name="connsiteX6581" fmla="*/ 858149 w 2401758"/>
              <a:gd name="connsiteY6581" fmla="*/ 2701 h 2400493"/>
              <a:gd name="connsiteX6582" fmla="*/ 849715 w 2401758"/>
              <a:gd name="connsiteY6582" fmla="*/ 2701 h 2400493"/>
              <a:gd name="connsiteX6583" fmla="*/ 842771 w 2401758"/>
              <a:gd name="connsiteY6583" fmla="*/ 2701 h 2400493"/>
              <a:gd name="connsiteX6584" fmla="*/ 840786 w 2401758"/>
              <a:gd name="connsiteY6584" fmla="*/ 1709 h 2400493"/>
              <a:gd name="connsiteX6585" fmla="*/ 842771 w 2401758"/>
              <a:gd name="connsiteY6585" fmla="*/ 717 h 2400493"/>
              <a:gd name="connsiteX6586" fmla="*/ 635955 w 2401758"/>
              <a:gd name="connsiteY6586" fmla="*/ 717 h 2400493"/>
              <a:gd name="connsiteX6587" fmla="*/ 660754 w 2401758"/>
              <a:gd name="connsiteY6587" fmla="*/ 717 h 2400493"/>
              <a:gd name="connsiteX6588" fmla="*/ 662738 w 2401758"/>
              <a:gd name="connsiteY6588" fmla="*/ 1709 h 2400493"/>
              <a:gd name="connsiteX6589" fmla="*/ 661250 w 2401758"/>
              <a:gd name="connsiteY6589" fmla="*/ 3197 h 2400493"/>
              <a:gd name="connsiteX6590" fmla="*/ 647859 w 2401758"/>
              <a:gd name="connsiteY6590" fmla="*/ 5677 h 2400493"/>
              <a:gd name="connsiteX6591" fmla="*/ 635955 w 2401758"/>
              <a:gd name="connsiteY6591" fmla="*/ 2701 h 2400493"/>
              <a:gd name="connsiteX6592" fmla="*/ 633971 w 2401758"/>
              <a:gd name="connsiteY6592" fmla="*/ 1709 h 2400493"/>
              <a:gd name="connsiteX6593" fmla="*/ 635955 w 2401758"/>
              <a:gd name="connsiteY6593" fmla="*/ 717 h 2400493"/>
              <a:gd name="connsiteX6594" fmla="*/ 565494 w 2401758"/>
              <a:gd name="connsiteY6594" fmla="*/ 717 h 2400493"/>
              <a:gd name="connsiteX6595" fmla="*/ 581368 w 2401758"/>
              <a:gd name="connsiteY6595" fmla="*/ 717 h 2400493"/>
              <a:gd name="connsiteX6596" fmla="*/ 589800 w 2401758"/>
              <a:gd name="connsiteY6596" fmla="*/ 717 h 2400493"/>
              <a:gd name="connsiteX6597" fmla="*/ 597737 w 2401758"/>
              <a:gd name="connsiteY6597" fmla="*/ 1213 h 2400493"/>
              <a:gd name="connsiteX6598" fmla="*/ 590296 w 2401758"/>
              <a:gd name="connsiteY6598" fmla="*/ 4685 h 2400493"/>
              <a:gd name="connsiteX6599" fmla="*/ 565494 w 2401758"/>
              <a:gd name="connsiteY6599" fmla="*/ 3197 h 2400493"/>
              <a:gd name="connsiteX6600" fmla="*/ 564502 w 2401758"/>
              <a:gd name="connsiteY6600" fmla="*/ 2205 h 2400493"/>
              <a:gd name="connsiteX6601" fmla="*/ 565494 w 2401758"/>
              <a:gd name="connsiteY6601" fmla="*/ 717 h 2400493"/>
              <a:gd name="connsiteX6602" fmla="*/ 363113 w 2401758"/>
              <a:gd name="connsiteY6602" fmla="*/ 717 h 2400493"/>
              <a:gd name="connsiteX6603" fmla="*/ 379483 w 2401758"/>
              <a:gd name="connsiteY6603" fmla="*/ 717 h 2400493"/>
              <a:gd name="connsiteX6604" fmla="*/ 394861 w 2401758"/>
              <a:gd name="connsiteY6604" fmla="*/ 717 h 2400493"/>
              <a:gd name="connsiteX6605" fmla="*/ 397837 w 2401758"/>
              <a:gd name="connsiteY6605" fmla="*/ 1709 h 2400493"/>
              <a:gd name="connsiteX6606" fmla="*/ 394861 w 2401758"/>
              <a:gd name="connsiteY6606" fmla="*/ 2701 h 2400493"/>
              <a:gd name="connsiteX6607" fmla="*/ 363113 w 2401758"/>
              <a:gd name="connsiteY6607" fmla="*/ 2701 h 2400493"/>
              <a:gd name="connsiteX6608" fmla="*/ 360137 w 2401758"/>
              <a:gd name="connsiteY6608" fmla="*/ 1709 h 2400493"/>
              <a:gd name="connsiteX6609" fmla="*/ 363113 w 2401758"/>
              <a:gd name="connsiteY6609" fmla="*/ 717 h 2400493"/>
              <a:gd name="connsiteX6610" fmla="*/ 312505 w 2401758"/>
              <a:gd name="connsiteY6610" fmla="*/ 717 h 2400493"/>
              <a:gd name="connsiteX6611" fmla="*/ 327882 w 2401758"/>
              <a:gd name="connsiteY6611" fmla="*/ 717 h 2400493"/>
              <a:gd name="connsiteX6612" fmla="*/ 330858 w 2401758"/>
              <a:gd name="connsiteY6612" fmla="*/ 1709 h 2400493"/>
              <a:gd name="connsiteX6613" fmla="*/ 327882 w 2401758"/>
              <a:gd name="connsiteY6613" fmla="*/ 5181 h 2400493"/>
              <a:gd name="connsiteX6614" fmla="*/ 319449 w 2401758"/>
              <a:gd name="connsiteY6614" fmla="*/ 8157 h 2400493"/>
              <a:gd name="connsiteX6615" fmla="*/ 296632 w 2401758"/>
              <a:gd name="connsiteY6615" fmla="*/ 5677 h 2400493"/>
              <a:gd name="connsiteX6616" fmla="*/ 293160 w 2401758"/>
              <a:gd name="connsiteY6616" fmla="*/ 2701 h 2400493"/>
              <a:gd name="connsiteX6617" fmla="*/ 296632 w 2401758"/>
              <a:gd name="connsiteY6617" fmla="*/ 1213 h 2400493"/>
              <a:gd name="connsiteX6618" fmla="*/ 312505 w 2401758"/>
              <a:gd name="connsiteY6618" fmla="*/ 717 h 2400493"/>
              <a:gd name="connsiteX6619" fmla="*/ 785248 w 2401758"/>
              <a:gd name="connsiteY6619" fmla="*/ 221 h 2400493"/>
              <a:gd name="connsiteX6620" fmla="*/ 795166 w 2401758"/>
              <a:gd name="connsiteY6620" fmla="*/ 1213 h 2400493"/>
              <a:gd name="connsiteX6621" fmla="*/ 784751 w 2401758"/>
              <a:gd name="connsiteY6621" fmla="*/ 2701 h 2400493"/>
              <a:gd name="connsiteX6622" fmla="*/ 771856 w 2401758"/>
              <a:gd name="connsiteY6622" fmla="*/ 2205 h 2400493"/>
              <a:gd name="connsiteX6623" fmla="*/ 785248 w 2401758"/>
              <a:gd name="connsiteY6623" fmla="*/ 221 h 2400493"/>
              <a:gd name="connsiteX6624" fmla="*/ 704359 w 2401758"/>
              <a:gd name="connsiteY6624" fmla="*/ 221 h 2400493"/>
              <a:gd name="connsiteX6625" fmla="*/ 714776 w 2401758"/>
              <a:gd name="connsiteY6625" fmla="*/ 717 h 2400493"/>
              <a:gd name="connsiteX6626" fmla="*/ 717256 w 2401758"/>
              <a:gd name="connsiteY6626" fmla="*/ 717 h 2400493"/>
              <a:gd name="connsiteX6627" fmla="*/ 726184 w 2401758"/>
              <a:gd name="connsiteY6627" fmla="*/ 1709 h 2400493"/>
              <a:gd name="connsiteX6628" fmla="*/ 716760 w 2401758"/>
              <a:gd name="connsiteY6628" fmla="*/ 5181 h 2400493"/>
              <a:gd name="connsiteX6629" fmla="*/ 703863 w 2401758"/>
              <a:gd name="connsiteY6629" fmla="*/ 2701 h 2400493"/>
              <a:gd name="connsiteX6630" fmla="*/ 702871 w 2401758"/>
              <a:gd name="connsiteY6630" fmla="*/ 1709 h 2400493"/>
              <a:gd name="connsiteX6631" fmla="*/ 704359 w 2401758"/>
              <a:gd name="connsiteY6631" fmla="*/ 221 h 2400493"/>
              <a:gd name="connsiteX6632" fmla="*/ 500000 w 2401758"/>
              <a:gd name="connsiteY6632" fmla="*/ 221 h 2400493"/>
              <a:gd name="connsiteX6633" fmla="*/ 515377 w 2401758"/>
              <a:gd name="connsiteY6633" fmla="*/ 717 h 2400493"/>
              <a:gd name="connsiteX6634" fmla="*/ 529267 w 2401758"/>
              <a:gd name="connsiteY6634" fmla="*/ 717 h 2400493"/>
              <a:gd name="connsiteX6635" fmla="*/ 531251 w 2401758"/>
              <a:gd name="connsiteY6635" fmla="*/ 1709 h 2400493"/>
              <a:gd name="connsiteX6636" fmla="*/ 529267 w 2401758"/>
              <a:gd name="connsiteY6636" fmla="*/ 2701 h 2400493"/>
              <a:gd name="connsiteX6637" fmla="*/ 520834 w 2401758"/>
              <a:gd name="connsiteY6637" fmla="*/ 5181 h 2400493"/>
              <a:gd name="connsiteX6638" fmla="*/ 499504 w 2401758"/>
              <a:gd name="connsiteY6638" fmla="*/ 2701 h 2400493"/>
              <a:gd name="connsiteX6639" fmla="*/ 498016 w 2401758"/>
              <a:gd name="connsiteY6639" fmla="*/ 1213 h 2400493"/>
              <a:gd name="connsiteX6640" fmla="*/ 500000 w 2401758"/>
              <a:gd name="connsiteY6640" fmla="*/ 221 h 2400493"/>
              <a:gd name="connsiteX6641" fmla="*/ 434058 w 2401758"/>
              <a:gd name="connsiteY6641" fmla="*/ 221 h 2400493"/>
              <a:gd name="connsiteX6642" fmla="*/ 460349 w 2401758"/>
              <a:gd name="connsiteY6642" fmla="*/ 221 h 2400493"/>
              <a:gd name="connsiteX6643" fmla="*/ 462333 w 2401758"/>
              <a:gd name="connsiteY6643" fmla="*/ 1213 h 2400493"/>
              <a:gd name="connsiteX6644" fmla="*/ 460349 w 2401758"/>
              <a:gd name="connsiteY6644" fmla="*/ 3693 h 2400493"/>
              <a:gd name="connsiteX6645" fmla="*/ 443979 w 2401758"/>
              <a:gd name="connsiteY6645" fmla="*/ 8157 h 2400493"/>
              <a:gd name="connsiteX6646" fmla="*/ 443979 w 2401758"/>
              <a:gd name="connsiteY6646" fmla="*/ 7165 h 2400493"/>
              <a:gd name="connsiteX6647" fmla="*/ 433065 w 2401758"/>
              <a:gd name="connsiteY6647" fmla="*/ 5181 h 2400493"/>
              <a:gd name="connsiteX6648" fmla="*/ 429593 w 2401758"/>
              <a:gd name="connsiteY6648" fmla="*/ 1213 h 2400493"/>
              <a:gd name="connsiteX6649" fmla="*/ 434058 w 2401758"/>
              <a:gd name="connsiteY6649" fmla="*/ 221 h 2400493"/>
              <a:gd name="connsiteX6650" fmla="*/ 100692 w 2401758"/>
              <a:gd name="connsiteY6650" fmla="*/ 221 h 2400493"/>
              <a:gd name="connsiteX6651" fmla="*/ 110117 w 2401758"/>
              <a:gd name="connsiteY6651" fmla="*/ 717 h 2400493"/>
              <a:gd name="connsiteX6652" fmla="*/ 127974 w 2401758"/>
              <a:gd name="connsiteY6652" fmla="*/ 717 h 2400493"/>
              <a:gd name="connsiteX6653" fmla="*/ 130950 w 2401758"/>
              <a:gd name="connsiteY6653" fmla="*/ 1709 h 2400493"/>
              <a:gd name="connsiteX6654" fmla="*/ 128470 w 2401758"/>
              <a:gd name="connsiteY6654" fmla="*/ 5181 h 2400493"/>
              <a:gd name="connsiteX6655" fmla="*/ 121526 w 2401758"/>
              <a:gd name="connsiteY6655" fmla="*/ 8157 h 2400493"/>
              <a:gd name="connsiteX6656" fmla="*/ 120037 w 2401758"/>
              <a:gd name="connsiteY6656" fmla="*/ 9646 h 2400493"/>
              <a:gd name="connsiteX6657" fmla="*/ 122022 w 2401758"/>
              <a:gd name="connsiteY6657" fmla="*/ 10638 h 2400493"/>
              <a:gd name="connsiteX6658" fmla="*/ 138886 w 2401758"/>
              <a:gd name="connsiteY6658" fmla="*/ 23534 h 2400493"/>
              <a:gd name="connsiteX6659" fmla="*/ 142855 w 2401758"/>
              <a:gd name="connsiteY6659" fmla="*/ 27998 h 2400493"/>
              <a:gd name="connsiteX6660" fmla="*/ 145831 w 2401758"/>
              <a:gd name="connsiteY6660" fmla="*/ 27502 h 2400493"/>
              <a:gd name="connsiteX6661" fmla="*/ 157239 w 2401758"/>
              <a:gd name="connsiteY6661" fmla="*/ 14110 h 2400493"/>
              <a:gd name="connsiteX6662" fmla="*/ 169144 w 2401758"/>
              <a:gd name="connsiteY6662" fmla="*/ 8157 h 2400493"/>
              <a:gd name="connsiteX6663" fmla="*/ 156743 w 2401758"/>
              <a:gd name="connsiteY6663" fmla="*/ 3197 h 2400493"/>
              <a:gd name="connsiteX6664" fmla="*/ 155255 w 2401758"/>
              <a:gd name="connsiteY6664" fmla="*/ 1709 h 2400493"/>
              <a:gd name="connsiteX6665" fmla="*/ 157239 w 2401758"/>
              <a:gd name="connsiteY6665" fmla="*/ 717 h 2400493"/>
              <a:gd name="connsiteX6666" fmla="*/ 192953 w 2401758"/>
              <a:gd name="connsiteY6666" fmla="*/ 717 h 2400493"/>
              <a:gd name="connsiteX6667" fmla="*/ 197914 w 2401758"/>
              <a:gd name="connsiteY6667" fmla="*/ 2205 h 2400493"/>
              <a:gd name="connsiteX6668" fmla="*/ 194441 w 2401758"/>
              <a:gd name="connsiteY6668" fmla="*/ 5181 h 2400493"/>
              <a:gd name="connsiteX6669" fmla="*/ 186009 w 2401758"/>
              <a:gd name="connsiteY6669" fmla="*/ 7661 h 2400493"/>
              <a:gd name="connsiteX6670" fmla="*/ 184025 w 2401758"/>
              <a:gd name="connsiteY6670" fmla="*/ 8653 h 2400493"/>
              <a:gd name="connsiteX6671" fmla="*/ 185513 w 2401758"/>
              <a:gd name="connsiteY6671" fmla="*/ 10142 h 2400493"/>
              <a:gd name="connsiteX6672" fmla="*/ 208826 w 2401758"/>
              <a:gd name="connsiteY6672" fmla="*/ 28991 h 2400493"/>
              <a:gd name="connsiteX6673" fmla="*/ 212794 w 2401758"/>
              <a:gd name="connsiteY6673" fmla="*/ 28991 h 2400493"/>
              <a:gd name="connsiteX6674" fmla="*/ 236604 w 2401758"/>
              <a:gd name="connsiteY6674" fmla="*/ 10142 h 2400493"/>
              <a:gd name="connsiteX6675" fmla="*/ 238588 w 2401758"/>
              <a:gd name="connsiteY6675" fmla="*/ 9149 h 2400493"/>
              <a:gd name="connsiteX6676" fmla="*/ 236108 w 2401758"/>
              <a:gd name="connsiteY6676" fmla="*/ 7661 h 2400493"/>
              <a:gd name="connsiteX6677" fmla="*/ 223707 w 2401758"/>
              <a:gd name="connsiteY6677" fmla="*/ 2701 h 2400493"/>
              <a:gd name="connsiteX6678" fmla="*/ 222219 w 2401758"/>
              <a:gd name="connsiteY6678" fmla="*/ 1213 h 2400493"/>
              <a:gd name="connsiteX6679" fmla="*/ 224203 w 2401758"/>
              <a:gd name="connsiteY6679" fmla="*/ 221 h 2400493"/>
              <a:gd name="connsiteX6680" fmla="*/ 262397 w 2401758"/>
              <a:gd name="connsiteY6680" fmla="*/ 221 h 2400493"/>
              <a:gd name="connsiteX6681" fmla="*/ 264877 w 2401758"/>
              <a:gd name="connsiteY6681" fmla="*/ 1709 h 2400493"/>
              <a:gd name="connsiteX6682" fmla="*/ 262893 w 2401758"/>
              <a:gd name="connsiteY6682" fmla="*/ 2701 h 2400493"/>
              <a:gd name="connsiteX6683" fmla="*/ 250492 w 2401758"/>
              <a:gd name="connsiteY6683" fmla="*/ 7661 h 2400493"/>
              <a:gd name="connsiteX6684" fmla="*/ 248508 w 2401758"/>
              <a:gd name="connsiteY6684" fmla="*/ 8653 h 2400493"/>
              <a:gd name="connsiteX6685" fmla="*/ 250988 w 2401758"/>
              <a:gd name="connsiteY6685" fmla="*/ 10142 h 2400493"/>
              <a:gd name="connsiteX6686" fmla="*/ 274302 w 2401758"/>
              <a:gd name="connsiteY6686" fmla="*/ 28991 h 2400493"/>
              <a:gd name="connsiteX6687" fmla="*/ 259917 w 2401758"/>
              <a:gd name="connsiteY6687" fmla="*/ 73137 h 2400493"/>
              <a:gd name="connsiteX6688" fmla="*/ 257933 w 2401758"/>
              <a:gd name="connsiteY6688" fmla="*/ 74129 h 2400493"/>
              <a:gd name="connsiteX6689" fmla="*/ 255453 w 2401758"/>
              <a:gd name="connsiteY6689" fmla="*/ 77105 h 2400493"/>
              <a:gd name="connsiteX6690" fmla="*/ 257933 w 2401758"/>
              <a:gd name="connsiteY6690" fmla="*/ 79089 h 2400493"/>
              <a:gd name="connsiteX6691" fmla="*/ 265869 w 2401758"/>
              <a:gd name="connsiteY6691" fmla="*/ 83553 h 2400493"/>
              <a:gd name="connsiteX6692" fmla="*/ 277278 w 2401758"/>
              <a:gd name="connsiteY6692" fmla="*/ 108355 h 2400493"/>
              <a:gd name="connsiteX6693" fmla="*/ 266365 w 2401758"/>
              <a:gd name="connsiteY6693" fmla="*/ 136132 h 2400493"/>
              <a:gd name="connsiteX6694" fmla="*/ 258925 w 2401758"/>
              <a:gd name="connsiteY6694" fmla="*/ 141093 h 2400493"/>
              <a:gd name="connsiteX6695" fmla="*/ 257933 w 2401758"/>
              <a:gd name="connsiteY6695" fmla="*/ 146053 h 2400493"/>
              <a:gd name="connsiteX6696" fmla="*/ 269837 w 2401758"/>
              <a:gd name="connsiteY6696" fmla="*/ 156965 h 2400493"/>
              <a:gd name="connsiteX6697" fmla="*/ 276286 w 2401758"/>
              <a:gd name="connsiteY6697" fmla="*/ 186231 h 2400493"/>
              <a:gd name="connsiteX6698" fmla="*/ 264877 w 2401758"/>
              <a:gd name="connsiteY6698" fmla="*/ 203096 h 2400493"/>
              <a:gd name="connsiteX6699" fmla="*/ 254461 w 2401758"/>
              <a:gd name="connsiteY6699" fmla="*/ 210040 h 2400493"/>
              <a:gd name="connsiteX6700" fmla="*/ 252973 w 2401758"/>
              <a:gd name="connsiteY6700" fmla="*/ 211528 h 2400493"/>
              <a:gd name="connsiteX6701" fmla="*/ 254957 w 2401758"/>
              <a:gd name="connsiteY6701" fmla="*/ 212520 h 2400493"/>
              <a:gd name="connsiteX6702" fmla="*/ 265869 w 2401758"/>
              <a:gd name="connsiteY6702" fmla="*/ 219961 h 2400493"/>
              <a:gd name="connsiteX6703" fmla="*/ 273806 w 2401758"/>
              <a:gd name="connsiteY6703" fmla="*/ 257163 h 2400493"/>
              <a:gd name="connsiteX6704" fmla="*/ 266365 w 2401758"/>
              <a:gd name="connsiteY6704" fmla="*/ 266091 h 2400493"/>
              <a:gd name="connsiteX6705" fmla="*/ 229163 w 2401758"/>
              <a:gd name="connsiteY6705" fmla="*/ 274028 h 2400493"/>
              <a:gd name="connsiteX6706" fmla="*/ 217755 w 2401758"/>
              <a:gd name="connsiteY6706" fmla="*/ 264603 h 2400493"/>
              <a:gd name="connsiteX6707" fmla="*/ 212298 w 2401758"/>
              <a:gd name="connsiteY6707" fmla="*/ 255179 h 2400493"/>
              <a:gd name="connsiteX6708" fmla="*/ 211306 w 2401758"/>
              <a:gd name="connsiteY6708" fmla="*/ 253195 h 2400493"/>
              <a:gd name="connsiteX6709" fmla="*/ 209818 w 2401758"/>
              <a:gd name="connsiteY6709" fmla="*/ 254683 h 2400493"/>
              <a:gd name="connsiteX6710" fmla="*/ 204858 w 2401758"/>
              <a:gd name="connsiteY6710" fmla="*/ 262123 h 2400493"/>
              <a:gd name="connsiteX6711" fmla="*/ 190969 w 2401758"/>
              <a:gd name="connsiteY6711" fmla="*/ 274524 h 2400493"/>
              <a:gd name="connsiteX6712" fmla="*/ 177577 w 2401758"/>
              <a:gd name="connsiteY6712" fmla="*/ 277004 h 2400493"/>
              <a:gd name="connsiteX6713" fmla="*/ 153767 w 2401758"/>
              <a:gd name="connsiteY6713" fmla="*/ 268571 h 2400493"/>
              <a:gd name="connsiteX6714" fmla="*/ 145831 w 2401758"/>
              <a:gd name="connsiteY6714" fmla="*/ 257659 h 2400493"/>
              <a:gd name="connsiteX6715" fmla="*/ 141367 w 2401758"/>
              <a:gd name="connsiteY6715" fmla="*/ 257659 h 2400493"/>
              <a:gd name="connsiteX6716" fmla="*/ 124998 w 2401758"/>
              <a:gd name="connsiteY6716" fmla="*/ 274028 h 2400493"/>
              <a:gd name="connsiteX6717" fmla="*/ 83331 w 2401758"/>
              <a:gd name="connsiteY6717" fmla="*/ 265099 h 2400493"/>
              <a:gd name="connsiteX6718" fmla="*/ 78867 w 2401758"/>
              <a:gd name="connsiteY6718" fmla="*/ 256171 h 2400493"/>
              <a:gd name="connsiteX6719" fmla="*/ 74899 w 2401758"/>
              <a:gd name="connsiteY6719" fmla="*/ 256171 h 2400493"/>
              <a:gd name="connsiteX6720" fmla="*/ 71923 w 2401758"/>
              <a:gd name="connsiteY6720" fmla="*/ 262123 h 2400493"/>
              <a:gd name="connsiteX6721" fmla="*/ 48114 w 2401758"/>
              <a:gd name="connsiteY6721" fmla="*/ 276508 h 2400493"/>
              <a:gd name="connsiteX6722" fmla="*/ 27776 w 2401758"/>
              <a:gd name="connsiteY6722" fmla="*/ 274028 h 2400493"/>
              <a:gd name="connsiteX6723" fmla="*/ 9920 w 2401758"/>
              <a:gd name="connsiteY6723" fmla="*/ 248234 h 2400493"/>
              <a:gd name="connsiteX6724" fmla="*/ 8431 w 2401758"/>
              <a:gd name="connsiteY6724" fmla="*/ 246250 h 2400493"/>
              <a:gd name="connsiteX6725" fmla="*/ 7439 w 2401758"/>
              <a:gd name="connsiteY6725" fmla="*/ 248234 h 2400493"/>
              <a:gd name="connsiteX6726" fmla="*/ 3967 w 2401758"/>
              <a:gd name="connsiteY6726" fmla="*/ 260139 h 2400493"/>
              <a:gd name="connsiteX6727" fmla="*/ 1487 w 2401758"/>
              <a:gd name="connsiteY6727" fmla="*/ 262619 h 2400493"/>
              <a:gd name="connsiteX6728" fmla="*/ 495 w 2401758"/>
              <a:gd name="connsiteY6728" fmla="*/ 259643 h 2400493"/>
              <a:gd name="connsiteX6729" fmla="*/ 495 w 2401758"/>
              <a:gd name="connsiteY6729" fmla="*/ 227401 h 2400493"/>
              <a:gd name="connsiteX6730" fmla="*/ 1983 w 2401758"/>
              <a:gd name="connsiteY6730" fmla="*/ 224425 h 2400493"/>
              <a:gd name="connsiteX6731" fmla="*/ 3471 w 2401758"/>
              <a:gd name="connsiteY6731" fmla="*/ 225913 h 2400493"/>
              <a:gd name="connsiteX6732" fmla="*/ 7935 w 2401758"/>
              <a:gd name="connsiteY6732" fmla="*/ 235834 h 2400493"/>
              <a:gd name="connsiteX6733" fmla="*/ 8927 w 2401758"/>
              <a:gd name="connsiteY6733" fmla="*/ 240298 h 2400493"/>
              <a:gd name="connsiteX6734" fmla="*/ 10416 w 2401758"/>
              <a:gd name="connsiteY6734" fmla="*/ 235338 h 2400493"/>
              <a:gd name="connsiteX6735" fmla="*/ 29265 w 2401758"/>
              <a:gd name="connsiteY6735" fmla="*/ 212024 h 2400493"/>
              <a:gd name="connsiteX6736" fmla="*/ 29761 w 2401758"/>
              <a:gd name="connsiteY6736" fmla="*/ 208552 h 2400493"/>
              <a:gd name="connsiteX6737" fmla="*/ 12400 w 2401758"/>
              <a:gd name="connsiteY6737" fmla="*/ 191191 h 2400493"/>
              <a:gd name="connsiteX6738" fmla="*/ 9920 w 2401758"/>
              <a:gd name="connsiteY6738" fmla="*/ 188711 h 2400493"/>
              <a:gd name="connsiteX6739" fmla="*/ 8431 w 2401758"/>
              <a:gd name="connsiteY6739" fmla="*/ 184247 h 2400493"/>
              <a:gd name="connsiteX6740" fmla="*/ 6943 w 2401758"/>
              <a:gd name="connsiteY6740" fmla="*/ 188215 h 2400493"/>
              <a:gd name="connsiteX6741" fmla="*/ 2975 w 2401758"/>
              <a:gd name="connsiteY6741" fmla="*/ 195159 h 2400493"/>
              <a:gd name="connsiteX6742" fmla="*/ 1983 w 2401758"/>
              <a:gd name="connsiteY6742" fmla="*/ 198136 h 2400493"/>
              <a:gd name="connsiteX6743" fmla="*/ 991 w 2401758"/>
              <a:gd name="connsiteY6743" fmla="*/ 195159 h 2400493"/>
              <a:gd name="connsiteX6744" fmla="*/ 991 w 2401758"/>
              <a:gd name="connsiteY6744" fmla="*/ 158454 h 2400493"/>
              <a:gd name="connsiteX6745" fmla="*/ 1983 w 2401758"/>
              <a:gd name="connsiteY6745" fmla="*/ 155477 h 2400493"/>
              <a:gd name="connsiteX6746" fmla="*/ 2975 w 2401758"/>
              <a:gd name="connsiteY6746" fmla="*/ 158454 h 2400493"/>
              <a:gd name="connsiteX6747" fmla="*/ 5455 w 2401758"/>
              <a:gd name="connsiteY6747" fmla="*/ 163414 h 2400493"/>
              <a:gd name="connsiteX6748" fmla="*/ 8431 w 2401758"/>
              <a:gd name="connsiteY6748" fmla="*/ 168870 h 2400493"/>
              <a:gd name="connsiteX6749" fmla="*/ 9920 w 2401758"/>
              <a:gd name="connsiteY6749" fmla="*/ 163414 h 2400493"/>
              <a:gd name="connsiteX6750" fmla="*/ 27280 w 2401758"/>
              <a:gd name="connsiteY6750" fmla="*/ 145557 h 2400493"/>
              <a:gd name="connsiteX6751" fmla="*/ 27776 w 2401758"/>
              <a:gd name="connsiteY6751" fmla="*/ 141093 h 2400493"/>
              <a:gd name="connsiteX6752" fmla="*/ 9920 w 2401758"/>
              <a:gd name="connsiteY6752" fmla="*/ 121252 h 2400493"/>
              <a:gd name="connsiteX6753" fmla="*/ 8927 w 2401758"/>
              <a:gd name="connsiteY6753" fmla="*/ 119267 h 2400493"/>
              <a:gd name="connsiteX6754" fmla="*/ 7935 w 2401758"/>
              <a:gd name="connsiteY6754" fmla="*/ 121252 h 2400493"/>
              <a:gd name="connsiteX6755" fmla="*/ 1487 w 2401758"/>
              <a:gd name="connsiteY6755" fmla="*/ 131172 h 2400493"/>
              <a:gd name="connsiteX6756" fmla="*/ 495 w 2401758"/>
              <a:gd name="connsiteY6756" fmla="*/ 119763 h 2400493"/>
              <a:gd name="connsiteX6757" fmla="*/ 495 w 2401758"/>
              <a:gd name="connsiteY6757" fmla="*/ 93474 h 2400493"/>
              <a:gd name="connsiteX6758" fmla="*/ 1487 w 2401758"/>
              <a:gd name="connsiteY6758" fmla="*/ 89010 h 2400493"/>
              <a:gd name="connsiteX6759" fmla="*/ 5455 w 2401758"/>
              <a:gd name="connsiteY6759" fmla="*/ 92978 h 2400493"/>
              <a:gd name="connsiteX6760" fmla="*/ 7935 w 2401758"/>
              <a:gd name="connsiteY6760" fmla="*/ 98930 h 2400493"/>
              <a:gd name="connsiteX6761" fmla="*/ 9423 w 2401758"/>
              <a:gd name="connsiteY6761" fmla="*/ 100418 h 2400493"/>
              <a:gd name="connsiteX6762" fmla="*/ 9920 w 2401758"/>
              <a:gd name="connsiteY6762" fmla="*/ 98434 h 2400493"/>
              <a:gd name="connsiteX6763" fmla="*/ 26784 w 2401758"/>
              <a:gd name="connsiteY6763" fmla="*/ 79089 h 2400493"/>
              <a:gd name="connsiteX6764" fmla="*/ 27280 w 2401758"/>
              <a:gd name="connsiteY6764" fmla="*/ 76113 h 2400493"/>
              <a:gd name="connsiteX6765" fmla="*/ 22816 w 2401758"/>
              <a:gd name="connsiteY6765" fmla="*/ 72145 h 2400493"/>
              <a:gd name="connsiteX6766" fmla="*/ 9920 w 2401758"/>
              <a:gd name="connsiteY6766" fmla="*/ 58752 h 2400493"/>
              <a:gd name="connsiteX6767" fmla="*/ 8927 w 2401758"/>
              <a:gd name="connsiteY6767" fmla="*/ 53296 h 2400493"/>
              <a:gd name="connsiteX6768" fmla="*/ 5455 w 2401758"/>
              <a:gd name="connsiteY6768" fmla="*/ 58256 h 2400493"/>
              <a:gd name="connsiteX6769" fmla="*/ 2975 w 2401758"/>
              <a:gd name="connsiteY6769" fmla="*/ 63216 h 2400493"/>
              <a:gd name="connsiteX6770" fmla="*/ 1487 w 2401758"/>
              <a:gd name="connsiteY6770" fmla="*/ 64704 h 2400493"/>
              <a:gd name="connsiteX6771" fmla="*/ 495 w 2401758"/>
              <a:gd name="connsiteY6771" fmla="*/ 62720 h 2400493"/>
              <a:gd name="connsiteX6772" fmla="*/ 495 w 2401758"/>
              <a:gd name="connsiteY6772" fmla="*/ 24526 h 2400493"/>
              <a:gd name="connsiteX6773" fmla="*/ 1983 w 2401758"/>
              <a:gd name="connsiteY6773" fmla="*/ 22046 h 2400493"/>
              <a:gd name="connsiteX6774" fmla="*/ 3471 w 2401758"/>
              <a:gd name="connsiteY6774" fmla="*/ 23534 h 2400493"/>
              <a:gd name="connsiteX6775" fmla="*/ 7439 w 2401758"/>
              <a:gd name="connsiteY6775" fmla="*/ 30479 h 2400493"/>
              <a:gd name="connsiteX6776" fmla="*/ 8431 w 2401758"/>
              <a:gd name="connsiteY6776" fmla="*/ 33455 h 2400493"/>
              <a:gd name="connsiteX6777" fmla="*/ 9920 w 2401758"/>
              <a:gd name="connsiteY6777" fmla="*/ 29983 h 2400493"/>
              <a:gd name="connsiteX6778" fmla="*/ 31249 w 2401758"/>
              <a:gd name="connsiteY6778" fmla="*/ 10142 h 2400493"/>
              <a:gd name="connsiteX6779" fmla="*/ 33233 w 2401758"/>
              <a:gd name="connsiteY6779" fmla="*/ 9149 h 2400493"/>
              <a:gd name="connsiteX6780" fmla="*/ 31249 w 2401758"/>
              <a:gd name="connsiteY6780" fmla="*/ 7661 h 2400493"/>
              <a:gd name="connsiteX6781" fmla="*/ 23312 w 2401758"/>
              <a:gd name="connsiteY6781" fmla="*/ 3197 h 2400493"/>
              <a:gd name="connsiteX6782" fmla="*/ 21824 w 2401758"/>
              <a:gd name="connsiteY6782" fmla="*/ 1709 h 2400493"/>
              <a:gd name="connsiteX6783" fmla="*/ 23808 w 2401758"/>
              <a:gd name="connsiteY6783" fmla="*/ 717 h 2400493"/>
              <a:gd name="connsiteX6784" fmla="*/ 62994 w 2401758"/>
              <a:gd name="connsiteY6784" fmla="*/ 717 h 2400493"/>
              <a:gd name="connsiteX6785" fmla="*/ 64482 w 2401758"/>
              <a:gd name="connsiteY6785" fmla="*/ 2205 h 2400493"/>
              <a:gd name="connsiteX6786" fmla="*/ 62994 w 2401758"/>
              <a:gd name="connsiteY6786" fmla="*/ 3693 h 2400493"/>
              <a:gd name="connsiteX6787" fmla="*/ 58034 w 2401758"/>
              <a:gd name="connsiteY6787" fmla="*/ 6173 h 2400493"/>
              <a:gd name="connsiteX6788" fmla="*/ 53074 w 2401758"/>
              <a:gd name="connsiteY6788" fmla="*/ 8653 h 2400493"/>
              <a:gd name="connsiteX6789" fmla="*/ 58034 w 2401758"/>
              <a:gd name="connsiteY6789" fmla="*/ 10142 h 2400493"/>
              <a:gd name="connsiteX6790" fmla="*/ 72419 w 2401758"/>
              <a:gd name="connsiteY6790" fmla="*/ 22542 h 2400493"/>
              <a:gd name="connsiteX6791" fmla="*/ 81347 w 2401758"/>
              <a:gd name="connsiteY6791" fmla="*/ 23038 h 2400493"/>
              <a:gd name="connsiteX6792" fmla="*/ 98708 w 2401758"/>
              <a:gd name="connsiteY6792" fmla="*/ 10142 h 2400493"/>
              <a:gd name="connsiteX6793" fmla="*/ 100692 w 2401758"/>
              <a:gd name="connsiteY6793" fmla="*/ 9149 h 2400493"/>
              <a:gd name="connsiteX6794" fmla="*/ 99204 w 2401758"/>
              <a:gd name="connsiteY6794" fmla="*/ 7661 h 2400493"/>
              <a:gd name="connsiteX6795" fmla="*/ 89284 w 2401758"/>
              <a:gd name="connsiteY6795" fmla="*/ 1213 h 2400493"/>
              <a:gd name="connsiteX6796" fmla="*/ 100692 w 2401758"/>
              <a:gd name="connsiteY6796" fmla="*/ 221 h 2400493"/>
              <a:gd name="connsiteX6797" fmla="*/ 911204 w 2401758"/>
              <a:gd name="connsiteY6797" fmla="*/ 220 h 2400493"/>
              <a:gd name="connsiteX6798" fmla="*/ 917156 w 2401758"/>
              <a:gd name="connsiteY6798" fmla="*/ 220 h 2400493"/>
              <a:gd name="connsiteX6799" fmla="*/ 924101 w 2401758"/>
              <a:gd name="connsiteY6799" fmla="*/ 1709 h 2400493"/>
              <a:gd name="connsiteX6800" fmla="*/ 919140 w 2401758"/>
              <a:gd name="connsiteY6800" fmla="*/ 2701 h 2400493"/>
              <a:gd name="connsiteX6801" fmla="*/ 911204 w 2401758"/>
              <a:gd name="connsiteY6801" fmla="*/ 2701 h 2400493"/>
              <a:gd name="connsiteX6802" fmla="*/ 910212 w 2401758"/>
              <a:gd name="connsiteY6802" fmla="*/ 1213 h 2400493"/>
              <a:gd name="connsiteX6803" fmla="*/ 911204 w 2401758"/>
              <a:gd name="connsiteY6803" fmla="*/ 220 h 24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Lst>
            <a:rect l="l" t="t" r="r" b="b"/>
            <a:pathLst>
              <a:path w="2401758" h="2400493">
                <a:moveTo>
                  <a:pt x="242572" y="2396029"/>
                </a:moveTo>
                <a:cubicBezTo>
                  <a:pt x="244060" y="2396029"/>
                  <a:pt x="245052" y="2396525"/>
                  <a:pt x="247036" y="2397517"/>
                </a:cubicBezTo>
                <a:cubicBezTo>
                  <a:pt x="245548" y="2399005"/>
                  <a:pt x="244556" y="2400493"/>
                  <a:pt x="244060" y="2400493"/>
                </a:cubicBezTo>
                <a:cubicBezTo>
                  <a:pt x="243068" y="2399997"/>
                  <a:pt x="242076" y="2399005"/>
                  <a:pt x="241084" y="2398013"/>
                </a:cubicBezTo>
                <a:cubicBezTo>
                  <a:pt x="241084" y="2398013"/>
                  <a:pt x="242076" y="2396029"/>
                  <a:pt x="242572" y="2396029"/>
                </a:cubicBezTo>
                <a:close/>
                <a:moveTo>
                  <a:pt x="110135" y="2395533"/>
                </a:moveTo>
                <a:cubicBezTo>
                  <a:pt x="110631" y="2395533"/>
                  <a:pt x="111623" y="2396525"/>
                  <a:pt x="113607" y="2397517"/>
                </a:cubicBezTo>
                <a:cubicBezTo>
                  <a:pt x="112119" y="2399005"/>
                  <a:pt x="111127" y="2399997"/>
                  <a:pt x="110135" y="2399997"/>
                </a:cubicBezTo>
                <a:cubicBezTo>
                  <a:pt x="109639" y="2399997"/>
                  <a:pt x="108647" y="2399005"/>
                  <a:pt x="107655" y="2398509"/>
                </a:cubicBezTo>
                <a:cubicBezTo>
                  <a:pt x="108647" y="2397517"/>
                  <a:pt x="109143" y="2396525"/>
                  <a:pt x="110135" y="2395533"/>
                </a:cubicBezTo>
                <a:close/>
                <a:moveTo>
                  <a:pt x="44649" y="2395533"/>
                </a:moveTo>
                <a:cubicBezTo>
                  <a:pt x="44153" y="2395533"/>
                  <a:pt x="45145" y="2397021"/>
                  <a:pt x="47129" y="2398509"/>
                </a:cubicBezTo>
                <a:cubicBezTo>
                  <a:pt x="45145" y="2399501"/>
                  <a:pt x="44153" y="2399997"/>
                  <a:pt x="43161" y="2399997"/>
                </a:cubicBezTo>
                <a:cubicBezTo>
                  <a:pt x="42665" y="2399997"/>
                  <a:pt x="41177" y="2398013"/>
                  <a:pt x="41673" y="2398013"/>
                </a:cubicBezTo>
                <a:cubicBezTo>
                  <a:pt x="42169" y="2397021"/>
                  <a:pt x="43657" y="2396029"/>
                  <a:pt x="44649" y="2395533"/>
                </a:cubicBezTo>
                <a:close/>
                <a:moveTo>
                  <a:pt x="176105" y="2394541"/>
                </a:moveTo>
                <a:cubicBezTo>
                  <a:pt x="177593" y="2396029"/>
                  <a:pt x="179081" y="2397021"/>
                  <a:pt x="179081" y="2397517"/>
                </a:cubicBezTo>
                <a:cubicBezTo>
                  <a:pt x="178585" y="2398509"/>
                  <a:pt x="177593" y="2399501"/>
                  <a:pt x="176601" y="2400493"/>
                </a:cubicBezTo>
                <a:cubicBezTo>
                  <a:pt x="176601" y="2400493"/>
                  <a:pt x="174617" y="2399501"/>
                  <a:pt x="174617" y="2399005"/>
                </a:cubicBezTo>
                <a:cubicBezTo>
                  <a:pt x="174617" y="2397517"/>
                  <a:pt x="175113" y="2396525"/>
                  <a:pt x="176105" y="2394541"/>
                </a:cubicBezTo>
                <a:close/>
                <a:moveTo>
                  <a:pt x="581383" y="2329066"/>
                </a:moveTo>
                <a:cubicBezTo>
                  <a:pt x="581879" y="2329066"/>
                  <a:pt x="583367" y="2330058"/>
                  <a:pt x="584855" y="2331050"/>
                </a:cubicBezTo>
                <a:cubicBezTo>
                  <a:pt x="583367" y="2332538"/>
                  <a:pt x="582375" y="2333530"/>
                  <a:pt x="581383" y="2333530"/>
                </a:cubicBezTo>
                <a:cubicBezTo>
                  <a:pt x="580887" y="2333530"/>
                  <a:pt x="579895" y="2332538"/>
                  <a:pt x="578902" y="2332042"/>
                </a:cubicBezTo>
                <a:cubicBezTo>
                  <a:pt x="579895" y="2331050"/>
                  <a:pt x="580391" y="2330058"/>
                  <a:pt x="581383" y="2329066"/>
                </a:cubicBezTo>
                <a:close/>
                <a:moveTo>
                  <a:pt x="444973" y="2329066"/>
                </a:moveTo>
                <a:cubicBezTo>
                  <a:pt x="445965" y="2330058"/>
                  <a:pt x="446957" y="2330554"/>
                  <a:pt x="447949" y="2331546"/>
                </a:cubicBezTo>
                <a:cubicBezTo>
                  <a:pt x="448445" y="2332042"/>
                  <a:pt x="446957" y="2333034"/>
                  <a:pt x="445965" y="2335018"/>
                </a:cubicBezTo>
                <a:cubicBezTo>
                  <a:pt x="444476" y="2333530"/>
                  <a:pt x="443485" y="2332538"/>
                  <a:pt x="443485" y="2331546"/>
                </a:cubicBezTo>
                <a:cubicBezTo>
                  <a:pt x="443485" y="2331050"/>
                  <a:pt x="444476" y="2330058"/>
                  <a:pt x="444973" y="2329066"/>
                </a:cubicBezTo>
                <a:close/>
                <a:moveTo>
                  <a:pt x="514884" y="2328074"/>
                </a:moveTo>
                <a:cubicBezTo>
                  <a:pt x="515876" y="2330058"/>
                  <a:pt x="516868" y="2331050"/>
                  <a:pt x="516868" y="2331546"/>
                </a:cubicBezTo>
                <a:cubicBezTo>
                  <a:pt x="516372" y="2332538"/>
                  <a:pt x="514884" y="2333034"/>
                  <a:pt x="513892" y="2334026"/>
                </a:cubicBezTo>
                <a:cubicBezTo>
                  <a:pt x="513396" y="2333034"/>
                  <a:pt x="511908" y="2332538"/>
                  <a:pt x="512404" y="2331546"/>
                </a:cubicBezTo>
                <a:cubicBezTo>
                  <a:pt x="512900" y="2330554"/>
                  <a:pt x="513892" y="2329562"/>
                  <a:pt x="514884" y="2328074"/>
                </a:cubicBezTo>
                <a:close/>
                <a:moveTo>
                  <a:pt x="379486" y="2328074"/>
                </a:moveTo>
                <a:cubicBezTo>
                  <a:pt x="380478" y="2330058"/>
                  <a:pt x="381470" y="2331050"/>
                  <a:pt x="381470" y="2331546"/>
                </a:cubicBezTo>
                <a:cubicBezTo>
                  <a:pt x="380974" y="2332538"/>
                  <a:pt x="379486" y="2333034"/>
                  <a:pt x="378494" y="2334026"/>
                </a:cubicBezTo>
                <a:cubicBezTo>
                  <a:pt x="377998" y="2333034"/>
                  <a:pt x="376510" y="2332538"/>
                  <a:pt x="377006" y="2331546"/>
                </a:cubicBezTo>
                <a:cubicBezTo>
                  <a:pt x="377006" y="2330554"/>
                  <a:pt x="377998" y="2329562"/>
                  <a:pt x="379486" y="2328074"/>
                </a:cubicBezTo>
                <a:close/>
                <a:moveTo>
                  <a:pt x="647343" y="2327578"/>
                </a:moveTo>
                <a:cubicBezTo>
                  <a:pt x="648831" y="2329066"/>
                  <a:pt x="650319" y="2330058"/>
                  <a:pt x="650319" y="2330554"/>
                </a:cubicBezTo>
                <a:cubicBezTo>
                  <a:pt x="649823" y="2331546"/>
                  <a:pt x="648831" y="2332538"/>
                  <a:pt x="647839" y="2333530"/>
                </a:cubicBezTo>
                <a:cubicBezTo>
                  <a:pt x="647839" y="2333530"/>
                  <a:pt x="645855" y="2332538"/>
                  <a:pt x="645855" y="2332042"/>
                </a:cubicBezTo>
                <a:cubicBezTo>
                  <a:pt x="645855" y="2331050"/>
                  <a:pt x="646847" y="2329562"/>
                  <a:pt x="647343" y="2327578"/>
                </a:cubicBezTo>
                <a:close/>
                <a:moveTo>
                  <a:pt x="176611" y="2327578"/>
                </a:moveTo>
                <a:cubicBezTo>
                  <a:pt x="178100" y="2326586"/>
                  <a:pt x="180084" y="2329066"/>
                  <a:pt x="182564" y="2331050"/>
                </a:cubicBezTo>
                <a:cubicBezTo>
                  <a:pt x="180580" y="2333034"/>
                  <a:pt x="179092" y="2335018"/>
                  <a:pt x="177604" y="2336506"/>
                </a:cubicBezTo>
                <a:cubicBezTo>
                  <a:pt x="176115" y="2337498"/>
                  <a:pt x="171651" y="2333530"/>
                  <a:pt x="172147" y="2332042"/>
                </a:cubicBezTo>
                <a:cubicBezTo>
                  <a:pt x="173139" y="2330058"/>
                  <a:pt x="174627" y="2327578"/>
                  <a:pt x="176611" y="2327578"/>
                </a:cubicBezTo>
                <a:close/>
                <a:moveTo>
                  <a:pt x="242570" y="2327082"/>
                </a:moveTo>
                <a:cubicBezTo>
                  <a:pt x="244554" y="2327082"/>
                  <a:pt x="246538" y="2329066"/>
                  <a:pt x="249018" y="2331050"/>
                </a:cubicBezTo>
                <a:cubicBezTo>
                  <a:pt x="247034" y="2333034"/>
                  <a:pt x="245546" y="2335018"/>
                  <a:pt x="243562" y="2336010"/>
                </a:cubicBezTo>
                <a:cubicBezTo>
                  <a:pt x="242073" y="2337003"/>
                  <a:pt x="237609" y="2333034"/>
                  <a:pt x="238105" y="2331546"/>
                </a:cubicBezTo>
                <a:cubicBezTo>
                  <a:pt x="239097" y="2329562"/>
                  <a:pt x="241081" y="2327082"/>
                  <a:pt x="242570" y="2327082"/>
                </a:cubicBezTo>
                <a:close/>
                <a:moveTo>
                  <a:pt x="109644" y="2327082"/>
                </a:moveTo>
                <a:cubicBezTo>
                  <a:pt x="111629" y="2327082"/>
                  <a:pt x="113117" y="2329066"/>
                  <a:pt x="116093" y="2331050"/>
                </a:cubicBezTo>
                <a:cubicBezTo>
                  <a:pt x="114109" y="2333034"/>
                  <a:pt x="112621" y="2335018"/>
                  <a:pt x="110637" y="2336010"/>
                </a:cubicBezTo>
                <a:cubicBezTo>
                  <a:pt x="109148" y="2337003"/>
                  <a:pt x="104684" y="2333034"/>
                  <a:pt x="105180" y="2331546"/>
                </a:cubicBezTo>
                <a:cubicBezTo>
                  <a:pt x="106172" y="2329562"/>
                  <a:pt x="108156" y="2327082"/>
                  <a:pt x="109644" y="2327082"/>
                </a:cubicBezTo>
                <a:close/>
                <a:moveTo>
                  <a:pt x="44176" y="2327082"/>
                </a:moveTo>
                <a:cubicBezTo>
                  <a:pt x="45168" y="2326586"/>
                  <a:pt x="47152" y="2329562"/>
                  <a:pt x="49633" y="2331546"/>
                </a:cubicBezTo>
                <a:cubicBezTo>
                  <a:pt x="47152" y="2333530"/>
                  <a:pt x="45168" y="2336010"/>
                  <a:pt x="43680" y="2336010"/>
                </a:cubicBezTo>
                <a:cubicBezTo>
                  <a:pt x="42192" y="2336010"/>
                  <a:pt x="40208" y="2333530"/>
                  <a:pt x="38720" y="2332042"/>
                </a:cubicBezTo>
                <a:cubicBezTo>
                  <a:pt x="40704" y="2330554"/>
                  <a:pt x="42192" y="2328074"/>
                  <a:pt x="44176" y="2327082"/>
                </a:cubicBezTo>
                <a:close/>
                <a:moveTo>
                  <a:pt x="311527" y="2326586"/>
                </a:moveTo>
                <a:cubicBezTo>
                  <a:pt x="313015" y="2328570"/>
                  <a:pt x="315495" y="2330058"/>
                  <a:pt x="316488" y="2332042"/>
                </a:cubicBezTo>
                <a:cubicBezTo>
                  <a:pt x="316985" y="2333034"/>
                  <a:pt x="314503" y="2335019"/>
                  <a:pt x="312023" y="2337499"/>
                </a:cubicBezTo>
                <a:cubicBezTo>
                  <a:pt x="310039" y="2335019"/>
                  <a:pt x="307559" y="2333034"/>
                  <a:pt x="307559" y="2331546"/>
                </a:cubicBezTo>
                <a:cubicBezTo>
                  <a:pt x="307559" y="2330058"/>
                  <a:pt x="310039" y="2328074"/>
                  <a:pt x="311527" y="2326586"/>
                </a:cubicBezTo>
                <a:close/>
                <a:moveTo>
                  <a:pt x="783754" y="2263094"/>
                </a:moveTo>
                <a:cubicBezTo>
                  <a:pt x="784747" y="2263590"/>
                  <a:pt x="785739" y="2265078"/>
                  <a:pt x="786236" y="2266070"/>
                </a:cubicBezTo>
                <a:cubicBezTo>
                  <a:pt x="786236" y="2265574"/>
                  <a:pt x="784747" y="2266566"/>
                  <a:pt x="783258" y="2268550"/>
                </a:cubicBezTo>
                <a:cubicBezTo>
                  <a:pt x="782265" y="2266566"/>
                  <a:pt x="781769" y="2265574"/>
                  <a:pt x="781769" y="2264582"/>
                </a:cubicBezTo>
                <a:cubicBezTo>
                  <a:pt x="781769" y="2264086"/>
                  <a:pt x="783754" y="2262598"/>
                  <a:pt x="783754" y="2263094"/>
                </a:cubicBezTo>
                <a:close/>
                <a:moveTo>
                  <a:pt x="851725" y="2262102"/>
                </a:moveTo>
                <a:cubicBezTo>
                  <a:pt x="851725" y="2262598"/>
                  <a:pt x="852222" y="2263590"/>
                  <a:pt x="854207" y="2265078"/>
                </a:cubicBezTo>
                <a:cubicBezTo>
                  <a:pt x="852222" y="2266070"/>
                  <a:pt x="851228" y="2266566"/>
                  <a:pt x="850238" y="2266566"/>
                </a:cubicBezTo>
                <a:cubicBezTo>
                  <a:pt x="849742" y="2266566"/>
                  <a:pt x="848256" y="2264582"/>
                  <a:pt x="848750" y="2264582"/>
                </a:cubicBezTo>
                <a:cubicBezTo>
                  <a:pt x="849246" y="2263590"/>
                  <a:pt x="850734" y="2262598"/>
                  <a:pt x="851725" y="2262102"/>
                </a:cubicBezTo>
                <a:close/>
                <a:moveTo>
                  <a:pt x="714277" y="2261110"/>
                </a:moveTo>
                <a:cubicBezTo>
                  <a:pt x="715765" y="2262598"/>
                  <a:pt x="717253" y="2263590"/>
                  <a:pt x="717253" y="2264086"/>
                </a:cubicBezTo>
                <a:cubicBezTo>
                  <a:pt x="716757" y="2265078"/>
                  <a:pt x="715765" y="2266070"/>
                  <a:pt x="714773" y="2267062"/>
                </a:cubicBezTo>
                <a:cubicBezTo>
                  <a:pt x="714773" y="2267062"/>
                  <a:pt x="712789" y="2266070"/>
                  <a:pt x="712789" y="2265574"/>
                </a:cubicBezTo>
                <a:cubicBezTo>
                  <a:pt x="712293" y="2264086"/>
                  <a:pt x="713285" y="2263094"/>
                  <a:pt x="714277" y="2261110"/>
                </a:cubicBezTo>
                <a:close/>
                <a:moveTo>
                  <a:pt x="647833" y="2260118"/>
                </a:moveTo>
                <a:cubicBezTo>
                  <a:pt x="649817" y="2260118"/>
                  <a:pt x="651801" y="2262598"/>
                  <a:pt x="654282" y="2264582"/>
                </a:cubicBezTo>
                <a:cubicBezTo>
                  <a:pt x="651801" y="2266566"/>
                  <a:pt x="649817" y="2269542"/>
                  <a:pt x="648329" y="2269046"/>
                </a:cubicBezTo>
                <a:cubicBezTo>
                  <a:pt x="646345" y="2268550"/>
                  <a:pt x="644857" y="2266070"/>
                  <a:pt x="642873" y="2264086"/>
                </a:cubicBezTo>
                <a:cubicBezTo>
                  <a:pt x="644361" y="2262598"/>
                  <a:pt x="646345" y="2260118"/>
                  <a:pt x="647833" y="2260118"/>
                </a:cubicBezTo>
                <a:close/>
                <a:moveTo>
                  <a:pt x="580849" y="2260118"/>
                </a:moveTo>
                <a:cubicBezTo>
                  <a:pt x="582833" y="2260118"/>
                  <a:pt x="584817" y="2262598"/>
                  <a:pt x="587297" y="2264086"/>
                </a:cubicBezTo>
                <a:cubicBezTo>
                  <a:pt x="585313" y="2266070"/>
                  <a:pt x="583825" y="2268054"/>
                  <a:pt x="581841" y="2269046"/>
                </a:cubicBezTo>
                <a:cubicBezTo>
                  <a:pt x="580352" y="2270039"/>
                  <a:pt x="575888" y="2266070"/>
                  <a:pt x="576384" y="2264582"/>
                </a:cubicBezTo>
                <a:cubicBezTo>
                  <a:pt x="577376" y="2262598"/>
                  <a:pt x="579360" y="2260118"/>
                  <a:pt x="580849" y="2260118"/>
                </a:cubicBezTo>
                <a:close/>
                <a:moveTo>
                  <a:pt x="513928" y="2259622"/>
                </a:moveTo>
                <a:cubicBezTo>
                  <a:pt x="519386" y="2260118"/>
                  <a:pt x="519386" y="2260118"/>
                  <a:pt x="519386" y="2265078"/>
                </a:cubicBezTo>
                <a:cubicBezTo>
                  <a:pt x="519881" y="2268055"/>
                  <a:pt x="518889" y="2270039"/>
                  <a:pt x="514920" y="2269543"/>
                </a:cubicBezTo>
                <a:cubicBezTo>
                  <a:pt x="509463" y="2269046"/>
                  <a:pt x="509960" y="2269543"/>
                  <a:pt x="509463" y="2264582"/>
                </a:cubicBezTo>
                <a:cubicBezTo>
                  <a:pt x="509463" y="2261110"/>
                  <a:pt x="509960" y="2259622"/>
                  <a:pt x="513928" y="2259622"/>
                </a:cubicBezTo>
                <a:close/>
                <a:moveTo>
                  <a:pt x="378978" y="2257638"/>
                </a:moveTo>
                <a:cubicBezTo>
                  <a:pt x="381954" y="2258134"/>
                  <a:pt x="384434" y="2262102"/>
                  <a:pt x="387411" y="2264582"/>
                </a:cubicBezTo>
                <a:cubicBezTo>
                  <a:pt x="384434" y="2267559"/>
                  <a:pt x="381954" y="2270039"/>
                  <a:pt x="378978" y="2271527"/>
                </a:cubicBezTo>
                <a:cubicBezTo>
                  <a:pt x="377490" y="2272519"/>
                  <a:pt x="370544" y="2265574"/>
                  <a:pt x="371537" y="2264086"/>
                </a:cubicBezTo>
                <a:cubicBezTo>
                  <a:pt x="373522" y="2261606"/>
                  <a:pt x="376498" y="2258134"/>
                  <a:pt x="378978" y="2257638"/>
                </a:cubicBezTo>
                <a:close/>
                <a:moveTo>
                  <a:pt x="312008" y="2257638"/>
                </a:moveTo>
                <a:cubicBezTo>
                  <a:pt x="317464" y="2257638"/>
                  <a:pt x="319448" y="2259622"/>
                  <a:pt x="319448" y="2264582"/>
                </a:cubicBezTo>
                <a:cubicBezTo>
                  <a:pt x="319448" y="2269543"/>
                  <a:pt x="317464" y="2272023"/>
                  <a:pt x="313000" y="2272023"/>
                </a:cubicBezTo>
                <a:cubicBezTo>
                  <a:pt x="308039" y="2272023"/>
                  <a:pt x="305558" y="2270535"/>
                  <a:pt x="305062" y="2265574"/>
                </a:cubicBezTo>
                <a:cubicBezTo>
                  <a:pt x="304566" y="2259622"/>
                  <a:pt x="306551" y="2257638"/>
                  <a:pt x="312008" y="2257638"/>
                </a:cubicBezTo>
                <a:close/>
                <a:moveTo>
                  <a:pt x="244042" y="2257638"/>
                </a:moveTo>
                <a:cubicBezTo>
                  <a:pt x="249003" y="2257638"/>
                  <a:pt x="250491" y="2260118"/>
                  <a:pt x="250491" y="2265078"/>
                </a:cubicBezTo>
                <a:cubicBezTo>
                  <a:pt x="250491" y="2270039"/>
                  <a:pt x="248507" y="2272023"/>
                  <a:pt x="243050" y="2272023"/>
                </a:cubicBezTo>
                <a:cubicBezTo>
                  <a:pt x="238090" y="2272023"/>
                  <a:pt x="236106" y="2270039"/>
                  <a:pt x="236106" y="2265078"/>
                </a:cubicBezTo>
                <a:cubicBezTo>
                  <a:pt x="236106" y="2259622"/>
                  <a:pt x="238090" y="2257142"/>
                  <a:pt x="244042" y="2257638"/>
                </a:cubicBezTo>
                <a:close/>
                <a:moveTo>
                  <a:pt x="176600" y="2257638"/>
                </a:moveTo>
                <a:cubicBezTo>
                  <a:pt x="181561" y="2257638"/>
                  <a:pt x="183545" y="2259622"/>
                  <a:pt x="184041" y="2264582"/>
                </a:cubicBezTo>
                <a:cubicBezTo>
                  <a:pt x="184041" y="2270535"/>
                  <a:pt x="182057" y="2272519"/>
                  <a:pt x="176600" y="2272023"/>
                </a:cubicBezTo>
                <a:cubicBezTo>
                  <a:pt x="171640" y="2272023"/>
                  <a:pt x="169656" y="2269543"/>
                  <a:pt x="170152" y="2264582"/>
                </a:cubicBezTo>
                <a:cubicBezTo>
                  <a:pt x="169656" y="2259622"/>
                  <a:pt x="171640" y="2257638"/>
                  <a:pt x="176600" y="2257638"/>
                </a:cubicBezTo>
                <a:close/>
                <a:moveTo>
                  <a:pt x="109648" y="2257638"/>
                </a:moveTo>
                <a:cubicBezTo>
                  <a:pt x="114609" y="2257638"/>
                  <a:pt x="117089" y="2259126"/>
                  <a:pt x="117585" y="2264086"/>
                </a:cubicBezTo>
                <a:cubicBezTo>
                  <a:pt x="118081" y="2269047"/>
                  <a:pt x="116097" y="2271527"/>
                  <a:pt x="111632" y="2272023"/>
                </a:cubicBezTo>
                <a:cubicBezTo>
                  <a:pt x="106176" y="2272519"/>
                  <a:pt x="103200" y="2270535"/>
                  <a:pt x="103200" y="2265078"/>
                </a:cubicBezTo>
                <a:cubicBezTo>
                  <a:pt x="102704" y="2260118"/>
                  <a:pt x="104688" y="2257638"/>
                  <a:pt x="109648" y="2257638"/>
                </a:cubicBezTo>
                <a:close/>
                <a:moveTo>
                  <a:pt x="44154" y="2257638"/>
                </a:moveTo>
                <a:cubicBezTo>
                  <a:pt x="48619" y="2258134"/>
                  <a:pt x="50603" y="2260118"/>
                  <a:pt x="50603" y="2265078"/>
                </a:cubicBezTo>
                <a:cubicBezTo>
                  <a:pt x="50107" y="2270039"/>
                  <a:pt x="48123" y="2272023"/>
                  <a:pt x="43162" y="2272023"/>
                </a:cubicBezTo>
                <a:cubicBezTo>
                  <a:pt x="38202" y="2272023"/>
                  <a:pt x="36218" y="2270039"/>
                  <a:pt x="36218" y="2265078"/>
                </a:cubicBezTo>
                <a:cubicBezTo>
                  <a:pt x="36218" y="2259622"/>
                  <a:pt x="38698" y="2257638"/>
                  <a:pt x="44154" y="2257638"/>
                </a:cubicBezTo>
                <a:close/>
                <a:moveTo>
                  <a:pt x="444978" y="2256646"/>
                </a:moveTo>
                <a:cubicBezTo>
                  <a:pt x="447954" y="2259622"/>
                  <a:pt x="451923" y="2261606"/>
                  <a:pt x="452419" y="2264086"/>
                </a:cubicBezTo>
                <a:cubicBezTo>
                  <a:pt x="452419" y="2266567"/>
                  <a:pt x="448946" y="2269543"/>
                  <a:pt x="446962" y="2272023"/>
                </a:cubicBezTo>
                <a:cubicBezTo>
                  <a:pt x="445970" y="2273015"/>
                  <a:pt x="438033" y="2267063"/>
                  <a:pt x="439025" y="2265079"/>
                </a:cubicBezTo>
                <a:cubicBezTo>
                  <a:pt x="440017" y="2262102"/>
                  <a:pt x="442498" y="2259622"/>
                  <a:pt x="444978" y="2256646"/>
                </a:cubicBezTo>
                <a:close/>
                <a:moveTo>
                  <a:pt x="986132" y="2196131"/>
                </a:moveTo>
                <a:cubicBezTo>
                  <a:pt x="987124" y="2196627"/>
                  <a:pt x="988116" y="2198115"/>
                  <a:pt x="988612" y="2199107"/>
                </a:cubicBezTo>
                <a:cubicBezTo>
                  <a:pt x="988612" y="2199107"/>
                  <a:pt x="987124" y="2200099"/>
                  <a:pt x="985636" y="2201587"/>
                </a:cubicBezTo>
                <a:cubicBezTo>
                  <a:pt x="984644" y="2199603"/>
                  <a:pt x="984148" y="2198611"/>
                  <a:pt x="984148" y="2197619"/>
                </a:cubicBezTo>
                <a:cubicBezTo>
                  <a:pt x="984148" y="2197123"/>
                  <a:pt x="986132" y="2195635"/>
                  <a:pt x="986132" y="2196131"/>
                </a:cubicBezTo>
                <a:close/>
                <a:moveTo>
                  <a:pt x="917184" y="2196131"/>
                </a:moveTo>
                <a:cubicBezTo>
                  <a:pt x="918176" y="2196627"/>
                  <a:pt x="919168" y="2198115"/>
                  <a:pt x="919664" y="2199107"/>
                </a:cubicBezTo>
                <a:cubicBezTo>
                  <a:pt x="919664" y="2199107"/>
                  <a:pt x="918176" y="2200099"/>
                  <a:pt x="916688" y="2201587"/>
                </a:cubicBezTo>
                <a:cubicBezTo>
                  <a:pt x="915696" y="2199603"/>
                  <a:pt x="915200" y="2198611"/>
                  <a:pt x="915200" y="2197619"/>
                </a:cubicBezTo>
                <a:cubicBezTo>
                  <a:pt x="915200" y="2197123"/>
                  <a:pt x="917184" y="2195635"/>
                  <a:pt x="917184" y="2196131"/>
                </a:cubicBezTo>
                <a:close/>
                <a:moveTo>
                  <a:pt x="1054054" y="2195634"/>
                </a:moveTo>
                <a:cubicBezTo>
                  <a:pt x="1054054" y="2195634"/>
                  <a:pt x="1054550" y="2197122"/>
                  <a:pt x="1056534" y="2198610"/>
                </a:cubicBezTo>
                <a:cubicBezTo>
                  <a:pt x="1054550" y="2199602"/>
                  <a:pt x="1053558" y="2200098"/>
                  <a:pt x="1052566" y="2200098"/>
                </a:cubicBezTo>
                <a:cubicBezTo>
                  <a:pt x="1052070" y="2200098"/>
                  <a:pt x="1050582" y="2198114"/>
                  <a:pt x="1051078" y="2198114"/>
                </a:cubicBezTo>
                <a:cubicBezTo>
                  <a:pt x="1051574" y="2197122"/>
                  <a:pt x="1053062" y="2196130"/>
                  <a:pt x="1054054" y="2195634"/>
                </a:cubicBezTo>
                <a:close/>
                <a:moveTo>
                  <a:pt x="850692" y="2193651"/>
                </a:moveTo>
                <a:cubicBezTo>
                  <a:pt x="852676" y="2194643"/>
                  <a:pt x="854660" y="2196627"/>
                  <a:pt x="855156" y="2198115"/>
                </a:cubicBezTo>
                <a:cubicBezTo>
                  <a:pt x="855156" y="2199603"/>
                  <a:pt x="852676" y="2201587"/>
                  <a:pt x="850692" y="2204067"/>
                </a:cubicBezTo>
                <a:cubicBezTo>
                  <a:pt x="848708" y="2201587"/>
                  <a:pt x="846723" y="2200595"/>
                  <a:pt x="845730" y="2198611"/>
                </a:cubicBezTo>
                <a:cubicBezTo>
                  <a:pt x="844740" y="2196627"/>
                  <a:pt x="848708" y="2192659"/>
                  <a:pt x="850692" y="2193651"/>
                </a:cubicBezTo>
                <a:close/>
                <a:moveTo>
                  <a:pt x="783730" y="2193154"/>
                </a:moveTo>
                <a:cubicBezTo>
                  <a:pt x="789188" y="2193650"/>
                  <a:pt x="788691" y="2193154"/>
                  <a:pt x="789188" y="2198114"/>
                </a:cubicBezTo>
                <a:cubicBezTo>
                  <a:pt x="788691" y="2201586"/>
                  <a:pt x="788195" y="2203571"/>
                  <a:pt x="784722" y="2203075"/>
                </a:cubicBezTo>
                <a:cubicBezTo>
                  <a:pt x="779265" y="2203075"/>
                  <a:pt x="779265" y="2203075"/>
                  <a:pt x="779265" y="2198114"/>
                </a:cubicBezTo>
                <a:cubicBezTo>
                  <a:pt x="779265" y="2194642"/>
                  <a:pt x="779761" y="2193154"/>
                  <a:pt x="783730" y="2193154"/>
                </a:cubicBezTo>
                <a:close/>
                <a:moveTo>
                  <a:pt x="714817" y="2191666"/>
                </a:moveTo>
                <a:cubicBezTo>
                  <a:pt x="716801" y="2191170"/>
                  <a:pt x="720273" y="2195634"/>
                  <a:pt x="723249" y="2198115"/>
                </a:cubicBezTo>
                <a:cubicBezTo>
                  <a:pt x="719777" y="2201091"/>
                  <a:pt x="717297" y="2204563"/>
                  <a:pt x="714817" y="2204563"/>
                </a:cubicBezTo>
                <a:cubicBezTo>
                  <a:pt x="712337" y="2204563"/>
                  <a:pt x="709857" y="2200595"/>
                  <a:pt x="707377" y="2198611"/>
                </a:cubicBezTo>
                <a:cubicBezTo>
                  <a:pt x="709857" y="2196130"/>
                  <a:pt x="711841" y="2192162"/>
                  <a:pt x="714817" y="2191666"/>
                </a:cubicBezTo>
                <a:close/>
                <a:moveTo>
                  <a:pt x="648308" y="2190674"/>
                </a:moveTo>
                <a:cubicBezTo>
                  <a:pt x="653269" y="2191170"/>
                  <a:pt x="655253" y="2193154"/>
                  <a:pt x="655253" y="2198114"/>
                </a:cubicBezTo>
                <a:cubicBezTo>
                  <a:pt x="655253" y="2203075"/>
                  <a:pt x="653269" y="2205059"/>
                  <a:pt x="648308" y="2205059"/>
                </a:cubicBezTo>
                <a:cubicBezTo>
                  <a:pt x="642852" y="2205059"/>
                  <a:pt x="640868" y="2202579"/>
                  <a:pt x="640868" y="2197122"/>
                </a:cubicBezTo>
                <a:cubicBezTo>
                  <a:pt x="641364" y="2192658"/>
                  <a:pt x="643348" y="2190674"/>
                  <a:pt x="648308" y="2190674"/>
                </a:cubicBezTo>
                <a:close/>
                <a:moveTo>
                  <a:pt x="581391" y="2190674"/>
                </a:moveTo>
                <a:cubicBezTo>
                  <a:pt x="586848" y="2191170"/>
                  <a:pt x="588832" y="2193154"/>
                  <a:pt x="588337" y="2198114"/>
                </a:cubicBezTo>
                <a:cubicBezTo>
                  <a:pt x="588337" y="2203075"/>
                  <a:pt x="586352" y="2205059"/>
                  <a:pt x="581391" y="2205059"/>
                </a:cubicBezTo>
                <a:cubicBezTo>
                  <a:pt x="575935" y="2205059"/>
                  <a:pt x="573950" y="2202579"/>
                  <a:pt x="573950" y="2197122"/>
                </a:cubicBezTo>
                <a:cubicBezTo>
                  <a:pt x="574446" y="2192658"/>
                  <a:pt x="576431" y="2190674"/>
                  <a:pt x="581391" y="2190674"/>
                </a:cubicBezTo>
                <a:close/>
                <a:moveTo>
                  <a:pt x="312510" y="2189186"/>
                </a:moveTo>
                <a:cubicBezTo>
                  <a:pt x="317469" y="2188690"/>
                  <a:pt x="321935" y="2193154"/>
                  <a:pt x="321935" y="2198114"/>
                </a:cubicBezTo>
                <a:cubicBezTo>
                  <a:pt x="321935" y="2203075"/>
                  <a:pt x="317965" y="2207539"/>
                  <a:pt x="313006" y="2208035"/>
                </a:cubicBezTo>
                <a:cubicBezTo>
                  <a:pt x="307053" y="2208035"/>
                  <a:pt x="302589" y="2204067"/>
                  <a:pt x="303085" y="2198114"/>
                </a:cubicBezTo>
                <a:cubicBezTo>
                  <a:pt x="303085" y="2193154"/>
                  <a:pt x="307549" y="2189186"/>
                  <a:pt x="312510" y="2189186"/>
                </a:cubicBezTo>
                <a:close/>
                <a:moveTo>
                  <a:pt x="514462" y="2188690"/>
                </a:moveTo>
                <a:cubicBezTo>
                  <a:pt x="515888" y="2188690"/>
                  <a:pt x="517376" y="2190674"/>
                  <a:pt x="521840" y="2194642"/>
                </a:cubicBezTo>
                <a:cubicBezTo>
                  <a:pt x="524817" y="2197619"/>
                  <a:pt x="524817" y="2199603"/>
                  <a:pt x="521344" y="2202083"/>
                </a:cubicBezTo>
                <a:cubicBezTo>
                  <a:pt x="519360" y="2203571"/>
                  <a:pt x="517872" y="2205555"/>
                  <a:pt x="516384" y="2207043"/>
                </a:cubicBezTo>
                <a:cubicBezTo>
                  <a:pt x="515888" y="2207539"/>
                  <a:pt x="515392" y="2207539"/>
                  <a:pt x="513904" y="2208035"/>
                </a:cubicBezTo>
                <a:cubicBezTo>
                  <a:pt x="511920" y="2206051"/>
                  <a:pt x="509936" y="2203571"/>
                  <a:pt x="507455" y="2202083"/>
                </a:cubicBezTo>
                <a:cubicBezTo>
                  <a:pt x="503982" y="2199107"/>
                  <a:pt x="504974" y="2197122"/>
                  <a:pt x="507455" y="2194642"/>
                </a:cubicBezTo>
                <a:cubicBezTo>
                  <a:pt x="511672" y="2190674"/>
                  <a:pt x="513036" y="2188690"/>
                  <a:pt x="514462" y="2188690"/>
                </a:cubicBezTo>
                <a:close/>
                <a:moveTo>
                  <a:pt x="379459" y="2188690"/>
                </a:moveTo>
                <a:cubicBezTo>
                  <a:pt x="384419" y="2188690"/>
                  <a:pt x="388884" y="2193155"/>
                  <a:pt x="388884" y="2198115"/>
                </a:cubicBezTo>
                <a:cubicBezTo>
                  <a:pt x="388388" y="2203075"/>
                  <a:pt x="383923" y="2207539"/>
                  <a:pt x="379459" y="2207539"/>
                </a:cubicBezTo>
                <a:cubicBezTo>
                  <a:pt x="374499" y="2207539"/>
                  <a:pt x="370035" y="2203571"/>
                  <a:pt x="369539" y="2198611"/>
                </a:cubicBezTo>
                <a:cubicBezTo>
                  <a:pt x="369043" y="2193155"/>
                  <a:pt x="373507" y="2188194"/>
                  <a:pt x="379459" y="2188690"/>
                </a:cubicBezTo>
                <a:close/>
                <a:moveTo>
                  <a:pt x="243550" y="2188690"/>
                </a:moveTo>
                <a:cubicBezTo>
                  <a:pt x="248510" y="2188690"/>
                  <a:pt x="252974" y="2193154"/>
                  <a:pt x="252974" y="2198114"/>
                </a:cubicBezTo>
                <a:cubicBezTo>
                  <a:pt x="252974" y="2203075"/>
                  <a:pt x="248510" y="2207539"/>
                  <a:pt x="243550" y="2207539"/>
                </a:cubicBezTo>
                <a:cubicBezTo>
                  <a:pt x="238093" y="2207539"/>
                  <a:pt x="233629" y="2203075"/>
                  <a:pt x="233629" y="2197618"/>
                </a:cubicBezTo>
                <a:cubicBezTo>
                  <a:pt x="233629" y="2192658"/>
                  <a:pt x="238589" y="2188690"/>
                  <a:pt x="243550" y="2188690"/>
                </a:cubicBezTo>
                <a:close/>
                <a:moveTo>
                  <a:pt x="177094" y="2188690"/>
                </a:moveTo>
                <a:cubicBezTo>
                  <a:pt x="182054" y="2188690"/>
                  <a:pt x="186022" y="2193154"/>
                  <a:pt x="186022" y="2198611"/>
                </a:cubicBezTo>
                <a:cubicBezTo>
                  <a:pt x="186022" y="2203571"/>
                  <a:pt x="181558" y="2208035"/>
                  <a:pt x="176597" y="2208035"/>
                </a:cubicBezTo>
                <a:cubicBezTo>
                  <a:pt x="171637" y="2208035"/>
                  <a:pt x="167173" y="2203571"/>
                  <a:pt x="167173" y="2198611"/>
                </a:cubicBezTo>
                <a:cubicBezTo>
                  <a:pt x="167173" y="2193154"/>
                  <a:pt x="171637" y="2188690"/>
                  <a:pt x="177094" y="2188690"/>
                </a:cubicBezTo>
                <a:close/>
                <a:moveTo>
                  <a:pt x="43674" y="2188690"/>
                </a:moveTo>
                <a:cubicBezTo>
                  <a:pt x="49130" y="2188690"/>
                  <a:pt x="53098" y="2193154"/>
                  <a:pt x="52602" y="2198611"/>
                </a:cubicBezTo>
                <a:cubicBezTo>
                  <a:pt x="52602" y="2203571"/>
                  <a:pt x="48138" y="2208035"/>
                  <a:pt x="43178" y="2208035"/>
                </a:cubicBezTo>
                <a:cubicBezTo>
                  <a:pt x="38217" y="2208035"/>
                  <a:pt x="33753" y="2203571"/>
                  <a:pt x="33753" y="2198611"/>
                </a:cubicBezTo>
                <a:cubicBezTo>
                  <a:pt x="33753" y="2193154"/>
                  <a:pt x="38217" y="2188690"/>
                  <a:pt x="43674" y="2188690"/>
                </a:cubicBezTo>
                <a:close/>
                <a:moveTo>
                  <a:pt x="444456" y="2188194"/>
                </a:moveTo>
                <a:cubicBezTo>
                  <a:pt x="447433" y="2187698"/>
                  <a:pt x="454873" y="2194146"/>
                  <a:pt x="454873" y="2197619"/>
                </a:cubicBezTo>
                <a:cubicBezTo>
                  <a:pt x="455369" y="2200595"/>
                  <a:pt x="448921" y="2207539"/>
                  <a:pt x="445944" y="2207539"/>
                </a:cubicBezTo>
                <a:cubicBezTo>
                  <a:pt x="443463" y="2207539"/>
                  <a:pt x="436519" y="2201587"/>
                  <a:pt x="436023" y="2198611"/>
                </a:cubicBezTo>
                <a:cubicBezTo>
                  <a:pt x="435527" y="2196131"/>
                  <a:pt x="441975" y="2188690"/>
                  <a:pt x="444456" y="2188194"/>
                </a:cubicBezTo>
                <a:close/>
                <a:moveTo>
                  <a:pt x="109149" y="2188194"/>
                </a:moveTo>
                <a:cubicBezTo>
                  <a:pt x="115102" y="2188194"/>
                  <a:pt x="119566" y="2192162"/>
                  <a:pt x="119070" y="2198115"/>
                </a:cubicBezTo>
                <a:cubicBezTo>
                  <a:pt x="119566" y="2203571"/>
                  <a:pt x="115102" y="2207539"/>
                  <a:pt x="109646" y="2207539"/>
                </a:cubicBezTo>
                <a:cubicBezTo>
                  <a:pt x="104685" y="2207539"/>
                  <a:pt x="100221" y="2203075"/>
                  <a:pt x="100221" y="2198115"/>
                </a:cubicBezTo>
                <a:cubicBezTo>
                  <a:pt x="100221" y="2193154"/>
                  <a:pt x="104189" y="2188690"/>
                  <a:pt x="109149" y="2188194"/>
                </a:cubicBezTo>
                <a:close/>
                <a:moveTo>
                  <a:pt x="1053062" y="2127183"/>
                </a:moveTo>
                <a:cubicBezTo>
                  <a:pt x="1054054" y="2127183"/>
                  <a:pt x="1054550" y="2128175"/>
                  <a:pt x="1056534" y="2129663"/>
                </a:cubicBezTo>
                <a:cubicBezTo>
                  <a:pt x="1054550" y="2130655"/>
                  <a:pt x="1053558" y="2131647"/>
                  <a:pt x="1053062" y="2131647"/>
                </a:cubicBezTo>
                <a:cubicBezTo>
                  <a:pt x="1052070" y="2131151"/>
                  <a:pt x="1051574" y="2129663"/>
                  <a:pt x="1050582" y="2128671"/>
                </a:cubicBezTo>
                <a:cubicBezTo>
                  <a:pt x="1051574" y="2128175"/>
                  <a:pt x="1052070" y="2126687"/>
                  <a:pt x="1053062" y="2127183"/>
                </a:cubicBezTo>
                <a:close/>
                <a:moveTo>
                  <a:pt x="1185501" y="2126687"/>
                </a:moveTo>
                <a:cubicBezTo>
                  <a:pt x="1186493" y="2127679"/>
                  <a:pt x="1187485" y="2128175"/>
                  <a:pt x="1188477" y="2129167"/>
                </a:cubicBezTo>
                <a:cubicBezTo>
                  <a:pt x="1188477" y="2129663"/>
                  <a:pt x="1187485" y="2130655"/>
                  <a:pt x="1186493" y="2132639"/>
                </a:cubicBezTo>
                <a:cubicBezTo>
                  <a:pt x="1185005" y="2131151"/>
                  <a:pt x="1184013" y="2130159"/>
                  <a:pt x="1184013" y="2129167"/>
                </a:cubicBezTo>
                <a:cubicBezTo>
                  <a:pt x="1184013" y="2128671"/>
                  <a:pt x="1185005" y="2127679"/>
                  <a:pt x="1185501" y="2126687"/>
                </a:cubicBezTo>
                <a:close/>
                <a:moveTo>
                  <a:pt x="1119034" y="2125199"/>
                </a:moveTo>
                <a:cubicBezTo>
                  <a:pt x="1120522" y="2126687"/>
                  <a:pt x="1122010" y="2127679"/>
                  <a:pt x="1122010" y="2128175"/>
                </a:cubicBezTo>
                <a:cubicBezTo>
                  <a:pt x="1121514" y="2129167"/>
                  <a:pt x="1120522" y="2130159"/>
                  <a:pt x="1119530" y="2131151"/>
                </a:cubicBezTo>
                <a:cubicBezTo>
                  <a:pt x="1119530" y="2131151"/>
                  <a:pt x="1117546" y="2130159"/>
                  <a:pt x="1117546" y="2129663"/>
                </a:cubicBezTo>
                <a:cubicBezTo>
                  <a:pt x="1117050" y="2128671"/>
                  <a:pt x="1118042" y="2127183"/>
                  <a:pt x="1119034" y="2125199"/>
                </a:cubicBezTo>
                <a:close/>
                <a:moveTo>
                  <a:pt x="986631" y="2123711"/>
                </a:moveTo>
                <a:cubicBezTo>
                  <a:pt x="991592" y="2123711"/>
                  <a:pt x="991096" y="2123711"/>
                  <a:pt x="991592" y="2129167"/>
                </a:cubicBezTo>
                <a:cubicBezTo>
                  <a:pt x="991096" y="2133632"/>
                  <a:pt x="989607" y="2134623"/>
                  <a:pt x="986631" y="2133632"/>
                </a:cubicBezTo>
                <a:cubicBezTo>
                  <a:pt x="981671" y="2133632"/>
                  <a:pt x="981671" y="2133632"/>
                  <a:pt x="981671" y="2128175"/>
                </a:cubicBezTo>
                <a:cubicBezTo>
                  <a:pt x="981671" y="2124207"/>
                  <a:pt x="983159" y="2123711"/>
                  <a:pt x="986631" y="2123711"/>
                </a:cubicBezTo>
                <a:close/>
                <a:moveTo>
                  <a:pt x="780267" y="2122222"/>
                </a:moveTo>
                <a:cubicBezTo>
                  <a:pt x="782748" y="2119246"/>
                  <a:pt x="784733" y="2119742"/>
                  <a:pt x="786718" y="2122222"/>
                </a:cubicBezTo>
                <a:cubicBezTo>
                  <a:pt x="789198" y="2123710"/>
                  <a:pt x="792172" y="2125695"/>
                  <a:pt x="794157" y="2127183"/>
                </a:cubicBezTo>
                <a:cubicBezTo>
                  <a:pt x="792669" y="2129663"/>
                  <a:pt x="792669" y="2130655"/>
                  <a:pt x="791677" y="2131647"/>
                </a:cubicBezTo>
                <a:cubicBezTo>
                  <a:pt x="790188" y="2133631"/>
                  <a:pt x="788206" y="2135119"/>
                  <a:pt x="786718" y="2136607"/>
                </a:cubicBezTo>
                <a:cubicBezTo>
                  <a:pt x="784237" y="2139583"/>
                  <a:pt x="782252" y="2139087"/>
                  <a:pt x="780267" y="2136607"/>
                </a:cubicBezTo>
                <a:cubicBezTo>
                  <a:pt x="778778" y="2135119"/>
                  <a:pt x="777786" y="2133631"/>
                  <a:pt x="776299" y="2132639"/>
                </a:cubicBezTo>
                <a:cubicBezTo>
                  <a:pt x="773325" y="2130159"/>
                  <a:pt x="773820" y="2128175"/>
                  <a:pt x="776299" y="2126191"/>
                </a:cubicBezTo>
                <a:cubicBezTo>
                  <a:pt x="777786" y="2124702"/>
                  <a:pt x="779275" y="2123710"/>
                  <a:pt x="780267" y="2122222"/>
                </a:cubicBezTo>
                <a:close/>
                <a:moveTo>
                  <a:pt x="851228" y="2121727"/>
                </a:moveTo>
                <a:cubicBezTo>
                  <a:pt x="856191" y="2121727"/>
                  <a:pt x="857677" y="2124207"/>
                  <a:pt x="857677" y="2129167"/>
                </a:cubicBezTo>
                <a:cubicBezTo>
                  <a:pt x="857677" y="2134128"/>
                  <a:pt x="855694" y="2136112"/>
                  <a:pt x="850237" y="2136112"/>
                </a:cubicBezTo>
                <a:cubicBezTo>
                  <a:pt x="845270" y="2136112"/>
                  <a:pt x="843294" y="2134128"/>
                  <a:pt x="843294" y="2129167"/>
                </a:cubicBezTo>
                <a:cubicBezTo>
                  <a:pt x="843294" y="2123711"/>
                  <a:pt x="845270" y="2121231"/>
                  <a:pt x="851228" y="2121727"/>
                </a:cubicBezTo>
                <a:close/>
                <a:moveTo>
                  <a:pt x="916702" y="2120734"/>
                </a:moveTo>
                <a:cubicBezTo>
                  <a:pt x="919678" y="2123710"/>
                  <a:pt x="922159" y="2126190"/>
                  <a:pt x="924143" y="2128670"/>
                </a:cubicBezTo>
                <a:cubicBezTo>
                  <a:pt x="925134" y="2130158"/>
                  <a:pt x="918686" y="2137103"/>
                  <a:pt x="916702" y="2136111"/>
                </a:cubicBezTo>
                <a:cubicBezTo>
                  <a:pt x="914222" y="2134127"/>
                  <a:pt x="910254" y="2131647"/>
                  <a:pt x="910254" y="2129167"/>
                </a:cubicBezTo>
                <a:cubicBezTo>
                  <a:pt x="910254" y="2126686"/>
                  <a:pt x="914222" y="2124206"/>
                  <a:pt x="916702" y="2120734"/>
                </a:cubicBezTo>
                <a:close/>
                <a:moveTo>
                  <a:pt x="714778" y="2119743"/>
                </a:moveTo>
                <a:cubicBezTo>
                  <a:pt x="719738" y="2119247"/>
                  <a:pt x="724202" y="2123711"/>
                  <a:pt x="724202" y="2128671"/>
                </a:cubicBezTo>
                <a:cubicBezTo>
                  <a:pt x="724202" y="2133632"/>
                  <a:pt x="720234" y="2138592"/>
                  <a:pt x="715770" y="2138592"/>
                </a:cubicBezTo>
                <a:cubicBezTo>
                  <a:pt x="710314" y="2139088"/>
                  <a:pt x="705354" y="2134624"/>
                  <a:pt x="705354" y="2129167"/>
                </a:cubicBezTo>
                <a:cubicBezTo>
                  <a:pt x="705354" y="2124207"/>
                  <a:pt x="709818" y="2119743"/>
                  <a:pt x="714778" y="2119743"/>
                </a:cubicBezTo>
                <a:close/>
                <a:moveTo>
                  <a:pt x="580859" y="2119743"/>
                </a:moveTo>
                <a:cubicBezTo>
                  <a:pt x="586315" y="2119247"/>
                  <a:pt x="590779" y="2123711"/>
                  <a:pt x="590779" y="2128671"/>
                </a:cubicBezTo>
                <a:cubicBezTo>
                  <a:pt x="590779" y="2133632"/>
                  <a:pt x="586811" y="2138592"/>
                  <a:pt x="581851" y="2138592"/>
                </a:cubicBezTo>
                <a:cubicBezTo>
                  <a:pt x="576394" y="2139088"/>
                  <a:pt x="571434" y="2134624"/>
                  <a:pt x="571434" y="2129167"/>
                </a:cubicBezTo>
                <a:cubicBezTo>
                  <a:pt x="571434" y="2124207"/>
                  <a:pt x="575898" y="2119743"/>
                  <a:pt x="580859" y="2119743"/>
                </a:cubicBezTo>
                <a:close/>
                <a:moveTo>
                  <a:pt x="515388" y="2119743"/>
                </a:moveTo>
                <a:cubicBezTo>
                  <a:pt x="523324" y="2119743"/>
                  <a:pt x="524316" y="2120735"/>
                  <a:pt x="524316" y="2129663"/>
                </a:cubicBezTo>
                <a:cubicBezTo>
                  <a:pt x="524316" y="2138096"/>
                  <a:pt x="523324" y="2138592"/>
                  <a:pt x="514395" y="2138592"/>
                </a:cubicBezTo>
                <a:cubicBezTo>
                  <a:pt x="505962" y="2138592"/>
                  <a:pt x="504970" y="2137600"/>
                  <a:pt x="504970" y="2129167"/>
                </a:cubicBezTo>
                <a:cubicBezTo>
                  <a:pt x="504970" y="2120239"/>
                  <a:pt x="505466" y="2119247"/>
                  <a:pt x="515388" y="2119743"/>
                </a:cubicBezTo>
                <a:close/>
                <a:moveTo>
                  <a:pt x="647861" y="2119742"/>
                </a:moveTo>
                <a:cubicBezTo>
                  <a:pt x="652820" y="2119742"/>
                  <a:pt x="657284" y="2123710"/>
                  <a:pt x="657780" y="2128671"/>
                </a:cubicBezTo>
                <a:cubicBezTo>
                  <a:pt x="658276" y="2134623"/>
                  <a:pt x="653812" y="2139087"/>
                  <a:pt x="647861" y="2138591"/>
                </a:cubicBezTo>
                <a:cubicBezTo>
                  <a:pt x="642900" y="2138591"/>
                  <a:pt x="638436" y="2134127"/>
                  <a:pt x="638436" y="2129167"/>
                </a:cubicBezTo>
                <a:cubicBezTo>
                  <a:pt x="638436" y="2124206"/>
                  <a:pt x="642900" y="2119742"/>
                  <a:pt x="647861" y="2119742"/>
                </a:cubicBezTo>
                <a:close/>
                <a:moveTo>
                  <a:pt x="378505" y="2117263"/>
                </a:moveTo>
                <a:cubicBezTo>
                  <a:pt x="382473" y="2116767"/>
                  <a:pt x="390410" y="2124207"/>
                  <a:pt x="390907" y="2128671"/>
                </a:cubicBezTo>
                <a:cubicBezTo>
                  <a:pt x="391403" y="2132143"/>
                  <a:pt x="383465" y="2140576"/>
                  <a:pt x="379497" y="2141072"/>
                </a:cubicBezTo>
                <a:cubicBezTo>
                  <a:pt x="376024" y="2141568"/>
                  <a:pt x="367590" y="2133632"/>
                  <a:pt x="367094" y="2129663"/>
                </a:cubicBezTo>
                <a:cubicBezTo>
                  <a:pt x="366598" y="2126191"/>
                  <a:pt x="374536" y="2117759"/>
                  <a:pt x="378505" y="2117263"/>
                </a:cubicBezTo>
                <a:close/>
                <a:moveTo>
                  <a:pt x="445940" y="2117262"/>
                </a:moveTo>
                <a:cubicBezTo>
                  <a:pt x="450404" y="2117262"/>
                  <a:pt x="457845" y="2125695"/>
                  <a:pt x="457348" y="2129663"/>
                </a:cubicBezTo>
                <a:cubicBezTo>
                  <a:pt x="456852" y="2133631"/>
                  <a:pt x="448916" y="2141568"/>
                  <a:pt x="444948" y="2141072"/>
                </a:cubicBezTo>
                <a:cubicBezTo>
                  <a:pt x="440979" y="2140576"/>
                  <a:pt x="433042" y="2132639"/>
                  <a:pt x="433538" y="2128671"/>
                </a:cubicBezTo>
                <a:cubicBezTo>
                  <a:pt x="434034" y="2124703"/>
                  <a:pt x="441972" y="2116766"/>
                  <a:pt x="445940" y="2117262"/>
                </a:cubicBezTo>
                <a:close/>
                <a:moveTo>
                  <a:pt x="312997" y="2117262"/>
                </a:moveTo>
                <a:cubicBezTo>
                  <a:pt x="317957" y="2117262"/>
                  <a:pt x="324405" y="2124702"/>
                  <a:pt x="324405" y="2129663"/>
                </a:cubicBezTo>
                <a:cubicBezTo>
                  <a:pt x="323909" y="2134623"/>
                  <a:pt x="316965" y="2141071"/>
                  <a:pt x="312005" y="2141071"/>
                </a:cubicBezTo>
                <a:cubicBezTo>
                  <a:pt x="307044" y="2141071"/>
                  <a:pt x="300596" y="2133631"/>
                  <a:pt x="300596" y="2128671"/>
                </a:cubicBezTo>
                <a:cubicBezTo>
                  <a:pt x="300596" y="2123710"/>
                  <a:pt x="308036" y="2117262"/>
                  <a:pt x="312997" y="2117262"/>
                </a:cubicBezTo>
                <a:close/>
                <a:moveTo>
                  <a:pt x="243069" y="2117262"/>
                </a:moveTo>
                <a:cubicBezTo>
                  <a:pt x="248525" y="2117262"/>
                  <a:pt x="254973" y="2123710"/>
                  <a:pt x="254973" y="2129167"/>
                </a:cubicBezTo>
                <a:cubicBezTo>
                  <a:pt x="254973" y="2134127"/>
                  <a:pt x="248029" y="2141071"/>
                  <a:pt x="243069" y="2141071"/>
                </a:cubicBezTo>
                <a:cubicBezTo>
                  <a:pt x="238108" y="2141071"/>
                  <a:pt x="231164" y="2134127"/>
                  <a:pt x="231164" y="2129167"/>
                </a:cubicBezTo>
                <a:cubicBezTo>
                  <a:pt x="231164" y="2124206"/>
                  <a:pt x="238108" y="2117262"/>
                  <a:pt x="243069" y="2117262"/>
                </a:cubicBezTo>
                <a:close/>
                <a:moveTo>
                  <a:pt x="176106" y="2117262"/>
                </a:moveTo>
                <a:cubicBezTo>
                  <a:pt x="181562" y="2117262"/>
                  <a:pt x="188506" y="2123710"/>
                  <a:pt x="188506" y="2128671"/>
                </a:cubicBezTo>
                <a:cubicBezTo>
                  <a:pt x="188506" y="2133631"/>
                  <a:pt x="182058" y="2140575"/>
                  <a:pt x="177098" y="2141071"/>
                </a:cubicBezTo>
                <a:cubicBezTo>
                  <a:pt x="172137" y="2141071"/>
                  <a:pt x="165193" y="2134623"/>
                  <a:pt x="164697" y="2129663"/>
                </a:cubicBezTo>
                <a:cubicBezTo>
                  <a:pt x="164697" y="2124702"/>
                  <a:pt x="171145" y="2117758"/>
                  <a:pt x="176106" y="2117262"/>
                </a:cubicBezTo>
                <a:close/>
                <a:moveTo>
                  <a:pt x="110132" y="2117262"/>
                </a:moveTo>
                <a:cubicBezTo>
                  <a:pt x="115092" y="2117262"/>
                  <a:pt x="122036" y="2124206"/>
                  <a:pt x="122036" y="2129167"/>
                </a:cubicBezTo>
                <a:cubicBezTo>
                  <a:pt x="122036" y="2134127"/>
                  <a:pt x="115092" y="2141071"/>
                  <a:pt x="110132" y="2141071"/>
                </a:cubicBezTo>
                <a:cubicBezTo>
                  <a:pt x="105171" y="2141071"/>
                  <a:pt x="98227" y="2134127"/>
                  <a:pt x="98227" y="2129167"/>
                </a:cubicBezTo>
                <a:cubicBezTo>
                  <a:pt x="98227" y="2123710"/>
                  <a:pt x="104675" y="2117262"/>
                  <a:pt x="110132" y="2117262"/>
                </a:cubicBezTo>
                <a:close/>
                <a:moveTo>
                  <a:pt x="43183" y="2117262"/>
                </a:moveTo>
                <a:cubicBezTo>
                  <a:pt x="48639" y="2117262"/>
                  <a:pt x="55086" y="2123710"/>
                  <a:pt x="55086" y="2129167"/>
                </a:cubicBezTo>
                <a:cubicBezTo>
                  <a:pt x="55086" y="2134127"/>
                  <a:pt x="48143" y="2141071"/>
                  <a:pt x="43183" y="2141071"/>
                </a:cubicBezTo>
                <a:cubicBezTo>
                  <a:pt x="38222" y="2141071"/>
                  <a:pt x="31278" y="2134127"/>
                  <a:pt x="31278" y="2129167"/>
                </a:cubicBezTo>
                <a:cubicBezTo>
                  <a:pt x="31278" y="2124206"/>
                  <a:pt x="38222" y="2117262"/>
                  <a:pt x="43183" y="2117262"/>
                </a:cubicBezTo>
                <a:close/>
                <a:moveTo>
                  <a:pt x="1321908" y="2060715"/>
                </a:moveTo>
                <a:cubicBezTo>
                  <a:pt x="1322900" y="2061211"/>
                  <a:pt x="1323892" y="2062699"/>
                  <a:pt x="1324388" y="2063691"/>
                </a:cubicBezTo>
                <a:cubicBezTo>
                  <a:pt x="1324388" y="2063195"/>
                  <a:pt x="1322900" y="2064187"/>
                  <a:pt x="1321412" y="2066171"/>
                </a:cubicBezTo>
                <a:cubicBezTo>
                  <a:pt x="1320420" y="2064187"/>
                  <a:pt x="1319924" y="2063195"/>
                  <a:pt x="1319924" y="2062203"/>
                </a:cubicBezTo>
                <a:cubicBezTo>
                  <a:pt x="1319924" y="2061707"/>
                  <a:pt x="1321908" y="2060219"/>
                  <a:pt x="1321908" y="2060715"/>
                </a:cubicBezTo>
                <a:close/>
                <a:moveTo>
                  <a:pt x="1185501" y="2060219"/>
                </a:moveTo>
                <a:cubicBezTo>
                  <a:pt x="1186493" y="2060219"/>
                  <a:pt x="1187981" y="2061211"/>
                  <a:pt x="1189965" y="2061707"/>
                </a:cubicBezTo>
                <a:cubicBezTo>
                  <a:pt x="1188477" y="2063195"/>
                  <a:pt x="1187485" y="2064683"/>
                  <a:pt x="1186989" y="2064683"/>
                </a:cubicBezTo>
                <a:cubicBezTo>
                  <a:pt x="1185997" y="2064187"/>
                  <a:pt x="1185005" y="2063195"/>
                  <a:pt x="1184013" y="2062203"/>
                </a:cubicBezTo>
                <a:cubicBezTo>
                  <a:pt x="1184013" y="2062203"/>
                  <a:pt x="1185005" y="2060219"/>
                  <a:pt x="1185501" y="2060219"/>
                </a:cubicBezTo>
                <a:close/>
                <a:moveTo>
                  <a:pt x="1256433" y="2059723"/>
                </a:moveTo>
                <a:cubicBezTo>
                  <a:pt x="1256433" y="2060219"/>
                  <a:pt x="1256929" y="2061211"/>
                  <a:pt x="1258913" y="2062699"/>
                </a:cubicBezTo>
                <a:cubicBezTo>
                  <a:pt x="1256929" y="2063691"/>
                  <a:pt x="1255937" y="2064187"/>
                  <a:pt x="1254945" y="2064187"/>
                </a:cubicBezTo>
                <a:cubicBezTo>
                  <a:pt x="1254449" y="2064187"/>
                  <a:pt x="1252961" y="2062203"/>
                  <a:pt x="1253457" y="2062203"/>
                </a:cubicBezTo>
                <a:cubicBezTo>
                  <a:pt x="1253953" y="2061211"/>
                  <a:pt x="1255441" y="2060219"/>
                  <a:pt x="1256433" y="2059723"/>
                </a:cubicBezTo>
                <a:close/>
                <a:moveTo>
                  <a:pt x="1120025" y="2057739"/>
                </a:moveTo>
                <a:cubicBezTo>
                  <a:pt x="1123994" y="2056747"/>
                  <a:pt x="1124490" y="2059228"/>
                  <a:pt x="1123994" y="2062700"/>
                </a:cubicBezTo>
                <a:cubicBezTo>
                  <a:pt x="1123994" y="2067660"/>
                  <a:pt x="1123994" y="2067164"/>
                  <a:pt x="1118537" y="2067660"/>
                </a:cubicBezTo>
                <a:cubicBezTo>
                  <a:pt x="1114569" y="2067660"/>
                  <a:pt x="1114073" y="2066172"/>
                  <a:pt x="1114073" y="2062700"/>
                </a:cubicBezTo>
                <a:cubicBezTo>
                  <a:pt x="1115065" y="2057739"/>
                  <a:pt x="1114569" y="2057739"/>
                  <a:pt x="1120025" y="2057739"/>
                </a:cubicBezTo>
                <a:close/>
                <a:moveTo>
                  <a:pt x="1052566" y="2055755"/>
                </a:moveTo>
                <a:cubicBezTo>
                  <a:pt x="1055046" y="2055755"/>
                  <a:pt x="1058022" y="2059227"/>
                  <a:pt x="1060998" y="2062203"/>
                </a:cubicBezTo>
                <a:cubicBezTo>
                  <a:pt x="1058022" y="2065179"/>
                  <a:pt x="1055542" y="2067660"/>
                  <a:pt x="1053062" y="2069644"/>
                </a:cubicBezTo>
                <a:cubicBezTo>
                  <a:pt x="1051574" y="2070636"/>
                  <a:pt x="1044663" y="2064188"/>
                  <a:pt x="1045655" y="2062203"/>
                </a:cubicBezTo>
                <a:cubicBezTo>
                  <a:pt x="1047639" y="2059723"/>
                  <a:pt x="1050086" y="2055755"/>
                  <a:pt x="1052566" y="2055755"/>
                </a:cubicBezTo>
                <a:close/>
                <a:moveTo>
                  <a:pt x="985642" y="2055259"/>
                </a:moveTo>
                <a:cubicBezTo>
                  <a:pt x="991098" y="2055259"/>
                  <a:pt x="993082" y="2057243"/>
                  <a:pt x="993082" y="2062203"/>
                </a:cubicBezTo>
                <a:cubicBezTo>
                  <a:pt x="993082" y="2067164"/>
                  <a:pt x="991098" y="2069644"/>
                  <a:pt x="986634" y="2069644"/>
                </a:cubicBezTo>
                <a:cubicBezTo>
                  <a:pt x="981674" y="2069644"/>
                  <a:pt x="979193" y="2068156"/>
                  <a:pt x="978697" y="2063195"/>
                </a:cubicBezTo>
                <a:cubicBezTo>
                  <a:pt x="978201" y="2057243"/>
                  <a:pt x="980186" y="2055259"/>
                  <a:pt x="985642" y="2055259"/>
                </a:cubicBezTo>
                <a:close/>
                <a:moveTo>
                  <a:pt x="915679" y="2053275"/>
                </a:moveTo>
                <a:cubicBezTo>
                  <a:pt x="918655" y="2052779"/>
                  <a:pt x="926591" y="2059724"/>
                  <a:pt x="926095" y="2062700"/>
                </a:cubicBezTo>
                <a:cubicBezTo>
                  <a:pt x="925599" y="2064684"/>
                  <a:pt x="925103" y="2067164"/>
                  <a:pt x="923615" y="2068652"/>
                </a:cubicBezTo>
                <a:cubicBezTo>
                  <a:pt x="922127" y="2070140"/>
                  <a:pt x="919647" y="2070636"/>
                  <a:pt x="917167" y="2072124"/>
                </a:cubicBezTo>
                <a:cubicBezTo>
                  <a:pt x="914686" y="2072124"/>
                  <a:pt x="907742" y="2065676"/>
                  <a:pt x="907246" y="2063196"/>
                </a:cubicBezTo>
                <a:cubicBezTo>
                  <a:pt x="907246" y="2060716"/>
                  <a:pt x="913198" y="2053275"/>
                  <a:pt x="915679" y="2053275"/>
                </a:cubicBezTo>
                <a:close/>
                <a:moveTo>
                  <a:pt x="850237" y="2052779"/>
                </a:moveTo>
                <a:cubicBezTo>
                  <a:pt x="855199" y="2052779"/>
                  <a:pt x="859662" y="2057243"/>
                  <a:pt x="859662" y="2062204"/>
                </a:cubicBezTo>
                <a:cubicBezTo>
                  <a:pt x="859662" y="2067660"/>
                  <a:pt x="855199" y="2072124"/>
                  <a:pt x="849742" y="2072124"/>
                </a:cubicBezTo>
                <a:cubicBezTo>
                  <a:pt x="844775" y="2072124"/>
                  <a:pt x="840810" y="2067164"/>
                  <a:pt x="840810" y="2062204"/>
                </a:cubicBezTo>
                <a:cubicBezTo>
                  <a:pt x="840810" y="2057243"/>
                  <a:pt x="845270" y="2052779"/>
                  <a:pt x="850237" y="2052779"/>
                </a:cubicBezTo>
                <a:close/>
                <a:moveTo>
                  <a:pt x="783721" y="2052779"/>
                </a:moveTo>
                <a:cubicBezTo>
                  <a:pt x="788681" y="2052779"/>
                  <a:pt x="793146" y="2057243"/>
                  <a:pt x="793146" y="2062204"/>
                </a:cubicBezTo>
                <a:cubicBezTo>
                  <a:pt x="793146" y="2067164"/>
                  <a:pt x="789177" y="2071628"/>
                  <a:pt x="784217" y="2072124"/>
                </a:cubicBezTo>
                <a:cubicBezTo>
                  <a:pt x="778265" y="2072620"/>
                  <a:pt x="773801" y="2068156"/>
                  <a:pt x="774297" y="2062204"/>
                </a:cubicBezTo>
                <a:cubicBezTo>
                  <a:pt x="774297" y="2057243"/>
                  <a:pt x="778761" y="2052779"/>
                  <a:pt x="783721" y="2052779"/>
                </a:cubicBezTo>
                <a:close/>
                <a:moveTo>
                  <a:pt x="445970" y="2050795"/>
                </a:moveTo>
                <a:cubicBezTo>
                  <a:pt x="454404" y="2050795"/>
                  <a:pt x="457876" y="2053771"/>
                  <a:pt x="457380" y="2062700"/>
                </a:cubicBezTo>
                <a:cubicBezTo>
                  <a:pt x="457380" y="2071132"/>
                  <a:pt x="453908" y="2074604"/>
                  <a:pt x="445474" y="2074604"/>
                </a:cubicBezTo>
                <a:cubicBezTo>
                  <a:pt x="437041" y="2074604"/>
                  <a:pt x="433569" y="2071628"/>
                  <a:pt x="433569" y="2063196"/>
                </a:cubicBezTo>
                <a:cubicBezTo>
                  <a:pt x="433569" y="2053771"/>
                  <a:pt x="436545" y="2050795"/>
                  <a:pt x="445970" y="2050795"/>
                </a:cubicBezTo>
                <a:close/>
                <a:moveTo>
                  <a:pt x="647849" y="2050299"/>
                </a:moveTo>
                <a:cubicBezTo>
                  <a:pt x="653305" y="2050299"/>
                  <a:pt x="659752" y="2057243"/>
                  <a:pt x="659752" y="2062204"/>
                </a:cubicBezTo>
                <a:cubicBezTo>
                  <a:pt x="659752" y="2067164"/>
                  <a:pt x="652809" y="2074108"/>
                  <a:pt x="647849" y="2074108"/>
                </a:cubicBezTo>
                <a:cubicBezTo>
                  <a:pt x="642888" y="2074108"/>
                  <a:pt x="635945" y="2067164"/>
                  <a:pt x="635945" y="2062204"/>
                </a:cubicBezTo>
                <a:cubicBezTo>
                  <a:pt x="635945" y="2057243"/>
                  <a:pt x="642888" y="2050299"/>
                  <a:pt x="647849" y="2050299"/>
                </a:cubicBezTo>
                <a:close/>
                <a:moveTo>
                  <a:pt x="581400" y="2050299"/>
                </a:moveTo>
                <a:cubicBezTo>
                  <a:pt x="586857" y="2050299"/>
                  <a:pt x="593305" y="2057243"/>
                  <a:pt x="593305" y="2062204"/>
                </a:cubicBezTo>
                <a:cubicBezTo>
                  <a:pt x="593305" y="2067164"/>
                  <a:pt x="586361" y="2074108"/>
                  <a:pt x="581400" y="2074108"/>
                </a:cubicBezTo>
                <a:cubicBezTo>
                  <a:pt x="576438" y="2074108"/>
                  <a:pt x="569494" y="2067164"/>
                  <a:pt x="569494" y="2062204"/>
                </a:cubicBezTo>
                <a:cubicBezTo>
                  <a:pt x="569494" y="2057243"/>
                  <a:pt x="576438" y="2050299"/>
                  <a:pt x="581400" y="2050299"/>
                </a:cubicBezTo>
                <a:close/>
                <a:moveTo>
                  <a:pt x="513427" y="2050299"/>
                </a:moveTo>
                <a:cubicBezTo>
                  <a:pt x="520371" y="2049307"/>
                  <a:pt x="526324" y="2055259"/>
                  <a:pt x="526324" y="2062203"/>
                </a:cubicBezTo>
                <a:cubicBezTo>
                  <a:pt x="526820" y="2069148"/>
                  <a:pt x="521363" y="2074108"/>
                  <a:pt x="514915" y="2074108"/>
                </a:cubicBezTo>
                <a:cubicBezTo>
                  <a:pt x="508466" y="2074108"/>
                  <a:pt x="503009" y="2069148"/>
                  <a:pt x="502513" y="2062699"/>
                </a:cubicBezTo>
                <a:cubicBezTo>
                  <a:pt x="502513" y="2055755"/>
                  <a:pt x="506481" y="2051291"/>
                  <a:pt x="513427" y="2050299"/>
                </a:cubicBezTo>
                <a:close/>
                <a:moveTo>
                  <a:pt x="377999" y="2050299"/>
                </a:moveTo>
                <a:cubicBezTo>
                  <a:pt x="387424" y="2050299"/>
                  <a:pt x="390896" y="2053275"/>
                  <a:pt x="390896" y="2062204"/>
                </a:cubicBezTo>
                <a:cubicBezTo>
                  <a:pt x="390896" y="2071132"/>
                  <a:pt x="387920" y="2074108"/>
                  <a:pt x="379487" y="2074108"/>
                </a:cubicBezTo>
                <a:cubicBezTo>
                  <a:pt x="370557" y="2074108"/>
                  <a:pt x="367085" y="2071132"/>
                  <a:pt x="367085" y="2062700"/>
                </a:cubicBezTo>
                <a:cubicBezTo>
                  <a:pt x="367085" y="2053771"/>
                  <a:pt x="370061" y="2050299"/>
                  <a:pt x="377999" y="2050299"/>
                </a:cubicBezTo>
                <a:close/>
                <a:moveTo>
                  <a:pt x="313517" y="2050299"/>
                </a:moveTo>
                <a:cubicBezTo>
                  <a:pt x="321455" y="2050299"/>
                  <a:pt x="324431" y="2053771"/>
                  <a:pt x="324431" y="2062700"/>
                </a:cubicBezTo>
                <a:cubicBezTo>
                  <a:pt x="324431" y="2071132"/>
                  <a:pt x="320959" y="2074108"/>
                  <a:pt x="311037" y="2074108"/>
                </a:cubicBezTo>
                <a:cubicBezTo>
                  <a:pt x="303597" y="2074108"/>
                  <a:pt x="300124" y="2070140"/>
                  <a:pt x="300621" y="2061212"/>
                </a:cubicBezTo>
                <a:cubicBezTo>
                  <a:pt x="300621" y="2053275"/>
                  <a:pt x="304093" y="2050299"/>
                  <a:pt x="313517" y="2050299"/>
                </a:cubicBezTo>
                <a:close/>
                <a:moveTo>
                  <a:pt x="243055" y="2050299"/>
                </a:moveTo>
                <a:cubicBezTo>
                  <a:pt x="251983" y="2050299"/>
                  <a:pt x="254959" y="2053771"/>
                  <a:pt x="254959" y="2062204"/>
                </a:cubicBezTo>
                <a:cubicBezTo>
                  <a:pt x="254959" y="2070636"/>
                  <a:pt x="251983" y="2074108"/>
                  <a:pt x="243551" y="2074108"/>
                </a:cubicBezTo>
                <a:cubicBezTo>
                  <a:pt x="234126" y="2074108"/>
                  <a:pt x="231150" y="2071132"/>
                  <a:pt x="231150" y="2061708"/>
                </a:cubicBezTo>
                <a:cubicBezTo>
                  <a:pt x="231150" y="2053275"/>
                  <a:pt x="234622" y="2050299"/>
                  <a:pt x="243055" y="2050299"/>
                </a:cubicBezTo>
                <a:close/>
                <a:moveTo>
                  <a:pt x="176108" y="2050299"/>
                </a:moveTo>
                <a:cubicBezTo>
                  <a:pt x="185036" y="2050299"/>
                  <a:pt x="188012" y="2053275"/>
                  <a:pt x="188508" y="2061708"/>
                </a:cubicBezTo>
                <a:cubicBezTo>
                  <a:pt x="188508" y="2070636"/>
                  <a:pt x="185532" y="2074108"/>
                  <a:pt x="177596" y="2074108"/>
                </a:cubicBezTo>
                <a:cubicBezTo>
                  <a:pt x="168171" y="2074108"/>
                  <a:pt x="164699" y="2071132"/>
                  <a:pt x="164699" y="2062204"/>
                </a:cubicBezTo>
                <a:cubicBezTo>
                  <a:pt x="164699" y="2053771"/>
                  <a:pt x="168171" y="2050795"/>
                  <a:pt x="176108" y="2050299"/>
                </a:cubicBezTo>
                <a:close/>
                <a:moveTo>
                  <a:pt x="110637" y="2050299"/>
                </a:moveTo>
                <a:cubicBezTo>
                  <a:pt x="119069" y="2050299"/>
                  <a:pt x="122045" y="2053771"/>
                  <a:pt x="122045" y="2062700"/>
                </a:cubicBezTo>
                <a:cubicBezTo>
                  <a:pt x="122045" y="2071132"/>
                  <a:pt x="118573" y="2074108"/>
                  <a:pt x="110141" y="2074108"/>
                </a:cubicBezTo>
                <a:cubicBezTo>
                  <a:pt x="101708" y="2074108"/>
                  <a:pt x="98236" y="2070636"/>
                  <a:pt x="98236" y="2062700"/>
                </a:cubicBezTo>
                <a:cubicBezTo>
                  <a:pt x="98236" y="2053771"/>
                  <a:pt x="101212" y="2050299"/>
                  <a:pt x="110637" y="2050299"/>
                </a:cubicBezTo>
                <a:close/>
                <a:moveTo>
                  <a:pt x="42675" y="2050299"/>
                </a:moveTo>
                <a:cubicBezTo>
                  <a:pt x="51603" y="2050299"/>
                  <a:pt x="55075" y="2053275"/>
                  <a:pt x="55075" y="2061212"/>
                </a:cubicBezTo>
                <a:cubicBezTo>
                  <a:pt x="55075" y="2070636"/>
                  <a:pt x="52099" y="2074108"/>
                  <a:pt x="43171" y="2074108"/>
                </a:cubicBezTo>
                <a:cubicBezTo>
                  <a:pt x="34738" y="2074108"/>
                  <a:pt x="31266" y="2071132"/>
                  <a:pt x="31266" y="2062700"/>
                </a:cubicBezTo>
                <a:cubicBezTo>
                  <a:pt x="31266" y="2053771"/>
                  <a:pt x="34242" y="2050795"/>
                  <a:pt x="42675" y="2050299"/>
                </a:cubicBezTo>
                <a:close/>
                <a:moveTo>
                  <a:pt x="714322" y="2050298"/>
                </a:moveTo>
                <a:cubicBezTo>
                  <a:pt x="717794" y="2049802"/>
                  <a:pt x="726225" y="2057739"/>
                  <a:pt x="726722" y="2061707"/>
                </a:cubicBezTo>
                <a:cubicBezTo>
                  <a:pt x="727218" y="2065179"/>
                  <a:pt x="719282" y="2073612"/>
                  <a:pt x="715314" y="2074108"/>
                </a:cubicBezTo>
                <a:cubicBezTo>
                  <a:pt x="711843" y="2074604"/>
                  <a:pt x="703410" y="2066667"/>
                  <a:pt x="702914" y="2062699"/>
                </a:cubicBezTo>
                <a:cubicBezTo>
                  <a:pt x="702418" y="2059227"/>
                  <a:pt x="710355" y="2050794"/>
                  <a:pt x="714322" y="2050298"/>
                </a:cubicBezTo>
                <a:close/>
                <a:moveTo>
                  <a:pt x="1388872" y="1993752"/>
                </a:moveTo>
                <a:cubicBezTo>
                  <a:pt x="1389368" y="1993752"/>
                  <a:pt x="1390360" y="1994744"/>
                  <a:pt x="1392344" y="1996232"/>
                </a:cubicBezTo>
                <a:cubicBezTo>
                  <a:pt x="1390360" y="1997224"/>
                  <a:pt x="1389368" y="1998216"/>
                  <a:pt x="1388872" y="1998216"/>
                </a:cubicBezTo>
                <a:cubicBezTo>
                  <a:pt x="1387880" y="1997720"/>
                  <a:pt x="1387384" y="1996232"/>
                  <a:pt x="1386392" y="1995240"/>
                </a:cubicBezTo>
                <a:cubicBezTo>
                  <a:pt x="1387384" y="1994744"/>
                  <a:pt x="1387880" y="1993256"/>
                  <a:pt x="1388872" y="1993752"/>
                </a:cubicBezTo>
                <a:close/>
                <a:moveTo>
                  <a:pt x="1322405" y="1992264"/>
                </a:moveTo>
                <a:cubicBezTo>
                  <a:pt x="1323397" y="1994248"/>
                  <a:pt x="1324389" y="1995240"/>
                  <a:pt x="1324389" y="1995736"/>
                </a:cubicBezTo>
                <a:cubicBezTo>
                  <a:pt x="1323893" y="1996728"/>
                  <a:pt x="1322405" y="1997224"/>
                  <a:pt x="1321413" y="1998216"/>
                </a:cubicBezTo>
                <a:cubicBezTo>
                  <a:pt x="1320917" y="1997224"/>
                  <a:pt x="1319429" y="1996728"/>
                  <a:pt x="1319925" y="1995736"/>
                </a:cubicBezTo>
                <a:cubicBezTo>
                  <a:pt x="1319925" y="1994744"/>
                  <a:pt x="1320917" y="1993752"/>
                  <a:pt x="1322405" y="1992264"/>
                </a:cubicBezTo>
                <a:close/>
                <a:moveTo>
                  <a:pt x="1256433" y="1990776"/>
                </a:moveTo>
                <a:cubicBezTo>
                  <a:pt x="1257425" y="1992264"/>
                  <a:pt x="1258913" y="1994248"/>
                  <a:pt x="1261394" y="1996232"/>
                </a:cubicBezTo>
                <a:cubicBezTo>
                  <a:pt x="1258913" y="1998216"/>
                  <a:pt x="1256929" y="2000200"/>
                  <a:pt x="1255441" y="2000200"/>
                </a:cubicBezTo>
                <a:cubicBezTo>
                  <a:pt x="1253953" y="2000200"/>
                  <a:pt x="1251969" y="1997720"/>
                  <a:pt x="1250977" y="1995736"/>
                </a:cubicBezTo>
                <a:cubicBezTo>
                  <a:pt x="1249985" y="1993752"/>
                  <a:pt x="1254449" y="1989784"/>
                  <a:pt x="1256433" y="1990776"/>
                </a:cubicBezTo>
                <a:close/>
                <a:moveTo>
                  <a:pt x="1119034" y="1988295"/>
                </a:moveTo>
                <a:cubicBezTo>
                  <a:pt x="1124490" y="1988295"/>
                  <a:pt x="1126474" y="1990279"/>
                  <a:pt x="1126474" y="1995239"/>
                </a:cubicBezTo>
                <a:cubicBezTo>
                  <a:pt x="1126474" y="2000200"/>
                  <a:pt x="1124986" y="2002680"/>
                  <a:pt x="1120026" y="2002680"/>
                </a:cubicBezTo>
                <a:cubicBezTo>
                  <a:pt x="1115066" y="2003176"/>
                  <a:pt x="1112585" y="2001192"/>
                  <a:pt x="1112089" y="1996728"/>
                </a:cubicBezTo>
                <a:cubicBezTo>
                  <a:pt x="1111593" y="1991271"/>
                  <a:pt x="1113578" y="1988791"/>
                  <a:pt x="1119034" y="1988295"/>
                </a:cubicBezTo>
                <a:close/>
                <a:moveTo>
                  <a:pt x="1186493" y="1987303"/>
                </a:moveTo>
                <a:cubicBezTo>
                  <a:pt x="1188973" y="1990775"/>
                  <a:pt x="1192941" y="1993255"/>
                  <a:pt x="1192941" y="1995735"/>
                </a:cubicBezTo>
                <a:cubicBezTo>
                  <a:pt x="1192941" y="1998215"/>
                  <a:pt x="1188973" y="2000696"/>
                  <a:pt x="1186493" y="2002680"/>
                </a:cubicBezTo>
                <a:cubicBezTo>
                  <a:pt x="1185005" y="2003672"/>
                  <a:pt x="1178061" y="1996727"/>
                  <a:pt x="1179549" y="1995239"/>
                </a:cubicBezTo>
                <a:cubicBezTo>
                  <a:pt x="1181037" y="1992759"/>
                  <a:pt x="1183517" y="1990279"/>
                  <a:pt x="1186493" y="1987303"/>
                </a:cubicBezTo>
                <a:close/>
                <a:moveTo>
                  <a:pt x="986107" y="1986311"/>
                </a:moveTo>
                <a:cubicBezTo>
                  <a:pt x="991068" y="1986311"/>
                  <a:pt x="995532" y="1990279"/>
                  <a:pt x="996028" y="1995240"/>
                </a:cubicBezTo>
                <a:cubicBezTo>
                  <a:pt x="996028" y="2001192"/>
                  <a:pt x="992060" y="2005656"/>
                  <a:pt x="986107" y="2005160"/>
                </a:cubicBezTo>
                <a:cubicBezTo>
                  <a:pt x="981147" y="2005160"/>
                  <a:pt x="977179" y="2000696"/>
                  <a:pt x="977179" y="1995735"/>
                </a:cubicBezTo>
                <a:cubicBezTo>
                  <a:pt x="976683" y="1990775"/>
                  <a:pt x="981147" y="1986311"/>
                  <a:pt x="986107" y="1986311"/>
                </a:cubicBezTo>
                <a:close/>
                <a:moveTo>
                  <a:pt x="917157" y="1986311"/>
                </a:moveTo>
                <a:cubicBezTo>
                  <a:pt x="926580" y="1986311"/>
                  <a:pt x="926580" y="1986311"/>
                  <a:pt x="926580" y="1995735"/>
                </a:cubicBezTo>
                <a:cubicBezTo>
                  <a:pt x="926580" y="2005160"/>
                  <a:pt x="926580" y="2005160"/>
                  <a:pt x="917157" y="2005160"/>
                </a:cubicBezTo>
                <a:cubicBezTo>
                  <a:pt x="908228" y="2005160"/>
                  <a:pt x="907236" y="2004664"/>
                  <a:pt x="907236" y="1995240"/>
                </a:cubicBezTo>
                <a:cubicBezTo>
                  <a:pt x="907236" y="1986807"/>
                  <a:pt x="908228" y="1986311"/>
                  <a:pt x="917157" y="1986311"/>
                </a:cubicBezTo>
                <a:close/>
                <a:moveTo>
                  <a:pt x="1053558" y="1985815"/>
                </a:moveTo>
                <a:cubicBezTo>
                  <a:pt x="1056038" y="1986311"/>
                  <a:pt x="1062487" y="1993255"/>
                  <a:pt x="1062487" y="1995736"/>
                </a:cubicBezTo>
                <a:cubicBezTo>
                  <a:pt x="1061991" y="1998712"/>
                  <a:pt x="1055046" y="2005160"/>
                  <a:pt x="1053062" y="2005160"/>
                </a:cubicBezTo>
                <a:cubicBezTo>
                  <a:pt x="1051078" y="2004168"/>
                  <a:pt x="1048137" y="2004168"/>
                  <a:pt x="1047145" y="2002680"/>
                </a:cubicBezTo>
                <a:cubicBezTo>
                  <a:pt x="1045657" y="2000696"/>
                  <a:pt x="1044169" y="1998216"/>
                  <a:pt x="1043673" y="1995736"/>
                </a:cubicBezTo>
                <a:cubicBezTo>
                  <a:pt x="1043177" y="1992759"/>
                  <a:pt x="1050582" y="1985815"/>
                  <a:pt x="1053558" y="1985815"/>
                </a:cubicBezTo>
                <a:close/>
                <a:moveTo>
                  <a:pt x="850228" y="1983831"/>
                </a:moveTo>
                <a:cubicBezTo>
                  <a:pt x="854198" y="1983831"/>
                  <a:pt x="862133" y="1991767"/>
                  <a:pt x="862133" y="1995736"/>
                </a:cubicBezTo>
                <a:cubicBezTo>
                  <a:pt x="862133" y="1999704"/>
                  <a:pt x="854198" y="2007640"/>
                  <a:pt x="850228" y="2007640"/>
                </a:cubicBezTo>
                <a:cubicBezTo>
                  <a:pt x="846252" y="2007640"/>
                  <a:pt x="838321" y="1999704"/>
                  <a:pt x="838321" y="1995736"/>
                </a:cubicBezTo>
                <a:cubicBezTo>
                  <a:pt x="838321" y="1991767"/>
                  <a:pt x="846252" y="1983831"/>
                  <a:pt x="850228" y="1983831"/>
                </a:cubicBezTo>
                <a:close/>
                <a:moveTo>
                  <a:pt x="784220" y="1983831"/>
                </a:moveTo>
                <a:cubicBezTo>
                  <a:pt x="790669" y="1984327"/>
                  <a:pt x="795629" y="1989783"/>
                  <a:pt x="795629" y="1996232"/>
                </a:cubicBezTo>
                <a:cubicBezTo>
                  <a:pt x="795629" y="2002680"/>
                  <a:pt x="790173" y="2007640"/>
                  <a:pt x="783724" y="2007640"/>
                </a:cubicBezTo>
                <a:cubicBezTo>
                  <a:pt x="777276" y="2007640"/>
                  <a:pt x="771821" y="2002680"/>
                  <a:pt x="771821" y="1996232"/>
                </a:cubicBezTo>
                <a:cubicBezTo>
                  <a:pt x="771324" y="1988295"/>
                  <a:pt x="778764" y="1983335"/>
                  <a:pt x="784220" y="1983831"/>
                </a:cubicBezTo>
                <a:close/>
                <a:moveTo>
                  <a:pt x="714799" y="1983831"/>
                </a:moveTo>
                <a:cubicBezTo>
                  <a:pt x="723231" y="1983831"/>
                  <a:pt x="726702" y="1986807"/>
                  <a:pt x="726702" y="1995240"/>
                </a:cubicBezTo>
                <a:cubicBezTo>
                  <a:pt x="726702" y="2004664"/>
                  <a:pt x="723727" y="2007640"/>
                  <a:pt x="714303" y="2007640"/>
                </a:cubicBezTo>
                <a:cubicBezTo>
                  <a:pt x="705870" y="2007640"/>
                  <a:pt x="702895" y="2004168"/>
                  <a:pt x="702895" y="1995736"/>
                </a:cubicBezTo>
                <a:cubicBezTo>
                  <a:pt x="702895" y="1987303"/>
                  <a:pt x="706366" y="1983831"/>
                  <a:pt x="714799" y="1983831"/>
                </a:cubicBezTo>
                <a:close/>
                <a:moveTo>
                  <a:pt x="647821" y="1983831"/>
                </a:moveTo>
                <a:cubicBezTo>
                  <a:pt x="656253" y="1983831"/>
                  <a:pt x="659725" y="1986807"/>
                  <a:pt x="659725" y="1995240"/>
                </a:cubicBezTo>
                <a:cubicBezTo>
                  <a:pt x="659725" y="2004664"/>
                  <a:pt x="656749" y="2007640"/>
                  <a:pt x="647325" y="2007640"/>
                </a:cubicBezTo>
                <a:cubicBezTo>
                  <a:pt x="638892" y="2007640"/>
                  <a:pt x="635916" y="2004168"/>
                  <a:pt x="635916" y="1995736"/>
                </a:cubicBezTo>
                <a:cubicBezTo>
                  <a:pt x="636412" y="1987303"/>
                  <a:pt x="639388" y="1983831"/>
                  <a:pt x="647821" y="1983831"/>
                </a:cubicBezTo>
                <a:close/>
                <a:moveTo>
                  <a:pt x="581892" y="1983831"/>
                </a:moveTo>
                <a:cubicBezTo>
                  <a:pt x="590324" y="1983831"/>
                  <a:pt x="593301" y="1987303"/>
                  <a:pt x="593301" y="1996232"/>
                </a:cubicBezTo>
                <a:cubicBezTo>
                  <a:pt x="593301" y="2004664"/>
                  <a:pt x="589828" y="2007640"/>
                  <a:pt x="581396" y="2007640"/>
                </a:cubicBezTo>
                <a:cubicBezTo>
                  <a:pt x="572466" y="2007640"/>
                  <a:pt x="569490" y="2004664"/>
                  <a:pt x="569490" y="1994744"/>
                </a:cubicBezTo>
                <a:cubicBezTo>
                  <a:pt x="569490" y="1986807"/>
                  <a:pt x="572962" y="1983831"/>
                  <a:pt x="581892" y="1983831"/>
                </a:cubicBezTo>
                <a:close/>
                <a:moveTo>
                  <a:pt x="513902" y="1981847"/>
                </a:moveTo>
                <a:cubicBezTo>
                  <a:pt x="519359" y="1981351"/>
                  <a:pt x="529279" y="1991271"/>
                  <a:pt x="528783" y="1995736"/>
                </a:cubicBezTo>
                <a:cubicBezTo>
                  <a:pt x="528783" y="2000696"/>
                  <a:pt x="518863" y="2010121"/>
                  <a:pt x="513902" y="2010121"/>
                </a:cubicBezTo>
                <a:cubicBezTo>
                  <a:pt x="508941" y="2009624"/>
                  <a:pt x="499517" y="1999704"/>
                  <a:pt x="500013" y="1995240"/>
                </a:cubicBezTo>
                <a:cubicBezTo>
                  <a:pt x="500509" y="1990775"/>
                  <a:pt x="509437" y="1981847"/>
                  <a:pt x="513902" y="1981847"/>
                </a:cubicBezTo>
                <a:close/>
                <a:moveTo>
                  <a:pt x="378978" y="1981847"/>
                </a:moveTo>
                <a:cubicBezTo>
                  <a:pt x="386418" y="1981351"/>
                  <a:pt x="393363" y="1987799"/>
                  <a:pt x="393363" y="1995736"/>
                </a:cubicBezTo>
                <a:cubicBezTo>
                  <a:pt x="393363" y="2003176"/>
                  <a:pt x="386914" y="2010120"/>
                  <a:pt x="379474" y="2010120"/>
                </a:cubicBezTo>
                <a:cubicBezTo>
                  <a:pt x="372032" y="2010120"/>
                  <a:pt x="365088" y="2003672"/>
                  <a:pt x="365088" y="1996232"/>
                </a:cubicBezTo>
                <a:cubicBezTo>
                  <a:pt x="365088" y="1988791"/>
                  <a:pt x="371536" y="1981847"/>
                  <a:pt x="378978" y="1981847"/>
                </a:cubicBezTo>
                <a:close/>
                <a:moveTo>
                  <a:pt x="312517" y="1981847"/>
                </a:moveTo>
                <a:cubicBezTo>
                  <a:pt x="319462" y="1981847"/>
                  <a:pt x="326407" y="1986807"/>
                  <a:pt x="326407" y="1996232"/>
                </a:cubicBezTo>
                <a:cubicBezTo>
                  <a:pt x="325414" y="2003176"/>
                  <a:pt x="321446" y="2010121"/>
                  <a:pt x="312021" y="2010121"/>
                </a:cubicBezTo>
                <a:cubicBezTo>
                  <a:pt x="305076" y="2010121"/>
                  <a:pt x="298132" y="2005160"/>
                  <a:pt x="298132" y="1995736"/>
                </a:cubicBezTo>
                <a:cubicBezTo>
                  <a:pt x="298132" y="1988791"/>
                  <a:pt x="303092" y="1981847"/>
                  <a:pt x="312517" y="1981847"/>
                </a:cubicBezTo>
                <a:close/>
                <a:moveTo>
                  <a:pt x="243062" y="1981847"/>
                </a:moveTo>
                <a:cubicBezTo>
                  <a:pt x="250502" y="1981351"/>
                  <a:pt x="257447" y="1987799"/>
                  <a:pt x="257447" y="1995736"/>
                </a:cubicBezTo>
                <a:cubicBezTo>
                  <a:pt x="257447" y="2003176"/>
                  <a:pt x="250998" y="2010120"/>
                  <a:pt x="243558" y="2010120"/>
                </a:cubicBezTo>
                <a:cubicBezTo>
                  <a:pt x="236117" y="2010120"/>
                  <a:pt x="229173" y="2003672"/>
                  <a:pt x="229173" y="1996232"/>
                </a:cubicBezTo>
                <a:cubicBezTo>
                  <a:pt x="229173" y="1988791"/>
                  <a:pt x="235621" y="1981847"/>
                  <a:pt x="243062" y="1981847"/>
                </a:cubicBezTo>
                <a:close/>
                <a:moveTo>
                  <a:pt x="176596" y="1981847"/>
                </a:moveTo>
                <a:cubicBezTo>
                  <a:pt x="183540" y="1981847"/>
                  <a:pt x="190485" y="1986807"/>
                  <a:pt x="190485" y="1996232"/>
                </a:cubicBezTo>
                <a:cubicBezTo>
                  <a:pt x="190485" y="2002680"/>
                  <a:pt x="185524" y="2009625"/>
                  <a:pt x="176100" y="2010121"/>
                </a:cubicBezTo>
                <a:cubicBezTo>
                  <a:pt x="169155" y="2009128"/>
                  <a:pt x="162211" y="2005160"/>
                  <a:pt x="162211" y="1995736"/>
                </a:cubicBezTo>
                <a:cubicBezTo>
                  <a:pt x="162211" y="1988791"/>
                  <a:pt x="167171" y="1981847"/>
                  <a:pt x="176596" y="1981847"/>
                </a:cubicBezTo>
                <a:close/>
                <a:moveTo>
                  <a:pt x="444972" y="1981351"/>
                </a:moveTo>
                <a:cubicBezTo>
                  <a:pt x="453405" y="1980855"/>
                  <a:pt x="459357" y="1986807"/>
                  <a:pt x="459853" y="1994744"/>
                </a:cubicBezTo>
                <a:cubicBezTo>
                  <a:pt x="460349" y="2003672"/>
                  <a:pt x="454397" y="2009128"/>
                  <a:pt x="446460" y="2010121"/>
                </a:cubicBezTo>
                <a:cubicBezTo>
                  <a:pt x="438026" y="2010121"/>
                  <a:pt x="432074" y="2004168"/>
                  <a:pt x="431578" y="1996232"/>
                </a:cubicBezTo>
                <a:cubicBezTo>
                  <a:pt x="431082" y="1987799"/>
                  <a:pt x="437035" y="1981847"/>
                  <a:pt x="444972" y="1981351"/>
                </a:cubicBezTo>
                <a:close/>
                <a:moveTo>
                  <a:pt x="109654" y="1981351"/>
                </a:moveTo>
                <a:cubicBezTo>
                  <a:pt x="118582" y="1981351"/>
                  <a:pt x="124039" y="1986807"/>
                  <a:pt x="124039" y="1995240"/>
                </a:cubicBezTo>
                <a:cubicBezTo>
                  <a:pt x="124039" y="2004168"/>
                  <a:pt x="118582" y="2009625"/>
                  <a:pt x="110150" y="2009625"/>
                </a:cubicBezTo>
                <a:cubicBezTo>
                  <a:pt x="101221" y="2009625"/>
                  <a:pt x="95765" y="2004168"/>
                  <a:pt x="95765" y="1995736"/>
                </a:cubicBezTo>
                <a:cubicBezTo>
                  <a:pt x="95765" y="1986807"/>
                  <a:pt x="101221" y="1981351"/>
                  <a:pt x="109654" y="1981351"/>
                </a:cubicBezTo>
                <a:close/>
                <a:moveTo>
                  <a:pt x="43665" y="1981351"/>
                </a:moveTo>
                <a:cubicBezTo>
                  <a:pt x="52097" y="1981351"/>
                  <a:pt x="57553" y="1987303"/>
                  <a:pt x="57553" y="1995736"/>
                </a:cubicBezTo>
                <a:cubicBezTo>
                  <a:pt x="57553" y="2004168"/>
                  <a:pt x="51601" y="2010120"/>
                  <a:pt x="43169" y="2009624"/>
                </a:cubicBezTo>
                <a:cubicBezTo>
                  <a:pt x="34736" y="2009624"/>
                  <a:pt x="28784" y="2003672"/>
                  <a:pt x="29280" y="1995240"/>
                </a:cubicBezTo>
                <a:cubicBezTo>
                  <a:pt x="29280" y="1986807"/>
                  <a:pt x="35232" y="1980855"/>
                  <a:pt x="43665" y="1981351"/>
                </a:cubicBezTo>
                <a:close/>
                <a:moveTo>
                  <a:pt x="1457324" y="1927284"/>
                </a:moveTo>
                <a:cubicBezTo>
                  <a:pt x="1458316" y="1927780"/>
                  <a:pt x="1459308" y="1929268"/>
                  <a:pt x="1459804" y="1930260"/>
                </a:cubicBezTo>
                <a:cubicBezTo>
                  <a:pt x="1459804" y="1930260"/>
                  <a:pt x="1458812" y="1931252"/>
                  <a:pt x="1456828" y="1932740"/>
                </a:cubicBezTo>
                <a:cubicBezTo>
                  <a:pt x="1455836" y="1930756"/>
                  <a:pt x="1455340" y="1929764"/>
                  <a:pt x="1455340" y="1928772"/>
                </a:cubicBezTo>
                <a:cubicBezTo>
                  <a:pt x="1455340" y="1928276"/>
                  <a:pt x="1457324" y="1926788"/>
                  <a:pt x="1457324" y="1927284"/>
                </a:cubicBezTo>
                <a:close/>
                <a:moveTo>
                  <a:pt x="1388872" y="1924308"/>
                </a:moveTo>
                <a:cubicBezTo>
                  <a:pt x="1390360" y="1924308"/>
                  <a:pt x="1391848" y="1926788"/>
                  <a:pt x="1394824" y="1928772"/>
                </a:cubicBezTo>
                <a:cubicBezTo>
                  <a:pt x="1392344" y="1930756"/>
                  <a:pt x="1391352" y="1932741"/>
                  <a:pt x="1389368" y="1933732"/>
                </a:cubicBezTo>
                <a:cubicBezTo>
                  <a:pt x="1387384" y="1934725"/>
                  <a:pt x="1383416" y="1930756"/>
                  <a:pt x="1384408" y="1928772"/>
                </a:cubicBezTo>
                <a:cubicBezTo>
                  <a:pt x="1385400" y="1926788"/>
                  <a:pt x="1387384" y="1924804"/>
                  <a:pt x="1388872" y="1924308"/>
                </a:cubicBezTo>
                <a:close/>
                <a:moveTo>
                  <a:pt x="1321908" y="1924308"/>
                </a:moveTo>
                <a:cubicBezTo>
                  <a:pt x="1324885" y="1923812"/>
                  <a:pt x="1326869" y="1924804"/>
                  <a:pt x="1326373" y="1928772"/>
                </a:cubicBezTo>
                <a:cubicBezTo>
                  <a:pt x="1325876" y="1934228"/>
                  <a:pt x="1326373" y="1933732"/>
                  <a:pt x="1321412" y="1934228"/>
                </a:cubicBezTo>
                <a:cubicBezTo>
                  <a:pt x="1317940" y="1934228"/>
                  <a:pt x="1316452" y="1933732"/>
                  <a:pt x="1316452" y="1929764"/>
                </a:cubicBezTo>
                <a:cubicBezTo>
                  <a:pt x="1317444" y="1924308"/>
                  <a:pt x="1316948" y="1924308"/>
                  <a:pt x="1321908" y="1924308"/>
                </a:cubicBezTo>
                <a:close/>
                <a:moveTo>
                  <a:pt x="1254449" y="1921827"/>
                </a:moveTo>
                <a:cubicBezTo>
                  <a:pt x="1260402" y="1921331"/>
                  <a:pt x="1262386" y="1923316"/>
                  <a:pt x="1262386" y="1928772"/>
                </a:cubicBezTo>
                <a:cubicBezTo>
                  <a:pt x="1262386" y="1934228"/>
                  <a:pt x="1260402" y="1936212"/>
                  <a:pt x="1255441" y="1936212"/>
                </a:cubicBezTo>
                <a:cubicBezTo>
                  <a:pt x="1250481" y="1936212"/>
                  <a:pt x="1248001" y="1934228"/>
                  <a:pt x="1248001" y="1929764"/>
                </a:cubicBezTo>
                <a:cubicBezTo>
                  <a:pt x="1248001" y="1924804"/>
                  <a:pt x="1249489" y="1922324"/>
                  <a:pt x="1254449" y="1921827"/>
                </a:cubicBezTo>
                <a:close/>
                <a:moveTo>
                  <a:pt x="1119530" y="1919844"/>
                </a:moveTo>
                <a:cubicBezTo>
                  <a:pt x="1124490" y="1919348"/>
                  <a:pt x="1128955" y="1923812"/>
                  <a:pt x="1128955" y="1928772"/>
                </a:cubicBezTo>
                <a:cubicBezTo>
                  <a:pt x="1128955" y="1933732"/>
                  <a:pt x="1124986" y="1938197"/>
                  <a:pt x="1120026" y="1938693"/>
                </a:cubicBezTo>
                <a:cubicBezTo>
                  <a:pt x="1114074" y="1938693"/>
                  <a:pt x="1109610" y="1934725"/>
                  <a:pt x="1110106" y="1928772"/>
                </a:cubicBezTo>
                <a:cubicBezTo>
                  <a:pt x="1110106" y="1923812"/>
                  <a:pt x="1114570" y="1919844"/>
                  <a:pt x="1119530" y="1919844"/>
                </a:cubicBezTo>
                <a:close/>
                <a:moveTo>
                  <a:pt x="1186989" y="1919348"/>
                </a:moveTo>
                <a:cubicBezTo>
                  <a:pt x="1189469" y="1919844"/>
                  <a:pt x="1195918" y="1926788"/>
                  <a:pt x="1195918" y="1929269"/>
                </a:cubicBezTo>
                <a:cubicBezTo>
                  <a:pt x="1195422" y="1932245"/>
                  <a:pt x="1188477" y="1938693"/>
                  <a:pt x="1186493" y="1938693"/>
                </a:cubicBezTo>
                <a:cubicBezTo>
                  <a:pt x="1184509" y="1937701"/>
                  <a:pt x="1181533" y="1937701"/>
                  <a:pt x="1180541" y="1936213"/>
                </a:cubicBezTo>
                <a:cubicBezTo>
                  <a:pt x="1179053" y="1934229"/>
                  <a:pt x="1177565" y="1931749"/>
                  <a:pt x="1177069" y="1929269"/>
                </a:cubicBezTo>
                <a:cubicBezTo>
                  <a:pt x="1176573" y="1926292"/>
                  <a:pt x="1184013" y="1919348"/>
                  <a:pt x="1186989" y="1919348"/>
                </a:cubicBezTo>
                <a:close/>
                <a:moveTo>
                  <a:pt x="1053559" y="1919348"/>
                </a:moveTo>
                <a:cubicBezTo>
                  <a:pt x="1061991" y="1919348"/>
                  <a:pt x="1062487" y="1920340"/>
                  <a:pt x="1062487" y="1929269"/>
                </a:cubicBezTo>
                <a:cubicBezTo>
                  <a:pt x="1062487" y="1937701"/>
                  <a:pt x="1061495" y="1938693"/>
                  <a:pt x="1051574" y="1938693"/>
                </a:cubicBezTo>
                <a:cubicBezTo>
                  <a:pt x="1044178" y="1938693"/>
                  <a:pt x="1043186" y="1937205"/>
                  <a:pt x="1043186" y="1928277"/>
                </a:cubicBezTo>
                <a:cubicBezTo>
                  <a:pt x="1043682" y="1920340"/>
                  <a:pt x="1044178" y="1919348"/>
                  <a:pt x="1053559" y="1919348"/>
                </a:cubicBezTo>
                <a:close/>
                <a:moveTo>
                  <a:pt x="985646" y="1917364"/>
                </a:moveTo>
                <a:cubicBezTo>
                  <a:pt x="990606" y="1917364"/>
                  <a:pt x="998046" y="1923812"/>
                  <a:pt x="998046" y="1928773"/>
                </a:cubicBezTo>
                <a:cubicBezTo>
                  <a:pt x="998046" y="1933733"/>
                  <a:pt x="991598" y="1941173"/>
                  <a:pt x="986638" y="1941173"/>
                </a:cubicBezTo>
                <a:cubicBezTo>
                  <a:pt x="981677" y="1941173"/>
                  <a:pt x="974237" y="1934725"/>
                  <a:pt x="974237" y="1929765"/>
                </a:cubicBezTo>
                <a:cubicBezTo>
                  <a:pt x="974237" y="1924308"/>
                  <a:pt x="980685" y="1917364"/>
                  <a:pt x="985646" y="1917364"/>
                </a:cubicBezTo>
                <a:close/>
                <a:moveTo>
                  <a:pt x="917648" y="1917364"/>
                </a:moveTo>
                <a:cubicBezTo>
                  <a:pt x="924096" y="1917364"/>
                  <a:pt x="929057" y="1922820"/>
                  <a:pt x="929057" y="1929269"/>
                </a:cubicBezTo>
                <a:cubicBezTo>
                  <a:pt x="929057" y="1936213"/>
                  <a:pt x="923104" y="1941173"/>
                  <a:pt x="917152" y="1941173"/>
                </a:cubicBezTo>
                <a:cubicBezTo>
                  <a:pt x="910208" y="1941173"/>
                  <a:pt x="904751" y="1935717"/>
                  <a:pt x="905247" y="1928773"/>
                </a:cubicBezTo>
                <a:cubicBezTo>
                  <a:pt x="905743" y="1922820"/>
                  <a:pt x="911200" y="1917364"/>
                  <a:pt x="917648" y="1917364"/>
                </a:cubicBezTo>
                <a:close/>
                <a:moveTo>
                  <a:pt x="850192" y="1917364"/>
                </a:moveTo>
                <a:cubicBezTo>
                  <a:pt x="858624" y="1917364"/>
                  <a:pt x="862096" y="1920836"/>
                  <a:pt x="862096" y="1928773"/>
                </a:cubicBezTo>
                <a:cubicBezTo>
                  <a:pt x="862096" y="1937701"/>
                  <a:pt x="859120" y="1941173"/>
                  <a:pt x="849696" y="1941173"/>
                </a:cubicBezTo>
                <a:cubicBezTo>
                  <a:pt x="841263" y="1941173"/>
                  <a:pt x="838287" y="1937701"/>
                  <a:pt x="838287" y="1928773"/>
                </a:cubicBezTo>
                <a:cubicBezTo>
                  <a:pt x="838783" y="1920340"/>
                  <a:pt x="841759" y="1917364"/>
                  <a:pt x="850192" y="1917364"/>
                </a:cubicBezTo>
                <a:close/>
                <a:moveTo>
                  <a:pt x="646836" y="1915379"/>
                </a:moveTo>
                <a:cubicBezTo>
                  <a:pt x="655764" y="1914387"/>
                  <a:pt x="661220" y="1920835"/>
                  <a:pt x="662212" y="1928772"/>
                </a:cubicBezTo>
                <a:cubicBezTo>
                  <a:pt x="662212" y="1937204"/>
                  <a:pt x="656260" y="1943157"/>
                  <a:pt x="648324" y="1943652"/>
                </a:cubicBezTo>
                <a:cubicBezTo>
                  <a:pt x="639891" y="1944149"/>
                  <a:pt x="633940" y="1938196"/>
                  <a:pt x="633444" y="1930260"/>
                </a:cubicBezTo>
                <a:cubicBezTo>
                  <a:pt x="632948" y="1921827"/>
                  <a:pt x="638899" y="1915875"/>
                  <a:pt x="646836" y="1915379"/>
                </a:cubicBezTo>
                <a:close/>
                <a:moveTo>
                  <a:pt x="715270" y="1914883"/>
                </a:moveTo>
                <a:cubicBezTo>
                  <a:pt x="722710" y="1914883"/>
                  <a:pt x="729159" y="1921827"/>
                  <a:pt x="729159" y="1929268"/>
                </a:cubicBezTo>
                <a:cubicBezTo>
                  <a:pt x="729159" y="1936708"/>
                  <a:pt x="722214" y="1943653"/>
                  <a:pt x="714774" y="1943157"/>
                </a:cubicBezTo>
                <a:cubicBezTo>
                  <a:pt x="707333" y="1943157"/>
                  <a:pt x="700389" y="1936212"/>
                  <a:pt x="700885" y="1928772"/>
                </a:cubicBezTo>
                <a:cubicBezTo>
                  <a:pt x="700885" y="1921331"/>
                  <a:pt x="707829" y="1914387"/>
                  <a:pt x="715270" y="1914883"/>
                </a:cubicBezTo>
                <a:close/>
                <a:moveTo>
                  <a:pt x="581362" y="1914883"/>
                </a:moveTo>
                <a:cubicBezTo>
                  <a:pt x="589794" y="1914883"/>
                  <a:pt x="595747" y="1920339"/>
                  <a:pt x="595747" y="1928772"/>
                </a:cubicBezTo>
                <a:cubicBezTo>
                  <a:pt x="595747" y="1937700"/>
                  <a:pt x="590290" y="1943157"/>
                  <a:pt x="581858" y="1943157"/>
                </a:cubicBezTo>
                <a:cubicBezTo>
                  <a:pt x="572929" y="1943157"/>
                  <a:pt x="567472" y="1937700"/>
                  <a:pt x="567472" y="1929268"/>
                </a:cubicBezTo>
                <a:cubicBezTo>
                  <a:pt x="567472" y="1920339"/>
                  <a:pt x="572929" y="1914883"/>
                  <a:pt x="581362" y="1914883"/>
                </a:cubicBezTo>
                <a:close/>
                <a:moveTo>
                  <a:pt x="514900" y="1914883"/>
                </a:moveTo>
                <a:cubicBezTo>
                  <a:pt x="523332" y="1914883"/>
                  <a:pt x="529285" y="1920835"/>
                  <a:pt x="528789" y="1929268"/>
                </a:cubicBezTo>
                <a:cubicBezTo>
                  <a:pt x="528789" y="1937700"/>
                  <a:pt x="522836" y="1943652"/>
                  <a:pt x="514404" y="1943157"/>
                </a:cubicBezTo>
                <a:cubicBezTo>
                  <a:pt x="505970" y="1943157"/>
                  <a:pt x="500018" y="1937204"/>
                  <a:pt x="500514" y="1928772"/>
                </a:cubicBezTo>
                <a:cubicBezTo>
                  <a:pt x="500514" y="1920339"/>
                  <a:pt x="505970" y="1914883"/>
                  <a:pt x="514900" y="1914883"/>
                </a:cubicBezTo>
                <a:close/>
                <a:moveTo>
                  <a:pt x="378498" y="1914883"/>
                </a:moveTo>
                <a:cubicBezTo>
                  <a:pt x="389411" y="1914883"/>
                  <a:pt x="393380" y="1918355"/>
                  <a:pt x="393380" y="1928276"/>
                </a:cubicBezTo>
                <a:cubicBezTo>
                  <a:pt x="393380" y="1939188"/>
                  <a:pt x="389411" y="1943652"/>
                  <a:pt x="378994" y="1943652"/>
                </a:cubicBezTo>
                <a:cubicBezTo>
                  <a:pt x="369072" y="1943157"/>
                  <a:pt x="364608" y="1939188"/>
                  <a:pt x="364608" y="1929268"/>
                </a:cubicBezTo>
                <a:cubicBezTo>
                  <a:pt x="364608" y="1919347"/>
                  <a:pt x="368576" y="1914883"/>
                  <a:pt x="378498" y="1914883"/>
                </a:cubicBezTo>
                <a:close/>
                <a:moveTo>
                  <a:pt x="783730" y="1914697"/>
                </a:moveTo>
                <a:cubicBezTo>
                  <a:pt x="786707" y="1914759"/>
                  <a:pt x="789683" y="1916867"/>
                  <a:pt x="793651" y="1920836"/>
                </a:cubicBezTo>
                <a:cubicBezTo>
                  <a:pt x="795634" y="1923316"/>
                  <a:pt x="796626" y="1926292"/>
                  <a:pt x="798611" y="1929268"/>
                </a:cubicBezTo>
                <a:cubicBezTo>
                  <a:pt x="796626" y="1932244"/>
                  <a:pt x="795139" y="1935717"/>
                  <a:pt x="792659" y="1938197"/>
                </a:cubicBezTo>
                <a:cubicBezTo>
                  <a:pt x="786707" y="1944149"/>
                  <a:pt x="781746" y="1944149"/>
                  <a:pt x="775298" y="1938197"/>
                </a:cubicBezTo>
                <a:cubicBezTo>
                  <a:pt x="768849" y="1932244"/>
                  <a:pt x="768353" y="1926788"/>
                  <a:pt x="773810" y="1920836"/>
                </a:cubicBezTo>
                <a:cubicBezTo>
                  <a:pt x="777777" y="1916619"/>
                  <a:pt x="780754" y="1914635"/>
                  <a:pt x="783730" y="1914697"/>
                </a:cubicBezTo>
                <a:close/>
                <a:moveTo>
                  <a:pt x="445956" y="1914387"/>
                </a:moveTo>
                <a:cubicBezTo>
                  <a:pt x="454389" y="1914387"/>
                  <a:pt x="460343" y="1919843"/>
                  <a:pt x="460343" y="1928772"/>
                </a:cubicBezTo>
                <a:cubicBezTo>
                  <a:pt x="459846" y="1937700"/>
                  <a:pt x="454389" y="1943157"/>
                  <a:pt x="445956" y="1943157"/>
                </a:cubicBezTo>
                <a:cubicBezTo>
                  <a:pt x="437523" y="1943157"/>
                  <a:pt x="431571" y="1937700"/>
                  <a:pt x="431571" y="1928772"/>
                </a:cubicBezTo>
                <a:cubicBezTo>
                  <a:pt x="431571" y="1920339"/>
                  <a:pt x="437027" y="1914387"/>
                  <a:pt x="445956" y="1914387"/>
                </a:cubicBezTo>
                <a:close/>
                <a:moveTo>
                  <a:pt x="312991" y="1914387"/>
                </a:moveTo>
                <a:cubicBezTo>
                  <a:pt x="322415" y="1915379"/>
                  <a:pt x="326880" y="1919347"/>
                  <a:pt x="326384" y="1929268"/>
                </a:cubicBezTo>
                <a:cubicBezTo>
                  <a:pt x="327872" y="1937700"/>
                  <a:pt x="320431" y="1944148"/>
                  <a:pt x="312495" y="1943652"/>
                </a:cubicBezTo>
                <a:cubicBezTo>
                  <a:pt x="302078" y="1943156"/>
                  <a:pt x="298110" y="1939188"/>
                  <a:pt x="298110" y="1928276"/>
                </a:cubicBezTo>
                <a:cubicBezTo>
                  <a:pt x="297614" y="1919843"/>
                  <a:pt x="304558" y="1913891"/>
                  <a:pt x="312991" y="1914387"/>
                </a:cubicBezTo>
                <a:close/>
                <a:moveTo>
                  <a:pt x="242571" y="1914387"/>
                </a:moveTo>
                <a:cubicBezTo>
                  <a:pt x="252987" y="1914883"/>
                  <a:pt x="256955" y="1918355"/>
                  <a:pt x="257947" y="1927780"/>
                </a:cubicBezTo>
                <a:cubicBezTo>
                  <a:pt x="258443" y="1936708"/>
                  <a:pt x="253483" y="1943653"/>
                  <a:pt x="243563" y="1943157"/>
                </a:cubicBezTo>
                <a:cubicBezTo>
                  <a:pt x="233643" y="1943157"/>
                  <a:pt x="229178" y="1939188"/>
                  <a:pt x="229178" y="1929268"/>
                </a:cubicBezTo>
                <a:cubicBezTo>
                  <a:pt x="227690" y="1920835"/>
                  <a:pt x="234139" y="1913891"/>
                  <a:pt x="242571" y="1914387"/>
                </a:cubicBezTo>
                <a:close/>
                <a:moveTo>
                  <a:pt x="176098" y="1912899"/>
                </a:moveTo>
                <a:cubicBezTo>
                  <a:pt x="180067" y="1914387"/>
                  <a:pt x="185523" y="1913891"/>
                  <a:pt x="188003" y="1918356"/>
                </a:cubicBezTo>
                <a:cubicBezTo>
                  <a:pt x="190483" y="1921828"/>
                  <a:pt x="191971" y="1925796"/>
                  <a:pt x="193459" y="1929268"/>
                </a:cubicBezTo>
                <a:cubicBezTo>
                  <a:pt x="189987" y="1932740"/>
                  <a:pt x="191475" y="1938693"/>
                  <a:pt x="187011" y="1941173"/>
                </a:cubicBezTo>
                <a:cubicBezTo>
                  <a:pt x="183539" y="1943157"/>
                  <a:pt x="178578" y="1946133"/>
                  <a:pt x="176098" y="1945141"/>
                </a:cubicBezTo>
                <a:cubicBezTo>
                  <a:pt x="172130" y="1943157"/>
                  <a:pt x="166178" y="1944645"/>
                  <a:pt x="164194" y="1939189"/>
                </a:cubicBezTo>
                <a:cubicBezTo>
                  <a:pt x="162706" y="1935221"/>
                  <a:pt x="159233" y="1930756"/>
                  <a:pt x="160225" y="1928276"/>
                </a:cubicBezTo>
                <a:cubicBezTo>
                  <a:pt x="161714" y="1924308"/>
                  <a:pt x="161218" y="1918852"/>
                  <a:pt x="166178" y="1916371"/>
                </a:cubicBezTo>
                <a:cubicBezTo>
                  <a:pt x="169650" y="1914883"/>
                  <a:pt x="173618" y="1911907"/>
                  <a:pt x="176098" y="1912899"/>
                </a:cubicBezTo>
                <a:close/>
                <a:moveTo>
                  <a:pt x="110122" y="1912403"/>
                </a:moveTo>
                <a:cubicBezTo>
                  <a:pt x="113594" y="1915875"/>
                  <a:pt x="119547" y="1913891"/>
                  <a:pt x="122027" y="1918851"/>
                </a:cubicBezTo>
                <a:cubicBezTo>
                  <a:pt x="124011" y="1922324"/>
                  <a:pt x="126987" y="1927284"/>
                  <a:pt x="125995" y="1929764"/>
                </a:cubicBezTo>
                <a:cubicBezTo>
                  <a:pt x="124507" y="1933732"/>
                  <a:pt x="125003" y="1939188"/>
                  <a:pt x="120043" y="1941669"/>
                </a:cubicBezTo>
                <a:cubicBezTo>
                  <a:pt x="116571" y="1943157"/>
                  <a:pt x="112602" y="1944645"/>
                  <a:pt x="108634" y="1946133"/>
                </a:cubicBezTo>
                <a:cubicBezTo>
                  <a:pt x="105658" y="1942165"/>
                  <a:pt x="99210" y="1945141"/>
                  <a:pt x="97226" y="1939684"/>
                </a:cubicBezTo>
                <a:cubicBezTo>
                  <a:pt x="95737" y="1936212"/>
                  <a:pt x="92761" y="1932244"/>
                  <a:pt x="93753" y="1929764"/>
                </a:cubicBezTo>
                <a:cubicBezTo>
                  <a:pt x="95241" y="1925796"/>
                  <a:pt x="94249" y="1920339"/>
                  <a:pt x="99210" y="1917859"/>
                </a:cubicBezTo>
                <a:cubicBezTo>
                  <a:pt x="102682" y="1915379"/>
                  <a:pt x="106650" y="1913891"/>
                  <a:pt x="110122" y="1912403"/>
                </a:cubicBezTo>
                <a:close/>
                <a:moveTo>
                  <a:pt x="43166" y="1911907"/>
                </a:moveTo>
                <a:cubicBezTo>
                  <a:pt x="46638" y="1915379"/>
                  <a:pt x="52590" y="1912899"/>
                  <a:pt x="55071" y="1917859"/>
                </a:cubicBezTo>
                <a:cubicBezTo>
                  <a:pt x="57055" y="1921828"/>
                  <a:pt x="58543" y="1925796"/>
                  <a:pt x="60031" y="1929268"/>
                </a:cubicBezTo>
                <a:cubicBezTo>
                  <a:pt x="56559" y="1932740"/>
                  <a:pt x="58543" y="1938692"/>
                  <a:pt x="53582" y="1941173"/>
                </a:cubicBezTo>
                <a:cubicBezTo>
                  <a:pt x="50110" y="1943157"/>
                  <a:pt x="45646" y="1946133"/>
                  <a:pt x="42670" y="1945141"/>
                </a:cubicBezTo>
                <a:cubicBezTo>
                  <a:pt x="38702" y="1943653"/>
                  <a:pt x="33245" y="1944149"/>
                  <a:pt x="30765" y="1939188"/>
                </a:cubicBezTo>
                <a:cubicBezTo>
                  <a:pt x="28781" y="1935716"/>
                  <a:pt x="27789" y="1931748"/>
                  <a:pt x="26301" y="1927780"/>
                </a:cubicBezTo>
                <a:cubicBezTo>
                  <a:pt x="30269" y="1925300"/>
                  <a:pt x="27789" y="1919843"/>
                  <a:pt x="31757" y="1916867"/>
                </a:cubicBezTo>
                <a:cubicBezTo>
                  <a:pt x="35229" y="1913891"/>
                  <a:pt x="40190" y="1915379"/>
                  <a:pt x="43166" y="1911907"/>
                </a:cubicBezTo>
                <a:close/>
                <a:moveTo>
                  <a:pt x="1591251" y="1857840"/>
                </a:moveTo>
                <a:cubicBezTo>
                  <a:pt x="1591747" y="1857840"/>
                  <a:pt x="1592739" y="1859328"/>
                  <a:pt x="1594723" y="1860320"/>
                </a:cubicBezTo>
                <a:cubicBezTo>
                  <a:pt x="1592739" y="1861312"/>
                  <a:pt x="1591747" y="1862304"/>
                  <a:pt x="1591251" y="1862304"/>
                </a:cubicBezTo>
                <a:cubicBezTo>
                  <a:pt x="1590259" y="1861808"/>
                  <a:pt x="1589763" y="1860320"/>
                  <a:pt x="1588771" y="1859328"/>
                </a:cubicBezTo>
                <a:cubicBezTo>
                  <a:pt x="1589763" y="1858832"/>
                  <a:pt x="1590259" y="1857344"/>
                  <a:pt x="1591251" y="1857840"/>
                </a:cubicBezTo>
                <a:close/>
                <a:moveTo>
                  <a:pt x="1523791" y="1856352"/>
                </a:moveTo>
                <a:cubicBezTo>
                  <a:pt x="1525279" y="1857840"/>
                  <a:pt x="1526767" y="1858832"/>
                  <a:pt x="1526767" y="1859328"/>
                </a:cubicBezTo>
                <a:cubicBezTo>
                  <a:pt x="1526271" y="1860320"/>
                  <a:pt x="1525279" y="1861312"/>
                  <a:pt x="1524287" y="1862304"/>
                </a:cubicBezTo>
                <a:cubicBezTo>
                  <a:pt x="1524287" y="1862304"/>
                  <a:pt x="1522303" y="1861312"/>
                  <a:pt x="1522303" y="1860816"/>
                </a:cubicBezTo>
                <a:cubicBezTo>
                  <a:pt x="1521807" y="1859328"/>
                  <a:pt x="1522799" y="1858336"/>
                  <a:pt x="1523791" y="1856352"/>
                </a:cubicBezTo>
                <a:close/>
                <a:moveTo>
                  <a:pt x="1457323" y="1854864"/>
                </a:moveTo>
                <a:cubicBezTo>
                  <a:pt x="1459308" y="1855856"/>
                  <a:pt x="1461788" y="1857840"/>
                  <a:pt x="1461788" y="1859328"/>
                </a:cubicBezTo>
                <a:cubicBezTo>
                  <a:pt x="1462284" y="1861313"/>
                  <a:pt x="1459804" y="1863297"/>
                  <a:pt x="1457819" y="1865777"/>
                </a:cubicBezTo>
                <a:cubicBezTo>
                  <a:pt x="1455835" y="1863793"/>
                  <a:pt x="1453851" y="1862305"/>
                  <a:pt x="1452859" y="1860321"/>
                </a:cubicBezTo>
                <a:cubicBezTo>
                  <a:pt x="1451867" y="1858833"/>
                  <a:pt x="1455835" y="1854368"/>
                  <a:pt x="1457323" y="1854864"/>
                </a:cubicBezTo>
                <a:close/>
                <a:moveTo>
                  <a:pt x="1388376" y="1852880"/>
                </a:moveTo>
                <a:cubicBezTo>
                  <a:pt x="1391352" y="1853376"/>
                  <a:pt x="1393832" y="1857344"/>
                  <a:pt x="1396808" y="1859824"/>
                </a:cubicBezTo>
                <a:cubicBezTo>
                  <a:pt x="1393832" y="1862801"/>
                  <a:pt x="1391352" y="1865281"/>
                  <a:pt x="1388376" y="1866769"/>
                </a:cubicBezTo>
                <a:cubicBezTo>
                  <a:pt x="1386888" y="1867761"/>
                  <a:pt x="1379944" y="1860816"/>
                  <a:pt x="1380936" y="1859328"/>
                </a:cubicBezTo>
                <a:cubicBezTo>
                  <a:pt x="1382920" y="1856848"/>
                  <a:pt x="1385896" y="1853376"/>
                  <a:pt x="1388376" y="1852880"/>
                </a:cubicBezTo>
                <a:close/>
                <a:moveTo>
                  <a:pt x="1321413" y="1852384"/>
                </a:moveTo>
                <a:cubicBezTo>
                  <a:pt x="1326869" y="1852880"/>
                  <a:pt x="1328853" y="1854864"/>
                  <a:pt x="1328853" y="1859328"/>
                </a:cubicBezTo>
                <a:cubicBezTo>
                  <a:pt x="1328853" y="1864289"/>
                  <a:pt x="1327365" y="1866769"/>
                  <a:pt x="1322405" y="1866769"/>
                </a:cubicBezTo>
                <a:cubicBezTo>
                  <a:pt x="1317445" y="1867265"/>
                  <a:pt x="1314965" y="1865281"/>
                  <a:pt x="1314468" y="1860817"/>
                </a:cubicBezTo>
                <a:cubicBezTo>
                  <a:pt x="1313972" y="1855360"/>
                  <a:pt x="1315956" y="1852880"/>
                  <a:pt x="1321413" y="1852384"/>
                </a:cubicBezTo>
                <a:close/>
                <a:moveTo>
                  <a:pt x="1254944" y="1850400"/>
                </a:moveTo>
                <a:cubicBezTo>
                  <a:pt x="1259905" y="1850400"/>
                  <a:pt x="1264369" y="1854864"/>
                  <a:pt x="1264369" y="1859824"/>
                </a:cubicBezTo>
                <a:cubicBezTo>
                  <a:pt x="1264369" y="1865281"/>
                  <a:pt x="1259905" y="1869745"/>
                  <a:pt x="1254448" y="1869745"/>
                </a:cubicBezTo>
                <a:cubicBezTo>
                  <a:pt x="1249488" y="1869745"/>
                  <a:pt x="1245520" y="1864785"/>
                  <a:pt x="1245520" y="1859824"/>
                </a:cubicBezTo>
                <a:cubicBezTo>
                  <a:pt x="1245520" y="1854864"/>
                  <a:pt x="1249984" y="1850400"/>
                  <a:pt x="1254944" y="1850400"/>
                </a:cubicBezTo>
                <a:close/>
                <a:moveTo>
                  <a:pt x="1185998" y="1850400"/>
                </a:moveTo>
                <a:cubicBezTo>
                  <a:pt x="1195422" y="1850400"/>
                  <a:pt x="1195422" y="1850400"/>
                  <a:pt x="1195422" y="1859824"/>
                </a:cubicBezTo>
                <a:cubicBezTo>
                  <a:pt x="1195422" y="1869249"/>
                  <a:pt x="1195422" y="1869249"/>
                  <a:pt x="1185998" y="1869249"/>
                </a:cubicBezTo>
                <a:cubicBezTo>
                  <a:pt x="1177069" y="1869249"/>
                  <a:pt x="1176077" y="1868753"/>
                  <a:pt x="1176077" y="1859328"/>
                </a:cubicBezTo>
                <a:cubicBezTo>
                  <a:pt x="1176077" y="1850896"/>
                  <a:pt x="1177069" y="1850400"/>
                  <a:pt x="1185998" y="1850400"/>
                </a:cubicBezTo>
                <a:close/>
                <a:moveTo>
                  <a:pt x="1052566" y="1848415"/>
                </a:moveTo>
                <a:cubicBezTo>
                  <a:pt x="1059511" y="1847919"/>
                  <a:pt x="1064471" y="1853376"/>
                  <a:pt x="1064471" y="1859824"/>
                </a:cubicBezTo>
                <a:cubicBezTo>
                  <a:pt x="1064471" y="1866272"/>
                  <a:pt x="1059511" y="1871729"/>
                  <a:pt x="1053062" y="1872225"/>
                </a:cubicBezTo>
                <a:cubicBezTo>
                  <a:pt x="1046122" y="1872225"/>
                  <a:pt x="1041658" y="1868256"/>
                  <a:pt x="1040666" y="1861312"/>
                </a:cubicBezTo>
                <a:cubicBezTo>
                  <a:pt x="1039674" y="1854368"/>
                  <a:pt x="1045626" y="1848415"/>
                  <a:pt x="1052566" y="1848415"/>
                </a:cubicBezTo>
                <a:close/>
                <a:moveTo>
                  <a:pt x="1119034" y="1847920"/>
                </a:moveTo>
                <a:cubicBezTo>
                  <a:pt x="1123994" y="1847920"/>
                  <a:pt x="1131434" y="1854368"/>
                  <a:pt x="1131434" y="1859329"/>
                </a:cubicBezTo>
                <a:cubicBezTo>
                  <a:pt x="1131434" y="1864289"/>
                  <a:pt x="1124986" y="1871729"/>
                  <a:pt x="1120026" y="1871729"/>
                </a:cubicBezTo>
                <a:cubicBezTo>
                  <a:pt x="1115065" y="1871729"/>
                  <a:pt x="1107625" y="1865281"/>
                  <a:pt x="1107625" y="1860321"/>
                </a:cubicBezTo>
                <a:cubicBezTo>
                  <a:pt x="1107129" y="1855360"/>
                  <a:pt x="1113577" y="1848416"/>
                  <a:pt x="1119034" y="1847920"/>
                </a:cubicBezTo>
                <a:close/>
                <a:moveTo>
                  <a:pt x="986137" y="1847920"/>
                </a:moveTo>
                <a:cubicBezTo>
                  <a:pt x="994568" y="1847920"/>
                  <a:pt x="998040" y="1851392"/>
                  <a:pt x="998040" y="1859825"/>
                </a:cubicBezTo>
                <a:cubicBezTo>
                  <a:pt x="998040" y="1868257"/>
                  <a:pt x="995065" y="1871729"/>
                  <a:pt x="986633" y="1871729"/>
                </a:cubicBezTo>
                <a:cubicBezTo>
                  <a:pt x="977208" y="1871729"/>
                  <a:pt x="974232" y="1868753"/>
                  <a:pt x="974232" y="1859329"/>
                </a:cubicBezTo>
                <a:cubicBezTo>
                  <a:pt x="974232" y="1850896"/>
                  <a:pt x="977704" y="1847920"/>
                  <a:pt x="986137" y="1847920"/>
                </a:cubicBezTo>
                <a:close/>
                <a:moveTo>
                  <a:pt x="917609" y="1847113"/>
                </a:moveTo>
                <a:cubicBezTo>
                  <a:pt x="921639" y="1847175"/>
                  <a:pt x="925607" y="1849407"/>
                  <a:pt x="928583" y="1853872"/>
                </a:cubicBezTo>
                <a:cubicBezTo>
                  <a:pt x="929575" y="1855360"/>
                  <a:pt x="930071" y="1857344"/>
                  <a:pt x="931560" y="1859824"/>
                </a:cubicBezTo>
                <a:cubicBezTo>
                  <a:pt x="930567" y="1861808"/>
                  <a:pt x="930071" y="1864288"/>
                  <a:pt x="928583" y="1866768"/>
                </a:cubicBezTo>
                <a:cubicBezTo>
                  <a:pt x="922631" y="1875697"/>
                  <a:pt x="912710" y="1875697"/>
                  <a:pt x="906262" y="1867264"/>
                </a:cubicBezTo>
                <a:cubicBezTo>
                  <a:pt x="902790" y="1862304"/>
                  <a:pt x="902790" y="1858336"/>
                  <a:pt x="906262" y="1853376"/>
                </a:cubicBezTo>
                <a:cubicBezTo>
                  <a:pt x="909486" y="1849159"/>
                  <a:pt x="913578" y="1847051"/>
                  <a:pt x="917609" y="1847113"/>
                </a:cubicBezTo>
                <a:close/>
                <a:moveTo>
                  <a:pt x="783749" y="1845936"/>
                </a:moveTo>
                <a:cubicBezTo>
                  <a:pt x="792181" y="1845936"/>
                  <a:pt x="798133" y="1851392"/>
                  <a:pt x="798133" y="1859825"/>
                </a:cubicBezTo>
                <a:cubicBezTo>
                  <a:pt x="798133" y="1868753"/>
                  <a:pt x="792678" y="1874209"/>
                  <a:pt x="784245" y="1874209"/>
                </a:cubicBezTo>
                <a:cubicBezTo>
                  <a:pt x="775315" y="1874209"/>
                  <a:pt x="769859" y="1868753"/>
                  <a:pt x="769859" y="1860321"/>
                </a:cubicBezTo>
                <a:cubicBezTo>
                  <a:pt x="769859" y="1851392"/>
                  <a:pt x="775315" y="1845936"/>
                  <a:pt x="783749" y="1845936"/>
                </a:cubicBezTo>
                <a:close/>
                <a:moveTo>
                  <a:pt x="714774" y="1845936"/>
                </a:moveTo>
                <a:cubicBezTo>
                  <a:pt x="723206" y="1845936"/>
                  <a:pt x="729159" y="1851392"/>
                  <a:pt x="729159" y="1860321"/>
                </a:cubicBezTo>
                <a:cubicBezTo>
                  <a:pt x="729159" y="1868753"/>
                  <a:pt x="723702" y="1874705"/>
                  <a:pt x="714774" y="1874705"/>
                </a:cubicBezTo>
                <a:cubicBezTo>
                  <a:pt x="706341" y="1874705"/>
                  <a:pt x="700389" y="1869249"/>
                  <a:pt x="700389" y="1860321"/>
                </a:cubicBezTo>
                <a:cubicBezTo>
                  <a:pt x="700389" y="1851392"/>
                  <a:pt x="705845" y="1845936"/>
                  <a:pt x="714774" y="1845936"/>
                </a:cubicBezTo>
                <a:close/>
                <a:moveTo>
                  <a:pt x="850193" y="1845440"/>
                </a:moveTo>
                <a:cubicBezTo>
                  <a:pt x="857633" y="1845936"/>
                  <a:pt x="864578" y="1851888"/>
                  <a:pt x="864578" y="1859825"/>
                </a:cubicBezTo>
                <a:cubicBezTo>
                  <a:pt x="864578" y="1866769"/>
                  <a:pt x="858129" y="1874209"/>
                  <a:pt x="850193" y="1874209"/>
                </a:cubicBezTo>
                <a:cubicBezTo>
                  <a:pt x="843248" y="1874209"/>
                  <a:pt x="835808" y="1867761"/>
                  <a:pt x="835808" y="1859825"/>
                </a:cubicBezTo>
                <a:cubicBezTo>
                  <a:pt x="835808" y="1852880"/>
                  <a:pt x="842256" y="1845440"/>
                  <a:pt x="850193" y="1845440"/>
                </a:cubicBezTo>
                <a:close/>
                <a:moveTo>
                  <a:pt x="646874" y="1845440"/>
                </a:moveTo>
                <a:cubicBezTo>
                  <a:pt x="655800" y="1844944"/>
                  <a:pt x="662745" y="1849904"/>
                  <a:pt x="662249" y="1859825"/>
                </a:cubicBezTo>
                <a:cubicBezTo>
                  <a:pt x="661753" y="1869745"/>
                  <a:pt x="658281" y="1874209"/>
                  <a:pt x="648361" y="1874209"/>
                </a:cubicBezTo>
                <a:cubicBezTo>
                  <a:pt x="639929" y="1875698"/>
                  <a:pt x="632986" y="1869249"/>
                  <a:pt x="633482" y="1860817"/>
                </a:cubicBezTo>
                <a:cubicBezTo>
                  <a:pt x="633978" y="1850400"/>
                  <a:pt x="637450" y="1846432"/>
                  <a:pt x="646874" y="1845440"/>
                </a:cubicBezTo>
                <a:close/>
                <a:moveTo>
                  <a:pt x="582366" y="1843456"/>
                </a:moveTo>
                <a:cubicBezTo>
                  <a:pt x="584847" y="1847424"/>
                  <a:pt x="590303" y="1844944"/>
                  <a:pt x="593279" y="1848912"/>
                </a:cubicBezTo>
                <a:cubicBezTo>
                  <a:pt x="596256" y="1852384"/>
                  <a:pt x="594767" y="1857345"/>
                  <a:pt x="598240" y="1860321"/>
                </a:cubicBezTo>
                <a:cubicBezTo>
                  <a:pt x="594767" y="1863793"/>
                  <a:pt x="596256" y="1868753"/>
                  <a:pt x="592783" y="1872225"/>
                </a:cubicBezTo>
                <a:cubicBezTo>
                  <a:pt x="588815" y="1875202"/>
                  <a:pt x="583855" y="1872225"/>
                  <a:pt x="581870" y="1877682"/>
                </a:cubicBezTo>
                <a:cubicBezTo>
                  <a:pt x="577902" y="1873714"/>
                  <a:pt x="571949" y="1875698"/>
                  <a:pt x="569469" y="1870737"/>
                </a:cubicBezTo>
                <a:cubicBezTo>
                  <a:pt x="567484" y="1867265"/>
                  <a:pt x="564509" y="1862801"/>
                  <a:pt x="565005" y="1859825"/>
                </a:cubicBezTo>
                <a:cubicBezTo>
                  <a:pt x="565996" y="1855857"/>
                  <a:pt x="565996" y="1850400"/>
                  <a:pt x="570957" y="1847920"/>
                </a:cubicBezTo>
                <a:cubicBezTo>
                  <a:pt x="574429" y="1845936"/>
                  <a:pt x="578398" y="1844944"/>
                  <a:pt x="582366" y="1843456"/>
                </a:cubicBezTo>
                <a:close/>
                <a:moveTo>
                  <a:pt x="445933" y="1843456"/>
                </a:moveTo>
                <a:cubicBezTo>
                  <a:pt x="454365" y="1843952"/>
                  <a:pt x="462798" y="1852880"/>
                  <a:pt x="462302" y="1860817"/>
                </a:cubicBezTo>
                <a:cubicBezTo>
                  <a:pt x="461806" y="1868753"/>
                  <a:pt x="452381" y="1877186"/>
                  <a:pt x="444445" y="1876689"/>
                </a:cubicBezTo>
                <a:cubicBezTo>
                  <a:pt x="437004" y="1876194"/>
                  <a:pt x="428572" y="1867265"/>
                  <a:pt x="429068" y="1859825"/>
                </a:cubicBezTo>
                <a:cubicBezTo>
                  <a:pt x="429068" y="1851888"/>
                  <a:pt x="437996" y="1842960"/>
                  <a:pt x="445933" y="1843456"/>
                </a:cubicBezTo>
                <a:close/>
                <a:moveTo>
                  <a:pt x="378966" y="1843456"/>
                </a:moveTo>
                <a:cubicBezTo>
                  <a:pt x="387895" y="1843456"/>
                  <a:pt x="395832" y="1853873"/>
                  <a:pt x="395832" y="1860321"/>
                </a:cubicBezTo>
                <a:cubicBezTo>
                  <a:pt x="395832" y="1868257"/>
                  <a:pt x="386903" y="1877186"/>
                  <a:pt x="378966" y="1876690"/>
                </a:cubicBezTo>
                <a:cubicBezTo>
                  <a:pt x="370533" y="1876194"/>
                  <a:pt x="362101" y="1867265"/>
                  <a:pt x="362597" y="1859329"/>
                </a:cubicBezTo>
                <a:cubicBezTo>
                  <a:pt x="363093" y="1851888"/>
                  <a:pt x="371525" y="1843456"/>
                  <a:pt x="378966" y="1843456"/>
                </a:cubicBezTo>
                <a:close/>
                <a:moveTo>
                  <a:pt x="312509" y="1843456"/>
                </a:moveTo>
                <a:cubicBezTo>
                  <a:pt x="321437" y="1843456"/>
                  <a:pt x="329375" y="1853873"/>
                  <a:pt x="328879" y="1860321"/>
                </a:cubicBezTo>
                <a:cubicBezTo>
                  <a:pt x="328879" y="1868753"/>
                  <a:pt x="319453" y="1877186"/>
                  <a:pt x="311517" y="1876690"/>
                </a:cubicBezTo>
                <a:cubicBezTo>
                  <a:pt x="303084" y="1876194"/>
                  <a:pt x="295148" y="1867265"/>
                  <a:pt x="295644" y="1859329"/>
                </a:cubicBezTo>
                <a:cubicBezTo>
                  <a:pt x="296140" y="1851888"/>
                  <a:pt x="304573" y="1843456"/>
                  <a:pt x="312509" y="1843456"/>
                </a:cubicBezTo>
                <a:close/>
                <a:moveTo>
                  <a:pt x="243577" y="1843456"/>
                </a:moveTo>
                <a:cubicBezTo>
                  <a:pt x="249529" y="1841472"/>
                  <a:pt x="252009" y="1846432"/>
                  <a:pt x="255481" y="1849408"/>
                </a:cubicBezTo>
                <a:cubicBezTo>
                  <a:pt x="259448" y="1852384"/>
                  <a:pt x="259945" y="1855856"/>
                  <a:pt x="260441" y="1860817"/>
                </a:cubicBezTo>
                <a:cubicBezTo>
                  <a:pt x="260937" y="1866769"/>
                  <a:pt x="256473" y="1868753"/>
                  <a:pt x="253993" y="1872721"/>
                </a:cubicBezTo>
                <a:cubicBezTo>
                  <a:pt x="251017" y="1876689"/>
                  <a:pt x="247049" y="1876689"/>
                  <a:pt x="242585" y="1877185"/>
                </a:cubicBezTo>
                <a:cubicBezTo>
                  <a:pt x="236632" y="1877681"/>
                  <a:pt x="234648" y="1873217"/>
                  <a:pt x="231176" y="1870241"/>
                </a:cubicBezTo>
                <a:cubicBezTo>
                  <a:pt x="227704" y="1867761"/>
                  <a:pt x="227208" y="1864289"/>
                  <a:pt x="226712" y="1859824"/>
                </a:cubicBezTo>
                <a:cubicBezTo>
                  <a:pt x="226216" y="1853872"/>
                  <a:pt x="229688" y="1851392"/>
                  <a:pt x="232664" y="1847920"/>
                </a:cubicBezTo>
                <a:cubicBezTo>
                  <a:pt x="235640" y="1844448"/>
                  <a:pt x="238616" y="1841967"/>
                  <a:pt x="243577" y="1843456"/>
                </a:cubicBezTo>
                <a:close/>
                <a:moveTo>
                  <a:pt x="43663" y="1843455"/>
                </a:moveTo>
                <a:cubicBezTo>
                  <a:pt x="49120" y="1842959"/>
                  <a:pt x="51600" y="1845936"/>
                  <a:pt x="54576" y="1848912"/>
                </a:cubicBezTo>
                <a:cubicBezTo>
                  <a:pt x="57552" y="1851888"/>
                  <a:pt x="60528" y="1854368"/>
                  <a:pt x="60032" y="1859824"/>
                </a:cubicBezTo>
                <a:cubicBezTo>
                  <a:pt x="60032" y="1864785"/>
                  <a:pt x="58544" y="1867761"/>
                  <a:pt x="55072" y="1870737"/>
                </a:cubicBezTo>
                <a:cubicBezTo>
                  <a:pt x="51600" y="1873713"/>
                  <a:pt x="49120" y="1878673"/>
                  <a:pt x="43167" y="1876193"/>
                </a:cubicBezTo>
                <a:cubicBezTo>
                  <a:pt x="37215" y="1878673"/>
                  <a:pt x="34735" y="1873713"/>
                  <a:pt x="31263" y="1870737"/>
                </a:cubicBezTo>
                <a:cubicBezTo>
                  <a:pt x="27791" y="1867761"/>
                  <a:pt x="25806" y="1864785"/>
                  <a:pt x="26302" y="1859824"/>
                </a:cubicBezTo>
                <a:cubicBezTo>
                  <a:pt x="26798" y="1851392"/>
                  <a:pt x="34735" y="1843952"/>
                  <a:pt x="43663" y="1843455"/>
                </a:cubicBezTo>
                <a:close/>
                <a:moveTo>
                  <a:pt x="514907" y="1842960"/>
                </a:moveTo>
                <a:cubicBezTo>
                  <a:pt x="522843" y="1843456"/>
                  <a:pt x="531773" y="1852384"/>
                  <a:pt x="531277" y="1860321"/>
                </a:cubicBezTo>
                <a:cubicBezTo>
                  <a:pt x="530781" y="1868753"/>
                  <a:pt x="521851" y="1877186"/>
                  <a:pt x="513915" y="1876690"/>
                </a:cubicBezTo>
                <a:cubicBezTo>
                  <a:pt x="505977" y="1876194"/>
                  <a:pt x="497544" y="1866769"/>
                  <a:pt x="498040" y="1858833"/>
                </a:cubicBezTo>
                <a:cubicBezTo>
                  <a:pt x="498536" y="1851393"/>
                  <a:pt x="507465" y="1842960"/>
                  <a:pt x="514907" y="1842960"/>
                </a:cubicBezTo>
                <a:close/>
                <a:moveTo>
                  <a:pt x="109627" y="1842960"/>
                </a:moveTo>
                <a:cubicBezTo>
                  <a:pt x="114091" y="1843456"/>
                  <a:pt x="118059" y="1843952"/>
                  <a:pt x="121035" y="1847920"/>
                </a:cubicBezTo>
                <a:cubicBezTo>
                  <a:pt x="124012" y="1851392"/>
                  <a:pt x="127484" y="1853872"/>
                  <a:pt x="127484" y="1859825"/>
                </a:cubicBezTo>
                <a:cubicBezTo>
                  <a:pt x="127484" y="1864785"/>
                  <a:pt x="125996" y="1867761"/>
                  <a:pt x="122524" y="1870737"/>
                </a:cubicBezTo>
                <a:cubicBezTo>
                  <a:pt x="118555" y="1873713"/>
                  <a:pt x="116075" y="1878674"/>
                  <a:pt x="110123" y="1876194"/>
                </a:cubicBezTo>
                <a:cubicBezTo>
                  <a:pt x="104171" y="1878674"/>
                  <a:pt x="101690" y="1873713"/>
                  <a:pt x="98218" y="1870737"/>
                </a:cubicBezTo>
                <a:cubicBezTo>
                  <a:pt x="94746" y="1867761"/>
                  <a:pt x="93258" y="1864785"/>
                  <a:pt x="93258" y="1859825"/>
                </a:cubicBezTo>
                <a:cubicBezTo>
                  <a:pt x="93258" y="1854368"/>
                  <a:pt x="95738" y="1851888"/>
                  <a:pt x="98714" y="1848912"/>
                </a:cubicBezTo>
                <a:cubicBezTo>
                  <a:pt x="101690" y="1845936"/>
                  <a:pt x="104171" y="1842464"/>
                  <a:pt x="109627" y="1842960"/>
                </a:cubicBezTo>
                <a:close/>
                <a:moveTo>
                  <a:pt x="176586" y="1842959"/>
                </a:moveTo>
                <a:cubicBezTo>
                  <a:pt x="181547" y="1842959"/>
                  <a:pt x="184523" y="1844448"/>
                  <a:pt x="187499" y="1847920"/>
                </a:cubicBezTo>
                <a:cubicBezTo>
                  <a:pt x="190475" y="1851888"/>
                  <a:pt x="195435" y="1854368"/>
                  <a:pt x="192955" y="1859824"/>
                </a:cubicBezTo>
                <a:cubicBezTo>
                  <a:pt x="195435" y="1865777"/>
                  <a:pt x="190475" y="1868257"/>
                  <a:pt x="187499" y="1871729"/>
                </a:cubicBezTo>
                <a:cubicBezTo>
                  <a:pt x="184523" y="1875201"/>
                  <a:pt x="181547" y="1877185"/>
                  <a:pt x="176586" y="1876689"/>
                </a:cubicBezTo>
                <a:cubicBezTo>
                  <a:pt x="168154" y="1876193"/>
                  <a:pt x="160714" y="1868257"/>
                  <a:pt x="160217" y="1859328"/>
                </a:cubicBezTo>
                <a:cubicBezTo>
                  <a:pt x="159721" y="1853872"/>
                  <a:pt x="162698" y="1851392"/>
                  <a:pt x="165674" y="1848416"/>
                </a:cubicBezTo>
                <a:cubicBezTo>
                  <a:pt x="168650" y="1845440"/>
                  <a:pt x="171130" y="1842463"/>
                  <a:pt x="176586" y="1842959"/>
                </a:cubicBezTo>
                <a:close/>
                <a:moveTo>
                  <a:pt x="1592243" y="1790877"/>
                </a:moveTo>
                <a:cubicBezTo>
                  <a:pt x="1591747" y="1790877"/>
                  <a:pt x="1592739" y="1792365"/>
                  <a:pt x="1594723" y="1793853"/>
                </a:cubicBezTo>
                <a:cubicBezTo>
                  <a:pt x="1592739" y="1794845"/>
                  <a:pt x="1591747" y="1795341"/>
                  <a:pt x="1590755" y="1795341"/>
                </a:cubicBezTo>
                <a:cubicBezTo>
                  <a:pt x="1590259" y="1795341"/>
                  <a:pt x="1588771" y="1793357"/>
                  <a:pt x="1589267" y="1793357"/>
                </a:cubicBezTo>
                <a:cubicBezTo>
                  <a:pt x="1589763" y="1792365"/>
                  <a:pt x="1591251" y="1791373"/>
                  <a:pt x="1592243" y="1790877"/>
                </a:cubicBezTo>
                <a:close/>
                <a:moveTo>
                  <a:pt x="1657719" y="1789885"/>
                </a:moveTo>
                <a:cubicBezTo>
                  <a:pt x="1658711" y="1791869"/>
                  <a:pt x="1659703" y="1792861"/>
                  <a:pt x="1659703" y="1793357"/>
                </a:cubicBezTo>
                <a:cubicBezTo>
                  <a:pt x="1659207" y="1794349"/>
                  <a:pt x="1657719" y="1794845"/>
                  <a:pt x="1656727" y="1795837"/>
                </a:cubicBezTo>
                <a:cubicBezTo>
                  <a:pt x="1656231" y="1794845"/>
                  <a:pt x="1654743" y="1794349"/>
                  <a:pt x="1655239" y="1793357"/>
                </a:cubicBezTo>
                <a:cubicBezTo>
                  <a:pt x="1655735" y="1792365"/>
                  <a:pt x="1656727" y="1791373"/>
                  <a:pt x="1657719" y="1789885"/>
                </a:cubicBezTo>
                <a:close/>
                <a:moveTo>
                  <a:pt x="1524783" y="1788396"/>
                </a:moveTo>
                <a:cubicBezTo>
                  <a:pt x="1528752" y="1787404"/>
                  <a:pt x="1528752" y="1789884"/>
                  <a:pt x="1528752" y="1793357"/>
                </a:cubicBezTo>
                <a:cubicBezTo>
                  <a:pt x="1528752" y="1798317"/>
                  <a:pt x="1528752" y="1797821"/>
                  <a:pt x="1523295" y="1798317"/>
                </a:cubicBezTo>
                <a:cubicBezTo>
                  <a:pt x="1519327" y="1798317"/>
                  <a:pt x="1518831" y="1796829"/>
                  <a:pt x="1518831" y="1793357"/>
                </a:cubicBezTo>
                <a:cubicBezTo>
                  <a:pt x="1519823" y="1788396"/>
                  <a:pt x="1519327" y="1788396"/>
                  <a:pt x="1524783" y="1788396"/>
                </a:cubicBezTo>
                <a:close/>
                <a:moveTo>
                  <a:pt x="1457819" y="1785916"/>
                </a:moveTo>
                <a:cubicBezTo>
                  <a:pt x="1462780" y="1786412"/>
                  <a:pt x="1464764" y="1788396"/>
                  <a:pt x="1464764" y="1793356"/>
                </a:cubicBezTo>
                <a:cubicBezTo>
                  <a:pt x="1464764" y="1798317"/>
                  <a:pt x="1462780" y="1800301"/>
                  <a:pt x="1457819" y="1800301"/>
                </a:cubicBezTo>
                <a:cubicBezTo>
                  <a:pt x="1452363" y="1800301"/>
                  <a:pt x="1449883" y="1798317"/>
                  <a:pt x="1450379" y="1792364"/>
                </a:cubicBezTo>
                <a:cubicBezTo>
                  <a:pt x="1450379" y="1787404"/>
                  <a:pt x="1452859" y="1785916"/>
                  <a:pt x="1457819" y="1785916"/>
                </a:cubicBezTo>
                <a:close/>
                <a:moveTo>
                  <a:pt x="1388872" y="1783932"/>
                </a:moveTo>
                <a:cubicBezTo>
                  <a:pt x="1391352" y="1783932"/>
                  <a:pt x="1398296" y="1790876"/>
                  <a:pt x="1397800" y="1793356"/>
                </a:cubicBezTo>
                <a:cubicBezTo>
                  <a:pt x="1397800" y="1796829"/>
                  <a:pt x="1390360" y="1803277"/>
                  <a:pt x="1387384" y="1802781"/>
                </a:cubicBezTo>
                <a:cubicBezTo>
                  <a:pt x="1384408" y="1802285"/>
                  <a:pt x="1378455" y="1795341"/>
                  <a:pt x="1378951" y="1792364"/>
                </a:cubicBezTo>
                <a:cubicBezTo>
                  <a:pt x="1379447" y="1789884"/>
                  <a:pt x="1386392" y="1783932"/>
                  <a:pt x="1388872" y="1783932"/>
                </a:cubicBezTo>
                <a:close/>
                <a:moveTo>
                  <a:pt x="1321908" y="1783932"/>
                </a:moveTo>
                <a:cubicBezTo>
                  <a:pt x="1326868" y="1783932"/>
                  <a:pt x="1331333" y="1787900"/>
                  <a:pt x="1331829" y="1792860"/>
                </a:cubicBezTo>
                <a:cubicBezTo>
                  <a:pt x="1331829" y="1798813"/>
                  <a:pt x="1327861" y="1803277"/>
                  <a:pt x="1321908" y="1802781"/>
                </a:cubicBezTo>
                <a:cubicBezTo>
                  <a:pt x="1316948" y="1802781"/>
                  <a:pt x="1312980" y="1798317"/>
                  <a:pt x="1312980" y="1793356"/>
                </a:cubicBezTo>
                <a:cubicBezTo>
                  <a:pt x="1312484" y="1788396"/>
                  <a:pt x="1316948" y="1783932"/>
                  <a:pt x="1321908" y="1783932"/>
                </a:cubicBezTo>
                <a:close/>
                <a:moveTo>
                  <a:pt x="1060007" y="1782940"/>
                </a:moveTo>
                <a:cubicBezTo>
                  <a:pt x="1068439" y="1789388"/>
                  <a:pt x="1068439" y="1799309"/>
                  <a:pt x="1059511" y="1805261"/>
                </a:cubicBezTo>
                <a:cubicBezTo>
                  <a:pt x="1057526" y="1805757"/>
                  <a:pt x="1055046" y="1806749"/>
                  <a:pt x="1053062" y="1807741"/>
                </a:cubicBezTo>
                <a:cubicBezTo>
                  <a:pt x="1050582" y="1806749"/>
                  <a:pt x="1048118" y="1805757"/>
                  <a:pt x="1045638" y="1803773"/>
                </a:cubicBezTo>
                <a:cubicBezTo>
                  <a:pt x="1037701" y="1797325"/>
                  <a:pt x="1037701" y="1789884"/>
                  <a:pt x="1045142" y="1783436"/>
                </a:cubicBezTo>
                <a:cubicBezTo>
                  <a:pt x="1050086" y="1778972"/>
                  <a:pt x="1055046" y="1778972"/>
                  <a:pt x="1060007" y="1782940"/>
                </a:cubicBezTo>
                <a:close/>
                <a:moveTo>
                  <a:pt x="1185501" y="1781948"/>
                </a:moveTo>
                <a:cubicBezTo>
                  <a:pt x="1191950" y="1781452"/>
                  <a:pt x="1197902" y="1786412"/>
                  <a:pt x="1197902" y="1792861"/>
                </a:cubicBezTo>
                <a:cubicBezTo>
                  <a:pt x="1197902" y="1799805"/>
                  <a:pt x="1193934" y="1804765"/>
                  <a:pt x="1186989" y="1805261"/>
                </a:cubicBezTo>
                <a:cubicBezTo>
                  <a:pt x="1180045" y="1805757"/>
                  <a:pt x="1175581" y="1801789"/>
                  <a:pt x="1174093" y="1794845"/>
                </a:cubicBezTo>
                <a:cubicBezTo>
                  <a:pt x="1173101" y="1787404"/>
                  <a:pt x="1179053" y="1781948"/>
                  <a:pt x="1185501" y="1781948"/>
                </a:cubicBezTo>
                <a:close/>
                <a:moveTo>
                  <a:pt x="1254945" y="1781452"/>
                </a:moveTo>
                <a:cubicBezTo>
                  <a:pt x="1259409" y="1781452"/>
                  <a:pt x="1267345" y="1789884"/>
                  <a:pt x="1266849" y="1793357"/>
                </a:cubicBezTo>
                <a:cubicBezTo>
                  <a:pt x="1266849" y="1797325"/>
                  <a:pt x="1258417" y="1805261"/>
                  <a:pt x="1254945" y="1805261"/>
                </a:cubicBezTo>
                <a:cubicBezTo>
                  <a:pt x="1250976" y="1805261"/>
                  <a:pt x="1243040" y="1796829"/>
                  <a:pt x="1243040" y="1793357"/>
                </a:cubicBezTo>
                <a:cubicBezTo>
                  <a:pt x="1243040" y="1789388"/>
                  <a:pt x="1251472" y="1781452"/>
                  <a:pt x="1254945" y="1781452"/>
                </a:cubicBezTo>
                <a:close/>
                <a:moveTo>
                  <a:pt x="1120026" y="1781452"/>
                </a:moveTo>
                <a:cubicBezTo>
                  <a:pt x="1127962" y="1781452"/>
                  <a:pt x="1131434" y="1784924"/>
                  <a:pt x="1131434" y="1793357"/>
                </a:cubicBezTo>
                <a:cubicBezTo>
                  <a:pt x="1131434" y="1801789"/>
                  <a:pt x="1127962" y="1805261"/>
                  <a:pt x="1119530" y="1805261"/>
                </a:cubicBezTo>
                <a:cubicBezTo>
                  <a:pt x="1111097" y="1805261"/>
                  <a:pt x="1107625" y="1802285"/>
                  <a:pt x="1107625" y="1793853"/>
                </a:cubicBezTo>
                <a:cubicBezTo>
                  <a:pt x="1107625" y="1784428"/>
                  <a:pt x="1110601" y="1781452"/>
                  <a:pt x="1120026" y="1781452"/>
                </a:cubicBezTo>
                <a:close/>
                <a:moveTo>
                  <a:pt x="986107" y="1779468"/>
                </a:moveTo>
                <a:cubicBezTo>
                  <a:pt x="993547" y="1778972"/>
                  <a:pt x="1000492" y="1785420"/>
                  <a:pt x="1000492" y="1793357"/>
                </a:cubicBezTo>
                <a:cubicBezTo>
                  <a:pt x="1000492" y="1800797"/>
                  <a:pt x="994043" y="1807741"/>
                  <a:pt x="986603" y="1807741"/>
                </a:cubicBezTo>
                <a:cubicBezTo>
                  <a:pt x="979162" y="1807741"/>
                  <a:pt x="972218" y="1801293"/>
                  <a:pt x="972218" y="1793853"/>
                </a:cubicBezTo>
                <a:cubicBezTo>
                  <a:pt x="972218" y="1786412"/>
                  <a:pt x="978666" y="1779468"/>
                  <a:pt x="986107" y="1779468"/>
                </a:cubicBezTo>
                <a:close/>
                <a:moveTo>
                  <a:pt x="917695" y="1778972"/>
                </a:moveTo>
                <a:cubicBezTo>
                  <a:pt x="926127" y="1778972"/>
                  <a:pt x="931582" y="1784924"/>
                  <a:pt x="931582" y="1793357"/>
                </a:cubicBezTo>
                <a:cubicBezTo>
                  <a:pt x="931582" y="1801789"/>
                  <a:pt x="925631" y="1807741"/>
                  <a:pt x="917199" y="1807245"/>
                </a:cubicBezTo>
                <a:cubicBezTo>
                  <a:pt x="908766" y="1807245"/>
                  <a:pt x="902814" y="1801293"/>
                  <a:pt x="903310" y="1792861"/>
                </a:cubicBezTo>
                <a:cubicBezTo>
                  <a:pt x="903310" y="1784428"/>
                  <a:pt x="909262" y="1778476"/>
                  <a:pt x="917695" y="1778972"/>
                </a:cubicBezTo>
                <a:close/>
                <a:moveTo>
                  <a:pt x="850199" y="1778972"/>
                </a:moveTo>
                <a:cubicBezTo>
                  <a:pt x="859127" y="1778972"/>
                  <a:pt x="864585" y="1784924"/>
                  <a:pt x="864585" y="1793357"/>
                </a:cubicBezTo>
                <a:cubicBezTo>
                  <a:pt x="864585" y="1802285"/>
                  <a:pt x="859127" y="1807741"/>
                  <a:pt x="850199" y="1807741"/>
                </a:cubicBezTo>
                <a:cubicBezTo>
                  <a:pt x="841271" y="1807741"/>
                  <a:pt x="835815" y="1802285"/>
                  <a:pt x="835815" y="1793357"/>
                </a:cubicBezTo>
                <a:cubicBezTo>
                  <a:pt x="835815" y="1784428"/>
                  <a:pt x="841271" y="1778972"/>
                  <a:pt x="850199" y="1778972"/>
                </a:cubicBezTo>
                <a:close/>
                <a:moveTo>
                  <a:pt x="714794" y="1776988"/>
                </a:moveTo>
                <a:cubicBezTo>
                  <a:pt x="723722" y="1776988"/>
                  <a:pt x="731658" y="1786909"/>
                  <a:pt x="731162" y="1793853"/>
                </a:cubicBezTo>
                <a:cubicBezTo>
                  <a:pt x="731162" y="1802285"/>
                  <a:pt x="721738" y="1810718"/>
                  <a:pt x="713802" y="1810222"/>
                </a:cubicBezTo>
                <a:cubicBezTo>
                  <a:pt x="705370" y="1809726"/>
                  <a:pt x="697434" y="1800797"/>
                  <a:pt x="697930" y="1792861"/>
                </a:cubicBezTo>
                <a:cubicBezTo>
                  <a:pt x="698426" y="1785420"/>
                  <a:pt x="706859" y="1776988"/>
                  <a:pt x="714794" y="1776988"/>
                </a:cubicBezTo>
                <a:close/>
                <a:moveTo>
                  <a:pt x="647342" y="1776988"/>
                </a:moveTo>
                <a:cubicBezTo>
                  <a:pt x="655278" y="1775996"/>
                  <a:pt x="664206" y="1784428"/>
                  <a:pt x="664702" y="1792861"/>
                </a:cubicBezTo>
                <a:cubicBezTo>
                  <a:pt x="665198" y="1800797"/>
                  <a:pt x="656270" y="1809725"/>
                  <a:pt x="648334" y="1810221"/>
                </a:cubicBezTo>
                <a:cubicBezTo>
                  <a:pt x="640894" y="1810221"/>
                  <a:pt x="631966" y="1802285"/>
                  <a:pt x="631470" y="1794845"/>
                </a:cubicBezTo>
                <a:cubicBezTo>
                  <a:pt x="630974" y="1786908"/>
                  <a:pt x="639406" y="1777484"/>
                  <a:pt x="647342" y="1776988"/>
                </a:cubicBezTo>
                <a:close/>
                <a:moveTo>
                  <a:pt x="581845" y="1776492"/>
                </a:moveTo>
                <a:cubicBezTo>
                  <a:pt x="587797" y="1775996"/>
                  <a:pt x="589781" y="1779964"/>
                  <a:pt x="593749" y="1782941"/>
                </a:cubicBezTo>
                <a:cubicBezTo>
                  <a:pt x="597718" y="1785917"/>
                  <a:pt x="597718" y="1789885"/>
                  <a:pt x="598214" y="1794349"/>
                </a:cubicBezTo>
                <a:cubicBezTo>
                  <a:pt x="598710" y="1800302"/>
                  <a:pt x="594245" y="1802286"/>
                  <a:pt x="591765" y="1805758"/>
                </a:cubicBezTo>
                <a:cubicBezTo>
                  <a:pt x="589285" y="1809230"/>
                  <a:pt x="585813" y="1809726"/>
                  <a:pt x="581349" y="1810222"/>
                </a:cubicBezTo>
                <a:cubicBezTo>
                  <a:pt x="575396" y="1810718"/>
                  <a:pt x="572916" y="1807246"/>
                  <a:pt x="569444" y="1804270"/>
                </a:cubicBezTo>
                <a:cubicBezTo>
                  <a:pt x="565972" y="1801294"/>
                  <a:pt x="562996" y="1798317"/>
                  <a:pt x="564484" y="1793853"/>
                </a:cubicBezTo>
                <a:cubicBezTo>
                  <a:pt x="564484" y="1784429"/>
                  <a:pt x="572916" y="1776988"/>
                  <a:pt x="581845" y="1776492"/>
                </a:cubicBezTo>
                <a:close/>
                <a:moveTo>
                  <a:pt x="514878" y="1776492"/>
                </a:moveTo>
                <a:cubicBezTo>
                  <a:pt x="526287" y="1776492"/>
                  <a:pt x="531743" y="1781948"/>
                  <a:pt x="531743" y="1793357"/>
                </a:cubicBezTo>
                <a:cubicBezTo>
                  <a:pt x="531247" y="1804765"/>
                  <a:pt x="525790" y="1810222"/>
                  <a:pt x="514878" y="1810222"/>
                </a:cubicBezTo>
                <a:cubicBezTo>
                  <a:pt x="503469" y="1810222"/>
                  <a:pt x="498013" y="1804765"/>
                  <a:pt x="498013" y="1793357"/>
                </a:cubicBezTo>
                <a:cubicBezTo>
                  <a:pt x="498013" y="1781948"/>
                  <a:pt x="503469" y="1776492"/>
                  <a:pt x="514878" y="1776492"/>
                </a:cubicBezTo>
                <a:close/>
                <a:moveTo>
                  <a:pt x="446457" y="1776492"/>
                </a:moveTo>
                <a:cubicBezTo>
                  <a:pt x="455882" y="1775500"/>
                  <a:pt x="462827" y="1784429"/>
                  <a:pt x="462827" y="1793853"/>
                </a:cubicBezTo>
                <a:cubicBezTo>
                  <a:pt x="462827" y="1803278"/>
                  <a:pt x="454394" y="1810222"/>
                  <a:pt x="445465" y="1810222"/>
                </a:cubicBezTo>
                <a:cubicBezTo>
                  <a:pt x="436039" y="1810222"/>
                  <a:pt x="429095" y="1801790"/>
                  <a:pt x="429095" y="1792861"/>
                </a:cubicBezTo>
                <a:cubicBezTo>
                  <a:pt x="429095" y="1783437"/>
                  <a:pt x="437031" y="1775004"/>
                  <a:pt x="446457" y="1776492"/>
                </a:cubicBezTo>
                <a:close/>
                <a:moveTo>
                  <a:pt x="378996" y="1776492"/>
                </a:moveTo>
                <a:cubicBezTo>
                  <a:pt x="390406" y="1776492"/>
                  <a:pt x="395862" y="1782444"/>
                  <a:pt x="395862" y="1793357"/>
                </a:cubicBezTo>
                <a:cubicBezTo>
                  <a:pt x="395862" y="1804765"/>
                  <a:pt x="390406" y="1810222"/>
                  <a:pt x="378996" y="1810222"/>
                </a:cubicBezTo>
                <a:cubicBezTo>
                  <a:pt x="367586" y="1810222"/>
                  <a:pt x="362129" y="1804765"/>
                  <a:pt x="362129" y="1793357"/>
                </a:cubicBezTo>
                <a:cubicBezTo>
                  <a:pt x="362129" y="1781948"/>
                  <a:pt x="367586" y="1776492"/>
                  <a:pt x="378996" y="1776492"/>
                </a:cubicBezTo>
                <a:close/>
                <a:moveTo>
                  <a:pt x="312027" y="1776492"/>
                </a:moveTo>
                <a:cubicBezTo>
                  <a:pt x="316492" y="1776492"/>
                  <a:pt x="320956" y="1775996"/>
                  <a:pt x="324924" y="1780461"/>
                </a:cubicBezTo>
                <a:cubicBezTo>
                  <a:pt x="328893" y="1784429"/>
                  <a:pt x="329389" y="1788397"/>
                  <a:pt x="328893" y="1791373"/>
                </a:cubicBezTo>
                <a:cubicBezTo>
                  <a:pt x="328893" y="1797821"/>
                  <a:pt x="328893" y="1801790"/>
                  <a:pt x="324924" y="1806254"/>
                </a:cubicBezTo>
                <a:cubicBezTo>
                  <a:pt x="320956" y="1810222"/>
                  <a:pt x="316988" y="1810222"/>
                  <a:pt x="312027" y="1810222"/>
                </a:cubicBezTo>
                <a:cubicBezTo>
                  <a:pt x="307562" y="1810222"/>
                  <a:pt x="303098" y="1810718"/>
                  <a:pt x="299130" y="1806254"/>
                </a:cubicBezTo>
                <a:cubicBezTo>
                  <a:pt x="295161" y="1802286"/>
                  <a:pt x="295161" y="1798318"/>
                  <a:pt x="295161" y="1793357"/>
                </a:cubicBezTo>
                <a:cubicBezTo>
                  <a:pt x="295161" y="1788893"/>
                  <a:pt x="294666" y="1784429"/>
                  <a:pt x="299130" y="1780461"/>
                </a:cubicBezTo>
                <a:cubicBezTo>
                  <a:pt x="303098" y="1776492"/>
                  <a:pt x="307066" y="1776492"/>
                  <a:pt x="312027" y="1776492"/>
                </a:cubicBezTo>
                <a:close/>
                <a:moveTo>
                  <a:pt x="170155" y="1776492"/>
                </a:moveTo>
                <a:cubicBezTo>
                  <a:pt x="175116" y="1775996"/>
                  <a:pt x="181068" y="1774508"/>
                  <a:pt x="185532" y="1776492"/>
                </a:cubicBezTo>
                <a:cubicBezTo>
                  <a:pt x="189500" y="1778476"/>
                  <a:pt x="195453" y="1781948"/>
                  <a:pt x="193965" y="1789388"/>
                </a:cubicBezTo>
                <a:cubicBezTo>
                  <a:pt x="193469" y="1791373"/>
                  <a:pt x="193469" y="1793357"/>
                  <a:pt x="193965" y="1795341"/>
                </a:cubicBezTo>
                <a:cubicBezTo>
                  <a:pt x="194461" y="1799805"/>
                  <a:pt x="192973" y="1802781"/>
                  <a:pt x="189996" y="1805757"/>
                </a:cubicBezTo>
                <a:cubicBezTo>
                  <a:pt x="187020" y="1808733"/>
                  <a:pt x="184044" y="1810718"/>
                  <a:pt x="179580" y="1809725"/>
                </a:cubicBezTo>
                <a:cubicBezTo>
                  <a:pt x="178092" y="1809725"/>
                  <a:pt x="177596" y="1810221"/>
                  <a:pt x="175612" y="1810221"/>
                </a:cubicBezTo>
                <a:cubicBezTo>
                  <a:pt x="171147" y="1811214"/>
                  <a:pt x="166683" y="1809725"/>
                  <a:pt x="163211" y="1805261"/>
                </a:cubicBezTo>
                <a:cubicBezTo>
                  <a:pt x="160731" y="1802781"/>
                  <a:pt x="159243" y="1800301"/>
                  <a:pt x="160235" y="1796829"/>
                </a:cubicBezTo>
                <a:cubicBezTo>
                  <a:pt x="161227" y="1791869"/>
                  <a:pt x="157755" y="1785916"/>
                  <a:pt x="163707" y="1781452"/>
                </a:cubicBezTo>
                <a:cubicBezTo>
                  <a:pt x="165691" y="1779964"/>
                  <a:pt x="167675" y="1776988"/>
                  <a:pt x="170155" y="1776492"/>
                </a:cubicBezTo>
                <a:close/>
                <a:moveTo>
                  <a:pt x="111142" y="1776492"/>
                </a:moveTo>
                <a:cubicBezTo>
                  <a:pt x="115606" y="1775500"/>
                  <a:pt x="120070" y="1776988"/>
                  <a:pt x="123542" y="1781452"/>
                </a:cubicBezTo>
                <a:cubicBezTo>
                  <a:pt x="125527" y="1783932"/>
                  <a:pt x="127511" y="1786412"/>
                  <a:pt x="127015" y="1789884"/>
                </a:cubicBezTo>
                <a:cubicBezTo>
                  <a:pt x="126023" y="1794845"/>
                  <a:pt x="129495" y="1800797"/>
                  <a:pt x="123542" y="1805261"/>
                </a:cubicBezTo>
                <a:cubicBezTo>
                  <a:pt x="121558" y="1806749"/>
                  <a:pt x="119574" y="1809725"/>
                  <a:pt x="117094" y="1810222"/>
                </a:cubicBezTo>
                <a:cubicBezTo>
                  <a:pt x="112134" y="1810718"/>
                  <a:pt x="106182" y="1812206"/>
                  <a:pt x="101717" y="1810222"/>
                </a:cubicBezTo>
                <a:cubicBezTo>
                  <a:pt x="97749" y="1808237"/>
                  <a:pt x="91797" y="1804765"/>
                  <a:pt x="92789" y="1797821"/>
                </a:cubicBezTo>
                <a:cubicBezTo>
                  <a:pt x="93285" y="1795837"/>
                  <a:pt x="93285" y="1793853"/>
                  <a:pt x="92789" y="1791869"/>
                </a:cubicBezTo>
                <a:cubicBezTo>
                  <a:pt x="92293" y="1787404"/>
                  <a:pt x="93781" y="1784428"/>
                  <a:pt x="96757" y="1781452"/>
                </a:cubicBezTo>
                <a:cubicBezTo>
                  <a:pt x="99733" y="1778476"/>
                  <a:pt x="102709" y="1776492"/>
                  <a:pt x="107174" y="1777484"/>
                </a:cubicBezTo>
                <a:cubicBezTo>
                  <a:pt x="108166" y="1776988"/>
                  <a:pt x="109158" y="1776492"/>
                  <a:pt x="111142" y="1776492"/>
                </a:cubicBezTo>
                <a:close/>
                <a:moveTo>
                  <a:pt x="43676" y="1776492"/>
                </a:moveTo>
                <a:cubicBezTo>
                  <a:pt x="55581" y="1776988"/>
                  <a:pt x="60045" y="1781452"/>
                  <a:pt x="60045" y="1793853"/>
                </a:cubicBezTo>
                <a:cubicBezTo>
                  <a:pt x="60045" y="1805261"/>
                  <a:pt x="55085" y="1810222"/>
                  <a:pt x="42684" y="1810222"/>
                </a:cubicBezTo>
                <a:cubicBezTo>
                  <a:pt x="31275" y="1810222"/>
                  <a:pt x="26315" y="1805261"/>
                  <a:pt x="26315" y="1792861"/>
                </a:cubicBezTo>
                <a:cubicBezTo>
                  <a:pt x="26315" y="1781452"/>
                  <a:pt x="31275" y="1776492"/>
                  <a:pt x="43676" y="1776492"/>
                </a:cubicBezTo>
                <a:close/>
                <a:moveTo>
                  <a:pt x="783721" y="1775996"/>
                </a:moveTo>
                <a:cubicBezTo>
                  <a:pt x="787193" y="1779468"/>
                  <a:pt x="793145" y="1776988"/>
                  <a:pt x="795625" y="1781948"/>
                </a:cubicBezTo>
                <a:cubicBezTo>
                  <a:pt x="797610" y="1786413"/>
                  <a:pt x="799098" y="1789885"/>
                  <a:pt x="800586" y="1793357"/>
                </a:cubicBezTo>
                <a:cubicBezTo>
                  <a:pt x="797114" y="1796829"/>
                  <a:pt x="799098" y="1802781"/>
                  <a:pt x="794137" y="1805262"/>
                </a:cubicBezTo>
                <a:cubicBezTo>
                  <a:pt x="790665" y="1807246"/>
                  <a:pt x="786201" y="1810222"/>
                  <a:pt x="783225" y="1809230"/>
                </a:cubicBezTo>
                <a:cubicBezTo>
                  <a:pt x="779257" y="1807742"/>
                  <a:pt x="773800" y="1808238"/>
                  <a:pt x="771320" y="1803277"/>
                </a:cubicBezTo>
                <a:cubicBezTo>
                  <a:pt x="769336" y="1799805"/>
                  <a:pt x="768344" y="1795837"/>
                  <a:pt x="766856" y="1791869"/>
                </a:cubicBezTo>
                <a:cubicBezTo>
                  <a:pt x="770824" y="1789389"/>
                  <a:pt x="768344" y="1783932"/>
                  <a:pt x="772312" y="1780956"/>
                </a:cubicBezTo>
                <a:cubicBezTo>
                  <a:pt x="775784" y="1777980"/>
                  <a:pt x="780745" y="1779468"/>
                  <a:pt x="783721" y="1775996"/>
                </a:cubicBezTo>
                <a:close/>
                <a:moveTo>
                  <a:pt x="239099" y="1775996"/>
                </a:moveTo>
                <a:cubicBezTo>
                  <a:pt x="241084" y="1776492"/>
                  <a:pt x="243068" y="1776492"/>
                  <a:pt x="245052" y="1775996"/>
                </a:cubicBezTo>
                <a:cubicBezTo>
                  <a:pt x="249516" y="1775500"/>
                  <a:pt x="252492" y="1776988"/>
                  <a:pt x="255468" y="1779964"/>
                </a:cubicBezTo>
                <a:cubicBezTo>
                  <a:pt x="258444" y="1782940"/>
                  <a:pt x="260429" y="1785916"/>
                  <a:pt x="259437" y="1790380"/>
                </a:cubicBezTo>
                <a:cubicBezTo>
                  <a:pt x="259933" y="1791869"/>
                  <a:pt x="259933" y="1792364"/>
                  <a:pt x="259933" y="1794349"/>
                </a:cubicBezTo>
                <a:cubicBezTo>
                  <a:pt x="260925" y="1798813"/>
                  <a:pt x="259437" y="1803277"/>
                  <a:pt x="254972" y="1806749"/>
                </a:cubicBezTo>
                <a:cubicBezTo>
                  <a:pt x="252492" y="1809229"/>
                  <a:pt x="250012" y="1810718"/>
                  <a:pt x="246540" y="1809725"/>
                </a:cubicBezTo>
                <a:cubicBezTo>
                  <a:pt x="241580" y="1808733"/>
                  <a:pt x="235627" y="1812206"/>
                  <a:pt x="231163" y="1806253"/>
                </a:cubicBezTo>
                <a:cubicBezTo>
                  <a:pt x="229675" y="1804269"/>
                  <a:pt x="226699" y="1802285"/>
                  <a:pt x="226203" y="1799805"/>
                </a:cubicBezTo>
                <a:cubicBezTo>
                  <a:pt x="225707" y="1794845"/>
                  <a:pt x="224219" y="1788892"/>
                  <a:pt x="226203" y="1784428"/>
                </a:cubicBezTo>
                <a:cubicBezTo>
                  <a:pt x="228187" y="1780460"/>
                  <a:pt x="231659" y="1774508"/>
                  <a:pt x="239099" y="1775996"/>
                </a:cubicBezTo>
                <a:close/>
                <a:moveTo>
                  <a:pt x="1658711" y="1724409"/>
                </a:moveTo>
                <a:cubicBezTo>
                  <a:pt x="1658711" y="1724409"/>
                  <a:pt x="1659703" y="1725897"/>
                  <a:pt x="1661191" y="1727385"/>
                </a:cubicBezTo>
                <a:cubicBezTo>
                  <a:pt x="1659207" y="1728377"/>
                  <a:pt x="1658215" y="1728873"/>
                  <a:pt x="1657223" y="1728873"/>
                </a:cubicBezTo>
                <a:cubicBezTo>
                  <a:pt x="1656727" y="1728873"/>
                  <a:pt x="1655239" y="1726889"/>
                  <a:pt x="1655735" y="1726889"/>
                </a:cubicBezTo>
                <a:cubicBezTo>
                  <a:pt x="1656231" y="1725897"/>
                  <a:pt x="1657719" y="1724905"/>
                  <a:pt x="1658711" y="1724409"/>
                </a:cubicBezTo>
                <a:close/>
                <a:moveTo>
                  <a:pt x="1726170" y="1722921"/>
                </a:moveTo>
                <a:cubicBezTo>
                  <a:pt x="1727658" y="1724409"/>
                  <a:pt x="1729146" y="1725401"/>
                  <a:pt x="1729146" y="1725897"/>
                </a:cubicBezTo>
                <a:cubicBezTo>
                  <a:pt x="1728650" y="1726889"/>
                  <a:pt x="1727658" y="1727881"/>
                  <a:pt x="1726666" y="1728873"/>
                </a:cubicBezTo>
                <a:cubicBezTo>
                  <a:pt x="1726666" y="1728873"/>
                  <a:pt x="1724682" y="1727881"/>
                  <a:pt x="1724682" y="1727385"/>
                </a:cubicBezTo>
                <a:cubicBezTo>
                  <a:pt x="1724186" y="1725897"/>
                  <a:pt x="1725178" y="1724905"/>
                  <a:pt x="1726170" y="1722921"/>
                </a:cubicBezTo>
                <a:close/>
                <a:moveTo>
                  <a:pt x="1591251" y="1721433"/>
                </a:moveTo>
                <a:cubicBezTo>
                  <a:pt x="1595219" y="1721433"/>
                  <a:pt x="1596211" y="1723417"/>
                  <a:pt x="1595716" y="1726393"/>
                </a:cubicBezTo>
                <a:cubicBezTo>
                  <a:pt x="1595716" y="1731354"/>
                  <a:pt x="1595716" y="1731354"/>
                  <a:pt x="1590259" y="1731354"/>
                </a:cubicBezTo>
                <a:cubicBezTo>
                  <a:pt x="1586291" y="1731354"/>
                  <a:pt x="1585795" y="1729866"/>
                  <a:pt x="1585795" y="1726393"/>
                </a:cubicBezTo>
                <a:cubicBezTo>
                  <a:pt x="1585795" y="1721433"/>
                  <a:pt x="1585795" y="1721929"/>
                  <a:pt x="1591251" y="1721433"/>
                </a:cubicBezTo>
                <a:close/>
                <a:moveTo>
                  <a:pt x="1523792" y="1719449"/>
                </a:moveTo>
                <a:cubicBezTo>
                  <a:pt x="1528752" y="1719449"/>
                  <a:pt x="1531232" y="1721433"/>
                  <a:pt x="1531232" y="1725897"/>
                </a:cubicBezTo>
                <a:cubicBezTo>
                  <a:pt x="1531232" y="1730858"/>
                  <a:pt x="1529744" y="1733338"/>
                  <a:pt x="1524784" y="1733834"/>
                </a:cubicBezTo>
                <a:cubicBezTo>
                  <a:pt x="1519824" y="1734330"/>
                  <a:pt x="1517343" y="1732346"/>
                  <a:pt x="1516847" y="1727881"/>
                </a:cubicBezTo>
                <a:cubicBezTo>
                  <a:pt x="1516352" y="1722425"/>
                  <a:pt x="1518336" y="1719449"/>
                  <a:pt x="1523792" y="1719449"/>
                </a:cubicBezTo>
                <a:close/>
                <a:moveTo>
                  <a:pt x="1388376" y="1717465"/>
                </a:moveTo>
                <a:cubicBezTo>
                  <a:pt x="1393336" y="1717465"/>
                  <a:pt x="1397801" y="1721929"/>
                  <a:pt x="1397801" y="1726889"/>
                </a:cubicBezTo>
                <a:cubicBezTo>
                  <a:pt x="1398297" y="1731354"/>
                  <a:pt x="1393833" y="1735818"/>
                  <a:pt x="1388872" y="1736314"/>
                </a:cubicBezTo>
                <a:cubicBezTo>
                  <a:pt x="1383912" y="1736314"/>
                  <a:pt x="1378952" y="1732346"/>
                  <a:pt x="1378952" y="1727881"/>
                </a:cubicBezTo>
                <a:cubicBezTo>
                  <a:pt x="1378456" y="1722425"/>
                  <a:pt x="1382920" y="1717465"/>
                  <a:pt x="1388376" y="1717465"/>
                </a:cubicBezTo>
                <a:close/>
                <a:moveTo>
                  <a:pt x="1456828" y="1716969"/>
                </a:moveTo>
                <a:cubicBezTo>
                  <a:pt x="1462284" y="1716473"/>
                  <a:pt x="1467244" y="1720937"/>
                  <a:pt x="1466748" y="1726889"/>
                </a:cubicBezTo>
                <a:cubicBezTo>
                  <a:pt x="1466748" y="1731849"/>
                  <a:pt x="1462284" y="1736314"/>
                  <a:pt x="1457323" y="1736314"/>
                </a:cubicBezTo>
                <a:cubicBezTo>
                  <a:pt x="1452363" y="1736314"/>
                  <a:pt x="1447899" y="1731849"/>
                  <a:pt x="1447899" y="1726889"/>
                </a:cubicBezTo>
                <a:cubicBezTo>
                  <a:pt x="1447899" y="1721929"/>
                  <a:pt x="1451867" y="1717465"/>
                  <a:pt x="1456828" y="1716969"/>
                </a:cubicBezTo>
                <a:close/>
                <a:moveTo>
                  <a:pt x="1321413" y="1714985"/>
                </a:moveTo>
                <a:cubicBezTo>
                  <a:pt x="1326373" y="1714985"/>
                  <a:pt x="1333813" y="1721433"/>
                  <a:pt x="1333813" y="1726394"/>
                </a:cubicBezTo>
                <a:cubicBezTo>
                  <a:pt x="1333813" y="1731354"/>
                  <a:pt x="1327365" y="1738794"/>
                  <a:pt x="1322405" y="1738794"/>
                </a:cubicBezTo>
                <a:cubicBezTo>
                  <a:pt x="1317444" y="1738794"/>
                  <a:pt x="1310004" y="1732346"/>
                  <a:pt x="1310004" y="1727386"/>
                </a:cubicBezTo>
                <a:cubicBezTo>
                  <a:pt x="1309508" y="1721929"/>
                  <a:pt x="1315956" y="1714985"/>
                  <a:pt x="1321413" y="1714985"/>
                </a:cubicBezTo>
                <a:close/>
                <a:moveTo>
                  <a:pt x="1187486" y="1714985"/>
                </a:moveTo>
                <a:cubicBezTo>
                  <a:pt x="1195422" y="1714985"/>
                  <a:pt x="1198398" y="1718457"/>
                  <a:pt x="1198398" y="1727881"/>
                </a:cubicBezTo>
                <a:cubicBezTo>
                  <a:pt x="1198398" y="1735818"/>
                  <a:pt x="1194926" y="1738794"/>
                  <a:pt x="1185998" y="1738794"/>
                </a:cubicBezTo>
                <a:cubicBezTo>
                  <a:pt x="1177565" y="1738794"/>
                  <a:pt x="1174589" y="1735322"/>
                  <a:pt x="1174589" y="1725401"/>
                </a:cubicBezTo>
                <a:cubicBezTo>
                  <a:pt x="1174589" y="1717465"/>
                  <a:pt x="1178061" y="1714489"/>
                  <a:pt x="1187486" y="1714985"/>
                </a:cubicBezTo>
                <a:close/>
                <a:moveTo>
                  <a:pt x="1254449" y="1714489"/>
                </a:moveTo>
                <a:cubicBezTo>
                  <a:pt x="1263377" y="1714489"/>
                  <a:pt x="1266849" y="1717465"/>
                  <a:pt x="1266849" y="1725401"/>
                </a:cubicBezTo>
                <a:cubicBezTo>
                  <a:pt x="1266849" y="1734826"/>
                  <a:pt x="1263873" y="1738298"/>
                  <a:pt x="1254945" y="1738298"/>
                </a:cubicBezTo>
                <a:cubicBezTo>
                  <a:pt x="1246512" y="1738794"/>
                  <a:pt x="1243536" y="1735322"/>
                  <a:pt x="1243040" y="1726890"/>
                </a:cubicBezTo>
                <a:cubicBezTo>
                  <a:pt x="1243040" y="1717961"/>
                  <a:pt x="1246016" y="1714985"/>
                  <a:pt x="1254449" y="1714489"/>
                </a:cubicBezTo>
                <a:close/>
                <a:moveTo>
                  <a:pt x="1119530" y="1712505"/>
                </a:moveTo>
                <a:cubicBezTo>
                  <a:pt x="1127466" y="1712505"/>
                  <a:pt x="1133915" y="1719449"/>
                  <a:pt x="1133915" y="1726890"/>
                </a:cubicBezTo>
                <a:cubicBezTo>
                  <a:pt x="1133915" y="1734826"/>
                  <a:pt x="1126970" y="1741274"/>
                  <a:pt x="1119530" y="1741274"/>
                </a:cubicBezTo>
                <a:cubicBezTo>
                  <a:pt x="1111593" y="1741274"/>
                  <a:pt x="1105145" y="1734330"/>
                  <a:pt x="1105145" y="1726890"/>
                </a:cubicBezTo>
                <a:cubicBezTo>
                  <a:pt x="1105145" y="1718953"/>
                  <a:pt x="1112089" y="1712505"/>
                  <a:pt x="1119530" y="1712505"/>
                </a:cubicBezTo>
                <a:close/>
                <a:moveTo>
                  <a:pt x="1052566" y="1712505"/>
                </a:moveTo>
                <a:cubicBezTo>
                  <a:pt x="1061494" y="1712505"/>
                  <a:pt x="1066951" y="1717961"/>
                  <a:pt x="1066951" y="1726890"/>
                </a:cubicBezTo>
                <a:cubicBezTo>
                  <a:pt x="1066951" y="1735818"/>
                  <a:pt x="1061494" y="1741274"/>
                  <a:pt x="1052566" y="1741274"/>
                </a:cubicBezTo>
                <a:cubicBezTo>
                  <a:pt x="1043671" y="1741274"/>
                  <a:pt x="1038215" y="1735818"/>
                  <a:pt x="1038215" y="1726890"/>
                </a:cubicBezTo>
                <a:cubicBezTo>
                  <a:pt x="1038215" y="1717961"/>
                  <a:pt x="1043671" y="1712505"/>
                  <a:pt x="1052566" y="1712505"/>
                </a:cubicBezTo>
                <a:close/>
                <a:moveTo>
                  <a:pt x="986120" y="1712505"/>
                </a:moveTo>
                <a:cubicBezTo>
                  <a:pt x="995048" y="1712505"/>
                  <a:pt x="1000505" y="1717961"/>
                  <a:pt x="1000505" y="1726890"/>
                </a:cubicBezTo>
                <a:cubicBezTo>
                  <a:pt x="1000505" y="1735818"/>
                  <a:pt x="995048" y="1741274"/>
                  <a:pt x="986120" y="1741274"/>
                </a:cubicBezTo>
                <a:cubicBezTo>
                  <a:pt x="977192" y="1741274"/>
                  <a:pt x="971735" y="1735818"/>
                  <a:pt x="971735" y="1726890"/>
                </a:cubicBezTo>
                <a:cubicBezTo>
                  <a:pt x="971735" y="1717961"/>
                  <a:pt x="977192" y="1712505"/>
                  <a:pt x="986120" y="1712505"/>
                </a:cubicBezTo>
                <a:close/>
                <a:moveTo>
                  <a:pt x="851229" y="1710025"/>
                </a:moveTo>
                <a:cubicBezTo>
                  <a:pt x="858670" y="1710521"/>
                  <a:pt x="867105" y="1718953"/>
                  <a:pt x="867105" y="1726394"/>
                </a:cubicBezTo>
                <a:cubicBezTo>
                  <a:pt x="867105" y="1735818"/>
                  <a:pt x="856687" y="1743755"/>
                  <a:pt x="850238" y="1743259"/>
                </a:cubicBezTo>
                <a:cubicBezTo>
                  <a:pt x="842300" y="1743259"/>
                  <a:pt x="833377" y="1734330"/>
                  <a:pt x="833872" y="1726394"/>
                </a:cubicBezTo>
                <a:cubicBezTo>
                  <a:pt x="834367" y="1717961"/>
                  <a:pt x="843295" y="1709529"/>
                  <a:pt x="851229" y="1710025"/>
                </a:cubicBezTo>
                <a:close/>
                <a:moveTo>
                  <a:pt x="714821" y="1710024"/>
                </a:moveTo>
                <a:cubicBezTo>
                  <a:pt x="725733" y="1710024"/>
                  <a:pt x="731188" y="1715480"/>
                  <a:pt x="731188" y="1726889"/>
                </a:cubicBezTo>
                <a:cubicBezTo>
                  <a:pt x="731188" y="1737801"/>
                  <a:pt x="725733" y="1743258"/>
                  <a:pt x="714325" y="1743258"/>
                </a:cubicBezTo>
                <a:cubicBezTo>
                  <a:pt x="703413" y="1743258"/>
                  <a:pt x="697958" y="1737801"/>
                  <a:pt x="697958" y="1726393"/>
                </a:cubicBezTo>
                <a:cubicBezTo>
                  <a:pt x="697958" y="1715480"/>
                  <a:pt x="703909" y="1710024"/>
                  <a:pt x="714821" y="1710024"/>
                </a:cubicBezTo>
                <a:close/>
                <a:moveTo>
                  <a:pt x="647861" y="1710024"/>
                </a:moveTo>
                <a:cubicBezTo>
                  <a:pt x="658772" y="1710024"/>
                  <a:pt x="664725" y="1715480"/>
                  <a:pt x="664725" y="1726393"/>
                </a:cubicBezTo>
                <a:cubicBezTo>
                  <a:pt x="664725" y="1737801"/>
                  <a:pt x="659268" y="1743258"/>
                  <a:pt x="648357" y="1743258"/>
                </a:cubicBezTo>
                <a:cubicBezTo>
                  <a:pt x="636949" y="1743258"/>
                  <a:pt x="631494" y="1737801"/>
                  <a:pt x="631494" y="1726889"/>
                </a:cubicBezTo>
                <a:cubicBezTo>
                  <a:pt x="631494" y="1715480"/>
                  <a:pt x="636949" y="1710024"/>
                  <a:pt x="647861" y="1710024"/>
                </a:cubicBezTo>
                <a:close/>
                <a:moveTo>
                  <a:pt x="916690" y="1709528"/>
                </a:moveTo>
                <a:cubicBezTo>
                  <a:pt x="920658" y="1713000"/>
                  <a:pt x="926610" y="1711016"/>
                  <a:pt x="928595" y="1715976"/>
                </a:cubicBezTo>
                <a:cubicBezTo>
                  <a:pt x="930579" y="1719449"/>
                  <a:pt x="933554" y="1723913"/>
                  <a:pt x="933058" y="1726889"/>
                </a:cubicBezTo>
                <a:cubicBezTo>
                  <a:pt x="932067" y="1730857"/>
                  <a:pt x="932067" y="1736313"/>
                  <a:pt x="927106" y="1738794"/>
                </a:cubicBezTo>
                <a:cubicBezTo>
                  <a:pt x="923634" y="1740778"/>
                  <a:pt x="919666" y="1741770"/>
                  <a:pt x="915698" y="1743258"/>
                </a:cubicBezTo>
                <a:cubicBezTo>
                  <a:pt x="913218" y="1739290"/>
                  <a:pt x="907761" y="1741770"/>
                  <a:pt x="904785" y="1737801"/>
                </a:cubicBezTo>
                <a:cubicBezTo>
                  <a:pt x="901809" y="1734329"/>
                  <a:pt x="903297" y="1729369"/>
                  <a:pt x="899825" y="1726393"/>
                </a:cubicBezTo>
                <a:cubicBezTo>
                  <a:pt x="903297" y="1722921"/>
                  <a:pt x="901809" y="1717960"/>
                  <a:pt x="905281" y="1714488"/>
                </a:cubicBezTo>
                <a:cubicBezTo>
                  <a:pt x="909746" y="1711512"/>
                  <a:pt x="914706" y="1713496"/>
                  <a:pt x="916690" y="1709528"/>
                </a:cubicBezTo>
                <a:close/>
                <a:moveTo>
                  <a:pt x="782771" y="1709528"/>
                </a:moveTo>
                <a:cubicBezTo>
                  <a:pt x="787239" y="1710024"/>
                  <a:pt x="791202" y="1710520"/>
                  <a:pt x="794181" y="1714488"/>
                </a:cubicBezTo>
                <a:cubicBezTo>
                  <a:pt x="797155" y="1717960"/>
                  <a:pt x="802115" y="1720441"/>
                  <a:pt x="800131" y="1726393"/>
                </a:cubicBezTo>
                <a:cubicBezTo>
                  <a:pt x="801620" y="1731353"/>
                  <a:pt x="799140" y="1734329"/>
                  <a:pt x="795669" y="1737306"/>
                </a:cubicBezTo>
                <a:cubicBezTo>
                  <a:pt x="792196" y="1740282"/>
                  <a:pt x="789716" y="1744250"/>
                  <a:pt x="783764" y="1743258"/>
                </a:cubicBezTo>
                <a:cubicBezTo>
                  <a:pt x="779792" y="1742762"/>
                  <a:pt x="776322" y="1742266"/>
                  <a:pt x="773349" y="1738794"/>
                </a:cubicBezTo>
                <a:cubicBezTo>
                  <a:pt x="770369" y="1735321"/>
                  <a:pt x="765907" y="1733337"/>
                  <a:pt x="766401" y="1727385"/>
                </a:cubicBezTo>
                <a:cubicBezTo>
                  <a:pt x="766895" y="1722921"/>
                  <a:pt x="766895" y="1718953"/>
                  <a:pt x="770865" y="1715976"/>
                </a:cubicBezTo>
                <a:cubicBezTo>
                  <a:pt x="774340" y="1713496"/>
                  <a:pt x="776817" y="1709032"/>
                  <a:pt x="782771" y="1709528"/>
                </a:cubicBezTo>
                <a:close/>
                <a:moveTo>
                  <a:pt x="581366" y="1709528"/>
                </a:moveTo>
                <a:cubicBezTo>
                  <a:pt x="585831" y="1709528"/>
                  <a:pt x="590295" y="1709032"/>
                  <a:pt x="594263" y="1713497"/>
                </a:cubicBezTo>
                <a:cubicBezTo>
                  <a:pt x="598231" y="1717465"/>
                  <a:pt x="598231" y="1721433"/>
                  <a:pt x="598231" y="1726393"/>
                </a:cubicBezTo>
                <a:cubicBezTo>
                  <a:pt x="598231" y="1730857"/>
                  <a:pt x="598727" y="1735322"/>
                  <a:pt x="594263" y="1739290"/>
                </a:cubicBezTo>
                <a:cubicBezTo>
                  <a:pt x="590295" y="1743258"/>
                  <a:pt x="586327" y="1743754"/>
                  <a:pt x="583350" y="1743258"/>
                </a:cubicBezTo>
                <a:cubicBezTo>
                  <a:pt x="576902" y="1743258"/>
                  <a:pt x="572933" y="1743258"/>
                  <a:pt x="568469" y="1739290"/>
                </a:cubicBezTo>
                <a:cubicBezTo>
                  <a:pt x="564500" y="1735322"/>
                  <a:pt x="564500" y="1731354"/>
                  <a:pt x="564500" y="1726393"/>
                </a:cubicBezTo>
                <a:cubicBezTo>
                  <a:pt x="564500" y="1721929"/>
                  <a:pt x="564004" y="1717465"/>
                  <a:pt x="568469" y="1713497"/>
                </a:cubicBezTo>
                <a:cubicBezTo>
                  <a:pt x="572437" y="1709528"/>
                  <a:pt x="576405" y="1709528"/>
                  <a:pt x="581366" y="1709528"/>
                </a:cubicBezTo>
                <a:close/>
                <a:moveTo>
                  <a:pt x="513426" y="1707544"/>
                </a:moveTo>
                <a:cubicBezTo>
                  <a:pt x="516401" y="1706552"/>
                  <a:pt x="520371" y="1709032"/>
                  <a:pt x="523843" y="1710520"/>
                </a:cubicBezTo>
                <a:cubicBezTo>
                  <a:pt x="529796" y="1713496"/>
                  <a:pt x="531780" y="1719945"/>
                  <a:pt x="533269" y="1725401"/>
                </a:cubicBezTo>
                <a:cubicBezTo>
                  <a:pt x="534261" y="1728377"/>
                  <a:pt x="530788" y="1732841"/>
                  <a:pt x="529300" y="1736313"/>
                </a:cubicBezTo>
                <a:cubicBezTo>
                  <a:pt x="526324" y="1742762"/>
                  <a:pt x="519875" y="1742762"/>
                  <a:pt x="514914" y="1745738"/>
                </a:cubicBezTo>
                <a:cubicBezTo>
                  <a:pt x="511442" y="1744250"/>
                  <a:pt x="507969" y="1742762"/>
                  <a:pt x="504001" y="1740778"/>
                </a:cubicBezTo>
                <a:cubicBezTo>
                  <a:pt x="498544" y="1737801"/>
                  <a:pt x="497552" y="1731849"/>
                  <a:pt x="496063" y="1726393"/>
                </a:cubicBezTo>
                <a:cubicBezTo>
                  <a:pt x="495071" y="1723417"/>
                  <a:pt x="498047" y="1719448"/>
                  <a:pt x="499536" y="1716472"/>
                </a:cubicBezTo>
                <a:cubicBezTo>
                  <a:pt x="502513" y="1711016"/>
                  <a:pt x="508465" y="1709032"/>
                  <a:pt x="513426" y="1707544"/>
                </a:cubicBezTo>
                <a:close/>
                <a:moveTo>
                  <a:pt x="446455" y="1707544"/>
                </a:moveTo>
                <a:cubicBezTo>
                  <a:pt x="454393" y="1708040"/>
                  <a:pt x="464314" y="1718953"/>
                  <a:pt x="464810" y="1726393"/>
                </a:cubicBezTo>
                <a:cubicBezTo>
                  <a:pt x="464810" y="1735321"/>
                  <a:pt x="452409" y="1746730"/>
                  <a:pt x="445463" y="1745738"/>
                </a:cubicBezTo>
                <a:cubicBezTo>
                  <a:pt x="437031" y="1745738"/>
                  <a:pt x="426117" y="1734329"/>
                  <a:pt x="426613" y="1725897"/>
                </a:cubicBezTo>
                <a:cubicBezTo>
                  <a:pt x="427109" y="1717465"/>
                  <a:pt x="438519" y="1707048"/>
                  <a:pt x="446455" y="1707544"/>
                </a:cubicBezTo>
                <a:close/>
                <a:moveTo>
                  <a:pt x="379472" y="1707544"/>
                </a:moveTo>
                <a:cubicBezTo>
                  <a:pt x="387904" y="1708040"/>
                  <a:pt x="397329" y="1717961"/>
                  <a:pt x="397825" y="1726393"/>
                </a:cubicBezTo>
                <a:cubicBezTo>
                  <a:pt x="398817" y="1733338"/>
                  <a:pt x="387408" y="1746234"/>
                  <a:pt x="378975" y="1745738"/>
                </a:cubicBezTo>
                <a:cubicBezTo>
                  <a:pt x="370542" y="1746234"/>
                  <a:pt x="359134" y="1733338"/>
                  <a:pt x="359630" y="1726393"/>
                </a:cubicBezTo>
                <a:cubicBezTo>
                  <a:pt x="360126" y="1717961"/>
                  <a:pt x="371038" y="1707048"/>
                  <a:pt x="379472" y="1707544"/>
                </a:cubicBezTo>
                <a:close/>
                <a:moveTo>
                  <a:pt x="312003" y="1707048"/>
                </a:moveTo>
                <a:cubicBezTo>
                  <a:pt x="317459" y="1707544"/>
                  <a:pt x="322420" y="1710024"/>
                  <a:pt x="325892" y="1713496"/>
                </a:cubicBezTo>
                <a:cubicBezTo>
                  <a:pt x="329365" y="1716968"/>
                  <a:pt x="330357" y="1722425"/>
                  <a:pt x="331844" y="1726889"/>
                </a:cubicBezTo>
                <a:cubicBezTo>
                  <a:pt x="329861" y="1731849"/>
                  <a:pt x="328869" y="1737801"/>
                  <a:pt x="325396" y="1739786"/>
                </a:cubicBezTo>
                <a:cubicBezTo>
                  <a:pt x="321428" y="1742762"/>
                  <a:pt x="316963" y="1746730"/>
                  <a:pt x="311507" y="1745242"/>
                </a:cubicBezTo>
                <a:cubicBezTo>
                  <a:pt x="307043" y="1744250"/>
                  <a:pt x="301091" y="1742762"/>
                  <a:pt x="298610" y="1739290"/>
                </a:cubicBezTo>
                <a:cubicBezTo>
                  <a:pt x="295634" y="1735321"/>
                  <a:pt x="291666" y="1730857"/>
                  <a:pt x="293154" y="1724905"/>
                </a:cubicBezTo>
                <a:cubicBezTo>
                  <a:pt x="294146" y="1720440"/>
                  <a:pt x="295634" y="1714488"/>
                  <a:pt x="299106" y="1712504"/>
                </a:cubicBezTo>
                <a:cubicBezTo>
                  <a:pt x="302579" y="1710024"/>
                  <a:pt x="307043" y="1706552"/>
                  <a:pt x="312003" y="1707048"/>
                </a:cubicBezTo>
                <a:close/>
                <a:moveTo>
                  <a:pt x="243071" y="1707048"/>
                </a:moveTo>
                <a:cubicBezTo>
                  <a:pt x="248527" y="1707544"/>
                  <a:pt x="253488" y="1710024"/>
                  <a:pt x="256959" y="1713496"/>
                </a:cubicBezTo>
                <a:cubicBezTo>
                  <a:pt x="260431" y="1716968"/>
                  <a:pt x="261423" y="1722425"/>
                  <a:pt x="262912" y="1726889"/>
                </a:cubicBezTo>
                <a:cubicBezTo>
                  <a:pt x="260927" y="1731849"/>
                  <a:pt x="259935" y="1737801"/>
                  <a:pt x="256463" y="1739786"/>
                </a:cubicBezTo>
                <a:cubicBezTo>
                  <a:pt x="252496" y="1742762"/>
                  <a:pt x="248031" y="1746730"/>
                  <a:pt x="242575" y="1745242"/>
                </a:cubicBezTo>
                <a:cubicBezTo>
                  <a:pt x="238111" y="1744250"/>
                  <a:pt x="232159" y="1742762"/>
                  <a:pt x="229678" y="1739290"/>
                </a:cubicBezTo>
                <a:cubicBezTo>
                  <a:pt x="226702" y="1735321"/>
                  <a:pt x="222734" y="1730857"/>
                  <a:pt x="224222" y="1724905"/>
                </a:cubicBezTo>
                <a:cubicBezTo>
                  <a:pt x="225214" y="1720440"/>
                  <a:pt x="226702" y="1714488"/>
                  <a:pt x="230174" y="1712504"/>
                </a:cubicBezTo>
                <a:cubicBezTo>
                  <a:pt x="233647" y="1710024"/>
                  <a:pt x="238111" y="1706552"/>
                  <a:pt x="243071" y="1707048"/>
                </a:cubicBezTo>
                <a:close/>
                <a:moveTo>
                  <a:pt x="176586" y="1707048"/>
                </a:moveTo>
                <a:cubicBezTo>
                  <a:pt x="181546" y="1709032"/>
                  <a:pt x="187003" y="1710024"/>
                  <a:pt x="189483" y="1713000"/>
                </a:cubicBezTo>
                <a:cubicBezTo>
                  <a:pt x="192459" y="1716969"/>
                  <a:pt x="196427" y="1721433"/>
                  <a:pt x="194939" y="1726889"/>
                </a:cubicBezTo>
                <a:cubicBezTo>
                  <a:pt x="193947" y="1731353"/>
                  <a:pt x="192459" y="1737306"/>
                  <a:pt x="189483" y="1739786"/>
                </a:cubicBezTo>
                <a:cubicBezTo>
                  <a:pt x="185515" y="1742762"/>
                  <a:pt x="181050" y="1746730"/>
                  <a:pt x="175594" y="1745242"/>
                </a:cubicBezTo>
                <a:cubicBezTo>
                  <a:pt x="171130" y="1744250"/>
                  <a:pt x="165177" y="1742762"/>
                  <a:pt x="162697" y="1739290"/>
                </a:cubicBezTo>
                <a:cubicBezTo>
                  <a:pt x="160217" y="1735817"/>
                  <a:pt x="157241" y="1731353"/>
                  <a:pt x="157241" y="1726393"/>
                </a:cubicBezTo>
                <a:cubicBezTo>
                  <a:pt x="157241" y="1720937"/>
                  <a:pt x="160713" y="1715976"/>
                  <a:pt x="163689" y="1712504"/>
                </a:cubicBezTo>
                <a:cubicBezTo>
                  <a:pt x="166169" y="1709528"/>
                  <a:pt x="172122" y="1709032"/>
                  <a:pt x="176586" y="1707048"/>
                </a:cubicBezTo>
                <a:close/>
                <a:moveTo>
                  <a:pt x="110117" y="1707048"/>
                </a:moveTo>
                <a:cubicBezTo>
                  <a:pt x="115077" y="1709032"/>
                  <a:pt x="120534" y="1710024"/>
                  <a:pt x="123014" y="1713000"/>
                </a:cubicBezTo>
                <a:cubicBezTo>
                  <a:pt x="125990" y="1716969"/>
                  <a:pt x="129958" y="1721433"/>
                  <a:pt x="128470" y="1726889"/>
                </a:cubicBezTo>
                <a:cubicBezTo>
                  <a:pt x="127478" y="1731353"/>
                  <a:pt x="125990" y="1737306"/>
                  <a:pt x="123014" y="1739786"/>
                </a:cubicBezTo>
                <a:cubicBezTo>
                  <a:pt x="119046" y="1742762"/>
                  <a:pt x="114581" y="1746730"/>
                  <a:pt x="109125" y="1745242"/>
                </a:cubicBezTo>
                <a:cubicBezTo>
                  <a:pt x="104661" y="1744250"/>
                  <a:pt x="98708" y="1742762"/>
                  <a:pt x="96228" y="1739290"/>
                </a:cubicBezTo>
                <a:cubicBezTo>
                  <a:pt x="93748" y="1735817"/>
                  <a:pt x="90772" y="1731353"/>
                  <a:pt x="90772" y="1726393"/>
                </a:cubicBezTo>
                <a:cubicBezTo>
                  <a:pt x="90772" y="1720937"/>
                  <a:pt x="94244" y="1715976"/>
                  <a:pt x="97220" y="1712504"/>
                </a:cubicBezTo>
                <a:cubicBezTo>
                  <a:pt x="99700" y="1709528"/>
                  <a:pt x="105653" y="1709032"/>
                  <a:pt x="110117" y="1707048"/>
                </a:cubicBezTo>
                <a:close/>
                <a:moveTo>
                  <a:pt x="43164" y="1707048"/>
                </a:moveTo>
                <a:cubicBezTo>
                  <a:pt x="47628" y="1709032"/>
                  <a:pt x="53580" y="1710024"/>
                  <a:pt x="57053" y="1713496"/>
                </a:cubicBezTo>
                <a:cubicBezTo>
                  <a:pt x="60029" y="1716472"/>
                  <a:pt x="61517" y="1721929"/>
                  <a:pt x="62509" y="1726393"/>
                </a:cubicBezTo>
                <a:cubicBezTo>
                  <a:pt x="63997" y="1731849"/>
                  <a:pt x="59533" y="1735817"/>
                  <a:pt x="57549" y="1739290"/>
                </a:cubicBezTo>
                <a:cubicBezTo>
                  <a:pt x="55565" y="1742762"/>
                  <a:pt x="49612" y="1744250"/>
                  <a:pt x="45148" y="1745242"/>
                </a:cubicBezTo>
                <a:cubicBezTo>
                  <a:pt x="39692" y="1746730"/>
                  <a:pt x="34731" y="1742762"/>
                  <a:pt x="30763" y="1739786"/>
                </a:cubicBezTo>
                <a:cubicBezTo>
                  <a:pt x="27291" y="1737306"/>
                  <a:pt x="26299" y="1731849"/>
                  <a:pt x="24811" y="1726889"/>
                </a:cubicBezTo>
                <a:cubicBezTo>
                  <a:pt x="23323" y="1721433"/>
                  <a:pt x="27787" y="1716472"/>
                  <a:pt x="30267" y="1712504"/>
                </a:cubicBezTo>
                <a:cubicBezTo>
                  <a:pt x="32251" y="1710024"/>
                  <a:pt x="38204" y="1709032"/>
                  <a:pt x="43164" y="1707048"/>
                </a:cubicBezTo>
                <a:close/>
                <a:moveTo>
                  <a:pt x="1793630" y="1655462"/>
                </a:moveTo>
                <a:cubicBezTo>
                  <a:pt x="1794126" y="1655462"/>
                  <a:pt x="1795118" y="1656950"/>
                  <a:pt x="1797102" y="1657942"/>
                </a:cubicBezTo>
                <a:cubicBezTo>
                  <a:pt x="1795118" y="1658934"/>
                  <a:pt x="1794126" y="1659926"/>
                  <a:pt x="1793630" y="1659926"/>
                </a:cubicBezTo>
                <a:cubicBezTo>
                  <a:pt x="1792638" y="1659430"/>
                  <a:pt x="1792142" y="1657942"/>
                  <a:pt x="1791150" y="1656950"/>
                </a:cubicBezTo>
                <a:cubicBezTo>
                  <a:pt x="1792142" y="1656454"/>
                  <a:pt x="1792638" y="1654966"/>
                  <a:pt x="1793630" y="1655462"/>
                </a:cubicBezTo>
                <a:close/>
                <a:moveTo>
                  <a:pt x="1727658" y="1654965"/>
                </a:moveTo>
                <a:cubicBezTo>
                  <a:pt x="1727658" y="1655461"/>
                  <a:pt x="1728650" y="1656453"/>
                  <a:pt x="1730138" y="1657941"/>
                </a:cubicBezTo>
                <a:cubicBezTo>
                  <a:pt x="1728154" y="1658933"/>
                  <a:pt x="1727162" y="1659429"/>
                  <a:pt x="1726170" y="1659429"/>
                </a:cubicBezTo>
                <a:cubicBezTo>
                  <a:pt x="1725674" y="1659429"/>
                  <a:pt x="1724186" y="1657445"/>
                  <a:pt x="1724682" y="1657445"/>
                </a:cubicBezTo>
                <a:cubicBezTo>
                  <a:pt x="1725178" y="1656453"/>
                  <a:pt x="1726666" y="1655461"/>
                  <a:pt x="1727658" y="1654965"/>
                </a:cubicBezTo>
                <a:close/>
                <a:moveTo>
                  <a:pt x="1654060" y="1652857"/>
                </a:moveTo>
                <a:cubicBezTo>
                  <a:pt x="1655114" y="1652609"/>
                  <a:pt x="1656478" y="1652981"/>
                  <a:pt x="1657718" y="1652981"/>
                </a:cubicBezTo>
                <a:cubicBezTo>
                  <a:pt x="1662679" y="1652981"/>
                  <a:pt x="1662679" y="1652981"/>
                  <a:pt x="1662183" y="1658934"/>
                </a:cubicBezTo>
                <a:cubicBezTo>
                  <a:pt x="1662679" y="1663894"/>
                  <a:pt x="1659206" y="1662406"/>
                  <a:pt x="1656726" y="1662406"/>
                </a:cubicBezTo>
                <a:cubicBezTo>
                  <a:pt x="1652262" y="1662406"/>
                  <a:pt x="1652758" y="1662406"/>
                  <a:pt x="1652262" y="1656453"/>
                </a:cubicBezTo>
                <a:cubicBezTo>
                  <a:pt x="1652262" y="1653973"/>
                  <a:pt x="1653006" y="1653105"/>
                  <a:pt x="1654060" y="1652857"/>
                </a:cubicBezTo>
                <a:close/>
                <a:moveTo>
                  <a:pt x="1590755" y="1650501"/>
                </a:moveTo>
                <a:cubicBezTo>
                  <a:pt x="1595716" y="1650501"/>
                  <a:pt x="1598196" y="1652485"/>
                  <a:pt x="1598196" y="1656949"/>
                </a:cubicBezTo>
                <a:cubicBezTo>
                  <a:pt x="1598196" y="1661910"/>
                  <a:pt x="1596708" y="1664390"/>
                  <a:pt x="1591747" y="1664886"/>
                </a:cubicBezTo>
                <a:cubicBezTo>
                  <a:pt x="1586291" y="1665382"/>
                  <a:pt x="1583811" y="1663398"/>
                  <a:pt x="1583811" y="1657941"/>
                </a:cubicBezTo>
                <a:cubicBezTo>
                  <a:pt x="1583811" y="1652485"/>
                  <a:pt x="1585795" y="1650501"/>
                  <a:pt x="1590755" y="1650501"/>
                </a:cubicBezTo>
                <a:close/>
                <a:moveTo>
                  <a:pt x="1524287" y="1648517"/>
                </a:moveTo>
                <a:cubicBezTo>
                  <a:pt x="1529247" y="1648021"/>
                  <a:pt x="1533712" y="1652485"/>
                  <a:pt x="1533712" y="1657445"/>
                </a:cubicBezTo>
                <a:cubicBezTo>
                  <a:pt x="1533712" y="1662406"/>
                  <a:pt x="1529743" y="1666870"/>
                  <a:pt x="1524783" y="1667366"/>
                </a:cubicBezTo>
                <a:cubicBezTo>
                  <a:pt x="1518831" y="1667366"/>
                  <a:pt x="1514367" y="1663398"/>
                  <a:pt x="1514863" y="1657445"/>
                </a:cubicBezTo>
                <a:cubicBezTo>
                  <a:pt x="1514863" y="1652485"/>
                  <a:pt x="1519327" y="1648517"/>
                  <a:pt x="1524287" y="1648517"/>
                </a:cubicBezTo>
                <a:close/>
                <a:moveTo>
                  <a:pt x="1458316" y="1648021"/>
                </a:moveTo>
                <a:cubicBezTo>
                  <a:pt x="1466252" y="1648021"/>
                  <a:pt x="1467244" y="1649013"/>
                  <a:pt x="1467244" y="1658437"/>
                </a:cubicBezTo>
                <a:cubicBezTo>
                  <a:pt x="1467244" y="1666870"/>
                  <a:pt x="1466252" y="1667366"/>
                  <a:pt x="1457323" y="1667366"/>
                </a:cubicBezTo>
                <a:cubicBezTo>
                  <a:pt x="1448891" y="1667366"/>
                  <a:pt x="1447899" y="1666374"/>
                  <a:pt x="1447899" y="1656453"/>
                </a:cubicBezTo>
                <a:cubicBezTo>
                  <a:pt x="1447899" y="1649013"/>
                  <a:pt x="1449387" y="1648021"/>
                  <a:pt x="1458316" y="1648021"/>
                </a:cubicBezTo>
                <a:close/>
                <a:moveTo>
                  <a:pt x="1388376" y="1645541"/>
                </a:moveTo>
                <a:cubicBezTo>
                  <a:pt x="1393832" y="1645541"/>
                  <a:pt x="1400280" y="1652485"/>
                  <a:pt x="1400280" y="1657446"/>
                </a:cubicBezTo>
                <a:cubicBezTo>
                  <a:pt x="1400280" y="1662406"/>
                  <a:pt x="1393336" y="1669350"/>
                  <a:pt x="1388376" y="1669350"/>
                </a:cubicBezTo>
                <a:cubicBezTo>
                  <a:pt x="1383415" y="1669350"/>
                  <a:pt x="1376471" y="1662406"/>
                  <a:pt x="1376471" y="1657446"/>
                </a:cubicBezTo>
                <a:cubicBezTo>
                  <a:pt x="1376471" y="1652485"/>
                  <a:pt x="1383415" y="1645541"/>
                  <a:pt x="1388376" y="1645541"/>
                </a:cubicBezTo>
                <a:close/>
                <a:moveTo>
                  <a:pt x="1322405" y="1645541"/>
                </a:moveTo>
                <a:cubicBezTo>
                  <a:pt x="1330837" y="1645541"/>
                  <a:pt x="1333813" y="1649013"/>
                  <a:pt x="1333813" y="1657942"/>
                </a:cubicBezTo>
                <a:cubicBezTo>
                  <a:pt x="1333813" y="1666374"/>
                  <a:pt x="1330341" y="1669350"/>
                  <a:pt x="1321909" y="1669350"/>
                </a:cubicBezTo>
                <a:cubicBezTo>
                  <a:pt x="1313476" y="1669350"/>
                  <a:pt x="1310004" y="1665878"/>
                  <a:pt x="1310004" y="1657942"/>
                </a:cubicBezTo>
                <a:cubicBezTo>
                  <a:pt x="1310004" y="1649013"/>
                  <a:pt x="1312980" y="1645541"/>
                  <a:pt x="1322405" y="1645541"/>
                </a:cubicBezTo>
                <a:close/>
                <a:moveTo>
                  <a:pt x="1254945" y="1643557"/>
                </a:moveTo>
                <a:cubicBezTo>
                  <a:pt x="1259409" y="1643061"/>
                  <a:pt x="1269329" y="1652982"/>
                  <a:pt x="1269329" y="1657942"/>
                </a:cubicBezTo>
                <a:cubicBezTo>
                  <a:pt x="1269329" y="1662406"/>
                  <a:pt x="1260897" y="1671334"/>
                  <a:pt x="1255937" y="1672327"/>
                </a:cubicBezTo>
                <a:cubicBezTo>
                  <a:pt x="1251473" y="1672823"/>
                  <a:pt x="1241552" y="1663894"/>
                  <a:pt x="1240560" y="1658438"/>
                </a:cubicBezTo>
                <a:cubicBezTo>
                  <a:pt x="1240560" y="1653477"/>
                  <a:pt x="1249488" y="1643557"/>
                  <a:pt x="1254945" y="1643557"/>
                </a:cubicBezTo>
                <a:close/>
                <a:moveTo>
                  <a:pt x="1185997" y="1643557"/>
                </a:moveTo>
                <a:cubicBezTo>
                  <a:pt x="1195421" y="1643557"/>
                  <a:pt x="1200382" y="1650501"/>
                  <a:pt x="1200382" y="1657446"/>
                </a:cubicBezTo>
                <a:cubicBezTo>
                  <a:pt x="1200382" y="1666870"/>
                  <a:pt x="1193437" y="1671335"/>
                  <a:pt x="1186493" y="1671831"/>
                </a:cubicBezTo>
                <a:cubicBezTo>
                  <a:pt x="1177068" y="1671335"/>
                  <a:pt x="1172108" y="1664886"/>
                  <a:pt x="1172108" y="1657942"/>
                </a:cubicBezTo>
                <a:cubicBezTo>
                  <a:pt x="1172108" y="1648517"/>
                  <a:pt x="1179052" y="1643557"/>
                  <a:pt x="1185997" y="1643557"/>
                </a:cubicBezTo>
                <a:close/>
                <a:moveTo>
                  <a:pt x="1119530" y="1643061"/>
                </a:moveTo>
                <a:cubicBezTo>
                  <a:pt x="1128458" y="1643061"/>
                  <a:pt x="1133915" y="1648517"/>
                  <a:pt x="1133915" y="1657446"/>
                </a:cubicBezTo>
                <a:cubicBezTo>
                  <a:pt x="1133915" y="1666374"/>
                  <a:pt x="1127962" y="1671830"/>
                  <a:pt x="1119530" y="1671830"/>
                </a:cubicBezTo>
                <a:cubicBezTo>
                  <a:pt x="1110601" y="1671830"/>
                  <a:pt x="1105145" y="1666374"/>
                  <a:pt x="1105145" y="1657446"/>
                </a:cubicBezTo>
                <a:cubicBezTo>
                  <a:pt x="1105145" y="1648517"/>
                  <a:pt x="1110601" y="1643061"/>
                  <a:pt x="1119530" y="1643061"/>
                </a:cubicBezTo>
                <a:close/>
                <a:moveTo>
                  <a:pt x="984630" y="1641077"/>
                </a:moveTo>
                <a:cubicBezTo>
                  <a:pt x="992565" y="1640581"/>
                  <a:pt x="1001990" y="1649013"/>
                  <a:pt x="1002486" y="1656950"/>
                </a:cubicBezTo>
                <a:cubicBezTo>
                  <a:pt x="1003478" y="1664886"/>
                  <a:pt x="995045" y="1673815"/>
                  <a:pt x="986613" y="1674311"/>
                </a:cubicBezTo>
                <a:cubicBezTo>
                  <a:pt x="978678" y="1674807"/>
                  <a:pt x="969749" y="1665878"/>
                  <a:pt x="969253" y="1657942"/>
                </a:cubicBezTo>
                <a:cubicBezTo>
                  <a:pt x="969253" y="1650501"/>
                  <a:pt x="977189" y="1641573"/>
                  <a:pt x="984630" y="1641077"/>
                </a:cubicBezTo>
                <a:close/>
                <a:moveTo>
                  <a:pt x="1053062" y="1640581"/>
                </a:moveTo>
                <a:cubicBezTo>
                  <a:pt x="1056534" y="1644053"/>
                  <a:pt x="1061494" y="1642565"/>
                  <a:pt x="1064967" y="1646037"/>
                </a:cubicBezTo>
                <a:cubicBezTo>
                  <a:pt x="1067943" y="1650005"/>
                  <a:pt x="1065959" y="1654966"/>
                  <a:pt x="1069927" y="1657446"/>
                </a:cubicBezTo>
                <a:cubicBezTo>
                  <a:pt x="1066455" y="1661414"/>
                  <a:pt x="1068439" y="1667366"/>
                  <a:pt x="1063478" y="1669350"/>
                </a:cubicBezTo>
                <a:cubicBezTo>
                  <a:pt x="1060006" y="1671335"/>
                  <a:pt x="1055542" y="1674311"/>
                  <a:pt x="1052566" y="1673815"/>
                </a:cubicBezTo>
                <a:cubicBezTo>
                  <a:pt x="1048598" y="1672823"/>
                  <a:pt x="1043174" y="1672823"/>
                  <a:pt x="1040694" y="1667862"/>
                </a:cubicBezTo>
                <a:cubicBezTo>
                  <a:pt x="1038710" y="1664390"/>
                  <a:pt x="1037718" y="1660422"/>
                  <a:pt x="1036230" y="1656454"/>
                </a:cubicBezTo>
                <a:cubicBezTo>
                  <a:pt x="1040198" y="1653974"/>
                  <a:pt x="1037718" y="1648517"/>
                  <a:pt x="1041686" y="1645541"/>
                </a:cubicBezTo>
                <a:cubicBezTo>
                  <a:pt x="1045158" y="1642565"/>
                  <a:pt x="1050086" y="1644053"/>
                  <a:pt x="1053062" y="1640581"/>
                </a:cubicBezTo>
                <a:close/>
                <a:moveTo>
                  <a:pt x="916685" y="1640581"/>
                </a:moveTo>
                <a:cubicBezTo>
                  <a:pt x="921149" y="1641077"/>
                  <a:pt x="925117" y="1641573"/>
                  <a:pt x="928094" y="1645541"/>
                </a:cubicBezTo>
                <a:cubicBezTo>
                  <a:pt x="931070" y="1649013"/>
                  <a:pt x="934542" y="1651493"/>
                  <a:pt x="934542" y="1657446"/>
                </a:cubicBezTo>
                <a:cubicBezTo>
                  <a:pt x="934542" y="1662406"/>
                  <a:pt x="933054" y="1665382"/>
                  <a:pt x="929582" y="1668358"/>
                </a:cubicBezTo>
                <a:cubicBezTo>
                  <a:pt x="925613" y="1671334"/>
                  <a:pt x="923133" y="1676294"/>
                  <a:pt x="917181" y="1673814"/>
                </a:cubicBezTo>
                <a:cubicBezTo>
                  <a:pt x="911229" y="1676294"/>
                  <a:pt x="908748" y="1671334"/>
                  <a:pt x="905276" y="1668358"/>
                </a:cubicBezTo>
                <a:cubicBezTo>
                  <a:pt x="901804" y="1665382"/>
                  <a:pt x="900316" y="1662406"/>
                  <a:pt x="900316" y="1657446"/>
                </a:cubicBezTo>
                <a:cubicBezTo>
                  <a:pt x="900316" y="1651989"/>
                  <a:pt x="902796" y="1649509"/>
                  <a:pt x="905772" y="1646533"/>
                </a:cubicBezTo>
                <a:cubicBezTo>
                  <a:pt x="908748" y="1643557"/>
                  <a:pt x="911229" y="1640085"/>
                  <a:pt x="916685" y="1640581"/>
                </a:cubicBezTo>
                <a:close/>
                <a:moveTo>
                  <a:pt x="850710" y="1640581"/>
                </a:moveTo>
                <a:cubicBezTo>
                  <a:pt x="860134" y="1641077"/>
                  <a:pt x="868568" y="1649013"/>
                  <a:pt x="867080" y="1657942"/>
                </a:cubicBezTo>
                <a:cubicBezTo>
                  <a:pt x="868072" y="1667366"/>
                  <a:pt x="859141" y="1674311"/>
                  <a:pt x="849719" y="1674311"/>
                </a:cubicBezTo>
                <a:cubicBezTo>
                  <a:pt x="840291" y="1674311"/>
                  <a:pt x="833351" y="1665878"/>
                  <a:pt x="833351" y="1656950"/>
                </a:cubicBezTo>
                <a:cubicBezTo>
                  <a:pt x="833351" y="1647525"/>
                  <a:pt x="841781" y="1640581"/>
                  <a:pt x="850710" y="1640581"/>
                </a:cubicBezTo>
                <a:close/>
                <a:moveTo>
                  <a:pt x="779264" y="1640085"/>
                </a:moveTo>
                <a:cubicBezTo>
                  <a:pt x="781250" y="1640581"/>
                  <a:pt x="783234" y="1640581"/>
                  <a:pt x="785219" y="1640085"/>
                </a:cubicBezTo>
                <a:cubicBezTo>
                  <a:pt x="789682" y="1639589"/>
                  <a:pt x="792659" y="1641077"/>
                  <a:pt x="795634" y="1644053"/>
                </a:cubicBezTo>
                <a:cubicBezTo>
                  <a:pt x="798610" y="1647029"/>
                  <a:pt x="800595" y="1650005"/>
                  <a:pt x="799602" y="1654469"/>
                </a:cubicBezTo>
                <a:cubicBezTo>
                  <a:pt x="800099" y="1655957"/>
                  <a:pt x="800595" y="1656950"/>
                  <a:pt x="800595" y="1658438"/>
                </a:cubicBezTo>
                <a:cubicBezTo>
                  <a:pt x="801587" y="1662902"/>
                  <a:pt x="800099" y="1667366"/>
                  <a:pt x="795634" y="1670838"/>
                </a:cubicBezTo>
                <a:cubicBezTo>
                  <a:pt x="793154" y="1672822"/>
                  <a:pt x="790674" y="1674807"/>
                  <a:pt x="787203" y="1673814"/>
                </a:cubicBezTo>
                <a:cubicBezTo>
                  <a:pt x="782242" y="1672822"/>
                  <a:pt x="776289" y="1676295"/>
                  <a:pt x="771826" y="1670342"/>
                </a:cubicBezTo>
                <a:cubicBezTo>
                  <a:pt x="770337" y="1668358"/>
                  <a:pt x="767360" y="1666374"/>
                  <a:pt x="766864" y="1663894"/>
                </a:cubicBezTo>
                <a:cubicBezTo>
                  <a:pt x="766369" y="1658934"/>
                  <a:pt x="764881" y="1652981"/>
                  <a:pt x="766864" y="1648517"/>
                </a:cubicBezTo>
                <a:cubicBezTo>
                  <a:pt x="768849" y="1644549"/>
                  <a:pt x="772322" y="1638597"/>
                  <a:pt x="779264" y="1640085"/>
                </a:cubicBezTo>
                <a:close/>
                <a:moveTo>
                  <a:pt x="714800" y="1638596"/>
                </a:moveTo>
                <a:cubicBezTo>
                  <a:pt x="719263" y="1641076"/>
                  <a:pt x="724720" y="1641572"/>
                  <a:pt x="728688" y="1646036"/>
                </a:cubicBezTo>
                <a:cubicBezTo>
                  <a:pt x="732159" y="1649509"/>
                  <a:pt x="733648" y="1654469"/>
                  <a:pt x="733648" y="1657941"/>
                </a:cubicBezTo>
                <a:cubicBezTo>
                  <a:pt x="733648" y="1661413"/>
                  <a:pt x="732159" y="1666374"/>
                  <a:pt x="728688" y="1669846"/>
                </a:cubicBezTo>
                <a:cubicBezTo>
                  <a:pt x="725216" y="1673814"/>
                  <a:pt x="720255" y="1674806"/>
                  <a:pt x="715792" y="1676294"/>
                </a:cubicBezTo>
                <a:cubicBezTo>
                  <a:pt x="712816" y="1677286"/>
                  <a:pt x="708352" y="1673814"/>
                  <a:pt x="704880" y="1672326"/>
                </a:cubicBezTo>
                <a:cubicBezTo>
                  <a:pt x="698927" y="1669350"/>
                  <a:pt x="699423" y="1662901"/>
                  <a:pt x="696448" y="1658437"/>
                </a:cubicBezTo>
                <a:cubicBezTo>
                  <a:pt x="698927" y="1654965"/>
                  <a:pt x="698431" y="1650005"/>
                  <a:pt x="701903" y="1646532"/>
                </a:cubicBezTo>
                <a:cubicBezTo>
                  <a:pt x="704880" y="1641572"/>
                  <a:pt x="710336" y="1641076"/>
                  <a:pt x="714800" y="1638596"/>
                </a:cubicBezTo>
                <a:close/>
                <a:moveTo>
                  <a:pt x="648312" y="1638596"/>
                </a:moveTo>
                <a:cubicBezTo>
                  <a:pt x="656744" y="1639092"/>
                  <a:pt x="667161" y="1650501"/>
                  <a:pt x="667161" y="1658437"/>
                </a:cubicBezTo>
                <a:cubicBezTo>
                  <a:pt x="666665" y="1666870"/>
                  <a:pt x="655256" y="1677286"/>
                  <a:pt x="647320" y="1676790"/>
                </a:cubicBezTo>
                <a:cubicBezTo>
                  <a:pt x="639385" y="1676294"/>
                  <a:pt x="628968" y="1665382"/>
                  <a:pt x="629464" y="1657445"/>
                </a:cubicBezTo>
                <a:cubicBezTo>
                  <a:pt x="628968" y="1649013"/>
                  <a:pt x="640377" y="1638100"/>
                  <a:pt x="648312" y="1638596"/>
                </a:cubicBezTo>
                <a:close/>
                <a:moveTo>
                  <a:pt x="581359" y="1638596"/>
                </a:moveTo>
                <a:cubicBezTo>
                  <a:pt x="586815" y="1637108"/>
                  <a:pt x="590784" y="1641572"/>
                  <a:pt x="594256" y="1643556"/>
                </a:cubicBezTo>
                <a:cubicBezTo>
                  <a:pt x="597728" y="1646533"/>
                  <a:pt x="598720" y="1652485"/>
                  <a:pt x="601201" y="1657445"/>
                </a:cubicBezTo>
                <a:cubicBezTo>
                  <a:pt x="598720" y="1662406"/>
                  <a:pt x="597728" y="1668854"/>
                  <a:pt x="594256" y="1671334"/>
                </a:cubicBezTo>
                <a:cubicBezTo>
                  <a:pt x="590784" y="1673814"/>
                  <a:pt x="586319" y="1677782"/>
                  <a:pt x="581359" y="1676294"/>
                </a:cubicBezTo>
                <a:cubicBezTo>
                  <a:pt x="576895" y="1675302"/>
                  <a:pt x="570943" y="1674310"/>
                  <a:pt x="568461" y="1670838"/>
                </a:cubicBezTo>
                <a:cubicBezTo>
                  <a:pt x="565485" y="1667366"/>
                  <a:pt x="561517" y="1662406"/>
                  <a:pt x="563005" y="1656949"/>
                </a:cubicBezTo>
                <a:cubicBezTo>
                  <a:pt x="563997" y="1652485"/>
                  <a:pt x="565485" y="1647029"/>
                  <a:pt x="568461" y="1644052"/>
                </a:cubicBezTo>
                <a:cubicBezTo>
                  <a:pt x="571439" y="1641076"/>
                  <a:pt x="576895" y="1639588"/>
                  <a:pt x="581359" y="1638596"/>
                </a:cubicBezTo>
                <a:close/>
                <a:moveTo>
                  <a:pt x="515393" y="1638596"/>
                </a:moveTo>
                <a:cubicBezTo>
                  <a:pt x="526803" y="1638596"/>
                  <a:pt x="534243" y="1646532"/>
                  <a:pt x="533747" y="1658437"/>
                </a:cubicBezTo>
                <a:cubicBezTo>
                  <a:pt x="533747" y="1668854"/>
                  <a:pt x="525811" y="1676790"/>
                  <a:pt x="514897" y="1676790"/>
                </a:cubicBezTo>
                <a:cubicBezTo>
                  <a:pt x="503487" y="1676790"/>
                  <a:pt x="495551" y="1668854"/>
                  <a:pt x="495551" y="1657445"/>
                </a:cubicBezTo>
                <a:cubicBezTo>
                  <a:pt x="495551" y="1646036"/>
                  <a:pt x="503487" y="1638596"/>
                  <a:pt x="515393" y="1638596"/>
                </a:cubicBezTo>
                <a:close/>
                <a:moveTo>
                  <a:pt x="378967" y="1638596"/>
                </a:moveTo>
                <a:cubicBezTo>
                  <a:pt x="390377" y="1638596"/>
                  <a:pt x="398313" y="1646532"/>
                  <a:pt x="397817" y="1657941"/>
                </a:cubicBezTo>
                <a:cubicBezTo>
                  <a:pt x="397817" y="1669350"/>
                  <a:pt x="389881" y="1676790"/>
                  <a:pt x="378471" y="1676790"/>
                </a:cubicBezTo>
                <a:cubicBezTo>
                  <a:pt x="367063" y="1676790"/>
                  <a:pt x="359622" y="1668854"/>
                  <a:pt x="360118" y="1656949"/>
                </a:cubicBezTo>
                <a:cubicBezTo>
                  <a:pt x="360118" y="1646532"/>
                  <a:pt x="368055" y="1638596"/>
                  <a:pt x="378967" y="1638596"/>
                </a:cubicBezTo>
                <a:close/>
                <a:moveTo>
                  <a:pt x="312998" y="1638596"/>
                </a:moveTo>
                <a:cubicBezTo>
                  <a:pt x="323415" y="1638596"/>
                  <a:pt x="331352" y="1646533"/>
                  <a:pt x="331352" y="1657445"/>
                </a:cubicBezTo>
                <a:cubicBezTo>
                  <a:pt x="331352" y="1668854"/>
                  <a:pt x="323415" y="1676790"/>
                  <a:pt x="312006" y="1676790"/>
                </a:cubicBezTo>
                <a:cubicBezTo>
                  <a:pt x="300597" y="1676790"/>
                  <a:pt x="293157" y="1668854"/>
                  <a:pt x="293157" y="1656949"/>
                </a:cubicBezTo>
                <a:cubicBezTo>
                  <a:pt x="293157" y="1645541"/>
                  <a:pt x="301093" y="1638100"/>
                  <a:pt x="312998" y="1638596"/>
                </a:cubicBezTo>
                <a:close/>
                <a:moveTo>
                  <a:pt x="243069" y="1638596"/>
                </a:moveTo>
                <a:cubicBezTo>
                  <a:pt x="254478" y="1638596"/>
                  <a:pt x="262415" y="1646532"/>
                  <a:pt x="262415" y="1657941"/>
                </a:cubicBezTo>
                <a:cubicBezTo>
                  <a:pt x="262415" y="1669350"/>
                  <a:pt x="254478" y="1676790"/>
                  <a:pt x="243069" y="1676790"/>
                </a:cubicBezTo>
                <a:cubicBezTo>
                  <a:pt x="231660" y="1676790"/>
                  <a:pt x="224220" y="1668854"/>
                  <a:pt x="224220" y="1656949"/>
                </a:cubicBezTo>
                <a:cubicBezTo>
                  <a:pt x="224220" y="1646036"/>
                  <a:pt x="232156" y="1638596"/>
                  <a:pt x="243069" y="1638596"/>
                </a:cubicBezTo>
                <a:close/>
                <a:moveTo>
                  <a:pt x="445463" y="1638101"/>
                </a:moveTo>
                <a:cubicBezTo>
                  <a:pt x="456873" y="1638597"/>
                  <a:pt x="464810" y="1646533"/>
                  <a:pt x="464810" y="1657446"/>
                </a:cubicBezTo>
                <a:cubicBezTo>
                  <a:pt x="464810" y="1668855"/>
                  <a:pt x="456873" y="1676791"/>
                  <a:pt x="445463" y="1676295"/>
                </a:cubicBezTo>
                <a:cubicBezTo>
                  <a:pt x="434054" y="1676295"/>
                  <a:pt x="426613" y="1668359"/>
                  <a:pt x="426613" y="1656454"/>
                </a:cubicBezTo>
                <a:cubicBezTo>
                  <a:pt x="426613" y="1645541"/>
                  <a:pt x="434550" y="1638101"/>
                  <a:pt x="445463" y="1638101"/>
                </a:cubicBezTo>
                <a:close/>
                <a:moveTo>
                  <a:pt x="110128" y="1638101"/>
                </a:moveTo>
                <a:cubicBezTo>
                  <a:pt x="115585" y="1638101"/>
                  <a:pt x="119552" y="1639589"/>
                  <a:pt x="123520" y="1643061"/>
                </a:cubicBezTo>
                <a:cubicBezTo>
                  <a:pt x="128480" y="1648022"/>
                  <a:pt x="129472" y="1652486"/>
                  <a:pt x="128976" y="1658438"/>
                </a:cubicBezTo>
                <a:cubicBezTo>
                  <a:pt x="130960" y="1663894"/>
                  <a:pt x="126992" y="1667367"/>
                  <a:pt x="124016" y="1671335"/>
                </a:cubicBezTo>
                <a:cubicBezTo>
                  <a:pt x="120048" y="1676791"/>
                  <a:pt x="114593" y="1676295"/>
                  <a:pt x="109136" y="1676791"/>
                </a:cubicBezTo>
                <a:cubicBezTo>
                  <a:pt x="103184" y="1677287"/>
                  <a:pt x="100208" y="1674311"/>
                  <a:pt x="95744" y="1671335"/>
                </a:cubicBezTo>
                <a:cubicBezTo>
                  <a:pt x="90287" y="1666870"/>
                  <a:pt x="91279" y="1661910"/>
                  <a:pt x="90783" y="1656454"/>
                </a:cubicBezTo>
                <a:cubicBezTo>
                  <a:pt x="90287" y="1650502"/>
                  <a:pt x="93263" y="1647029"/>
                  <a:pt x="96736" y="1643061"/>
                </a:cubicBezTo>
                <a:cubicBezTo>
                  <a:pt x="100704" y="1638597"/>
                  <a:pt x="105168" y="1638597"/>
                  <a:pt x="110128" y="1638101"/>
                </a:cubicBezTo>
                <a:close/>
                <a:moveTo>
                  <a:pt x="176605" y="1638100"/>
                </a:moveTo>
                <a:cubicBezTo>
                  <a:pt x="182062" y="1638100"/>
                  <a:pt x="186030" y="1638596"/>
                  <a:pt x="189998" y="1643060"/>
                </a:cubicBezTo>
                <a:cubicBezTo>
                  <a:pt x="193966" y="1647525"/>
                  <a:pt x="197934" y="1651493"/>
                  <a:pt x="195454" y="1656949"/>
                </a:cubicBezTo>
                <a:cubicBezTo>
                  <a:pt x="196942" y="1663397"/>
                  <a:pt x="194462" y="1666870"/>
                  <a:pt x="190990" y="1671334"/>
                </a:cubicBezTo>
                <a:cubicBezTo>
                  <a:pt x="187022" y="1676294"/>
                  <a:pt x="182062" y="1676790"/>
                  <a:pt x="176605" y="1676790"/>
                </a:cubicBezTo>
                <a:cubicBezTo>
                  <a:pt x="171149" y="1676790"/>
                  <a:pt x="167181" y="1674806"/>
                  <a:pt x="163213" y="1671334"/>
                </a:cubicBezTo>
                <a:cubicBezTo>
                  <a:pt x="158252" y="1666870"/>
                  <a:pt x="158252" y="1662405"/>
                  <a:pt x="157756" y="1656453"/>
                </a:cubicBezTo>
                <a:cubicBezTo>
                  <a:pt x="157260" y="1650501"/>
                  <a:pt x="159740" y="1647028"/>
                  <a:pt x="163213" y="1643060"/>
                </a:cubicBezTo>
                <a:cubicBezTo>
                  <a:pt x="167181" y="1639092"/>
                  <a:pt x="171149" y="1637604"/>
                  <a:pt x="176605" y="1638100"/>
                </a:cubicBezTo>
                <a:close/>
                <a:moveTo>
                  <a:pt x="44177" y="1638100"/>
                </a:moveTo>
                <a:cubicBezTo>
                  <a:pt x="50129" y="1637604"/>
                  <a:pt x="53601" y="1640580"/>
                  <a:pt x="57569" y="1644053"/>
                </a:cubicBezTo>
                <a:cubicBezTo>
                  <a:pt x="62034" y="1648021"/>
                  <a:pt x="62034" y="1652485"/>
                  <a:pt x="62530" y="1657445"/>
                </a:cubicBezTo>
                <a:cubicBezTo>
                  <a:pt x="62530" y="1662902"/>
                  <a:pt x="61041" y="1666870"/>
                  <a:pt x="57569" y="1670838"/>
                </a:cubicBezTo>
                <a:cubicBezTo>
                  <a:pt x="53105" y="1676294"/>
                  <a:pt x="48641" y="1677286"/>
                  <a:pt x="42192" y="1676294"/>
                </a:cubicBezTo>
                <a:cubicBezTo>
                  <a:pt x="36737" y="1678278"/>
                  <a:pt x="33265" y="1674310"/>
                  <a:pt x="29297" y="1671334"/>
                </a:cubicBezTo>
                <a:cubicBezTo>
                  <a:pt x="23840" y="1667366"/>
                  <a:pt x="24833" y="1661910"/>
                  <a:pt x="23840" y="1656453"/>
                </a:cubicBezTo>
                <a:cubicBezTo>
                  <a:pt x="23344" y="1650501"/>
                  <a:pt x="26321" y="1647525"/>
                  <a:pt x="29297" y="1643061"/>
                </a:cubicBezTo>
                <a:cubicBezTo>
                  <a:pt x="33761" y="1637604"/>
                  <a:pt x="38721" y="1638596"/>
                  <a:pt x="44177" y="1638100"/>
                </a:cubicBezTo>
                <a:close/>
                <a:moveTo>
                  <a:pt x="1861090" y="1588498"/>
                </a:moveTo>
                <a:cubicBezTo>
                  <a:pt x="1861090" y="1588498"/>
                  <a:pt x="1862082" y="1589986"/>
                  <a:pt x="1863570" y="1591474"/>
                </a:cubicBezTo>
                <a:cubicBezTo>
                  <a:pt x="1861586" y="1592466"/>
                  <a:pt x="1860594" y="1592962"/>
                  <a:pt x="1859602" y="1592962"/>
                </a:cubicBezTo>
                <a:cubicBezTo>
                  <a:pt x="1859106" y="1592962"/>
                  <a:pt x="1857618" y="1590978"/>
                  <a:pt x="1858114" y="1590978"/>
                </a:cubicBezTo>
                <a:cubicBezTo>
                  <a:pt x="1858610" y="1589986"/>
                  <a:pt x="1860098" y="1588994"/>
                  <a:pt x="1861090" y="1588498"/>
                </a:cubicBezTo>
                <a:close/>
                <a:moveTo>
                  <a:pt x="1794622" y="1588498"/>
                </a:moveTo>
                <a:cubicBezTo>
                  <a:pt x="1794126" y="1588498"/>
                  <a:pt x="1795118" y="1589986"/>
                  <a:pt x="1797102" y="1591474"/>
                </a:cubicBezTo>
                <a:cubicBezTo>
                  <a:pt x="1795118" y="1592466"/>
                  <a:pt x="1794126" y="1592962"/>
                  <a:pt x="1793134" y="1592962"/>
                </a:cubicBezTo>
                <a:cubicBezTo>
                  <a:pt x="1792638" y="1592962"/>
                  <a:pt x="1791150" y="1590978"/>
                  <a:pt x="1791646" y="1590978"/>
                </a:cubicBezTo>
                <a:cubicBezTo>
                  <a:pt x="1792142" y="1589986"/>
                  <a:pt x="1793630" y="1588994"/>
                  <a:pt x="1794622" y="1588498"/>
                </a:cubicBezTo>
                <a:close/>
                <a:moveTo>
                  <a:pt x="1725674" y="1585522"/>
                </a:moveTo>
                <a:cubicBezTo>
                  <a:pt x="1731131" y="1586514"/>
                  <a:pt x="1731131" y="1586018"/>
                  <a:pt x="1731131" y="1590978"/>
                </a:cubicBezTo>
                <a:cubicBezTo>
                  <a:pt x="1731627" y="1593954"/>
                  <a:pt x="1730634" y="1595939"/>
                  <a:pt x="1726666" y="1595443"/>
                </a:cubicBezTo>
                <a:cubicBezTo>
                  <a:pt x="1721210" y="1594946"/>
                  <a:pt x="1721706" y="1595443"/>
                  <a:pt x="1721210" y="1590482"/>
                </a:cubicBezTo>
                <a:cubicBezTo>
                  <a:pt x="1721210" y="1587010"/>
                  <a:pt x="1721706" y="1585522"/>
                  <a:pt x="1725674" y="1585522"/>
                </a:cubicBezTo>
                <a:close/>
                <a:moveTo>
                  <a:pt x="1657222" y="1584034"/>
                </a:moveTo>
                <a:cubicBezTo>
                  <a:pt x="1662183" y="1584034"/>
                  <a:pt x="1664167" y="1586018"/>
                  <a:pt x="1664663" y="1590978"/>
                </a:cubicBezTo>
                <a:cubicBezTo>
                  <a:pt x="1664663" y="1596931"/>
                  <a:pt x="1662679" y="1598915"/>
                  <a:pt x="1657222" y="1598419"/>
                </a:cubicBezTo>
                <a:cubicBezTo>
                  <a:pt x="1652262" y="1598419"/>
                  <a:pt x="1650278" y="1595939"/>
                  <a:pt x="1650774" y="1590978"/>
                </a:cubicBezTo>
                <a:cubicBezTo>
                  <a:pt x="1650278" y="1586018"/>
                  <a:pt x="1652758" y="1584034"/>
                  <a:pt x="1657222" y="1584034"/>
                </a:cubicBezTo>
                <a:close/>
                <a:moveTo>
                  <a:pt x="1590259" y="1581554"/>
                </a:moveTo>
                <a:cubicBezTo>
                  <a:pt x="1595715" y="1581058"/>
                  <a:pt x="1600675" y="1585522"/>
                  <a:pt x="1600179" y="1591474"/>
                </a:cubicBezTo>
                <a:cubicBezTo>
                  <a:pt x="1600179" y="1596434"/>
                  <a:pt x="1595715" y="1600899"/>
                  <a:pt x="1590755" y="1600899"/>
                </a:cubicBezTo>
                <a:cubicBezTo>
                  <a:pt x="1585794" y="1600403"/>
                  <a:pt x="1581330" y="1596434"/>
                  <a:pt x="1581330" y="1591474"/>
                </a:cubicBezTo>
                <a:cubicBezTo>
                  <a:pt x="1581330" y="1586514"/>
                  <a:pt x="1585298" y="1582050"/>
                  <a:pt x="1590259" y="1581554"/>
                </a:cubicBezTo>
                <a:close/>
                <a:moveTo>
                  <a:pt x="1523792" y="1581058"/>
                </a:moveTo>
                <a:cubicBezTo>
                  <a:pt x="1532720" y="1582050"/>
                  <a:pt x="1533712" y="1582050"/>
                  <a:pt x="1533712" y="1590482"/>
                </a:cubicBezTo>
                <a:cubicBezTo>
                  <a:pt x="1533712" y="1599411"/>
                  <a:pt x="1533216" y="1600403"/>
                  <a:pt x="1524784" y="1600403"/>
                </a:cubicBezTo>
                <a:cubicBezTo>
                  <a:pt x="1515855" y="1600403"/>
                  <a:pt x="1514863" y="1599411"/>
                  <a:pt x="1514367" y="1591970"/>
                </a:cubicBezTo>
                <a:cubicBezTo>
                  <a:pt x="1513871" y="1584034"/>
                  <a:pt x="1515359" y="1581058"/>
                  <a:pt x="1523792" y="1581058"/>
                </a:cubicBezTo>
                <a:close/>
                <a:moveTo>
                  <a:pt x="1457324" y="1579073"/>
                </a:moveTo>
                <a:cubicBezTo>
                  <a:pt x="1463772" y="1579073"/>
                  <a:pt x="1469229" y="1584033"/>
                  <a:pt x="1469725" y="1590482"/>
                </a:cubicBezTo>
                <a:cubicBezTo>
                  <a:pt x="1469725" y="1597426"/>
                  <a:pt x="1465756" y="1601890"/>
                  <a:pt x="1458812" y="1602882"/>
                </a:cubicBezTo>
                <a:cubicBezTo>
                  <a:pt x="1451868" y="1603874"/>
                  <a:pt x="1445915" y="1597922"/>
                  <a:pt x="1445915" y="1590978"/>
                </a:cubicBezTo>
                <a:cubicBezTo>
                  <a:pt x="1445419" y="1584529"/>
                  <a:pt x="1450876" y="1579073"/>
                  <a:pt x="1457324" y="1579073"/>
                </a:cubicBezTo>
                <a:close/>
                <a:moveTo>
                  <a:pt x="1388376" y="1579073"/>
                </a:moveTo>
                <a:cubicBezTo>
                  <a:pt x="1396808" y="1579073"/>
                  <a:pt x="1400280" y="1582049"/>
                  <a:pt x="1400280" y="1590482"/>
                </a:cubicBezTo>
                <a:cubicBezTo>
                  <a:pt x="1400280" y="1599410"/>
                  <a:pt x="1397304" y="1602882"/>
                  <a:pt x="1389368" y="1602882"/>
                </a:cubicBezTo>
                <a:cubicBezTo>
                  <a:pt x="1379943" y="1602882"/>
                  <a:pt x="1376967" y="1600402"/>
                  <a:pt x="1376471" y="1591970"/>
                </a:cubicBezTo>
                <a:cubicBezTo>
                  <a:pt x="1376471" y="1582545"/>
                  <a:pt x="1379447" y="1579073"/>
                  <a:pt x="1388376" y="1579073"/>
                </a:cubicBezTo>
                <a:close/>
                <a:moveTo>
                  <a:pt x="1322405" y="1576593"/>
                </a:moveTo>
                <a:cubicBezTo>
                  <a:pt x="1329349" y="1577585"/>
                  <a:pt x="1336293" y="1581553"/>
                  <a:pt x="1336293" y="1590978"/>
                </a:cubicBezTo>
                <a:cubicBezTo>
                  <a:pt x="1336293" y="1597922"/>
                  <a:pt x="1331333" y="1604867"/>
                  <a:pt x="1321909" y="1604867"/>
                </a:cubicBezTo>
                <a:cubicBezTo>
                  <a:pt x="1314964" y="1604867"/>
                  <a:pt x="1308020" y="1599906"/>
                  <a:pt x="1308020" y="1590482"/>
                </a:cubicBezTo>
                <a:cubicBezTo>
                  <a:pt x="1308020" y="1584033"/>
                  <a:pt x="1312980" y="1577089"/>
                  <a:pt x="1322405" y="1576593"/>
                </a:cubicBezTo>
                <a:close/>
                <a:moveTo>
                  <a:pt x="1254945" y="1576593"/>
                </a:moveTo>
                <a:cubicBezTo>
                  <a:pt x="1263873" y="1576593"/>
                  <a:pt x="1269330" y="1582049"/>
                  <a:pt x="1269330" y="1590482"/>
                </a:cubicBezTo>
                <a:cubicBezTo>
                  <a:pt x="1269330" y="1599410"/>
                  <a:pt x="1263873" y="1604867"/>
                  <a:pt x="1255441" y="1604867"/>
                </a:cubicBezTo>
                <a:cubicBezTo>
                  <a:pt x="1246512" y="1604867"/>
                  <a:pt x="1241056" y="1599410"/>
                  <a:pt x="1241056" y="1590978"/>
                </a:cubicBezTo>
                <a:cubicBezTo>
                  <a:pt x="1241056" y="1582545"/>
                  <a:pt x="1246512" y="1576593"/>
                  <a:pt x="1254945" y="1576593"/>
                </a:cubicBezTo>
                <a:close/>
                <a:moveTo>
                  <a:pt x="1185997" y="1576593"/>
                </a:moveTo>
                <a:cubicBezTo>
                  <a:pt x="1195917" y="1576593"/>
                  <a:pt x="1200382" y="1580561"/>
                  <a:pt x="1200382" y="1590482"/>
                </a:cubicBezTo>
                <a:cubicBezTo>
                  <a:pt x="1200382" y="1600898"/>
                  <a:pt x="1196413" y="1604867"/>
                  <a:pt x="1186989" y="1605363"/>
                </a:cubicBezTo>
                <a:cubicBezTo>
                  <a:pt x="1176076" y="1605363"/>
                  <a:pt x="1172108" y="1601394"/>
                  <a:pt x="1172108" y="1590978"/>
                </a:cubicBezTo>
                <a:cubicBezTo>
                  <a:pt x="1172108" y="1581057"/>
                  <a:pt x="1176076" y="1576593"/>
                  <a:pt x="1185997" y="1576593"/>
                </a:cubicBezTo>
                <a:close/>
                <a:moveTo>
                  <a:pt x="1053062" y="1574609"/>
                </a:moveTo>
                <a:cubicBezTo>
                  <a:pt x="1061494" y="1575105"/>
                  <a:pt x="1069927" y="1584033"/>
                  <a:pt x="1069431" y="1591970"/>
                </a:cubicBezTo>
                <a:cubicBezTo>
                  <a:pt x="1068935" y="1599410"/>
                  <a:pt x="1060502" y="1607843"/>
                  <a:pt x="1053062" y="1607843"/>
                </a:cubicBezTo>
                <a:cubicBezTo>
                  <a:pt x="1043652" y="1607843"/>
                  <a:pt x="1035716" y="1597426"/>
                  <a:pt x="1036212" y="1590978"/>
                </a:cubicBezTo>
                <a:cubicBezTo>
                  <a:pt x="1036212" y="1583041"/>
                  <a:pt x="1045141" y="1574113"/>
                  <a:pt x="1053062" y="1574609"/>
                </a:cubicBezTo>
                <a:close/>
                <a:moveTo>
                  <a:pt x="1118042" y="1574113"/>
                </a:moveTo>
                <a:cubicBezTo>
                  <a:pt x="1126970" y="1574113"/>
                  <a:pt x="1135899" y="1582546"/>
                  <a:pt x="1135899" y="1590482"/>
                </a:cubicBezTo>
                <a:cubicBezTo>
                  <a:pt x="1136395" y="1596930"/>
                  <a:pt x="1128458" y="1607347"/>
                  <a:pt x="1119034" y="1607347"/>
                </a:cubicBezTo>
                <a:cubicBezTo>
                  <a:pt x="1111593" y="1607347"/>
                  <a:pt x="1102665" y="1599410"/>
                  <a:pt x="1102169" y="1591474"/>
                </a:cubicBezTo>
                <a:cubicBezTo>
                  <a:pt x="1101673" y="1583538"/>
                  <a:pt x="1110105" y="1574113"/>
                  <a:pt x="1118042" y="1574113"/>
                </a:cubicBezTo>
                <a:close/>
                <a:moveTo>
                  <a:pt x="986142" y="1574113"/>
                </a:moveTo>
                <a:cubicBezTo>
                  <a:pt x="997550" y="1574113"/>
                  <a:pt x="1003006" y="1579569"/>
                  <a:pt x="1003006" y="1590978"/>
                </a:cubicBezTo>
                <a:cubicBezTo>
                  <a:pt x="1003006" y="1602387"/>
                  <a:pt x="997550" y="1607843"/>
                  <a:pt x="986142" y="1607843"/>
                </a:cubicBezTo>
                <a:cubicBezTo>
                  <a:pt x="974733" y="1607843"/>
                  <a:pt x="969277" y="1602387"/>
                  <a:pt x="969277" y="1590978"/>
                </a:cubicBezTo>
                <a:cubicBezTo>
                  <a:pt x="969277" y="1580065"/>
                  <a:pt x="975229" y="1574113"/>
                  <a:pt x="986142" y="1574113"/>
                </a:cubicBezTo>
                <a:close/>
                <a:moveTo>
                  <a:pt x="916686" y="1574113"/>
                </a:moveTo>
                <a:cubicBezTo>
                  <a:pt x="929087" y="1574113"/>
                  <a:pt x="933551" y="1578577"/>
                  <a:pt x="933551" y="1590482"/>
                </a:cubicBezTo>
                <a:cubicBezTo>
                  <a:pt x="933551" y="1602883"/>
                  <a:pt x="929087" y="1607347"/>
                  <a:pt x="917182" y="1607347"/>
                </a:cubicBezTo>
                <a:cubicBezTo>
                  <a:pt x="904782" y="1607347"/>
                  <a:pt x="900318" y="1602883"/>
                  <a:pt x="900318" y="1590978"/>
                </a:cubicBezTo>
                <a:cubicBezTo>
                  <a:pt x="900318" y="1579073"/>
                  <a:pt x="904782" y="1574113"/>
                  <a:pt x="916686" y="1574113"/>
                </a:cubicBezTo>
                <a:close/>
                <a:moveTo>
                  <a:pt x="850711" y="1572129"/>
                </a:moveTo>
                <a:cubicBezTo>
                  <a:pt x="854680" y="1575105"/>
                  <a:pt x="859640" y="1574609"/>
                  <a:pt x="863609" y="1578577"/>
                </a:cubicBezTo>
                <a:cubicBezTo>
                  <a:pt x="867081" y="1582050"/>
                  <a:pt x="866089" y="1587506"/>
                  <a:pt x="869561" y="1590978"/>
                </a:cubicBezTo>
                <a:cubicBezTo>
                  <a:pt x="867081" y="1595442"/>
                  <a:pt x="866585" y="1600899"/>
                  <a:pt x="862120" y="1604371"/>
                </a:cubicBezTo>
                <a:cubicBezTo>
                  <a:pt x="858647" y="1607843"/>
                  <a:pt x="853689" y="1607347"/>
                  <a:pt x="850215" y="1609827"/>
                </a:cubicBezTo>
                <a:cubicBezTo>
                  <a:pt x="845746" y="1606851"/>
                  <a:pt x="838805" y="1606851"/>
                  <a:pt x="836326" y="1601395"/>
                </a:cubicBezTo>
                <a:cubicBezTo>
                  <a:pt x="834343" y="1597922"/>
                  <a:pt x="831368" y="1593458"/>
                  <a:pt x="832360" y="1590482"/>
                </a:cubicBezTo>
                <a:cubicBezTo>
                  <a:pt x="833848" y="1586018"/>
                  <a:pt x="834839" y="1581553"/>
                  <a:pt x="838805" y="1577585"/>
                </a:cubicBezTo>
                <a:cubicBezTo>
                  <a:pt x="842775" y="1574113"/>
                  <a:pt x="847237" y="1575105"/>
                  <a:pt x="850711" y="1572129"/>
                </a:cubicBezTo>
                <a:close/>
                <a:moveTo>
                  <a:pt x="713793" y="1572129"/>
                </a:moveTo>
                <a:cubicBezTo>
                  <a:pt x="725698" y="1572129"/>
                  <a:pt x="733634" y="1579569"/>
                  <a:pt x="733634" y="1590482"/>
                </a:cubicBezTo>
                <a:cubicBezTo>
                  <a:pt x="734130" y="1601891"/>
                  <a:pt x="726690" y="1609827"/>
                  <a:pt x="714785" y="1609827"/>
                </a:cubicBezTo>
                <a:cubicBezTo>
                  <a:pt x="703377" y="1609827"/>
                  <a:pt x="695441" y="1602387"/>
                  <a:pt x="695441" y="1590978"/>
                </a:cubicBezTo>
                <a:cubicBezTo>
                  <a:pt x="695441" y="1580065"/>
                  <a:pt x="702881" y="1572129"/>
                  <a:pt x="713793" y="1572129"/>
                </a:cubicBezTo>
                <a:close/>
                <a:moveTo>
                  <a:pt x="647843" y="1572129"/>
                </a:moveTo>
                <a:cubicBezTo>
                  <a:pt x="659251" y="1572129"/>
                  <a:pt x="667186" y="1580065"/>
                  <a:pt x="666690" y="1591474"/>
                </a:cubicBezTo>
                <a:cubicBezTo>
                  <a:pt x="666690" y="1602883"/>
                  <a:pt x="658755" y="1610323"/>
                  <a:pt x="646851" y="1610323"/>
                </a:cubicBezTo>
                <a:cubicBezTo>
                  <a:pt x="635938" y="1610323"/>
                  <a:pt x="628499" y="1602387"/>
                  <a:pt x="628499" y="1591474"/>
                </a:cubicBezTo>
                <a:cubicBezTo>
                  <a:pt x="628995" y="1580065"/>
                  <a:pt x="636930" y="1572129"/>
                  <a:pt x="647843" y="1572129"/>
                </a:cubicBezTo>
                <a:close/>
                <a:moveTo>
                  <a:pt x="515389" y="1572129"/>
                </a:moveTo>
                <a:cubicBezTo>
                  <a:pt x="520845" y="1570641"/>
                  <a:pt x="524319" y="1573617"/>
                  <a:pt x="528287" y="1577089"/>
                </a:cubicBezTo>
                <a:cubicBezTo>
                  <a:pt x="533247" y="1581057"/>
                  <a:pt x="533247" y="1586018"/>
                  <a:pt x="533743" y="1591474"/>
                </a:cubicBezTo>
                <a:cubicBezTo>
                  <a:pt x="534239" y="1596930"/>
                  <a:pt x="531759" y="1600402"/>
                  <a:pt x="528287" y="1604867"/>
                </a:cubicBezTo>
                <a:cubicBezTo>
                  <a:pt x="523822" y="1610323"/>
                  <a:pt x="518861" y="1609331"/>
                  <a:pt x="513405" y="1609827"/>
                </a:cubicBezTo>
                <a:cubicBezTo>
                  <a:pt x="507452" y="1610323"/>
                  <a:pt x="503979" y="1607843"/>
                  <a:pt x="500011" y="1603874"/>
                </a:cubicBezTo>
                <a:cubicBezTo>
                  <a:pt x="495547" y="1599906"/>
                  <a:pt x="495051" y="1595442"/>
                  <a:pt x="495051" y="1590482"/>
                </a:cubicBezTo>
                <a:cubicBezTo>
                  <a:pt x="495051" y="1585025"/>
                  <a:pt x="496043" y="1581057"/>
                  <a:pt x="500011" y="1577089"/>
                </a:cubicBezTo>
                <a:cubicBezTo>
                  <a:pt x="504972" y="1572625"/>
                  <a:pt x="509436" y="1571137"/>
                  <a:pt x="515389" y="1572129"/>
                </a:cubicBezTo>
                <a:close/>
                <a:moveTo>
                  <a:pt x="581851" y="1571633"/>
                </a:moveTo>
                <a:cubicBezTo>
                  <a:pt x="592268" y="1571633"/>
                  <a:pt x="600204" y="1579570"/>
                  <a:pt x="600204" y="1590482"/>
                </a:cubicBezTo>
                <a:cubicBezTo>
                  <a:pt x="600204" y="1602387"/>
                  <a:pt x="592764" y="1610324"/>
                  <a:pt x="580859" y="1609827"/>
                </a:cubicBezTo>
                <a:cubicBezTo>
                  <a:pt x="569450" y="1609827"/>
                  <a:pt x="562009" y="1601891"/>
                  <a:pt x="562009" y="1589986"/>
                </a:cubicBezTo>
                <a:cubicBezTo>
                  <a:pt x="562009" y="1578578"/>
                  <a:pt x="569946" y="1571137"/>
                  <a:pt x="581851" y="1571633"/>
                </a:cubicBezTo>
                <a:close/>
                <a:moveTo>
                  <a:pt x="446429" y="1571632"/>
                </a:moveTo>
                <a:cubicBezTo>
                  <a:pt x="452382" y="1571137"/>
                  <a:pt x="455359" y="1574113"/>
                  <a:pt x="459823" y="1577089"/>
                </a:cubicBezTo>
                <a:cubicBezTo>
                  <a:pt x="465279" y="1581553"/>
                  <a:pt x="464287" y="1586513"/>
                  <a:pt x="464783" y="1591970"/>
                </a:cubicBezTo>
                <a:cubicBezTo>
                  <a:pt x="465279" y="1597922"/>
                  <a:pt x="462303" y="1601394"/>
                  <a:pt x="458831" y="1605362"/>
                </a:cubicBezTo>
                <a:cubicBezTo>
                  <a:pt x="454863" y="1609827"/>
                  <a:pt x="450398" y="1609827"/>
                  <a:pt x="445437" y="1610323"/>
                </a:cubicBezTo>
                <a:cubicBezTo>
                  <a:pt x="439981" y="1610323"/>
                  <a:pt x="436013" y="1608834"/>
                  <a:pt x="432044" y="1605362"/>
                </a:cubicBezTo>
                <a:cubicBezTo>
                  <a:pt x="427084" y="1600898"/>
                  <a:pt x="426092" y="1595938"/>
                  <a:pt x="426588" y="1589986"/>
                </a:cubicBezTo>
                <a:cubicBezTo>
                  <a:pt x="424604" y="1584529"/>
                  <a:pt x="428572" y="1581057"/>
                  <a:pt x="431548" y="1577089"/>
                </a:cubicBezTo>
                <a:cubicBezTo>
                  <a:pt x="435517" y="1571632"/>
                  <a:pt x="440973" y="1572625"/>
                  <a:pt x="446429" y="1571632"/>
                </a:cubicBezTo>
                <a:close/>
                <a:moveTo>
                  <a:pt x="783726" y="1571137"/>
                </a:moveTo>
                <a:cubicBezTo>
                  <a:pt x="788687" y="1573121"/>
                  <a:pt x="794143" y="1574113"/>
                  <a:pt x="796623" y="1577089"/>
                </a:cubicBezTo>
                <a:cubicBezTo>
                  <a:pt x="799599" y="1581058"/>
                  <a:pt x="803567" y="1585522"/>
                  <a:pt x="802079" y="1590978"/>
                </a:cubicBezTo>
                <a:cubicBezTo>
                  <a:pt x="801087" y="1595442"/>
                  <a:pt x="799599" y="1601395"/>
                  <a:pt x="796623" y="1603875"/>
                </a:cubicBezTo>
                <a:cubicBezTo>
                  <a:pt x="792656" y="1606851"/>
                  <a:pt x="788191" y="1610819"/>
                  <a:pt x="782734" y="1609331"/>
                </a:cubicBezTo>
                <a:cubicBezTo>
                  <a:pt x="778270" y="1608339"/>
                  <a:pt x="772317" y="1606851"/>
                  <a:pt x="769837" y="1603379"/>
                </a:cubicBezTo>
                <a:cubicBezTo>
                  <a:pt x="767357" y="1599906"/>
                  <a:pt x="764381" y="1595442"/>
                  <a:pt x="764381" y="1590482"/>
                </a:cubicBezTo>
                <a:cubicBezTo>
                  <a:pt x="764381" y="1585026"/>
                  <a:pt x="767853" y="1580065"/>
                  <a:pt x="770829" y="1576593"/>
                </a:cubicBezTo>
                <a:cubicBezTo>
                  <a:pt x="773310" y="1573617"/>
                  <a:pt x="779262" y="1573121"/>
                  <a:pt x="783726" y="1571137"/>
                </a:cubicBezTo>
                <a:close/>
                <a:moveTo>
                  <a:pt x="313508" y="1570145"/>
                </a:moveTo>
                <a:cubicBezTo>
                  <a:pt x="317973" y="1570145"/>
                  <a:pt x="323926" y="1572625"/>
                  <a:pt x="326902" y="1576097"/>
                </a:cubicBezTo>
                <a:cubicBezTo>
                  <a:pt x="330374" y="1580066"/>
                  <a:pt x="333848" y="1586018"/>
                  <a:pt x="333351" y="1590482"/>
                </a:cubicBezTo>
                <a:cubicBezTo>
                  <a:pt x="332854" y="1595442"/>
                  <a:pt x="331862" y="1601891"/>
                  <a:pt x="327398" y="1605363"/>
                </a:cubicBezTo>
                <a:cubicBezTo>
                  <a:pt x="322934" y="1608835"/>
                  <a:pt x="317477" y="1610323"/>
                  <a:pt x="312020" y="1612803"/>
                </a:cubicBezTo>
                <a:cubicBezTo>
                  <a:pt x="307060" y="1610323"/>
                  <a:pt x="301108" y="1609331"/>
                  <a:pt x="297636" y="1605363"/>
                </a:cubicBezTo>
                <a:cubicBezTo>
                  <a:pt x="294163" y="1601891"/>
                  <a:pt x="291187" y="1595442"/>
                  <a:pt x="291683" y="1590482"/>
                </a:cubicBezTo>
                <a:cubicBezTo>
                  <a:pt x="291683" y="1585522"/>
                  <a:pt x="294659" y="1579569"/>
                  <a:pt x="298628" y="1576097"/>
                </a:cubicBezTo>
                <a:cubicBezTo>
                  <a:pt x="302100" y="1572625"/>
                  <a:pt x="308548" y="1570145"/>
                  <a:pt x="313508" y="1570145"/>
                </a:cubicBezTo>
                <a:close/>
                <a:moveTo>
                  <a:pt x="110148" y="1570144"/>
                </a:moveTo>
                <a:cubicBezTo>
                  <a:pt x="119572" y="1569648"/>
                  <a:pt x="131476" y="1582049"/>
                  <a:pt x="131476" y="1591474"/>
                </a:cubicBezTo>
                <a:cubicBezTo>
                  <a:pt x="130980" y="1600898"/>
                  <a:pt x="118580" y="1613299"/>
                  <a:pt x="109652" y="1612803"/>
                </a:cubicBezTo>
                <a:cubicBezTo>
                  <a:pt x="100228" y="1612307"/>
                  <a:pt x="88323" y="1599410"/>
                  <a:pt x="88819" y="1590482"/>
                </a:cubicBezTo>
                <a:cubicBezTo>
                  <a:pt x="89315" y="1581553"/>
                  <a:pt x="101220" y="1570144"/>
                  <a:pt x="110148" y="1570144"/>
                </a:cubicBezTo>
                <a:close/>
                <a:moveTo>
                  <a:pt x="42162" y="1569649"/>
                </a:moveTo>
                <a:cubicBezTo>
                  <a:pt x="51587" y="1569153"/>
                  <a:pt x="64483" y="1581058"/>
                  <a:pt x="64483" y="1590482"/>
                </a:cubicBezTo>
                <a:cubicBezTo>
                  <a:pt x="64979" y="1599907"/>
                  <a:pt x="53075" y="1612307"/>
                  <a:pt x="43154" y="1612307"/>
                </a:cubicBezTo>
                <a:cubicBezTo>
                  <a:pt x="34226" y="1612307"/>
                  <a:pt x="22321" y="1601395"/>
                  <a:pt x="21329" y="1591970"/>
                </a:cubicBezTo>
                <a:cubicBezTo>
                  <a:pt x="20337" y="1583042"/>
                  <a:pt x="32242" y="1570145"/>
                  <a:pt x="42162" y="1569649"/>
                </a:cubicBezTo>
                <a:close/>
                <a:moveTo>
                  <a:pt x="243569" y="1569648"/>
                </a:moveTo>
                <a:cubicBezTo>
                  <a:pt x="252994" y="1570144"/>
                  <a:pt x="264898" y="1582545"/>
                  <a:pt x="264402" y="1591970"/>
                </a:cubicBezTo>
                <a:cubicBezTo>
                  <a:pt x="263906" y="1600898"/>
                  <a:pt x="252002" y="1612307"/>
                  <a:pt x="243073" y="1612803"/>
                </a:cubicBezTo>
                <a:cubicBezTo>
                  <a:pt x="234145" y="1612803"/>
                  <a:pt x="221744" y="1600402"/>
                  <a:pt x="221744" y="1590978"/>
                </a:cubicBezTo>
                <a:cubicBezTo>
                  <a:pt x="221744" y="1581553"/>
                  <a:pt x="234145" y="1569152"/>
                  <a:pt x="243569" y="1569648"/>
                </a:cubicBezTo>
                <a:close/>
                <a:moveTo>
                  <a:pt x="378997" y="1569153"/>
                </a:moveTo>
                <a:cubicBezTo>
                  <a:pt x="383957" y="1569153"/>
                  <a:pt x="389911" y="1572129"/>
                  <a:pt x="393879" y="1575601"/>
                </a:cubicBezTo>
                <a:cubicBezTo>
                  <a:pt x="397351" y="1580066"/>
                  <a:pt x="398344" y="1586018"/>
                  <a:pt x="400824" y="1590978"/>
                </a:cubicBezTo>
                <a:cubicBezTo>
                  <a:pt x="398344" y="1595939"/>
                  <a:pt x="397351" y="1601891"/>
                  <a:pt x="393384" y="1605363"/>
                </a:cubicBezTo>
                <a:cubicBezTo>
                  <a:pt x="389911" y="1608835"/>
                  <a:pt x="383461" y="1611811"/>
                  <a:pt x="378501" y="1611315"/>
                </a:cubicBezTo>
                <a:cubicBezTo>
                  <a:pt x="373540" y="1611315"/>
                  <a:pt x="367588" y="1608339"/>
                  <a:pt x="364114" y="1604371"/>
                </a:cubicBezTo>
                <a:cubicBezTo>
                  <a:pt x="360642" y="1600899"/>
                  <a:pt x="358162" y="1594450"/>
                  <a:pt x="358162" y="1589490"/>
                </a:cubicBezTo>
                <a:cubicBezTo>
                  <a:pt x="358162" y="1585026"/>
                  <a:pt x="360642" y="1579074"/>
                  <a:pt x="364114" y="1575601"/>
                </a:cubicBezTo>
                <a:cubicBezTo>
                  <a:pt x="368084" y="1572129"/>
                  <a:pt x="373540" y="1569153"/>
                  <a:pt x="378997" y="1569153"/>
                </a:cubicBezTo>
                <a:close/>
                <a:moveTo>
                  <a:pt x="176612" y="1569153"/>
                </a:moveTo>
                <a:cubicBezTo>
                  <a:pt x="186037" y="1569649"/>
                  <a:pt x="198437" y="1581554"/>
                  <a:pt x="197941" y="1590978"/>
                </a:cubicBezTo>
                <a:cubicBezTo>
                  <a:pt x="197941" y="1600403"/>
                  <a:pt x="185541" y="1612803"/>
                  <a:pt x="176116" y="1612307"/>
                </a:cubicBezTo>
                <a:cubicBezTo>
                  <a:pt x="166692" y="1611811"/>
                  <a:pt x="154788" y="1599411"/>
                  <a:pt x="155284" y="1589986"/>
                </a:cubicBezTo>
                <a:cubicBezTo>
                  <a:pt x="155780" y="1581058"/>
                  <a:pt x="167684" y="1569649"/>
                  <a:pt x="176612" y="1569153"/>
                </a:cubicBezTo>
                <a:close/>
                <a:moveTo>
                  <a:pt x="1860097" y="1522030"/>
                </a:moveTo>
                <a:cubicBezTo>
                  <a:pt x="1860593" y="1522030"/>
                  <a:pt x="1861585" y="1523022"/>
                  <a:pt x="1863569" y="1524014"/>
                </a:cubicBezTo>
                <a:cubicBezTo>
                  <a:pt x="1862081" y="1525502"/>
                  <a:pt x="1861089" y="1526494"/>
                  <a:pt x="1860097" y="1526494"/>
                </a:cubicBezTo>
                <a:cubicBezTo>
                  <a:pt x="1859601" y="1526494"/>
                  <a:pt x="1858609" y="1525502"/>
                  <a:pt x="1857617" y="1525006"/>
                </a:cubicBezTo>
                <a:cubicBezTo>
                  <a:pt x="1858609" y="1524014"/>
                  <a:pt x="1859105" y="1523022"/>
                  <a:pt x="1860097" y="1522030"/>
                </a:cubicBezTo>
                <a:close/>
                <a:moveTo>
                  <a:pt x="1928549" y="1520542"/>
                </a:moveTo>
                <a:cubicBezTo>
                  <a:pt x="1930037" y="1522030"/>
                  <a:pt x="1931525" y="1523022"/>
                  <a:pt x="1931525" y="1523518"/>
                </a:cubicBezTo>
                <a:cubicBezTo>
                  <a:pt x="1931029" y="1524510"/>
                  <a:pt x="1930037" y="1525502"/>
                  <a:pt x="1929045" y="1526494"/>
                </a:cubicBezTo>
                <a:cubicBezTo>
                  <a:pt x="1929045" y="1526494"/>
                  <a:pt x="1927061" y="1525502"/>
                  <a:pt x="1927061" y="1525006"/>
                </a:cubicBezTo>
                <a:cubicBezTo>
                  <a:pt x="1926565" y="1523518"/>
                  <a:pt x="1927557" y="1522526"/>
                  <a:pt x="1928549" y="1520542"/>
                </a:cubicBezTo>
                <a:close/>
                <a:moveTo>
                  <a:pt x="1792638" y="1519054"/>
                </a:moveTo>
                <a:cubicBezTo>
                  <a:pt x="1798095" y="1519550"/>
                  <a:pt x="1798095" y="1519550"/>
                  <a:pt x="1798095" y="1524510"/>
                </a:cubicBezTo>
                <a:cubicBezTo>
                  <a:pt x="1798591" y="1527486"/>
                  <a:pt x="1797598" y="1529470"/>
                  <a:pt x="1793630" y="1528975"/>
                </a:cubicBezTo>
                <a:cubicBezTo>
                  <a:pt x="1788174" y="1528478"/>
                  <a:pt x="1788670" y="1528975"/>
                  <a:pt x="1788174" y="1524014"/>
                </a:cubicBezTo>
                <a:cubicBezTo>
                  <a:pt x="1788174" y="1520542"/>
                  <a:pt x="1788670" y="1519054"/>
                  <a:pt x="1792638" y="1519054"/>
                </a:cubicBezTo>
                <a:close/>
                <a:moveTo>
                  <a:pt x="1726170" y="1517070"/>
                </a:moveTo>
                <a:cubicBezTo>
                  <a:pt x="1731626" y="1517070"/>
                  <a:pt x="1733610" y="1519054"/>
                  <a:pt x="1733610" y="1524014"/>
                </a:cubicBezTo>
                <a:cubicBezTo>
                  <a:pt x="1733610" y="1528975"/>
                  <a:pt x="1731626" y="1531455"/>
                  <a:pt x="1727162" y="1531455"/>
                </a:cubicBezTo>
                <a:cubicBezTo>
                  <a:pt x="1722202" y="1531455"/>
                  <a:pt x="1719722" y="1529967"/>
                  <a:pt x="1719225" y="1525006"/>
                </a:cubicBezTo>
                <a:cubicBezTo>
                  <a:pt x="1718729" y="1519550"/>
                  <a:pt x="1720713" y="1517070"/>
                  <a:pt x="1726170" y="1517070"/>
                </a:cubicBezTo>
                <a:close/>
                <a:moveTo>
                  <a:pt x="1656726" y="1514590"/>
                </a:moveTo>
                <a:cubicBezTo>
                  <a:pt x="1662183" y="1514094"/>
                  <a:pt x="1667143" y="1518558"/>
                  <a:pt x="1666647" y="1524510"/>
                </a:cubicBezTo>
                <a:cubicBezTo>
                  <a:pt x="1666647" y="1529470"/>
                  <a:pt x="1662183" y="1533935"/>
                  <a:pt x="1657222" y="1533935"/>
                </a:cubicBezTo>
                <a:cubicBezTo>
                  <a:pt x="1652758" y="1533935"/>
                  <a:pt x="1648294" y="1529470"/>
                  <a:pt x="1647798" y="1524510"/>
                </a:cubicBezTo>
                <a:cubicBezTo>
                  <a:pt x="1647798" y="1519550"/>
                  <a:pt x="1651766" y="1515086"/>
                  <a:pt x="1656726" y="1514590"/>
                </a:cubicBezTo>
                <a:close/>
                <a:moveTo>
                  <a:pt x="1591251" y="1514590"/>
                </a:moveTo>
                <a:cubicBezTo>
                  <a:pt x="1599684" y="1514590"/>
                  <a:pt x="1600180" y="1515582"/>
                  <a:pt x="1600180" y="1524511"/>
                </a:cubicBezTo>
                <a:cubicBezTo>
                  <a:pt x="1600180" y="1532943"/>
                  <a:pt x="1599188" y="1533935"/>
                  <a:pt x="1589267" y="1533935"/>
                </a:cubicBezTo>
                <a:cubicBezTo>
                  <a:pt x="1581827" y="1533935"/>
                  <a:pt x="1580835" y="1532447"/>
                  <a:pt x="1580835" y="1523519"/>
                </a:cubicBezTo>
                <a:cubicBezTo>
                  <a:pt x="1581331" y="1515582"/>
                  <a:pt x="1582323" y="1514590"/>
                  <a:pt x="1591251" y="1514590"/>
                </a:cubicBezTo>
                <a:close/>
                <a:moveTo>
                  <a:pt x="1458812" y="1512606"/>
                </a:moveTo>
                <a:cubicBezTo>
                  <a:pt x="1466748" y="1512606"/>
                  <a:pt x="1469724" y="1516574"/>
                  <a:pt x="1469228" y="1525503"/>
                </a:cubicBezTo>
                <a:cubicBezTo>
                  <a:pt x="1469228" y="1533439"/>
                  <a:pt x="1465756" y="1536415"/>
                  <a:pt x="1456332" y="1536415"/>
                </a:cubicBezTo>
                <a:cubicBezTo>
                  <a:pt x="1448395" y="1536415"/>
                  <a:pt x="1445419" y="1532943"/>
                  <a:pt x="1445419" y="1524015"/>
                </a:cubicBezTo>
                <a:cubicBezTo>
                  <a:pt x="1445419" y="1515582"/>
                  <a:pt x="1448891" y="1512606"/>
                  <a:pt x="1458812" y="1512606"/>
                </a:cubicBezTo>
                <a:close/>
                <a:moveTo>
                  <a:pt x="1524784" y="1512605"/>
                </a:moveTo>
                <a:cubicBezTo>
                  <a:pt x="1530736" y="1513101"/>
                  <a:pt x="1536192" y="1518558"/>
                  <a:pt x="1536192" y="1525006"/>
                </a:cubicBezTo>
                <a:cubicBezTo>
                  <a:pt x="1535696" y="1530958"/>
                  <a:pt x="1530736" y="1536415"/>
                  <a:pt x="1524288" y="1536415"/>
                </a:cubicBezTo>
                <a:cubicBezTo>
                  <a:pt x="1517343" y="1536415"/>
                  <a:pt x="1512383" y="1530462"/>
                  <a:pt x="1512383" y="1524510"/>
                </a:cubicBezTo>
                <a:cubicBezTo>
                  <a:pt x="1512383" y="1517566"/>
                  <a:pt x="1517839" y="1512109"/>
                  <a:pt x="1524784" y="1512605"/>
                </a:cubicBezTo>
                <a:close/>
                <a:moveTo>
                  <a:pt x="1388376" y="1510126"/>
                </a:moveTo>
                <a:cubicBezTo>
                  <a:pt x="1395816" y="1510126"/>
                  <a:pt x="1402760" y="1516574"/>
                  <a:pt x="1402760" y="1524511"/>
                </a:cubicBezTo>
                <a:cubicBezTo>
                  <a:pt x="1402760" y="1531951"/>
                  <a:pt x="1396312" y="1538896"/>
                  <a:pt x="1388376" y="1538896"/>
                </a:cubicBezTo>
                <a:cubicBezTo>
                  <a:pt x="1380935" y="1538400"/>
                  <a:pt x="1374487" y="1531951"/>
                  <a:pt x="1373991" y="1524511"/>
                </a:cubicBezTo>
                <a:cubicBezTo>
                  <a:pt x="1373991" y="1517070"/>
                  <a:pt x="1380439" y="1510126"/>
                  <a:pt x="1388376" y="1510126"/>
                </a:cubicBezTo>
                <a:close/>
                <a:moveTo>
                  <a:pt x="1322405" y="1510126"/>
                </a:moveTo>
                <a:cubicBezTo>
                  <a:pt x="1330837" y="1510126"/>
                  <a:pt x="1336293" y="1515582"/>
                  <a:pt x="1336293" y="1524511"/>
                </a:cubicBezTo>
                <a:cubicBezTo>
                  <a:pt x="1336293" y="1532943"/>
                  <a:pt x="1330341" y="1538895"/>
                  <a:pt x="1321909" y="1538399"/>
                </a:cubicBezTo>
                <a:cubicBezTo>
                  <a:pt x="1313476" y="1538399"/>
                  <a:pt x="1307524" y="1532447"/>
                  <a:pt x="1308020" y="1524015"/>
                </a:cubicBezTo>
                <a:cubicBezTo>
                  <a:pt x="1308020" y="1515582"/>
                  <a:pt x="1313972" y="1509630"/>
                  <a:pt x="1322405" y="1510126"/>
                </a:cubicBezTo>
                <a:close/>
                <a:moveTo>
                  <a:pt x="1255441" y="1510126"/>
                </a:moveTo>
                <a:cubicBezTo>
                  <a:pt x="1263873" y="1509630"/>
                  <a:pt x="1269826" y="1516574"/>
                  <a:pt x="1269329" y="1525007"/>
                </a:cubicBezTo>
                <a:cubicBezTo>
                  <a:pt x="1268834" y="1534431"/>
                  <a:pt x="1265361" y="1538400"/>
                  <a:pt x="1254945" y="1538400"/>
                </a:cubicBezTo>
                <a:cubicBezTo>
                  <a:pt x="1245024" y="1538400"/>
                  <a:pt x="1241056" y="1534431"/>
                  <a:pt x="1240560" y="1524511"/>
                </a:cubicBezTo>
                <a:cubicBezTo>
                  <a:pt x="1240560" y="1513598"/>
                  <a:pt x="1244528" y="1510126"/>
                  <a:pt x="1255441" y="1510126"/>
                </a:cubicBezTo>
                <a:close/>
                <a:moveTo>
                  <a:pt x="1185997" y="1507645"/>
                </a:moveTo>
                <a:cubicBezTo>
                  <a:pt x="1195421" y="1507645"/>
                  <a:pt x="1203358" y="1518062"/>
                  <a:pt x="1202862" y="1524510"/>
                </a:cubicBezTo>
                <a:cubicBezTo>
                  <a:pt x="1201870" y="1533438"/>
                  <a:pt x="1195421" y="1539887"/>
                  <a:pt x="1186989" y="1540879"/>
                </a:cubicBezTo>
                <a:cubicBezTo>
                  <a:pt x="1179052" y="1541871"/>
                  <a:pt x="1170124" y="1532942"/>
                  <a:pt x="1169628" y="1525006"/>
                </a:cubicBezTo>
                <a:cubicBezTo>
                  <a:pt x="1169132" y="1517069"/>
                  <a:pt x="1177564" y="1507645"/>
                  <a:pt x="1185997" y="1507645"/>
                </a:cubicBezTo>
                <a:close/>
                <a:moveTo>
                  <a:pt x="1120522" y="1507645"/>
                </a:moveTo>
                <a:cubicBezTo>
                  <a:pt x="1126474" y="1506157"/>
                  <a:pt x="1128458" y="1511613"/>
                  <a:pt x="1132427" y="1514093"/>
                </a:cubicBezTo>
                <a:cubicBezTo>
                  <a:pt x="1136891" y="1517069"/>
                  <a:pt x="1135899" y="1521534"/>
                  <a:pt x="1136395" y="1525502"/>
                </a:cubicBezTo>
                <a:cubicBezTo>
                  <a:pt x="1137387" y="1531454"/>
                  <a:pt x="1131931" y="1533438"/>
                  <a:pt x="1129451" y="1536911"/>
                </a:cubicBezTo>
                <a:cubicBezTo>
                  <a:pt x="1126970" y="1540879"/>
                  <a:pt x="1123002" y="1540383"/>
                  <a:pt x="1119034" y="1540879"/>
                </a:cubicBezTo>
                <a:cubicBezTo>
                  <a:pt x="1113082" y="1541375"/>
                  <a:pt x="1111098" y="1537407"/>
                  <a:pt x="1107129" y="1534430"/>
                </a:cubicBezTo>
                <a:cubicBezTo>
                  <a:pt x="1103161" y="1531454"/>
                  <a:pt x="1103161" y="1527486"/>
                  <a:pt x="1102665" y="1523022"/>
                </a:cubicBezTo>
                <a:cubicBezTo>
                  <a:pt x="1102169" y="1517069"/>
                  <a:pt x="1106633" y="1515085"/>
                  <a:pt x="1109113" y="1511117"/>
                </a:cubicBezTo>
                <a:cubicBezTo>
                  <a:pt x="1112090" y="1507645"/>
                  <a:pt x="1116058" y="1507645"/>
                  <a:pt x="1120522" y="1507645"/>
                </a:cubicBezTo>
                <a:close/>
                <a:moveTo>
                  <a:pt x="1053062" y="1507645"/>
                </a:moveTo>
                <a:cubicBezTo>
                  <a:pt x="1063975" y="1507645"/>
                  <a:pt x="1069431" y="1513101"/>
                  <a:pt x="1069431" y="1524510"/>
                </a:cubicBezTo>
                <a:cubicBezTo>
                  <a:pt x="1069431" y="1535423"/>
                  <a:pt x="1063975" y="1540879"/>
                  <a:pt x="1052566" y="1540879"/>
                </a:cubicBezTo>
                <a:cubicBezTo>
                  <a:pt x="1041689" y="1540879"/>
                  <a:pt x="1036233" y="1535423"/>
                  <a:pt x="1036233" y="1524014"/>
                </a:cubicBezTo>
                <a:cubicBezTo>
                  <a:pt x="1036233" y="1513101"/>
                  <a:pt x="1041689" y="1507645"/>
                  <a:pt x="1053062" y="1507645"/>
                </a:cubicBezTo>
                <a:close/>
                <a:moveTo>
                  <a:pt x="985154" y="1505661"/>
                </a:moveTo>
                <a:cubicBezTo>
                  <a:pt x="988130" y="1504669"/>
                  <a:pt x="992594" y="1507645"/>
                  <a:pt x="996067" y="1509629"/>
                </a:cubicBezTo>
                <a:cubicBezTo>
                  <a:pt x="1002019" y="1512605"/>
                  <a:pt x="1002019" y="1519054"/>
                  <a:pt x="1005491" y="1524014"/>
                </a:cubicBezTo>
                <a:cubicBezTo>
                  <a:pt x="1004003" y="1527486"/>
                  <a:pt x="1002515" y="1531455"/>
                  <a:pt x="1000531" y="1534927"/>
                </a:cubicBezTo>
                <a:cubicBezTo>
                  <a:pt x="997555" y="1540879"/>
                  <a:pt x="991106" y="1540383"/>
                  <a:pt x="986146" y="1543359"/>
                </a:cubicBezTo>
                <a:cubicBezTo>
                  <a:pt x="982674" y="1540383"/>
                  <a:pt x="977715" y="1541375"/>
                  <a:pt x="974242" y="1537903"/>
                </a:cubicBezTo>
                <a:cubicBezTo>
                  <a:pt x="969778" y="1533935"/>
                  <a:pt x="969282" y="1528478"/>
                  <a:pt x="966802" y="1524014"/>
                </a:cubicBezTo>
                <a:cubicBezTo>
                  <a:pt x="970274" y="1521038"/>
                  <a:pt x="968786" y="1516574"/>
                  <a:pt x="971762" y="1513101"/>
                </a:cubicBezTo>
                <a:cubicBezTo>
                  <a:pt x="975730" y="1508637"/>
                  <a:pt x="980690" y="1507149"/>
                  <a:pt x="985154" y="1505661"/>
                </a:cubicBezTo>
                <a:close/>
                <a:moveTo>
                  <a:pt x="647836" y="1505661"/>
                </a:moveTo>
                <a:cubicBezTo>
                  <a:pt x="653292" y="1506157"/>
                  <a:pt x="658252" y="1506157"/>
                  <a:pt x="662220" y="1511117"/>
                </a:cubicBezTo>
                <a:cubicBezTo>
                  <a:pt x="665692" y="1514589"/>
                  <a:pt x="668668" y="1518558"/>
                  <a:pt x="666684" y="1524014"/>
                </a:cubicBezTo>
                <a:cubicBezTo>
                  <a:pt x="667676" y="1529966"/>
                  <a:pt x="665692" y="1534430"/>
                  <a:pt x="661228" y="1538895"/>
                </a:cubicBezTo>
                <a:cubicBezTo>
                  <a:pt x="657260" y="1542863"/>
                  <a:pt x="652796" y="1543855"/>
                  <a:pt x="647836" y="1543855"/>
                </a:cubicBezTo>
                <a:cubicBezTo>
                  <a:pt x="642380" y="1543855"/>
                  <a:pt x="638412" y="1542863"/>
                  <a:pt x="634444" y="1538895"/>
                </a:cubicBezTo>
                <a:cubicBezTo>
                  <a:pt x="629980" y="1534430"/>
                  <a:pt x="628988" y="1529966"/>
                  <a:pt x="628988" y="1524510"/>
                </a:cubicBezTo>
                <a:cubicBezTo>
                  <a:pt x="628988" y="1519054"/>
                  <a:pt x="629980" y="1515085"/>
                  <a:pt x="634444" y="1511117"/>
                </a:cubicBezTo>
                <a:cubicBezTo>
                  <a:pt x="638412" y="1507149"/>
                  <a:pt x="642380" y="1505165"/>
                  <a:pt x="647836" y="1505661"/>
                </a:cubicBezTo>
                <a:close/>
                <a:moveTo>
                  <a:pt x="916176" y="1505165"/>
                </a:moveTo>
                <a:cubicBezTo>
                  <a:pt x="924112" y="1504669"/>
                  <a:pt x="935521" y="1515582"/>
                  <a:pt x="936017" y="1523518"/>
                </a:cubicBezTo>
                <a:cubicBezTo>
                  <a:pt x="936513" y="1531455"/>
                  <a:pt x="925601" y="1542863"/>
                  <a:pt x="917168" y="1543359"/>
                </a:cubicBezTo>
                <a:cubicBezTo>
                  <a:pt x="909728" y="1543359"/>
                  <a:pt x="898319" y="1533439"/>
                  <a:pt x="897823" y="1525502"/>
                </a:cubicBezTo>
                <a:cubicBezTo>
                  <a:pt x="897327" y="1517566"/>
                  <a:pt x="907744" y="1505661"/>
                  <a:pt x="916176" y="1505165"/>
                </a:cubicBezTo>
                <a:close/>
                <a:moveTo>
                  <a:pt x="850719" y="1505165"/>
                </a:moveTo>
                <a:cubicBezTo>
                  <a:pt x="862129" y="1505165"/>
                  <a:pt x="869569" y="1513101"/>
                  <a:pt x="869569" y="1525006"/>
                </a:cubicBezTo>
                <a:cubicBezTo>
                  <a:pt x="869569" y="1536415"/>
                  <a:pt x="861632" y="1543855"/>
                  <a:pt x="849727" y="1543359"/>
                </a:cubicBezTo>
                <a:cubicBezTo>
                  <a:pt x="839307" y="1543359"/>
                  <a:pt x="831376" y="1535423"/>
                  <a:pt x="831376" y="1524510"/>
                </a:cubicBezTo>
                <a:cubicBezTo>
                  <a:pt x="831376" y="1513101"/>
                  <a:pt x="839307" y="1505165"/>
                  <a:pt x="850719" y="1505165"/>
                </a:cubicBezTo>
                <a:close/>
                <a:moveTo>
                  <a:pt x="783749" y="1505165"/>
                </a:moveTo>
                <a:cubicBezTo>
                  <a:pt x="795158" y="1505165"/>
                  <a:pt x="803092" y="1513101"/>
                  <a:pt x="802597" y="1524510"/>
                </a:cubicBezTo>
                <a:cubicBezTo>
                  <a:pt x="802597" y="1535919"/>
                  <a:pt x="794662" y="1543359"/>
                  <a:pt x="782756" y="1543359"/>
                </a:cubicBezTo>
                <a:cubicBezTo>
                  <a:pt x="771846" y="1543359"/>
                  <a:pt x="764403" y="1535423"/>
                  <a:pt x="764403" y="1524510"/>
                </a:cubicBezTo>
                <a:cubicBezTo>
                  <a:pt x="764403" y="1513101"/>
                  <a:pt x="772342" y="1505165"/>
                  <a:pt x="783749" y="1505165"/>
                </a:cubicBezTo>
                <a:close/>
                <a:moveTo>
                  <a:pt x="714289" y="1505165"/>
                </a:moveTo>
                <a:cubicBezTo>
                  <a:pt x="719746" y="1505165"/>
                  <a:pt x="723714" y="1506157"/>
                  <a:pt x="727682" y="1510621"/>
                </a:cubicBezTo>
                <a:cubicBezTo>
                  <a:pt x="732642" y="1514589"/>
                  <a:pt x="735618" y="1518558"/>
                  <a:pt x="733138" y="1524510"/>
                </a:cubicBezTo>
                <a:cubicBezTo>
                  <a:pt x="735122" y="1530958"/>
                  <a:pt x="731650" y="1534431"/>
                  <a:pt x="728178" y="1538399"/>
                </a:cubicBezTo>
                <a:cubicBezTo>
                  <a:pt x="724210" y="1543855"/>
                  <a:pt x="718754" y="1543359"/>
                  <a:pt x="713297" y="1543855"/>
                </a:cubicBezTo>
                <a:cubicBezTo>
                  <a:pt x="707345" y="1544351"/>
                  <a:pt x="704369" y="1541375"/>
                  <a:pt x="699906" y="1538399"/>
                </a:cubicBezTo>
                <a:cubicBezTo>
                  <a:pt x="694449" y="1533935"/>
                  <a:pt x="695441" y="1528974"/>
                  <a:pt x="694945" y="1523518"/>
                </a:cubicBezTo>
                <a:cubicBezTo>
                  <a:pt x="694449" y="1517566"/>
                  <a:pt x="697425" y="1514094"/>
                  <a:pt x="700898" y="1510125"/>
                </a:cubicBezTo>
                <a:cubicBezTo>
                  <a:pt x="704865" y="1505661"/>
                  <a:pt x="709329" y="1505661"/>
                  <a:pt x="714289" y="1505165"/>
                </a:cubicBezTo>
                <a:close/>
                <a:moveTo>
                  <a:pt x="581849" y="1503677"/>
                </a:moveTo>
                <a:cubicBezTo>
                  <a:pt x="586809" y="1503677"/>
                  <a:pt x="592763" y="1506653"/>
                  <a:pt x="596234" y="1510622"/>
                </a:cubicBezTo>
                <a:cubicBezTo>
                  <a:pt x="599707" y="1514094"/>
                  <a:pt x="602187" y="1520542"/>
                  <a:pt x="602187" y="1525502"/>
                </a:cubicBezTo>
                <a:cubicBezTo>
                  <a:pt x="602187" y="1529967"/>
                  <a:pt x="599707" y="1535919"/>
                  <a:pt x="596234" y="1538895"/>
                </a:cubicBezTo>
                <a:cubicBezTo>
                  <a:pt x="592267" y="1542367"/>
                  <a:pt x="586313" y="1545840"/>
                  <a:pt x="581849" y="1545343"/>
                </a:cubicBezTo>
                <a:cubicBezTo>
                  <a:pt x="576889" y="1544847"/>
                  <a:pt x="570441" y="1543855"/>
                  <a:pt x="566968" y="1539391"/>
                </a:cubicBezTo>
                <a:cubicBezTo>
                  <a:pt x="563496" y="1534927"/>
                  <a:pt x="562008" y="1529471"/>
                  <a:pt x="559528" y="1524014"/>
                </a:cubicBezTo>
                <a:cubicBezTo>
                  <a:pt x="562008" y="1519054"/>
                  <a:pt x="563000" y="1513102"/>
                  <a:pt x="566968" y="1509630"/>
                </a:cubicBezTo>
                <a:cubicBezTo>
                  <a:pt x="570441" y="1506157"/>
                  <a:pt x="576889" y="1503181"/>
                  <a:pt x="581849" y="1503677"/>
                </a:cubicBezTo>
                <a:close/>
                <a:moveTo>
                  <a:pt x="514885" y="1503181"/>
                </a:moveTo>
                <a:cubicBezTo>
                  <a:pt x="524311" y="1502685"/>
                  <a:pt x="536215" y="1515086"/>
                  <a:pt x="536215" y="1524511"/>
                </a:cubicBezTo>
                <a:cubicBezTo>
                  <a:pt x="535719" y="1533935"/>
                  <a:pt x="523318" y="1546336"/>
                  <a:pt x="514389" y="1545840"/>
                </a:cubicBezTo>
                <a:cubicBezTo>
                  <a:pt x="504965" y="1545344"/>
                  <a:pt x="493060" y="1532447"/>
                  <a:pt x="493556" y="1523519"/>
                </a:cubicBezTo>
                <a:cubicBezTo>
                  <a:pt x="494052" y="1514590"/>
                  <a:pt x="506453" y="1503181"/>
                  <a:pt x="514885" y="1503181"/>
                </a:cubicBezTo>
                <a:close/>
                <a:moveTo>
                  <a:pt x="176598" y="1503181"/>
                </a:moveTo>
                <a:cubicBezTo>
                  <a:pt x="188503" y="1503181"/>
                  <a:pt x="198423" y="1513102"/>
                  <a:pt x="197927" y="1525006"/>
                </a:cubicBezTo>
                <a:cubicBezTo>
                  <a:pt x="197927" y="1536415"/>
                  <a:pt x="187511" y="1546335"/>
                  <a:pt x="175606" y="1545839"/>
                </a:cubicBezTo>
                <a:cubicBezTo>
                  <a:pt x="164198" y="1545839"/>
                  <a:pt x="154774" y="1535423"/>
                  <a:pt x="154774" y="1523518"/>
                </a:cubicBezTo>
                <a:cubicBezTo>
                  <a:pt x="154774" y="1512605"/>
                  <a:pt x="165191" y="1503181"/>
                  <a:pt x="176598" y="1503181"/>
                </a:cubicBezTo>
                <a:close/>
                <a:moveTo>
                  <a:pt x="108648" y="1503181"/>
                </a:moveTo>
                <a:cubicBezTo>
                  <a:pt x="120552" y="1503181"/>
                  <a:pt x="130968" y="1512605"/>
                  <a:pt x="130968" y="1524014"/>
                </a:cubicBezTo>
                <a:cubicBezTo>
                  <a:pt x="131464" y="1535423"/>
                  <a:pt x="122040" y="1545839"/>
                  <a:pt x="110136" y="1545839"/>
                </a:cubicBezTo>
                <a:cubicBezTo>
                  <a:pt x="98232" y="1545839"/>
                  <a:pt x="88311" y="1535919"/>
                  <a:pt x="88311" y="1524510"/>
                </a:cubicBezTo>
                <a:cubicBezTo>
                  <a:pt x="88311" y="1513598"/>
                  <a:pt x="98232" y="1503181"/>
                  <a:pt x="108648" y="1503181"/>
                </a:cubicBezTo>
                <a:close/>
                <a:moveTo>
                  <a:pt x="445456" y="1502685"/>
                </a:moveTo>
                <a:cubicBezTo>
                  <a:pt x="456369" y="1502189"/>
                  <a:pt x="466786" y="1512606"/>
                  <a:pt x="467282" y="1525006"/>
                </a:cubicBezTo>
                <a:cubicBezTo>
                  <a:pt x="465794" y="1529470"/>
                  <a:pt x="465298" y="1534927"/>
                  <a:pt x="460833" y="1538895"/>
                </a:cubicBezTo>
                <a:cubicBezTo>
                  <a:pt x="456369" y="1542863"/>
                  <a:pt x="451408" y="1545343"/>
                  <a:pt x="445952" y="1545343"/>
                </a:cubicBezTo>
                <a:cubicBezTo>
                  <a:pt x="435038" y="1545839"/>
                  <a:pt x="425117" y="1535919"/>
                  <a:pt x="424621" y="1525006"/>
                </a:cubicBezTo>
                <a:cubicBezTo>
                  <a:pt x="424125" y="1513598"/>
                  <a:pt x="434046" y="1503181"/>
                  <a:pt x="445456" y="1502685"/>
                </a:cubicBezTo>
                <a:close/>
                <a:moveTo>
                  <a:pt x="378993" y="1502685"/>
                </a:moveTo>
                <a:cubicBezTo>
                  <a:pt x="390403" y="1502685"/>
                  <a:pt x="400323" y="1513102"/>
                  <a:pt x="400323" y="1524510"/>
                </a:cubicBezTo>
                <a:cubicBezTo>
                  <a:pt x="400323" y="1535919"/>
                  <a:pt x="390403" y="1545839"/>
                  <a:pt x="378497" y="1545839"/>
                </a:cubicBezTo>
                <a:cubicBezTo>
                  <a:pt x="367087" y="1545839"/>
                  <a:pt x="357166" y="1535423"/>
                  <a:pt x="357662" y="1523518"/>
                </a:cubicBezTo>
                <a:cubicBezTo>
                  <a:pt x="357662" y="1512606"/>
                  <a:pt x="368079" y="1502685"/>
                  <a:pt x="378993" y="1502685"/>
                </a:cubicBezTo>
                <a:close/>
                <a:moveTo>
                  <a:pt x="312495" y="1502685"/>
                </a:moveTo>
                <a:cubicBezTo>
                  <a:pt x="323904" y="1502685"/>
                  <a:pt x="333824" y="1512606"/>
                  <a:pt x="333824" y="1524510"/>
                </a:cubicBezTo>
                <a:cubicBezTo>
                  <a:pt x="333824" y="1535919"/>
                  <a:pt x="323408" y="1545839"/>
                  <a:pt x="311999" y="1545839"/>
                </a:cubicBezTo>
                <a:cubicBezTo>
                  <a:pt x="301086" y="1545839"/>
                  <a:pt x="291166" y="1535919"/>
                  <a:pt x="291166" y="1525006"/>
                </a:cubicBezTo>
                <a:cubicBezTo>
                  <a:pt x="290670" y="1513102"/>
                  <a:pt x="300590" y="1502685"/>
                  <a:pt x="312495" y="1502685"/>
                </a:cubicBezTo>
                <a:close/>
                <a:moveTo>
                  <a:pt x="244567" y="1502685"/>
                </a:moveTo>
                <a:cubicBezTo>
                  <a:pt x="255480" y="1502685"/>
                  <a:pt x="264905" y="1513102"/>
                  <a:pt x="264905" y="1524510"/>
                </a:cubicBezTo>
                <a:cubicBezTo>
                  <a:pt x="264905" y="1535919"/>
                  <a:pt x="254488" y="1545839"/>
                  <a:pt x="243079" y="1545839"/>
                </a:cubicBezTo>
                <a:cubicBezTo>
                  <a:pt x="231670" y="1545839"/>
                  <a:pt x="221750" y="1535423"/>
                  <a:pt x="222246" y="1523518"/>
                </a:cubicBezTo>
                <a:cubicBezTo>
                  <a:pt x="222246" y="1512109"/>
                  <a:pt x="233158" y="1502685"/>
                  <a:pt x="244567" y="1502685"/>
                </a:cubicBezTo>
                <a:close/>
                <a:moveTo>
                  <a:pt x="42689" y="1502685"/>
                </a:moveTo>
                <a:cubicBezTo>
                  <a:pt x="54594" y="1502685"/>
                  <a:pt x="64514" y="1512606"/>
                  <a:pt x="64514" y="1524014"/>
                </a:cubicBezTo>
                <a:cubicBezTo>
                  <a:pt x="64514" y="1535423"/>
                  <a:pt x="54594" y="1545839"/>
                  <a:pt x="43185" y="1545839"/>
                </a:cubicBezTo>
                <a:cubicBezTo>
                  <a:pt x="32273" y="1545839"/>
                  <a:pt x="21856" y="1535919"/>
                  <a:pt x="21856" y="1525006"/>
                </a:cubicBezTo>
                <a:cubicBezTo>
                  <a:pt x="21856" y="1513102"/>
                  <a:pt x="31281" y="1502685"/>
                  <a:pt x="42689" y="1502685"/>
                </a:cubicBezTo>
                <a:close/>
                <a:moveTo>
                  <a:pt x="1928549" y="1455563"/>
                </a:moveTo>
                <a:cubicBezTo>
                  <a:pt x="1929541" y="1456555"/>
                  <a:pt x="1930533" y="1457051"/>
                  <a:pt x="1931525" y="1458043"/>
                </a:cubicBezTo>
                <a:cubicBezTo>
                  <a:pt x="1931525" y="1458043"/>
                  <a:pt x="1930533" y="1459531"/>
                  <a:pt x="1929541" y="1461515"/>
                </a:cubicBezTo>
                <a:cubicBezTo>
                  <a:pt x="1928053" y="1460027"/>
                  <a:pt x="1927061" y="1459035"/>
                  <a:pt x="1927061" y="1458043"/>
                </a:cubicBezTo>
                <a:cubicBezTo>
                  <a:pt x="1927061" y="1457547"/>
                  <a:pt x="1928053" y="1456555"/>
                  <a:pt x="1928549" y="1455563"/>
                </a:cubicBezTo>
                <a:close/>
                <a:moveTo>
                  <a:pt x="1860098" y="1451595"/>
                </a:moveTo>
                <a:cubicBezTo>
                  <a:pt x="1862082" y="1454075"/>
                  <a:pt x="1864066" y="1456059"/>
                  <a:pt x="1864066" y="1457547"/>
                </a:cubicBezTo>
                <a:cubicBezTo>
                  <a:pt x="1864066" y="1459035"/>
                  <a:pt x="1861586" y="1461019"/>
                  <a:pt x="1859602" y="1462012"/>
                </a:cubicBezTo>
                <a:cubicBezTo>
                  <a:pt x="1857618" y="1463004"/>
                  <a:pt x="1853650" y="1458539"/>
                  <a:pt x="1854642" y="1456555"/>
                </a:cubicBezTo>
                <a:cubicBezTo>
                  <a:pt x="1856130" y="1455067"/>
                  <a:pt x="1858114" y="1454075"/>
                  <a:pt x="1860098" y="1451595"/>
                </a:cubicBezTo>
                <a:close/>
                <a:moveTo>
                  <a:pt x="1793134" y="1450602"/>
                </a:moveTo>
                <a:cubicBezTo>
                  <a:pt x="1798094" y="1450602"/>
                  <a:pt x="1800078" y="1452586"/>
                  <a:pt x="1800574" y="1457546"/>
                </a:cubicBezTo>
                <a:cubicBezTo>
                  <a:pt x="1800574" y="1462507"/>
                  <a:pt x="1798590" y="1464987"/>
                  <a:pt x="1794126" y="1464987"/>
                </a:cubicBezTo>
                <a:cubicBezTo>
                  <a:pt x="1789166" y="1464987"/>
                  <a:pt x="1786686" y="1463499"/>
                  <a:pt x="1786189" y="1458538"/>
                </a:cubicBezTo>
                <a:cubicBezTo>
                  <a:pt x="1785693" y="1452586"/>
                  <a:pt x="1787677" y="1450602"/>
                  <a:pt x="1793134" y="1450602"/>
                </a:cubicBezTo>
                <a:close/>
                <a:moveTo>
                  <a:pt x="1726667" y="1448122"/>
                </a:moveTo>
                <a:cubicBezTo>
                  <a:pt x="1731627" y="1448122"/>
                  <a:pt x="1736091" y="1452586"/>
                  <a:pt x="1736091" y="1457546"/>
                </a:cubicBezTo>
                <a:cubicBezTo>
                  <a:pt x="1736091" y="1462507"/>
                  <a:pt x="1731627" y="1466971"/>
                  <a:pt x="1726667" y="1466971"/>
                </a:cubicBezTo>
                <a:cubicBezTo>
                  <a:pt x="1721210" y="1466971"/>
                  <a:pt x="1716746" y="1462507"/>
                  <a:pt x="1716746" y="1457051"/>
                </a:cubicBezTo>
                <a:cubicBezTo>
                  <a:pt x="1716746" y="1452090"/>
                  <a:pt x="1721706" y="1448122"/>
                  <a:pt x="1726667" y="1448122"/>
                </a:cubicBezTo>
                <a:close/>
                <a:moveTo>
                  <a:pt x="1657719" y="1448122"/>
                </a:moveTo>
                <a:cubicBezTo>
                  <a:pt x="1666151" y="1448122"/>
                  <a:pt x="1667143" y="1449114"/>
                  <a:pt x="1667143" y="1459035"/>
                </a:cubicBezTo>
                <a:cubicBezTo>
                  <a:pt x="1667143" y="1466475"/>
                  <a:pt x="1665655" y="1467467"/>
                  <a:pt x="1656726" y="1467467"/>
                </a:cubicBezTo>
                <a:cubicBezTo>
                  <a:pt x="1648790" y="1466971"/>
                  <a:pt x="1647798" y="1465979"/>
                  <a:pt x="1647798" y="1457051"/>
                </a:cubicBezTo>
                <a:cubicBezTo>
                  <a:pt x="1647798" y="1448618"/>
                  <a:pt x="1648790" y="1448122"/>
                  <a:pt x="1657719" y="1448122"/>
                </a:cubicBezTo>
                <a:close/>
                <a:moveTo>
                  <a:pt x="1590259" y="1445643"/>
                </a:moveTo>
                <a:cubicBezTo>
                  <a:pt x="1597203" y="1444651"/>
                  <a:pt x="1603155" y="1450603"/>
                  <a:pt x="1603155" y="1457547"/>
                </a:cubicBezTo>
                <a:cubicBezTo>
                  <a:pt x="1602659" y="1463996"/>
                  <a:pt x="1597699" y="1469452"/>
                  <a:pt x="1591251" y="1469452"/>
                </a:cubicBezTo>
                <a:cubicBezTo>
                  <a:pt x="1584802" y="1469452"/>
                  <a:pt x="1579346" y="1464492"/>
                  <a:pt x="1579346" y="1458043"/>
                </a:cubicBezTo>
                <a:cubicBezTo>
                  <a:pt x="1579346" y="1450603"/>
                  <a:pt x="1583314" y="1446635"/>
                  <a:pt x="1590259" y="1445643"/>
                </a:cubicBezTo>
                <a:close/>
                <a:moveTo>
                  <a:pt x="1524288" y="1445642"/>
                </a:moveTo>
                <a:cubicBezTo>
                  <a:pt x="1532720" y="1445642"/>
                  <a:pt x="1536192" y="1449114"/>
                  <a:pt x="1536192" y="1457051"/>
                </a:cubicBezTo>
                <a:cubicBezTo>
                  <a:pt x="1536192" y="1465979"/>
                  <a:pt x="1533216" y="1469451"/>
                  <a:pt x="1525280" y="1469451"/>
                </a:cubicBezTo>
                <a:cubicBezTo>
                  <a:pt x="1515855" y="1469451"/>
                  <a:pt x="1512879" y="1466971"/>
                  <a:pt x="1512383" y="1458539"/>
                </a:cubicBezTo>
                <a:cubicBezTo>
                  <a:pt x="1512383" y="1449114"/>
                  <a:pt x="1515359" y="1445642"/>
                  <a:pt x="1524288" y="1445642"/>
                </a:cubicBezTo>
                <a:close/>
                <a:moveTo>
                  <a:pt x="1457324" y="1443162"/>
                </a:moveTo>
                <a:cubicBezTo>
                  <a:pt x="1464764" y="1443162"/>
                  <a:pt x="1471709" y="1450106"/>
                  <a:pt x="1471709" y="1457547"/>
                </a:cubicBezTo>
                <a:cubicBezTo>
                  <a:pt x="1471709" y="1464987"/>
                  <a:pt x="1465260" y="1471932"/>
                  <a:pt x="1457324" y="1471932"/>
                </a:cubicBezTo>
                <a:cubicBezTo>
                  <a:pt x="1449883" y="1471932"/>
                  <a:pt x="1442939" y="1465483"/>
                  <a:pt x="1442939" y="1457547"/>
                </a:cubicBezTo>
                <a:cubicBezTo>
                  <a:pt x="1442939" y="1450106"/>
                  <a:pt x="1449387" y="1443162"/>
                  <a:pt x="1457324" y="1443162"/>
                </a:cubicBezTo>
                <a:close/>
                <a:moveTo>
                  <a:pt x="1388376" y="1443162"/>
                </a:moveTo>
                <a:cubicBezTo>
                  <a:pt x="1397304" y="1443162"/>
                  <a:pt x="1402760" y="1448618"/>
                  <a:pt x="1402760" y="1457547"/>
                </a:cubicBezTo>
                <a:cubicBezTo>
                  <a:pt x="1402760" y="1466475"/>
                  <a:pt x="1397304" y="1471932"/>
                  <a:pt x="1388376" y="1471932"/>
                </a:cubicBezTo>
                <a:cubicBezTo>
                  <a:pt x="1379447" y="1471932"/>
                  <a:pt x="1373991" y="1466475"/>
                  <a:pt x="1373991" y="1457547"/>
                </a:cubicBezTo>
                <a:cubicBezTo>
                  <a:pt x="1373991" y="1449114"/>
                  <a:pt x="1379943" y="1443162"/>
                  <a:pt x="1388376" y="1443162"/>
                </a:cubicBezTo>
                <a:close/>
                <a:moveTo>
                  <a:pt x="1253953" y="1441178"/>
                </a:moveTo>
                <a:cubicBezTo>
                  <a:pt x="1262385" y="1440682"/>
                  <a:pt x="1271810" y="1449114"/>
                  <a:pt x="1271810" y="1457547"/>
                </a:cubicBezTo>
                <a:cubicBezTo>
                  <a:pt x="1272306" y="1464491"/>
                  <a:pt x="1264369" y="1474412"/>
                  <a:pt x="1254945" y="1474412"/>
                </a:cubicBezTo>
                <a:cubicBezTo>
                  <a:pt x="1247504" y="1474412"/>
                  <a:pt x="1238576" y="1466475"/>
                  <a:pt x="1238080" y="1458539"/>
                </a:cubicBezTo>
                <a:cubicBezTo>
                  <a:pt x="1237584" y="1450602"/>
                  <a:pt x="1246016" y="1441178"/>
                  <a:pt x="1253953" y="1441178"/>
                </a:cubicBezTo>
                <a:close/>
                <a:moveTo>
                  <a:pt x="1321413" y="1440682"/>
                </a:moveTo>
                <a:cubicBezTo>
                  <a:pt x="1324389" y="1443658"/>
                  <a:pt x="1329349" y="1442666"/>
                  <a:pt x="1332822" y="1445146"/>
                </a:cubicBezTo>
                <a:cubicBezTo>
                  <a:pt x="1337286" y="1449115"/>
                  <a:pt x="1334806" y="1454571"/>
                  <a:pt x="1338774" y="1457547"/>
                </a:cubicBezTo>
                <a:cubicBezTo>
                  <a:pt x="1335302" y="1461019"/>
                  <a:pt x="1337286" y="1466972"/>
                  <a:pt x="1332325" y="1469452"/>
                </a:cubicBezTo>
                <a:cubicBezTo>
                  <a:pt x="1328853" y="1471436"/>
                  <a:pt x="1324389" y="1474412"/>
                  <a:pt x="1321413" y="1473916"/>
                </a:cubicBezTo>
                <a:cubicBezTo>
                  <a:pt x="1317445" y="1472924"/>
                  <a:pt x="1311988" y="1472924"/>
                  <a:pt x="1309508" y="1467963"/>
                </a:cubicBezTo>
                <a:cubicBezTo>
                  <a:pt x="1307524" y="1464491"/>
                  <a:pt x="1306532" y="1460523"/>
                  <a:pt x="1305044" y="1456555"/>
                </a:cubicBezTo>
                <a:cubicBezTo>
                  <a:pt x="1309012" y="1454075"/>
                  <a:pt x="1306532" y="1448618"/>
                  <a:pt x="1310500" y="1445642"/>
                </a:cubicBezTo>
                <a:cubicBezTo>
                  <a:pt x="1313972" y="1442666"/>
                  <a:pt x="1318933" y="1444154"/>
                  <a:pt x="1321413" y="1440682"/>
                </a:cubicBezTo>
                <a:close/>
                <a:moveTo>
                  <a:pt x="1185997" y="1440682"/>
                </a:moveTo>
                <a:cubicBezTo>
                  <a:pt x="1197406" y="1440682"/>
                  <a:pt x="1202862" y="1446138"/>
                  <a:pt x="1202862" y="1457547"/>
                </a:cubicBezTo>
                <a:cubicBezTo>
                  <a:pt x="1202862" y="1468956"/>
                  <a:pt x="1197406" y="1474412"/>
                  <a:pt x="1185997" y="1474412"/>
                </a:cubicBezTo>
                <a:cubicBezTo>
                  <a:pt x="1174588" y="1474412"/>
                  <a:pt x="1169132" y="1468956"/>
                  <a:pt x="1169132" y="1457547"/>
                </a:cubicBezTo>
                <a:cubicBezTo>
                  <a:pt x="1169132" y="1446138"/>
                  <a:pt x="1174588" y="1440682"/>
                  <a:pt x="1185997" y="1440682"/>
                </a:cubicBezTo>
                <a:close/>
                <a:moveTo>
                  <a:pt x="1114569" y="1440186"/>
                </a:moveTo>
                <a:cubicBezTo>
                  <a:pt x="1116554" y="1440682"/>
                  <a:pt x="1118538" y="1440682"/>
                  <a:pt x="1120522" y="1440186"/>
                </a:cubicBezTo>
                <a:cubicBezTo>
                  <a:pt x="1124986" y="1439690"/>
                  <a:pt x="1127962" y="1441178"/>
                  <a:pt x="1130938" y="1444154"/>
                </a:cubicBezTo>
                <a:cubicBezTo>
                  <a:pt x="1133914" y="1447130"/>
                  <a:pt x="1135899" y="1450106"/>
                  <a:pt x="1134907" y="1454571"/>
                </a:cubicBezTo>
                <a:cubicBezTo>
                  <a:pt x="1135899" y="1456059"/>
                  <a:pt x="1135899" y="1457051"/>
                  <a:pt x="1135899" y="1458539"/>
                </a:cubicBezTo>
                <a:cubicBezTo>
                  <a:pt x="1136891" y="1463003"/>
                  <a:pt x="1135402" y="1467467"/>
                  <a:pt x="1130938" y="1470939"/>
                </a:cubicBezTo>
                <a:cubicBezTo>
                  <a:pt x="1128458" y="1472924"/>
                  <a:pt x="1125978" y="1474908"/>
                  <a:pt x="1122506" y="1474412"/>
                </a:cubicBezTo>
                <a:cubicBezTo>
                  <a:pt x="1117546" y="1473420"/>
                  <a:pt x="1111593" y="1476892"/>
                  <a:pt x="1107129" y="1470939"/>
                </a:cubicBezTo>
                <a:cubicBezTo>
                  <a:pt x="1105641" y="1468955"/>
                  <a:pt x="1102665" y="1466971"/>
                  <a:pt x="1102169" y="1464491"/>
                </a:cubicBezTo>
                <a:cubicBezTo>
                  <a:pt x="1101673" y="1459531"/>
                  <a:pt x="1100185" y="1453579"/>
                  <a:pt x="1102169" y="1449114"/>
                </a:cubicBezTo>
                <a:cubicBezTo>
                  <a:pt x="1104153" y="1445146"/>
                  <a:pt x="1107625" y="1439194"/>
                  <a:pt x="1114569" y="1440186"/>
                </a:cubicBezTo>
                <a:close/>
                <a:moveTo>
                  <a:pt x="785254" y="1439194"/>
                </a:moveTo>
                <a:cubicBezTo>
                  <a:pt x="791204" y="1438698"/>
                  <a:pt x="794678" y="1441178"/>
                  <a:pt x="798644" y="1445146"/>
                </a:cubicBezTo>
                <a:cubicBezTo>
                  <a:pt x="803107" y="1449114"/>
                  <a:pt x="803603" y="1453579"/>
                  <a:pt x="803603" y="1458539"/>
                </a:cubicBezTo>
                <a:cubicBezTo>
                  <a:pt x="803603" y="1463995"/>
                  <a:pt x="802611" y="1467963"/>
                  <a:pt x="798644" y="1471932"/>
                </a:cubicBezTo>
                <a:cubicBezTo>
                  <a:pt x="793686" y="1475404"/>
                  <a:pt x="789718" y="1478876"/>
                  <a:pt x="784261" y="1476396"/>
                </a:cubicBezTo>
                <a:cubicBezTo>
                  <a:pt x="777808" y="1478380"/>
                  <a:pt x="774342" y="1475404"/>
                  <a:pt x="770370" y="1471932"/>
                </a:cubicBezTo>
                <a:cubicBezTo>
                  <a:pt x="765410" y="1467963"/>
                  <a:pt x="765410" y="1463003"/>
                  <a:pt x="764913" y="1457547"/>
                </a:cubicBezTo>
                <a:cubicBezTo>
                  <a:pt x="764417" y="1452091"/>
                  <a:pt x="766896" y="1448122"/>
                  <a:pt x="770370" y="1444154"/>
                </a:cubicBezTo>
                <a:cubicBezTo>
                  <a:pt x="774837" y="1438698"/>
                  <a:pt x="779793" y="1439690"/>
                  <a:pt x="785254" y="1439194"/>
                </a:cubicBezTo>
                <a:close/>
                <a:moveTo>
                  <a:pt x="842572" y="1439132"/>
                </a:moveTo>
                <a:cubicBezTo>
                  <a:pt x="844741" y="1437954"/>
                  <a:pt x="846973" y="1437706"/>
                  <a:pt x="849702" y="1439194"/>
                </a:cubicBezTo>
                <a:cubicBezTo>
                  <a:pt x="856150" y="1437706"/>
                  <a:pt x="859623" y="1440186"/>
                  <a:pt x="864087" y="1443658"/>
                </a:cubicBezTo>
                <a:cubicBezTo>
                  <a:pt x="869047" y="1447626"/>
                  <a:pt x="869543" y="1452587"/>
                  <a:pt x="869543" y="1458043"/>
                </a:cubicBezTo>
                <a:cubicBezTo>
                  <a:pt x="869543" y="1463499"/>
                  <a:pt x="867559" y="1467467"/>
                  <a:pt x="864087" y="1471436"/>
                </a:cubicBezTo>
                <a:cubicBezTo>
                  <a:pt x="859623" y="1476396"/>
                  <a:pt x="854662" y="1476396"/>
                  <a:pt x="849205" y="1476892"/>
                </a:cubicBezTo>
                <a:cubicBezTo>
                  <a:pt x="843253" y="1477388"/>
                  <a:pt x="839781" y="1474908"/>
                  <a:pt x="835812" y="1471436"/>
                </a:cubicBezTo>
                <a:cubicBezTo>
                  <a:pt x="831845" y="1467467"/>
                  <a:pt x="830357" y="1463499"/>
                  <a:pt x="830853" y="1458043"/>
                </a:cubicBezTo>
                <a:cubicBezTo>
                  <a:pt x="830853" y="1452587"/>
                  <a:pt x="831349" y="1448619"/>
                  <a:pt x="835812" y="1444650"/>
                </a:cubicBezTo>
                <a:cubicBezTo>
                  <a:pt x="838293" y="1442418"/>
                  <a:pt x="840401" y="1440310"/>
                  <a:pt x="842572" y="1439132"/>
                </a:cubicBezTo>
                <a:close/>
                <a:moveTo>
                  <a:pt x="1052566" y="1438698"/>
                </a:moveTo>
                <a:cubicBezTo>
                  <a:pt x="1060999" y="1438202"/>
                  <a:pt x="1072903" y="1451099"/>
                  <a:pt x="1071911" y="1458043"/>
                </a:cubicBezTo>
                <a:cubicBezTo>
                  <a:pt x="1071911" y="1466475"/>
                  <a:pt x="1060503" y="1477388"/>
                  <a:pt x="1052070" y="1476892"/>
                </a:cubicBezTo>
                <a:cubicBezTo>
                  <a:pt x="1043647" y="1476396"/>
                  <a:pt x="1033230" y="1464987"/>
                  <a:pt x="1033726" y="1457051"/>
                </a:cubicBezTo>
                <a:cubicBezTo>
                  <a:pt x="1034222" y="1449114"/>
                  <a:pt x="1045135" y="1439194"/>
                  <a:pt x="1052566" y="1438698"/>
                </a:cubicBezTo>
                <a:close/>
                <a:moveTo>
                  <a:pt x="916680" y="1438698"/>
                </a:moveTo>
                <a:cubicBezTo>
                  <a:pt x="928089" y="1438698"/>
                  <a:pt x="936025" y="1446138"/>
                  <a:pt x="936025" y="1457547"/>
                </a:cubicBezTo>
                <a:cubicBezTo>
                  <a:pt x="936025" y="1468956"/>
                  <a:pt x="928585" y="1476892"/>
                  <a:pt x="917176" y="1476892"/>
                </a:cubicBezTo>
                <a:cubicBezTo>
                  <a:pt x="906263" y="1476892"/>
                  <a:pt x="898327" y="1469452"/>
                  <a:pt x="898327" y="1458539"/>
                </a:cubicBezTo>
                <a:cubicBezTo>
                  <a:pt x="898327" y="1446634"/>
                  <a:pt x="905767" y="1438698"/>
                  <a:pt x="916680" y="1438698"/>
                </a:cubicBezTo>
                <a:close/>
                <a:moveTo>
                  <a:pt x="986633" y="1437706"/>
                </a:moveTo>
                <a:cubicBezTo>
                  <a:pt x="991096" y="1440186"/>
                  <a:pt x="997049" y="1441178"/>
                  <a:pt x="1000025" y="1444650"/>
                </a:cubicBezTo>
                <a:cubicBezTo>
                  <a:pt x="1003001" y="1447627"/>
                  <a:pt x="1004985" y="1453579"/>
                  <a:pt x="1004489" y="1458043"/>
                </a:cubicBezTo>
                <a:cubicBezTo>
                  <a:pt x="1004489" y="1462507"/>
                  <a:pt x="1002505" y="1468460"/>
                  <a:pt x="999033" y="1470940"/>
                </a:cubicBezTo>
                <a:cubicBezTo>
                  <a:pt x="995065" y="1473916"/>
                  <a:pt x="990601" y="1477884"/>
                  <a:pt x="985145" y="1476396"/>
                </a:cubicBezTo>
                <a:cubicBezTo>
                  <a:pt x="980681" y="1475404"/>
                  <a:pt x="974728" y="1473916"/>
                  <a:pt x="972248" y="1470444"/>
                </a:cubicBezTo>
                <a:cubicBezTo>
                  <a:pt x="969768" y="1466972"/>
                  <a:pt x="966792" y="1462507"/>
                  <a:pt x="966792" y="1457547"/>
                </a:cubicBezTo>
                <a:cubicBezTo>
                  <a:pt x="966792" y="1451595"/>
                  <a:pt x="970264" y="1447131"/>
                  <a:pt x="973240" y="1443658"/>
                </a:cubicBezTo>
                <a:cubicBezTo>
                  <a:pt x="975720" y="1440682"/>
                  <a:pt x="981673" y="1439690"/>
                  <a:pt x="986633" y="1437706"/>
                </a:cubicBezTo>
                <a:close/>
                <a:moveTo>
                  <a:pt x="312005" y="1436714"/>
                </a:moveTo>
                <a:cubicBezTo>
                  <a:pt x="318453" y="1434234"/>
                  <a:pt x="323909" y="1437706"/>
                  <a:pt x="327382" y="1441674"/>
                </a:cubicBezTo>
                <a:cubicBezTo>
                  <a:pt x="331350" y="1445642"/>
                  <a:pt x="333831" y="1451099"/>
                  <a:pt x="333831" y="1458043"/>
                </a:cubicBezTo>
                <a:cubicBezTo>
                  <a:pt x="333831" y="1464987"/>
                  <a:pt x="330854" y="1470444"/>
                  <a:pt x="327382" y="1474412"/>
                </a:cubicBezTo>
                <a:cubicBezTo>
                  <a:pt x="323909" y="1477884"/>
                  <a:pt x="317957" y="1479868"/>
                  <a:pt x="312005" y="1479868"/>
                </a:cubicBezTo>
                <a:cubicBezTo>
                  <a:pt x="305556" y="1480364"/>
                  <a:pt x="300100" y="1477388"/>
                  <a:pt x="296628" y="1473916"/>
                </a:cubicBezTo>
                <a:cubicBezTo>
                  <a:pt x="293156" y="1470444"/>
                  <a:pt x="289683" y="1465484"/>
                  <a:pt x="290180" y="1458539"/>
                </a:cubicBezTo>
                <a:cubicBezTo>
                  <a:pt x="290676" y="1452091"/>
                  <a:pt x="292164" y="1445642"/>
                  <a:pt x="296628" y="1442170"/>
                </a:cubicBezTo>
                <a:cubicBezTo>
                  <a:pt x="300596" y="1438698"/>
                  <a:pt x="305060" y="1433242"/>
                  <a:pt x="312005" y="1436714"/>
                </a:cubicBezTo>
                <a:close/>
                <a:moveTo>
                  <a:pt x="648333" y="1436218"/>
                </a:moveTo>
                <a:cubicBezTo>
                  <a:pt x="652301" y="1436218"/>
                  <a:pt x="660237" y="1440186"/>
                  <a:pt x="663213" y="1442666"/>
                </a:cubicBezTo>
                <a:cubicBezTo>
                  <a:pt x="668173" y="1446635"/>
                  <a:pt x="667677" y="1452587"/>
                  <a:pt x="670157" y="1458043"/>
                </a:cubicBezTo>
                <a:cubicBezTo>
                  <a:pt x="667677" y="1463499"/>
                  <a:pt x="667181" y="1469452"/>
                  <a:pt x="662221" y="1473916"/>
                </a:cubicBezTo>
                <a:cubicBezTo>
                  <a:pt x="657758" y="1477388"/>
                  <a:pt x="652797" y="1478876"/>
                  <a:pt x="647837" y="1478876"/>
                </a:cubicBezTo>
                <a:cubicBezTo>
                  <a:pt x="636429" y="1479372"/>
                  <a:pt x="626510" y="1467964"/>
                  <a:pt x="627006" y="1457051"/>
                </a:cubicBezTo>
                <a:cubicBezTo>
                  <a:pt x="627502" y="1446139"/>
                  <a:pt x="637421" y="1436714"/>
                  <a:pt x="648333" y="1436218"/>
                </a:cubicBezTo>
                <a:close/>
                <a:moveTo>
                  <a:pt x="580888" y="1436218"/>
                </a:moveTo>
                <a:cubicBezTo>
                  <a:pt x="592794" y="1436218"/>
                  <a:pt x="602714" y="1446139"/>
                  <a:pt x="602714" y="1457547"/>
                </a:cubicBezTo>
                <a:cubicBezTo>
                  <a:pt x="602714" y="1468956"/>
                  <a:pt x="592794" y="1478876"/>
                  <a:pt x="580888" y="1478876"/>
                </a:cubicBezTo>
                <a:cubicBezTo>
                  <a:pt x="569479" y="1478876"/>
                  <a:pt x="559557" y="1468460"/>
                  <a:pt x="559557" y="1457051"/>
                </a:cubicBezTo>
                <a:cubicBezTo>
                  <a:pt x="559557" y="1446139"/>
                  <a:pt x="569479" y="1436218"/>
                  <a:pt x="580888" y="1436218"/>
                </a:cubicBezTo>
                <a:close/>
                <a:moveTo>
                  <a:pt x="514396" y="1436218"/>
                </a:moveTo>
                <a:cubicBezTo>
                  <a:pt x="526302" y="1436218"/>
                  <a:pt x="536222" y="1446139"/>
                  <a:pt x="536222" y="1457547"/>
                </a:cubicBezTo>
                <a:cubicBezTo>
                  <a:pt x="536222" y="1468956"/>
                  <a:pt x="526302" y="1478876"/>
                  <a:pt x="514396" y="1478876"/>
                </a:cubicBezTo>
                <a:cubicBezTo>
                  <a:pt x="502988" y="1478876"/>
                  <a:pt x="493066" y="1468460"/>
                  <a:pt x="493066" y="1457051"/>
                </a:cubicBezTo>
                <a:cubicBezTo>
                  <a:pt x="493066" y="1446139"/>
                  <a:pt x="502988" y="1436218"/>
                  <a:pt x="514396" y="1436218"/>
                </a:cubicBezTo>
                <a:close/>
                <a:moveTo>
                  <a:pt x="445941" y="1436218"/>
                </a:moveTo>
                <a:cubicBezTo>
                  <a:pt x="457351" y="1436218"/>
                  <a:pt x="467271" y="1446635"/>
                  <a:pt x="467271" y="1458043"/>
                </a:cubicBezTo>
                <a:cubicBezTo>
                  <a:pt x="467271" y="1469452"/>
                  <a:pt x="456855" y="1478876"/>
                  <a:pt x="444949" y="1478876"/>
                </a:cubicBezTo>
                <a:cubicBezTo>
                  <a:pt x="434037" y="1478876"/>
                  <a:pt x="424612" y="1468460"/>
                  <a:pt x="424612" y="1457547"/>
                </a:cubicBezTo>
                <a:cubicBezTo>
                  <a:pt x="424116" y="1446139"/>
                  <a:pt x="434533" y="1436218"/>
                  <a:pt x="445941" y="1436218"/>
                </a:cubicBezTo>
                <a:close/>
                <a:moveTo>
                  <a:pt x="243051" y="1436218"/>
                </a:moveTo>
                <a:cubicBezTo>
                  <a:pt x="257932" y="1436218"/>
                  <a:pt x="264876" y="1442666"/>
                  <a:pt x="264876" y="1457547"/>
                </a:cubicBezTo>
                <a:cubicBezTo>
                  <a:pt x="264876" y="1472428"/>
                  <a:pt x="257932" y="1479372"/>
                  <a:pt x="243547" y="1479372"/>
                </a:cubicBezTo>
                <a:cubicBezTo>
                  <a:pt x="229162" y="1479372"/>
                  <a:pt x="222218" y="1472428"/>
                  <a:pt x="222218" y="1457547"/>
                </a:cubicBezTo>
                <a:cubicBezTo>
                  <a:pt x="222218" y="1443162"/>
                  <a:pt x="229162" y="1436218"/>
                  <a:pt x="243051" y="1436218"/>
                </a:cubicBezTo>
                <a:close/>
                <a:moveTo>
                  <a:pt x="178093" y="1436218"/>
                </a:moveTo>
                <a:cubicBezTo>
                  <a:pt x="191486" y="1436218"/>
                  <a:pt x="197934" y="1443658"/>
                  <a:pt x="197934" y="1458043"/>
                </a:cubicBezTo>
                <a:cubicBezTo>
                  <a:pt x="197934" y="1472428"/>
                  <a:pt x="190990" y="1478876"/>
                  <a:pt x="175613" y="1478876"/>
                </a:cubicBezTo>
                <a:cubicBezTo>
                  <a:pt x="161724" y="1478876"/>
                  <a:pt x="155277" y="1471932"/>
                  <a:pt x="155277" y="1456555"/>
                </a:cubicBezTo>
                <a:cubicBezTo>
                  <a:pt x="155277" y="1442666"/>
                  <a:pt x="162716" y="1436218"/>
                  <a:pt x="178093" y="1436218"/>
                </a:cubicBezTo>
                <a:close/>
                <a:moveTo>
                  <a:pt x="109639" y="1436218"/>
                </a:moveTo>
                <a:cubicBezTo>
                  <a:pt x="124520" y="1436218"/>
                  <a:pt x="131464" y="1443162"/>
                  <a:pt x="131464" y="1457547"/>
                </a:cubicBezTo>
                <a:cubicBezTo>
                  <a:pt x="131464" y="1471932"/>
                  <a:pt x="124520" y="1478876"/>
                  <a:pt x="109639" y="1478876"/>
                </a:cubicBezTo>
                <a:cubicBezTo>
                  <a:pt x="95254" y="1478876"/>
                  <a:pt x="88310" y="1471932"/>
                  <a:pt x="88310" y="1458043"/>
                </a:cubicBezTo>
                <a:cubicBezTo>
                  <a:pt x="88310" y="1443162"/>
                  <a:pt x="95254" y="1436218"/>
                  <a:pt x="109639" y="1436218"/>
                </a:cubicBezTo>
                <a:close/>
                <a:moveTo>
                  <a:pt x="43682" y="1436218"/>
                </a:moveTo>
                <a:cubicBezTo>
                  <a:pt x="58067" y="1436218"/>
                  <a:pt x="65011" y="1443162"/>
                  <a:pt x="65011" y="1457051"/>
                </a:cubicBezTo>
                <a:cubicBezTo>
                  <a:pt x="65011" y="1472428"/>
                  <a:pt x="58067" y="1478876"/>
                  <a:pt x="43682" y="1478876"/>
                </a:cubicBezTo>
                <a:cubicBezTo>
                  <a:pt x="28802" y="1478876"/>
                  <a:pt x="21858" y="1471932"/>
                  <a:pt x="21858" y="1457547"/>
                </a:cubicBezTo>
                <a:cubicBezTo>
                  <a:pt x="21858" y="1443162"/>
                  <a:pt x="28802" y="1436218"/>
                  <a:pt x="43682" y="1436218"/>
                </a:cubicBezTo>
                <a:close/>
                <a:moveTo>
                  <a:pt x="713824" y="1435722"/>
                </a:moveTo>
                <a:cubicBezTo>
                  <a:pt x="723744" y="1435722"/>
                  <a:pt x="736143" y="1448123"/>
                  <a:pt x="736143" y="1457547"/>
                </a:cubicBezTo>
                <a:cubicBezTo>
                  <a:pt x="736143" y="1466972"/>
                  <a:pt x="724240" y="1479372"/>
                  <a:pt x="714320" y="1478876"/>
                </a:cubicBezTo>
                <a:cubicBezTo>
                  <a:pt x="705393" y="1478876"/>
                  <a:pt x="693489" y="1466972"/>
                  <a:pt x="692993" y="1458043"/>
                </a:cubicBezTo>
                <a:cubicBezTo>
                  <a:pt x="692497" y="1448619"/>
                  <a:pt x="704401" y="1436218"/>
                  <a:pt x="713824" y="1435722"/>
                </a:cubicBezTo>
                <a:close/>
                <a:moveTo>
                  <a:pt x="378476" y="1435722"/>
                </a:moveTo>
                <a:cubicBezTo>
                  <a:pt x="385420" y="1435722"/>
                  <a:pt x="390877" y="1438698"/>
                  <a:pt x="394845" y="1442666"/>
                </a:cubicBezTo>
                <a:cubicBezTo>
                  <a:pt x="398813" y="1446139"/>
                  <a:pt x="402782" y="1451595"/>
                  <a:pt x="399805" y="1458043"/>
                </a:cubicBezTo>
                <a:cubicBezTo>
                  <a:pt x="403278" y="1464988"/>
                  <a:pt x="397821" y="1469452"/>
                  <a:pt x="394349" y="1473420"/>
                </a:cubicBezTo>
                <a:cubicBezTo>
                  <a:pt x="390877" y="1477884"/>
                  <a:pt x="384428" y="1478876"/>
                  <a:pt x="377980" y="1479372"/>
                </a:cubicBezTo>
                <a:cubicBezTo>
                  <a:pt x="371036" y="1479868"/>
                  <a:pt x="366075" y="1476396"/>
                  <a:pt x="362602" y="1472924"/>
                </a:cubicBezTo>
                <a:cubicBezTo>
                  <a:pt x="358634" y="1468956"/>
                  <a:pt x="356154" y="1463500"/>
                  <a:pt x="356650" y="1456555"/>
                </a:cubicBezTo>
                <a:cubicBezTo>
                  <a:pt x="357146" y="1450107"/>
                  <a:pt x="359626" y="1445146"/>
                  <a:pt x="363098" y="1441674"/>
                </a:cubicBezTo>
                <a:cubicBezTo>
                  <a:pt x="366571" y="1438202"/>
                  <a:pt x="372028" y="1435722"/>
                  <a:pt x="378476" y="1435722"/>
                </a:cubicBezTo>
                <a:close/>
                <a:moveTo>
                  <a:pt x="1996009" y="1385127"/>
                </a:moveTo>
                <a:cubicBezTo>
                  <a:pt x="1997001" y="1387111"/>
                  <a:pt x="1997993" y="1388103"/>
                  <a:pt x="1997993" y="1388599"/>
                </a:cubicBezTo>
                <a:cubicBezTo>
                  <a:pt x="1997497" y="1389591"/>
                  <a:pt x="1996009" y="1390087"/>
                  <a:pt x="1995017" y="1391079"/>
                </a:cubicBezTo>
                <a:cubicBezTo>
                  <a:pt x="1994521" y="1390087"/>
                  <a:pt x="1993033" y="1389591"/>
                  <a:pt x="1993529" y="1388599"/>
                </a:cubicBezTo>
                <a:cubicBezTo>
                  <a:pt x="1993529" y="1387607"/>
                  <a:pt x="1994521" y="1386615"/>
                  <a:pt x="1996009" y="1385127"/>
                </a:cubicBezTo>
                <a:close/>
                <a:moveTo>
                  <a:pt x="1928549" y="1382647"/>
                </a:moveTo>
                <a:cubicBezTo>
                  <a:pt x="1930533" y="1385127"/>
                  <a:pt x="1932518" y="1386119"/>
                  <a:pt x="1933509" y="1388103"/>
                </a:cubicBezTo>
                <a:cubicBezTo>
                  <a:pt x="1934502" y="1390087"/>
                  <a:pt x="1930533" y="1394056"/>
                  <a:pt x="1928549" y="1393063"/>
                </a:cubicBezTo>
                <a:cubicBezTo>
                  <a:pt x="1926565" y="1392071"/>
                  <a:pt x="1924581" y="1390087"/>
                  <a:pt x="1924085" y="1388599"/>
                </a:cubicBezTo>
                <a:cubicBezTo>
                  <a:pt x="1924581" y="1387111"/>
                  <a:pt x="1926565" y="1385127"/>
                  <a:pt x="1928549" y="1382647"/>
                </a:cubicBezTo>
                <a:close/>
                <a:moveTo>
                  <a:pt x="1860098" y="1381655"/>
                </a:moveTo>
                <a:cubicBezTo>
                  <a:pt x="1862578" y="1381655"/>
                  <a:pt x="1865058" y="1385623"/>
                  <a:pt x="1868530" y="1388103"/>
                </a:cubicBezTo>
                <a:cubicBezTo>
                  <a:pt x="1865554" y="1391079"/>
                  <a:pt x="1863074" y="1393560"/>
                  <a:pt x="1860594" y="1395544"/>
                </a:cubicBezTo>
                <a:cubicBezTo>
                  <a:pt x="1859106" y="1396536"/>
                  <a:pt x="1852161" y="1390088"/>
                  <a:pt x="1853154" y="1388103"/>
                </a:cubicBezTo>
                <a:cubicBezTo>
                  <a:pt x="1855138" y="1385623"/>
                  <a:pt x="1857618" y="1381655"/>
                  <a:pt x="1860098" y="1381655"/>
                </a:cubicBezTo>
                <a:close/>
                <a:moveTo>
                  <a:pt x="1793630" y="1379174"/>
                </a:moveTo>
                <a:cubicBezTo>
                  <a:pt x="1796110" y="1379670"/>
                  <a:pt x="1798590" y="1381158"/>
                  <a:pt x="1800574" y="1382647"/>
                </a:cubicBezTo>
                <a:cubicBezTo>
                  <a:pt x="1801566" y="1384135"/>
                  <a:pt x="1802062" y="1386615"/>
                  <a:pt x="1802558" y="1388599"/>
                </a:cubicBezTo>
                <a:cubicBezTo>
                  <a:pt x="1802558" y="1391079"/>
                  <a:pt x="1795614" y="1398023"/>
                  <a:pt x="1793630" y="1398023"/>
                </a:cubicBezTo>
                <a:cubicBezTo>
                  <a:pt x="1790157" y="1398023"/>
                  <a:pt x="1783709" y="1391079"/>
                  <a:pt x="1783709" y="1388103"/>
                </a:cubicBezTo>
                <a:cubicBezTo>
                  <a:pt x="1783709" y="1385623"/>
                  <a:pt x="1791149" y="1378678"/>
                  <a:pt x="1793630" y="1379174"/>
                </a:cubicBezTo>
                <a:close/>
                <a:moveTo>
                  <a:pt x="1726666" y="1379174"/>
                </a:moveTo>
                <a:cubicBezTo>
                  <a:pt x="1731626" y="1379174"/>
                  <a:pt x="1736091" y="1383639"/>
                  <a:pt x="1736091" y="1388599"/>
                </a:cubicBezTo>
                <a:cubicBezTo>
                  <a:pt x="1736091" y="1393559"/>
                  <a:pt x="1731626" y="1398023"/>
                  <a:pt x="1726666" y="1398023"/>
                </a:cubicBezTo>
                <a:cubicBezTo>
                  <a:pt x="1721706" y="1398023"/>
                  <a:pt x="1717242" y="1394055"/>
                  <a:pt x="1716746" y="1389095"/>
                </a:cubicBezTo>
                <a:cubicBezTo>
                  <a:pt x="1716250" y="1383639"/>
                  <a:pt x="1720714" y="1378678"/>
                  <a:pt x="1726666" y="1379174"/>
                </a:cubicBezTo>
                <a:close/>
                <a:moveTo>
                  <a:pt x="1657719" y="1376694"/>
                </a:moveTo>
                <a:cubicBezTo>
                  <a:pt x="1662679" y="1376694"/>
                  <a:pt x="1669623" y="1383638"/>
                  <a:pt x="1669623" y="1388599"/>
                </a:cubicBezTo>
                <a:cubicBezTo>
                  <a:pt x="1669623" y="1393559"/>
                  <a:pt x="1662679" y="1400503"/>
                  <a:pt x="1657719" y="1400503"/>
                </a:cubicBezTo>
                <a:cubicBezTo>
                  <a:pt x="1652758" y="1400503"/>
                  <a:pt x="1645814" y="1393559"/>
                  <a:pt x="1645814" y="1388599"/>
                </a:cubicBezTo>
                <a:cubicBezTo>
                  <a:pt x="1645814" y="1383638"/>
                  <a:pt x="1652758" y="1376694"/>
                  <a:pt x="1657719" y="1376694"/>
                </a:cubicBezTo>
                <a:close/>
                <a:moveTo>
                  <a:pt x="1590259" y="1376694"/>
                </a:moveTo>
                <a:cubicBezTo>
                  <a:pt x="1599683" y="1376694"/>
                  <a:pt x="1602659" y="1379670"/>
                  <a:pt x="1602659" y="1389095"/>
                </a:cubicBezTo>
                <a:cubicBezTo>
                  <a:pt x="1602659" y="1397527"/>
                  <a:pt x="1599187" y="1400503"/>
                  <a:pt x="1590755" y="1400503"/>
                </a:cubicBezTo>
                <a:cubicBezTo>
                  <a:pt x="1582322" y="1400503"/>
                  <a:pt x="1578850" y="1397031"/>
                  <a:pt x="1578850" y="1388599"/>
                </a:cubicBezTo>
                <a:cubicBezTo>
                  <a:pt x="1578850" y="1380166"/>
                  <a:pt x="1581826" y="1376694"/>
                  <a:pt x="1590259" y="1376694"/>
                </a:cubicBezTo>
                <a:close/>
                <a:moveTo>
                  <a:pt x="1524288" y="1374214"/>
                </a:moveTo>
                <a:cubicBezTo>
                  <a:pt x="1533216" y="1374214"/>
                  <a:pt x="1537680" y="1381654"/>
                  <a:pt x="1538673" y="1388103"/>
                </a:cubicBezTo>
                <a:cubicBezTo>
                  <a:pt x="1538177" y="1397527"/>
                  <a:pt x="1531728" y="1402488"/>
                  <a:pt x="1524784" y="1402488"/>
                </a:cubicBezTo>
                <a:cubicBezTo>
                  <a:pt x="1515359" y="1402488"/>
                  <a:pt x="1510399" y="1395543"/>
                  <a:pt x="1510399" y="1388599"/>
                </a:cubicBezTo>
                <a:cubicBezTo>
                  <a:pt x="1510399" y="1379174"/>
                  <a:pt x="1517343" y="1374214"/>
                  <a:pt x="1524288" y="1374214"/>
                </a:cubicBezTo>
                <a:close/>
                <a:moveTo>
                  <a:pt x="1457324" y="1374214"/>
                </a:moveTo>
                <a:cubicBezTo>
                  <a:pt x="1466252" y="1374214"/>
                  <a:pt x="1471709" y="1379670"/>
                  <a:pt x="1471709" y="1388103"/>
                </a:cubicBezTo>
                <a:cubicBezTo>
                  <a:pt x="1471709" y="1397031"/>
                  <a:pt x="1466252" y="1402488"/>
                  <a:pt x="1457820" y="1402488"/>
                </a:cubicBezTo>
                <a:cubicBezTo>
                  <a:pt x="1448891" y="1402488"/>
                  <a:pt x="1443435" y="1397031"/>
                  <a:pt x="1443435" y="1388599"/>
                </a:cubicBezTo>
                <a:cubicBezTo>
                  <a:pt x="1443435" y="1380166"/>
                  <a:pt x="1448891" y="1374214"/>
                  <a:pt x="1457324" y="1374214"/>
                </a:cubicBezTo>
                <a:close/>
                <a:moveTo>
                  <a:pt x="1388872" y="1372230"/>
                </a:moveTo>
                <a:cubicBezTo>
                  <a:pt x="1392840" y="1373222"/>
                  <a:pt x="1398296" y="1373222"/>
                  <a:pt x="1400777" y="1378182"/>
                </a:cubicBezTo>
                <a:cubicBezTo>
                  <a:pt x="1402761" y="1381654"/>
                  <a:pt x="1403753" y="1385623"/>
                  <a:pt x="1405241" y="1389591"/>
                </a:cubicBezTo>
                <a:cubicBezTo>
                  <a:pt x="1401273" y="1392071"/>
                  <a:pt x="1403753" y="1397527"/>
                  <a:pt x="1399785" y="1400503"/>
                </a:cubicBezTo>
                <a:cubicBezTo>
                  <a:pt x="1396312" y="1403480"/>
                  <a:pt x="1391352" y="1401992"/>
                  <a:pt x="1388872" y="1405464"/>
                </a:cubicBezTo>
                <a:cubicBezTo>
                  <a:pt x="1385896" y="1402488"/>
                  <a:pt x="1380935" y="1403480"/>
                  <a:pt x="1377463" y="1400999"/>
                </a:cubicBezTo>
                <a:cubicBezTo>
                  <a:pt x="1373495" y="1397031"/>
                  <a:pt x="1375479" y="1391575"/>
                  <a:pt x="1371511" y="1388599"/>
                </a:cubicBezTo>
                <a:cubicBezTo>
                  <a:pt x="1374983" y="1385127"/>
                  <a:pt x="1372999" y="1379174"/>
                  <a:pt x="1377959" y="1376694"/>
                </a:cubicBezTo>
                <a:cubicBezTo>
                  <a:pt x="1381432" y="1374710"/>
                  <a:pt x="1385896" y="1371734"/>
                  <a:pt x="1388872" y="1372230"/>
                </a:cubicBezTo>
                <a:close/>
                <a:moveTo>
                  <a:pt x="1321413" y="1371734"/>
                </a:moveTo>
                <a:cubicBezTo>
                  <a:pt x="1330837" y="1371734"/>
                  <a:pt x="1338774" y="1382151"/>
                  <a:pt x="1338278" y="1388599"/>
                </a:cubicBezTo>
                <a:cubicBezTo>
                  <a:pt x="1338278" y="1396535"/>
                  <a:pt x="1329349" y="1405464"/>
                  <a:pt x="1321413" y="1404968"/>
                </a:cubicBezTo>
                <a:cubicBezTo>
                  <a:pt x="1312980" y="1404472"/>
                  <a:pt x="1304548" y="1395543"/>
                  <a:pt x="1305044" y="1387607"/>
                </a:cubicBezTo>
                <a:cubicBezTo>
                  <a:pt x="1305540" y="1380167"/>
                  <a:pt x="1313972" y="1371734"/>
                  <a:pt x="1321413" y="1371734"/>
                </a:cubicBezTo>
                <a:close/>
                <a:moveTo>
                  <a:pt x="1254945" y="1371734"/>
                </a:moveTo>
                <a:cubicBezTo>
                  <a:pt x="1266354" y="1371734"/>
                  <a:pt x="1271810" y="1377190"/>
                  <a:pt x="1271810" y="1388599"/>
                </a:cubicBezTo>
                <a:cubicBezTo>
                  <a:pt x="1271810" y="1400008"/>
                  <a:pt x="1266354" y="1405464"/>
                  <a:pt x="1254945" y="1405464"/>
                </a:cubicBezTo>
                <a:cubicBezTo>
                  <a:pt x="1243536" y="1405464"/>
                  <a:pt x="1238080" y="1400008"/>
                  <a:pt x="1238080" y="1388599"/>
                </a:cubicBezTo>
                <a:cubicBezTo>
                  <a:pt x="1238080" y="1377190"/>
                  <a:pt x="1243536" y="1371734"/>
                  <a:pt x="1254945" y="1371734"/>
                </a:cubicBezTo>
                <a:close/>
                <a:moveTo>
                  <a:pt x="1185997" y="1369750"/>
                </a:moveTo>
                <a:cubicBezTo>
                  <a:pt x="1189965" y="1372726"/>
                  <a:pt x="1194926" y="1372230"/>
                  <a:pt x="1198894" y="1376198"/>
                </a:cubicBezTo>
                <a:cubicBezTo>
                  <a:pt x="1202862" y="1379671"/>
                  <a:pt x="1201870" y="1385127"/>
                  <a:pt x="1205342" y="1388599"/>
                </a:cubicBezTo>
                <a:cubicBezTo>
                  <a:pt x="1202862" y="1393559"/>
                  <a:pt x="1202366" y="1400008"/>
                  <a:pt x="1196910" y="1402984"/>
                </a:cubicBezTo>
                <a:cubicBezTo>
                  <a:pt x="1193437" y="1404968"/>
                  <a:pt x="1188973" y="1407944"/>
                  <a:pt x="1185997" y="1407448"/>
                </a:cubicBezTo>
                <a:cubicBezTo>
                  <a:pt x="1181037" y="1405960"/>
                  <a:pt x="1174588" y="1404968"/>
                  <a:pt x="1171612" y="1399016"/>
                </a:cubicBezTo>
                <a:cubicBezTo>
                  <a:pt x="1169628" y="1395543"/>
                  <a:pt x="1166652" y="1391079"/>
                  <a:pt x="1167644" y="1388103"/>
                </a:cubicBezTo>
                <a:cubicBezTo>
                  <a:pt x="1169132" y="1383639"/>
                  <a:pt x="1170124" y="1378182"/>
                  <a:pt x="1175084" y="1374710"/>
                </a:cubicBezTo>
                <a:cubicBezTo>
                  <a:pt x="1178557" y="1371734"/>
                  <a:pt x="1183517" y="1373222"/>
                  <a:pt x="1185997" y="1369750"/>
                </a:cubicBezTo>
                <a:close/>
                <a:moveTo>
                  <a:pt x="986128" y="1369750"/>
                </a:moveTo>
                <a:cubicBezTo>
                  <a:pt x="997537" y="1369750"/>
                  <a:pt x="1005473" y="1377686"/>
                  <a:pt x="1005473" y="1389095"/>
                </a:cubicBezTo>
                <a:cubicBezTo>
                  <a:pt x="1005473" y="1400008"/>
                  <a:pt x="998033" y="1407944"/>
                  <a:pt x="987120" y="1407944"/>
                </a:cubicBezTo>
                <a:cubicBezTo>
                  <a:pt x="975215" y="1407944"/>
                  <a:pt x="967279" y="1400504"/>
                  <a:pt x="967279" y="1389095"/>
                </a:cubicBezTo>
                <a:cubicBezTo>
                  <a:pt x="966783" y="1377686"/>
                  <a:pt x="974719" y="1369750"/>
                  <a:pt x="986128" y="1369750"/>
                </a:cubicBezTo>
                <a:close/>
                <a:moveTo>
                  <a:pt x="1121018" y="1369254"/>
                </a:moveTo>
                <a:cubicBezTo>
                  <a:pt x="1128955" y="1369750"/>
                  <a:pt x="1139371" y="1381159"/>
                  <a:pt x="1138875" y="1388599"/>
                </a:cubicBezTo>
                <a:cubicBezTo>
                  <a:pt x="1138379" y="1397032"/>
                  <a:pt x="1126970" y="1407944"/>
                  <a:pt x="1119034" y="1407448"/>
                </a:cubicBezTo>
                <a:cubicBezTo>
                  <a:pt x="1110602" y="1406952"/>
                  <a:pt x="1100185" y="1395543"/>
                  <a:pt x="1100681" y="1387607"/>
                </a:cubicBezTo>
                <a:cubicBezTo>
                  <a:pt x="1101177" y="1379175"/>
                  <a:pt x="1112586" y="1368758"/>
                  <a:pt x="1121018" y="1369254"/>
                </a:cubicBezTo>
                <a:close/>
                <a:moveTo>
                  <a:pt x="1052566" y="1369254"/>
                </a:moveTo>
                <a:cubicBezTo>
                  <a:pt x="1063975" y="1369254"/>
                  <a:pt x="1071911" y="1377190"/>
                  <a:pt x="1071911" y="1388599"/>
                </a:cubicBezTo>
                <a:cubicBezTo>
                  <a:pt x="1071911" y="1400008"/>
                  <a:pt x="1063975" y="1407944"/>
                  <a:pt x="1052566" y="1407448"/>
                </a:cubicBezTo>
                <a:cubicBezTo>
                  <a:pt x="1041180" y="1407448"/>
                  <a:pt x="1033740" y="1399512"/>
                  <a:pt x="1033740" y="1387607"/>
                </a:cubicBezTo>
                <a:cubicBezTo>
                  <a:pt x="1033740" y="1376694"/>
                  <a:pt x="1041676" y="1369254"/>
                  <a:pt x="1052566" y="1369254"/>
                </a:cubicBezTo>
                <a:close/>
                <a:moveTo>
                  <a:pt x="916688" y="1369254"/>
                </a:moveTo>
                <a:cubicBezTo>
                  <a:pt x="922144" y="1369254"/>
                  <a:pt x="926113" y="1370246"/>
                  <a:pt x="930081" y="1374214"/>
                </a:cubicBezTo>
                <a:cubicBezTo>
                  <a:pt x="935041" y="1378679"/>
                  <a:pt x="937025" y="1382647"/>
                  <a:pt x="936033" y="1389095"/>
                </a:cubicBezTo>
                <a:cubicBezTo>
                  <a:pt x="937521" y="1394551"/>
                  <a:pt x="935041" y="1398520"/>
                  <a:pt x="931073" y="1402488"/>
                </a:cubicBezTo>
                <a:cubicBezTo>
                  <a:pt x="927105" y="1407448"/>
                  <a:pt x="922144" y="1407944"/>
                  <a:pt x="916688" y="1407944"/>
                </a:cubicBezTo>
                <a:cubicBezTo>
                  <a:pt x="911233" y="1407944"/>
                  <a:pt x="907265" y="1405960"/>
                  <a:pt x="903297" y="1402488"/>
                </a:cubicBezTo>
                <a:cubicBezTo>
                  <a:pt x="898336" y="1398024"/>
                  <a:pt x="898336" y="1393063"/>
                  <a:pt x="897840" y="1387607"/>
                </a:cubicBezTo>
                <a:cubicBezTo>
                  <a:pt x="897344" y="1381655"/>
                  <a:pt x="899824" y="1378182"/>
                  <a:pt x="903297" y="1374214"/>
                </a:cubicBezTo>
                <a:cubicBezTo>
                  <a:pt x="907265" y="1370246"/>
                  <a:pt x="911233" y="1368758"/>
                  <a:pt x="916688" y="1369254"/>
                </a:cubicBezTo>
                <a:close/>
                <a:moveTo>
                  <a:pt x="783245" y="1367270"/>
                </a:moveTo>
                <a:cubicBezTo>
                  <a:pt x="795646" y="1367766"/>
                  <a:pt x="806060" y="1378182"/>
                  <a:pt x="805068" y="1389591"/>
                </a:cubicBezTo>
                <a:cubicBezTo>
                  <a:pt x="804573" y="1395543"/>
                  <a:pt x="802589" y="1401496"/>
                  <a:pt x="797134" y="1404968"/>
                </a:cubicBezTo>
                <a:cubicBezTo>
                  <a:pt x="792671" y="1407944"/>
                  <a:pt x="787711" y="1410424"/>
                  <a:pt x="782749" y="1409928"/>
                </a:cubicBezTo>
                <a:cubicBezTo>
                  <a:pt x="776796" y="1408936"/>
                  <a:pt x="770843" y="1407448"/>
                  <a:pt x="767371" y="1401992"/>
                </a:cubicBezTo>
                <a:cubicBezTo>
                  <a:pt x="766379" y="1401000"/>
                  <a:pt x="762411" y="1390087"/>
                  <a:pt x="762411" y="1388599"/>
                </a:cubicBezTo>
                <a:cubicBezTo>
                  <a:pt x="763403" y="1382647"/>
                  <a:pt x="764891" y="1377191"/>
                  <a:pt x="769851" y="1372726"/>
                </a:cubicBezTo>
                <a:cubicBezTo>
                  <a:pt x="774318" y="1368758"/>
                  <a:pt x="779275" y="1368758"/>
                  <a:pt x="783245" y="1367270"/>
                </a:cubicBezTo>
                <a:close/>
                <a:moveTo>
                  <a:pt x="714326" y="1367270"/>
                </a:moveTo>
                <a:cubicBezTo>
                  <a:pt x="726230" y="1367270"/>
                  <a:pt x="736148" y="1377191"/>
                  <a:pt x="736148" y="1388599"/>
                </a:cubicBezTo>
                <a:cubicBezTo>
                  <a:pt x="736148" y="1400008"/>
                  <a:pt x="726230" y="1409928"/>
                  <a:pt x="714326" y="1409928"/>
                </a:cubicBezTo>
                <a:cubicBezTo>
                  <a:pt x="702919" y="1409928"/>
                  <a:pt x="692999" y="1399512"/>
                  <a:pt x="692999" y="1388103"/>
                </a:cubicBezTo>
                <a:cubicBezTo>
                  <a:pt x="692999" y="1377191"/>
                  <a:pt x="702919" y="1367270"/>
                  <a:pt x="714326" y="1367270"/>
                </a:cubicBezTo>
                <a:close/>
                <a:moveTo>
                  <a:pt x="647861" y="1367270"/>
                </a:moveTo>
                <a:cubicBezTo>
                  <a:pt x="659268" y="1367270"/>
                  <a:pt x="669683" y="1376694"/>
                  <a:pt x="669683" y="1388599"/>
                </a:cubicBezTo>
                <a:cubicBezTo>
                  <a:pt x="669683" y="1400008"/>
                  <a:pt x="659764" y="1410424"/>
                  <a:pt x="648357" y="1410424"/>
                </a:cubicBezTo>
                <a:cubicBezTo>
                  <a:pt x="637445" y="1410424"/>
                  <a:pt x="627029" y="1400504"/>
                  <a:pt x="627029" y="1389591"/>
                </a:cubicBezTo>
                <a:cubicBezTo>
                  <a:pt x="627029" y="1377687"/>
                  <a:pt x="636453" y="1367270"/>
                  <a:pt x="647861" y="1367270"/>
                </a:cubicBezTo>
                <a:close/>
                <a:moveTo>
                  <a:pt x="514908" y="1367270"/>
                </a:moveTo>
                <a:cubicBezTo>
                  <a:pt x="529294" y="1367270"/>
                  <a:pt x="536239" y="1374214"/>
                  <a:pt x="536239" y="1388103"/>
                </a:cubicBezTo>
                <a:cubicBezTo>
                  <a:pt x="536239" y="1402984"/>
                  <a:pt x="529791" y="1409928"/>
                  <a:pt x="514908" y="1409928"/>
                </a:cubicBezTo>
                <a:cubicBezTo>
                  <a:pt x="500026" y="1409928"/>
                  <a:pt x="493082" y="1402984"/>
                  <a:pt x="493082" y="1388599"/>
                </a:cubicBezTo>
                <a:cubicBezTo>
                  <a:pt x="493082" y="1374214"/>
                  <a:pt x="500026" y="1367270"/>
                  <a:pt x="514908" y="1367270"/>
                </a:cubicBezTo>
                <a:close/>
                <a:moveTo>
                  <a:pt x="849699" y="1366774"/>
                </a:moveTo>
                <a:cubicBezTo>
                  <a:pt x="859620" y="1366774"/>
                  <a:pt x="872020" y="1379175"/>
                  <a:pt x="872020" y="1388599"/>
                </a:cubicBezTo>
                <a:cubicBezTo>
                  <a:pt x="872020" y="1398024"/>
                  <a:pt x="859620" y="1410424"/>
                  <a:pt x="850195" y="1409928"/>
                </a:cubicBezTo>
                <a:cubicBezTo>
                  <a:pt x="841267" y="1409928"/>
                  <a:pt x="829362" y="1398024"/>
                  <a:pt x="828866" y="1389095"/>
                </a:cubicBezTo>
                <a:cubicBezTo>
                  <a:pt x="828370" y="1379671"/>
                  <a:pt x="840274" y="1367270"/>
                  <a:pt x="849699" y="1366774"/>
                </a:cubicBezTo>
                <a:close/>
                <a:moveTo>
                  <a:pt x="582382" y="1366774"/>
                </a:moveTo>
                <a:cubicBezTo>
                  <a:pt x="589327" y="1366774"/>
                  <a:pt x="594288" y="1369750"/>
                  <a:pt x="597760" y="1373222"/>
                </a:cubicBezTo>
                <a:cubicBezTo>
                  <a:pt x="601728" y="1377191"/>
                  <a:pt x="603713" y="1383143"/>
                  <a:pt x="603713" y="1389591"/>
                </a:cubicBezTo>
                <a:cubicBezTo>
                  <a:pt x="603217" y="1396040"/>
                  <a:pt x="600736" y="1401000"/>
                  <a:pt x="597264" y="1404472"/>
                </a:cubicBezTo>
                <a:cubicBezTo>
                  <a:pt x="593792" y="1407944"/>
                  <a:pt x="587838" y="1409928"/>
                  <a:pt x="581886" y="1409928"/>
                </a:cubicBezTo>
                <a:cubicBezTo>
                  <a:pt x="575437" y="1410424"/>
                  <a:pt x="569981" y="1407448"/>
                  <a:pt x="566507" y="1403976"/>
                </a:cubicBezTo>
                <a:cubicBezTo>
                  <a:pt x="562043" y="1400504"/>
                  <a:pt x="557579" y="1395048"/>
                  <a:pt x="560555" y="1388103"/>
                </a:cubicBezTo>
                <a:cubicBezTo>
                  <a:pt x="557083" y="1381159"/>
                  <a:pt x="562539" y="1376695"/>
                  <a:pt x="566011" y="1372726"/>
                </a:cubicBezTo>
                <a:cubicBezTo>
                  <a:pt x="569485" y="1368758"/>
                  <a:pt x="575933" y="1366774"/>
                  <a:pt x="582382" y="1366774"/>
                </a:cubicBezTo>
                <a:close/>
                <a:moveTo>
                  <a:pt x="445965" y="1364790"/>
                </a:moveTo>
                <a:cubicBezTo>
                  <a:pt x="450927" y="1366774"/>
                  <a:pt x="455887" y="1368758"/>
                  <a:pt x="460848" y="1371734"/>
                </a:cubicBezTo>
                <a:cubicBezTo>
                  <a:pt x="466800" y="1375207"/>
                  <a:pt x="466304" y="1383143"/>
                  <a:pt x="469777" y="1388103"/>
                </a:cubicBezTo>
                <a:cubicBezTo>
                  <a:pt x="467296" y="1393559"/>
                  <a:pt x="466800" y="1399512"/>
                  <a:pt x="462832" y="1404472"/>
                </a:cubicBezTo>
                <a:cubicBezTo>
                  <a:pt x="458367" y="1409928"/>
                  <a:pt x="451919" y="1411416"/>
                  <a:pt x="445965" y="1412409"/>
                </a:cubicBezTo>
                <a:cubicBezTo>
                  <a:pt x="441501" y="1412904"/>
                  <a:pt x="435549" y="1408936"/>
                  <a:pt x="431083" y="1406456"/>
                </a:cubicBezTo>
                <a:cubicBezTo>
                  <a:pt x="425130" y="1402984"/>
                  <a:pt x="425627" y="1395048"/>
                  <a:pt x="422154" y="1390087"/>
                </a:cubicBezTo>
                <a:cubicBezTo>
                  <a:pt x="424634" y="1384631"/>
                  <a:pt x="425130" y="1378679"/>
                  <a:pt x="429099" y="1373718"/>
                </a:cubicBezTo>
                <a:cubicBezTo>
                  <a:pt x="433068" y="1367766"/>
                  <a:pt x="440013" y="1368262"/>
                  <a:pt x="445965" y="1364790"/>
                </a:cubicBezTo>
                <a:close/>
                <a:moveTo>
                  <a:pt x="378493" y="1364790"/>
                </a:moveTo>
                <a:cubicBezTo>
                  <a:pt x="387918" y="1364294"/>
                  <a:pt x="401807" y="1377191"/>
                  <a:pt x="402799" y="1387607"/>
                </a:cubicBezTo>
                <a:cubicBezTo>
                  <a:pt x="403791" y="1397032"/>
                  <a:pt x="389902" y="1411912"/>
                  <a:pt x="379485" y="1412408"/>
                </a:cubicBezTo>
                <a:cubicBezTo>
                  <a:pt x="370059" y="1412904"/>
                  <a:pt x="356169" y="1400008"/>
                  <a:pt x="355177" y="1389591"/>
                </a:cubicBezTo>
                <a:cubicBezTo>
                  <a:pt x="354185" y="1380167"/>
                  <a:pt x="368075" y="1365286"/>
                  <a:pt x="378493" y="1364790"/>
                </a:cubicBezTo>
                <a:close/>
                <a:moveTo>
                  <a:pt x="312015" y="1364790"/>
                </a:moveTo>
                <a:cubicBezTo>
                  <a:pt x="323919" y="1364790"/>
                  <a:pt x="336321" y="1378183"/>
                  <a:pt x="335825" y="1389591"/>
                </a:cubicBezTo>
                <a:cubicBezTo>
                  <a:pt x="335825" y="1400504"/>
                  <a:pt x="322927" y="1412409"/>
                  <a:pt x="312015" y="1412409"/>
                </a:cubicBezTo>
                <a:cubicBezTo>
                  <a:pt x="300110" y="1412409"/>
                  <a:pt x="287709" y="1399016"/>
                  <a:pt x="288205" y="1387607"/>
                </a:cubicBezTo>
                <a:cubicBezTo>
                  <a:pt x="288701" y="1376199"/>
                  <a:pt x="301102" y="1364294"/>
                  <a:pt x="312015" y="1364790"/>
                </a:cubicBezTo>
                <a:close/>
                <a:moveTo>
                  <a:pt x="242063" y="1364790"/>
                </a:moveTo>
                <a:cubicBezTo>
                  <a:pt x="253472" y="1364294"/>
                  <a:pt x="266865" y="1376199"/>
                  <a:pt x="266865" y="1388103"/>
                </a:cubicBezTo>
                <a:cubicBezTo>
                  <a:pt x="267361" y="1399016"/>
                  <a:pt x="255456" y="1411416"/>
                  <a:pt x="244047" y="1412409"/>
                </a:cubicBezTo>
                <a:cubicBezTo>
                  <a:pt x="232639" y="1412904"/>
                  <a:pt x="219742" y="1401000"/>
                  <a:pt x="219246" y="1389095"/>
                </a:cubicBezTo>
                <a:cubicBezTo>
                  <a:pt x="218750" y="1378183"/>
                  <a:pt x="230655" y="1365782"/>
                  <a:pt x="242063" y="1364790"/>
                </a:cubicBezTo>
                <a:close/>
                <a:moveTo>
                  <a:pt x="176614" y="1364790"/>
                </a:moveTo>
                <a:cubicBezTo>
                  <a:pt x="188023" y="1364790"/>
                  <a:pt x="200919" y="1377687"/>
                  <a:pt x="200423" y="1389095"/>
                </a:cubicBezTo>
                <a:cubicBezTo>
                  <a:pt x="199927" y="1400504"/>
                  <a:pt x="187527" y="1412409"/>
                  <a:pt x="176614" y="1412409"/>
                </a:cubicBezTo>
                <a:cubicBezTo>
                  <a:pt x="165206" y="1412409"/>
                  <a:pt x="152310" y="1399512"/>
                  <a:pt x="152806" y="1388103"/>
                </a:cubicBezTo>
                <a:cubicBezTo>
                  <a:pt x="153302" y="1376695"/>
                  <a:pt x="165702" y="1364790"/>
                  <a:pt x="176614" y="1364790"/>
                </a:cubicBezTo>
                <a:close/>
                <a:moveTo>
                  <a:pt x="42667" y="1364790"/>
                </a:moveTo>
                <a:cubicBezTo>
                  <a:pt x="53579" y="1364294"/>
                  <a:pt x="65980" y="1376199"/>
                  <a:pt x="66972" y="1387607"/>
                </a:cubicBezTo>
                <a:cubicBezTo>
                  <a:pt x="67964" y="1399016"/>
                  <a:pt x="55563" y="1411913"/>
                  <a:pt x="43659" y="1412409"/>
                </a:cubicBezTo>
                <a:cubicBezTo>
                  <a:pt x="32746" y="1412904"/>
                  <a:pt x="20345" y="1401000"/>
                  <a:pt x="19353" y="1389591"/>
                </a:cubicBezTo>
                <a:cubicBezTo>
                  <a:pt x="18857" y="1378183"/>
                  <a:pt x="31258" y="1365286"/>
                  <a:pt x="42667" y="1364790"/>
                </a:cubicBezTo>
                <a:close/>
                <a:moveTo>
                  <a:pt x="109132" y="1364789"/>
                </a:moveTo>
                <a:cubicBezTo>
                  <a:pt x="120541" y="1364293"/>
                  <a:pt x="133438" y="1376694"/>
                  <a:pt x="133934" y="1388599"/>
                </a:cubicBezTo>
                <a:cubicBezTo>
                  <a:pt x="133934" y="1399511"/>
                  <a:pt x="122029" y="1411912"/>
                  <a:pt x="111116" y="1412408"/>
                </a:cubicBezTo>
                <a:cubicBezTo>
                  <a:pt x="99708" y="1412904"/>
                  <a:pt x="86811" y="1400503"/>
                  <a:pt x="86315" y="1388599"/>
                </a:cubicBezTo>
                <a:cubicBezTo>
                  <a:pt x="86315" y="1377686"/>
                  <a:pt x="98220" y="1365285"/>
                  <a:pt x="109132" y="1364789"/>
                </a:cubicBezTo>
                <a:close/>
                <a:moveTo>
                  <a:pt x="1996009" y="1319651"/>
                </a:moveTo>
                <a:cubicBezTo>
                  <a:pt x="1996009" y="1319651"/>
                  <a:pt x="1997497" y="1320643"/>
                  <a:pt x="1999481" y="1321635"/>
                </a:cubicBezTo>
                <a:cubicBezTo>
                  <a:pt x="1997993" y="1323123"/>
                  <a:pt x="1997001" y="1324115"/>
                  <a:pt x="1996009" y="1324115"/>
                </a:cubicBezTo>
                <a:cubicBezTo>
                  <a:pt x="1995513" y="1324115"/>
                  <a:pt x="1994521" y="1323123"/>
                  <a:pt x="1993529" y="1322627"/>
                </a:cubicBezTo>
                <a:cubicBezTo>
                  <a:pt x="1994521" y="1321635"/>
                  <a:pt x="1995017" y="1320643"/>
                  <a:pt x="1996009" y="1319651"/>
                </a:cubicBezTo>
                <a:close/>
                <a:moveTo>
                  <a:pt x="2062476" y="1318163"/>
                </a:moveTo>
                <a:cubicBezTo>
                  <a:pt x="2063468" y="1320147"/>
                  <a:pt x="2064460" y="1321139"/>
                  <a:pt x="2064460" y="1321635"/>
                </a:cubicBezTo>
                <a:cubicBezTo>
                  <a:pt x="2063964" y="1322627"/>
                  <a:pt x="2062476" y="1323123"/>
                  <a:pt x="2061484" y="1324115"/>
                </a:cubicBezTo>
                <a:cubicBezTo>
                  <a:pt x="2060988" y="1323123"/>
                  <a:pt x="2059500" y="1322627"/>
                  <a:pt x="2059996" y="1321635"/>
                </a:cubicBezTo>
                <a:cubicBezTo>
                  <a:pt x="2060492" y="1321139"/>
                  <a:pt x="2061484" y="1320147"/>
                  <a:pt x="2062476" y="1318163"/>
                </a:cubicBezTo>
                <a:close/>
                <a:moveTo>
                  <a:pt x="1925387" y="1317047"/>
                </a:moveTo>
                <a:cubicBezTo>
                  <a:pt x="1926441" y="1316799"/>
                  <a:pt x="1927805" y="1317171"/>
                  <a:pt x="1929045" y="1317171"/>
                </a:cubicBezTo>
                <a:cubicBezTo>
                  <a:pt x="1934006" y="1317171"/>
                  <a:pt x="1934006" y="1317171"/>
                  <a:pt x="1933510" y="1323124"/>
                </a:cubicBezTo>
                <a:cubicBezTo>
                  <a:pt x="1934006" y="1328084"/>
                  <a:pt x="1930533" y="1326596"/>
                  <a:pt x="1928053" y="1326596"/>
                </a:cubicBezTo>
                <a:cubicBezTo>
                  <a:pt x="1923589" y="1326596"/>
                  <a:pt x="1924085" y="1326596"/>
                  <a:pt x="1923589" y="1320643"/>
                </a:cubicBezTo>
                <a:cubicBezTo>
                  <a:pt x="1923589" y="1318163"/>
                  <a:pt x="1924333" y="1317295"/>
                  <a:pt x="1925387" y="1317047"/>
                </a:cubicBezTo>
                <a:close/>
                <a:moveTo>
                  <a:pt x="1859602" y="1312211"/>
                </a:moveTo>
                <a:cubicBezTo>
                  <a:pt x="1861586" y="1311715"/>
                  <a:pt x="1870018" y="1320147"/>
                  <a:pt x="1869522" y="1323124"/>
                </a:cubicBezTo>
                <a:cubicBezTo>
                  <a:pt x="1867042" y="1325604"/>
                  <a:pt x="1864066" y="1328580"/>
                  <a:pt x="1860594" y="1331060"/>
                </a:cubicBezTo>
                <a:cubicBezTo>
                  <a:pt x="1860098" y="1331556"/>
                  <a:pt x="1859106" y="1331060"/>
                  <a:pt x="1858610" y="1330564"/>
                </a:cubicBezTo>
                <a:cubicBezTo>
                  <a:pt x="1858114" y="1330068"/>
                  <a:pt x="1857618" y="1329572"/>
                  <a:pt x="1857122" y="1329076"/>
                </a:cubicBezTo>
                <a:cubicBezTo>
                  <a:pt x="1849681" y="1322132"/>
                  <a:pt x="1850177" y="1318163"/>
                  <a:pt x="1858610" y="1312707"/>
                </a:cubicBezTo>
                <a:cubicBezTo>
                  <a:pt x="1859106" y="1312707"/>
                  <a:pt x="1859106" y="1312211"/>
                  <a:pt x="1859602" y="1312211"/>
                </a:cubicBezTo>
                <a:close/>
                <a:moveTo>
                  <a:pt x="1792637" y="1312211"/>
                </a:moveTo>
                <a:cubicBezTo>
                  <a:pt x="1797598" y="1312211"/>
                  <a:pt x="1802558" y="1316179"/>
                  <a:pt x="1802558" y="1321139"/>
                </a:cubicBezTo>
                <a:cubicBezTo>
                  <a:pt x="1803054" y="1326596"/>
                  <a:pt x="1798590" y="1331556"/>
                  <a:pt x="1793133" y="1331556"/>
                </a:cubicBezTo>
                <a:cubicBezTo>
                  <a:pt x="1788173" y="1331556"/>
                  <a:pt x="1783709" y="1327092"/>
                  <a:pt x="1783709" y="1322132"/>
                </a:cubicBezTo>
                <a:cubicBezTo>
                  <a:pt x="1783709" y="1317171"/>
                  <a:pt x="1787677" y="1312707"/>
                  <a:pt x="1792637" y="1312211"/>
                </a:cubicBezTo>
                <a:close/>
                <a:moveTo>
                  <a:pt x="1727163" y="1310227"/>
                </a:moveTo>
                <a:cubicBezTo>
                  <a:pt x="1732123" y="1310227"/>
                  <a:pt x="1738571" y="1317171"/>
                  <a:pt x="1738571" y="1322628"/>
                </a:cubicBezTo>
                <a:cubicBezTo>
                  <a:pt x="1738571" y="1327588"/>
                  <a:pt x="1731131" y="1334036"/>
                  <a:pt x="1726171" y="1334036"/>
                </a:cubicBezTo>
                <a:cubicBezTo>
                  <a:pt x="1721210" y="1334036"/>
                  <a:pt x="1714762" y="1326596"/>
                  <a:pt x="1714762" y="1321636"/>
                </a:cubicBezTo>
                <a:cubicBezTo>
                  <a:pt x="1714762" y="1316675"/>
                  <a:pt x="1722202" y="1310227"/>
                  <a:pt x="1727163" y="1310227"/>
                </a:cubicBezTo>
                <a:close/>
                <a:moveTo>
                  <a:pt x="1658215" y="1309731"/>
                </a:moveTo>
                <a:cubicBezTo>
                  <a:pt x="1666151" y="1310227"/>
                  <a:pt x="1669623" y="1313699"/>
                  <a:pt x="1669623" y="1322132"/>
                </a:cubicBezTo>
                <a:cubicBezTo>
                  <a:pt x="1669623" y="1330564"/>
                  <a:pt x="1666151" y="1333540"/>
                  <a:pt x="1657719" y="1333540"/>
                </a:cubicBezTo>
                <a:cubicBezTo>
                  <a:pt x="1648790" y="1333540"/>
                  <a:pt x="1645814" y="1330564"/>
                  <a:pt x="1645814" y="1320644"/>
                </a:cubicBezTo>
                <a:cubicBezTo>
                  <a:pt x="1645814" y="1312707"/>
                  <a:pt x="1649286" y="1309731"/>
                  <a:pt x="1658215" y="1309731"/>
                </a:cubicBezTo>
                <a:close/>
                <a:moveTo>
                  <a:pt x="1591747" y="1307747"/>
                </a:moveTo>
                <a:cubicBezTo>
                  <a:pt x="1599187" y="1308243"/>
                  <a:pt x="1605139" y="1314195"/>
                  <a:pt x="1605139" y="1322628"/>
                </a:cubicBezTo>
                <a:cubicBezTo>
                  <a:pt x="1604147" y="1330564"/>
                  <a:pt x="1598691" y="1336516"/>
                  <a:pt x="1590259" y="1336020"/>
                </a:cubicBezTo>
                <a:cubicBezTo>
                  <a:pt x="1582322" y="1335524"/>
                  <a:pt x="1576370" y="1329572"/>
                  <a:pt x="1576866" y="1321140"/>
                </a:cubicBezTo>
                <a:cubicBezTo>
                  <a:pt x="1577362" y="1313203"/>
                  <a:pt x="1583314" y="1307251"/>
                  <a:pt x="1591747" y="1307747"/>
                </a:cubicBezTo>
                <a:close/>
                <a:moveTo>
                  <a:pt x="1524288" y="1307251"/>
                </a:moveTo>
                <a:cubicBezTo>
                  <a:pt x="1532720" y="1307251"/>
                  <a:pt x="1538673" y="1312707"/>
                  <a:pt x="1538673" y="1321636"/>
                </a:cubicBezTo>
                <a:cubicBezTo>
                  <a:pt x="1538673" y="1330564"/>
                  <a:pt x="1532720" y="1336020"/>
                  <a:pt x="1524288" y="1336020"/>
                </a:cubicBezTo>
                <a:cubicBezTo>
                  <a:pt x="1515855" y="1336020"/>
                  <a:pt x="1509903" y="1330564"/>
                  <a:pt x="1509903" y="1321636"/>
                </a:cubicBezTo>
                <a:cubicBezTo>
                  <a:pt x="1509903" y="1313203"/>
                  <a:pt x="1515359" y="1307251"/>
                  <a:pt x="1524288" y="1307251"/>
                </a:cubicBezTo>
                <a:close/>
                <a:moveTo>
                  <a:pt x="1456332" y="1305763"/>
                </a:moveTo>
                <a:cubicBezTo>
                  <a:pt x="1460300" y="1307251"/>
                  <a:pt x="1463773" y="1308243"/>
                  <a:pt x="1467741" y="1310227"/>
                </a:cubicBezTo>
                <a:cubicBezTo>
                  <a:pt x="1472701" y="1312707"/>
                  <a:pt x="1472205" y="1318164"/>
                  <a:pt x="1473693" y="1322132"/>
                </a:cubicBezTo>
                <a:cubicBezTo>
                  <a:pt x="1474685" y="1325108"/>
                  <a:pt x="1471213" y="1329572"/>
                  <a:pt x="1469725" y="1333044"/>
                </a:cubicBezTo>
                <a:cubicBezTo>
                  <a:pt x="1467245" y="1337013"/>
                  <a:pt x="1461292" y="1335525"/>
                  <a:pt x="1457820" y="1338997"/>
                </a:cubicBezTo>
                <a:cubicBezTo>
                  <a:pt x="1454348" y="1337509"/>
                  <a:pt x="1450380" y="1336021"/>
                  <a:pt x="1446908" y="1334036"/>
                </a:cubicBezTo>
                <a:cubicBezTo>
                  <a:pt x="1441947" y="1331556"/>
                  <a:pt x="1442939" y="1326100"/>
                  <a:pt x="1441451" y="1322132"/>
                </a:cubicBezTo>
                <a:cubicBezTo>
                  <a:pt x="1440459" y="1319652"/>
                  <a:pt x="1443932" y="1315684"/>
                  <a:pt x="1444923" y="1312211"/>
                </a:cubicBezTo>
                <a:cubicBezTo>
                  <a:pt x="1446908" y="1306755"/>
                  <a:pt x="1453356" y="1309235"/>
                  <a:pt x="1456332" y="1305763"/>
                </a:cubicBezTo>
                <a:close/>
                <a:moveTo>
                  <a:pt x="1388376" y="1305267"/>
                </a:moveTo>
                <a:cubicBezTo>
                  <a:pt x="1394824" y="1304771"/>
                  <a:pt x="1405240" y="1312707"/>
                  <a:pt x="1405240" y="1322132"/>
                </a:cubicBezTo>
                <a:cubicBezTo>
                  <a:pt x="1405240" y="1330564"/>
                  <a:pt x="1395816" y="1338997"/>
                  <a:pt x="1387880" y="1338501"/>
                </a:cubicBezTo>
                <a:cubicBezTo>
                  <a:pt x="1379447" y="1338005"/>
                  <a:pt x="1371015" y="1329076"/>
                  <a:pt x="1372007" y="1321140"/>
                </a:cubicBezTo>
                <a:cubicBezTo>
                  <a:pt x="1372999" y="1312707"/>
                  <a:pt x="1379447" y="1306259"/>
                  <a:pt x="1388376" y="1305267"/>
                </a:cubicBezTo>
                <a:close/>
                <a:moveTo>
                  <a:pt x="1321413" y="1305267"/>
                </a:moveTo>
                <a:cubicBezTo>
                  <a:pt x="1332822" y="1305267"/>
                  <a:pt x="1338278" y="1310723"/>
                  <a:pt x="1338278" y="1322132"/>
                </a:cubicBezTo>
                <a:cubicBezTo>
                  <a:pt x="1338278" y="1333540"/>
                  <a:pt x="1332822" y="1338997"/>
                  <a:pt x="1321413" y="1338997"/>
                </a:cubicBezTo>
                <a:cubicBezTo>
                  <a:pt x="1310004" y="1338997"/>
                  <a:pt x="1304548" y="1333540"/>
                  <a:pt x="1304548" y="1322132"/>
                </a:cubicBezTo>
                <a:cubicBezTo>
                  <a:pt x="1304548" y="1310723"/>
                  <a:pt x="1310004" y="1305267"/>
                  <a:pt x="1321413" y="1305267"/>
                </a:cubicBezTo>
                <a:close/>
                <a:moveTo>
                  <a:pt x="1054054" y="1303282"/>
                </a:moveTo>
                <a:cubicBezTo>
                  <a:pt x="1059510" y="1301298"/>
                  <a:pt x="1062983" y="1305266"/>
                  <a:pt x="1066951" y="1308242"/>
                </a:cubicBezTo>
                <a:cubicBezTo>
                  <a:pt x="1072407" y="1312211"/>
                  <a:pt x="1071415" y="1317667"/>
                  <a:pt x="1072407" y="1323123"/>
                </a:cubicBezTo>
                <a:cubicBezTo>
                  <a:pt x="1072903" y="1329075"/>
                  <a:pt x="1069927" y="1332052"/>
                  <a:pt x="1066951" y="1336516"/>
                </a:cubicBezTo>
                <a:cubicBezTo>
                  <a:pt x="1062487" y="1341972"/>
                  <a:pt x="1057526" y="1340980"/>
                  <a:pt x="1052070" y="1341476"/>
                </a:cubicBezTo>
                <a:cubicBezTo>
                  <a:pt x="1046133" y="1341972"/>
                  <a:pt x="1042660" y="1338996"/>
                  <a:pt x="1038692" y="1335524"/>
                </a:cubicBezTo>
                <a:cubicBezTo>
                  <a:pt x="1034228" y="1331556"/>
                  <a:pt x="1034228" y="1327091"/>
                  <a:pt x="1033732" y="1322131"/>
                </a:cubicBezTo>
                <a:cubicBezTo>
                  <a:pt x="1033732" y="1316675"/>
                  <a:pt x="1035220" y="1312707"/>
                  <a:pt x="1038692" y="1308738"/>
                </a:cubicBezTo>
                <a:cubicBezTo>
                  <a:pt x="1043157" y="1303282"/>
                  <a:pt x="1047621" y="1302290"/>
                  <a:pt x="1054054" y="1303282"/>
                </a:cubicBezTo>
                <a:close/>
                <a:moveTo>
                  <a:pt x="1254945" y="1302787"/>
                </a:moveTo>
                <a:cubicBezTo>
                  <a:pt x="1259905" y="1305763"/>
                  <a:pt x="1266850" y="1305763"/>
                  <a:pt x="1269330" y="1311715"/>
                </a:cubicBezTo>
                <a:cubicBezTo>
                  <a:pt x="1271314" y="1315188"/>
                  <a:pt x="1274290" y="1319652"/>
                  <a:pt x="1273298" y="1322628"/>
                </a:cubicBezTo>
                <a:cubicBezTo>
                  <a:pt x="1271810" y="1327588"/>
                  <a:pt x="1270818" y="1334037"/>
                  <a:pt x="1264866" y="1337013"/>
                </a:cubicBezTo>
                <a:cubicBezTo>
                  <a:pt x="1261393" y="1338997"/>
                  <a:pt x="1256929" y="1341973"/>
                  <a:pt x="1253953" y="1340981"/>
                </a:cubicBezTo>
                <a:cubicBezTo>
                  <a:pt x="1249489" y="1339493"/>
                  <a:pt x="1244032" y="1338005"/>
                  <a:pt x="1240560" y="1333541"/>
                </a:cubicBezTo>
                <a:cubicBezTo>
                  <a:pt x="1237584" y="1330068"/>
                  <a:pt x="1239072" y="1325108"/>
                  <a:pt x="1235600" y="1322628"/>
                </a:cubicBezTo>
                <a:cubicBezTo>
                  <a:pt x="1238080" y="1318164"/>
                  <a:pt x="1238576" y="1313204"/>
                  <a:pt x="1243040" y="1308739"/>
                </a:cubicBezTo>
                <a:cubicBezTo>
                  <a:pt x="1247009" y="1304771"/>
                  <a:pt x="1252465" y="1306259"/>
                  <a:pt x="1254945" y="1302787"/>
                </a:cubicBezTo>
                <a:close/>
                <a:moveTo>
                  <a:pt x="1185501" y="1302787"/>
                </a:moveTo>
                <a:cubicBezTo>
                  <a:pt x="1190957" y="1301299"/>
                  <a:pt x="1194926" y="1305763"/>
                  <a:pt x="1198398" y="1308243"/>
                </a:cubicBezTo>
                <a:cubicBezTo>
                  <a:pt x="1202862" y="1310723"/>
                  <a:pt x="1203854" y="1317172"/>
                  <a:pt x="1205838" y="1322132"/>
                </a:cubicBezTo>
                <a:cubicBezTo>
                  <a:pt x="1203358" y="1327092"/>
                  <a:pt x="1202366" y="1332548"/>
                  <a:pt x="1198894" y="1336021"/>
                </a:cubicBezTo>
                <a:cubicBezTo>
                  <a:pt x="1195918" y="1338997"/>
                  <a:pt x="1189965" y="1340981"/>
                  <a:pt x="1185501" y="1340485"/>
                </a:cubicBezTo>
                <a:cubicBezTo>
                  <a:pt x="1181037" y="1340485"/>
                  <a:pt x="1175084" y="1338501"/>
                  <a:pt x="1172604" y="1335029"/>
                </a:cubicBezTo>
                <a:cubicBezTo>
                  <a:pt x="1169628" y="1331060"/>
                  <a:pt x="1165660" y="1326596"/>
                  <a:pt x="1167148" y="1321140"/>
                </a:cubicBezTo>
                <a:cubicBezTo>
                  <a:pt x="1168140" y="1316676"/>
                  <a:pt x="1169628" y="1311219"/>
                  <a:pt x="1172604" y="1308243"/>
                </a:cubicBezTo>
                <a:cubicBezTo>
                  <a:pt x="1175581" y="1305267"/>
                  <a:pt x="1181037" y="1304275"/>
                  <a:pt x="1185501" y="1302787"/>
                </a:cubicBezTo>
                <a:close/>
                <a:moveTo>
                  <a:pt x="1120026" y="1302786"/>
                </a:moveTo>
                <a:cubicBezTo>
                  <a:pt x="1130443" y="1302786"/>
                  <a:pt x="1138379" y="1310723"/>
                  <a:pt x="1138379" y="1321635"/>
                </a:cubicBezTo>
                <a:cubicBezTo>
                  <a:pt x="1138379" y="1333540"/>
                  <a:pt x="1130443" y="1340980"/>
                  <a:pt x="1119034" y="1340980"/>
                </a:cubicBezTo>
                <a:cubicBezTo>
                  <a:pt x="1107625" y="1340980"/>
                  <a:pt x="1100185" y="1333044"/>
                  <a:pt x="1100185" y="1321139"/>
                </a:cubicBezTo>
                <a:cubicBezTo>
                  <a:pt x="1100185" y="1309731"/>
                  <a:pt x="1108121" y="1302290"/>
                  <a:pt x="1120026" y="1302786"/>
                </a:cubicBezTo>
                <a:close/>
                <a:moveTo>
                  <a:pt x="917671" y="1300803"/>
                </a:moveTo>
                <a:cubicBezTo>
                  <a:pt x="928583" y="1301299"/>
                  <a:pt x="938008" y="1311219"/>
                  <a:pt x="938504" y="1322132"/>
                </a:cubicBezTo>
                <a:cubicBezTo>
                  <a:pt x="938504" y="1326100"/>
                  <a:pt x="934536" y="1334037"/>
                  <a:pt x="932055" y="1337013"/>
                </a:cubicBezTo>
                <a:cubicBezTo>
                  <a:pt x="928087" y="1341973"/>
                  <a:pt x="922135" y="1341477"/>
                  <a:pt x="916679" y="1343957"/>
                </a:cubicBezTo>
                <a:cubicBezTo>
                  <a:pt x="911222" y="1341477"/>
                  <a:pt x="905270" y="1340981"/>
                  <a:pt x="900806" y="1336021"/>
                </a:cubicBezTo>
                <a:cubicBezTo>
                  <a:pt x="897334" y="1331556"/>
                  <a:pt x="895846" y="1326596"/>
                  <a:pt x="895846" y="1321636"/>
                </a:cubicBezTo>
                <a:cubicBezTo>
                  <a:pt x="895350" y="1310227"/>
                  <a:pt x="906758" y="1300307"/>
                  <a:pt x="917671" y="1300803"/>
                </a:cubicBezTo>
                <a:close/>
                <a:moveTo>
                  <a:pt x="783757" y="1300802"/>
                </a:moveTo>
                <a:cubicBezTo>
                  <a:pt x="795661" y="1300802"/>
                  <a:pt x="805578" y="1310723"/>
                  <a:pt x="805083" y="1322627"/>
                </a:cubicBezTo>
                <a:cubicBezTo>
                  <a:pt x="805083" y="1334036"/>
                  <a:pt x="794670" y="1343956"/>
                  <a:pt x="782764" y="1343460"/>
                </a:cubicBezTo>
                <a:cubicBezTo>
                  <a:pt x="771356" y="1343460"/>
                  <a:pt x="761929" y="1333044"/>
                  <a:pt x="761929" y="1321139"/>
                </a:cubicBezTo>
                <a:cubicBezTo>
                  <a:pt x="761929" y="1310226"/>
                  <a:pt x="772349" y="1300802"/>
                  <a:pt x="783757" y="1300802"/>
                </a:cubicBezTo>
                <a:close/>
                <a:moveTo>
                  <a:pt x="985636" y="1300306"/>
                </a:moveTo>
                <a:cubicBezTo>
                  <a:pt x="990596" y="1302290"/>
                  <a:pt x="996549" y="1303282"/>
                  <a:pt x="1000021" y="1307250"/>
                </a:cubicBezTo>
                <a:cubicBezTo>
                  <a:pt x="1003492" y="1310723"/>
                  <a:pt x="1006468" y="1316675"/>
                  <a:pt x="1006468" y="1321635"/>
                </a:cubicBezTo>
                <a:cubicBezTo>
                  <a:pt x="1006468" y="1326595"/>
                  <a:pt x="1003988" y="1332548"/>
                  <a:pt x="1000021" y="1336516"/>
                </a:cubicBezTo>
                <a:cubicBezTo>
                  <a:pt x="996549" y="1339988"/>
                  <a:pt x="990596" y="1342964"/>
                  <a:pt x="985140" y="1342964"/>
                </a:cubicBezTo>
                <a:cubicBezTo>
                  <a:pt x="980676" y="1342964"/>
                  <a:pt x="974724" y="1340484"/>
                  <a:pt x="971251" y="1337508"/>
                </a:cubicBezTo>
                <a:cubicBezTo>
                  <a:pt x="967779" y="1334036"/>
                  <a:pt x="964307" y="1328084"/>
                  <a:pt x="964307" y="1323123"/>
                </a:cubicBezTo>
                <a:cubicBezTo>
                  <a:pt x="964307" y="1318163"/>
                  <a:pt x="966787" y="1311715"/>
                  <a:pt x="970259" y="1308242"/>
                </a:cubicBezTo>
                <a:cubicBezTo>
                  <a:pt x="974724" y="1304274"/>
                  <a:pt x="980676" y="1302786"/>
                  <a:pt x="985636" y="1300306"/>
                </a:cubicBezTo>
                <a:close/>
                <a:moveTo>
                  <a:pt x="850703" y="1300306"/>
                </a:moveTo>
                <a:cubicBezTo>
                  <a:pt x="861616" y="1300306"/>
                  <a:pt x="872032" y="1310227"/>
                  <a:pt x="872032" y="1322131"/>
                </a:cubicBezTo>
                <a:cubicBezTo>
                  <a:pt x="872032" y="1333540"/>
                  <a:pt x="862112" y="1343460"/>
                  <a:pt x="850207" y="1343460"/>
                </a:cubicBezTo>
                <a:cubicBezTo>
                  <a:pt x="838797" y="1343460"/>
                  <a:pt x="828879" y="1333044"/>
                  <a:pt x="829375" y="1321139"/>
                </a:cubicBezTo>
                <a:cubicBezTo>
                  <a:pt x="829375" y="1310227"/>
                  <a:pt x="839788" y="1300306"/>
                  <a:pt x="850703" y="1300306"/>
                </a:cubicBezTo>
                <a:close/>
                <a:moveTo>
                  <a:pt x="715292" y="1300306"/>
                </a:moveTo>
                <a:cubicBezTo>
                  <a:pt x="729181" y="1300306"/>
                  <a:pt x="736124" y="1307250"/>
                  <a:pt x="736124" y="1321635"/>
                </a:cubicBezTo>
                <a:cubicBezTo>
                  <a:pt x="736124" y="1336516"/>
                  <a:pt x="729181" y="1343460"/>
                  <a:pt x="714797" y="1343460"/>
                </a:cubicBezTo>
                <a:cubicBezTo>
                  <a:pt x="700412" y="1343460"/>
                  <a:pt x="693468" y="1336516"/>
                  <a:pt x="693468" y="1321635"/>
                </a:cubicBezTo>
                <a:cubicBezTo>
                  <a:pt x="693468" y="1307250"/>
                  <a:pt x="700412" y="1300306"/>
                  <a:pt x="715292" y="1300306"/>
                </a:cubicBezTo>
                <a:close/>
                <a:moveTo>
                  <a:pt x="581885" y="1298322"/>
                </a:moveTo>
                <a:cubicBezTo>
                  <a:pt x="592301" y="1298818"/>
                  <a:pt x="606191" y="1313203"/>
                  <a:pt x="605199" y="1323123"/>
                </a:cubicBezTo>
                <a:cubicBezTo>
                  <a:pt x="604703" y="1333540"/>
                  <a:pt x="590813" y="1346436"/>
                  <a:pt x="580892" y="1345940"/>
                </a:cubicBezTo>
                <a:cubicBezTo>
                  <a:pt x="570475" y="1345444"/>
                  <a:pt x="556585" y="1331060"/>
                  <a:pt x="557577" y="1321139"/>
                </a:cubicBezTo>
                <a:cubicBezTo>
                  <a:pt x="558072" y="1310723"/>
                  <a:pt x="571963" y="1297826"/>
                  <a:pt x="581885" y="1298322"/>
                </a:cubicBezTo>
                <a:close/>
                <a:moveTo>
                  <a:pt x="513899" y="1298322"/>
                </a:moveTo>
                <a:cubicBezTo>
                  <a:pt x="524813" y="1297330"/>
                  <a:pt x="538206" y="1309730"/>
                  <a:pt x="538702" y="1321635"/>
                </a:cubicBezTo>
                <a:cubicBezTo>
                  <a:pt x="539198" y="1332548"/>
                  <a:pt x="527293" y="1344948"/>
                  <a:pt x="515883" y="1345940"/>
                </a:cubicBezTo>
                <a:cubicBezTo>
                  <a:pt x="504475" y="1346436"/>
                  <a:pt x="491577" y="1334532"/>
                  <a:pt x="491081" y="1322627"/>
                </a:cubicBezTo>
                <a:cubicBezTo>
                  <a:pt x="490585" y="1311714"/>
                  <a:pt x="502491" y="1299314"/>
                  <a:pt x="513899" y="1298322"/>
                </a:cubicBezTo>
                <a:close/>
                <a:moveTo>
                  <a:pt x="378488" y="1298322"/>
                </a:moveTo>
                <a:cubicBezTo>
                  <a:pt x="389898" y="1298322"/>
                  <a:pt x="402299" y="1310227"/>
                  <a:pt x="402795" y="1321139"/>
                </a:cubicBezTo>
                <a:cubicBezTo>
                  <a:pt x="403292" y="1333044"/>
                  <a:pt x="391386" y="1345445"/>
                  <a:pt x="379480" y="1345940"/>
                </a:cubicBezTo>
                <a:cubicBezTo>
                  <a:pt x="368071" y="1345940"/>
                  <a:pt x="355670" y="1334036"/>
                  <a:pt x="355174" y="1323123"/>
                </a:cubicBezTo>
                <a:cubicBezTo>
                  <a:pt x="355174" y="1311219"/>
                  <a:pt x="366584" y="1298322"/>
                  <a:pt x="378488" y="1298322"/>
                </a:cubicBezTo>
                <a:close/>
                <a:moveTo>
                  <a:pt x="177100" y="1298322"/>
                </a:moveTo>
                <a:cubicBezTo>
                  <a:pt x="189997" y="1298322"/>
                  <a:pt x="201406" y="1308738"/>
                  <a:pt x="200414" y="1322627"/>
                </a:cubicBezTo>
                <a:cubicBezTo>
                  <a:pt x="199918" y="1336516"/>
                  <a:pt x="190493" y="1345445"/>
                  <a:pt x="177100" y="1345940"/>
                </a:cubicBezTo>
                <a:cubicBezTo>
                  <a:pt x="162717" y="1345940"/>
                  <a:pt x="152796" y="1334532"/>
                  <a:pt x="152796" y="1322131"/>
                </a:cubicBezTo>
                <a:cubicBezTo>
                  <a:pt x="152796" y="1309731"/>
                  <a:pt x="162717" y="1298322"/>
                  <a:pt x="177100" y="1298322"/>
                </a:cubicBezTo>
                <a:close/>
                <a:moveTo>
                  <a:pt x="110147" y="1298322"/>
                </a:moveTo>
                <a:cubicBezTo>
                  <a:pt x="123044" y="1298322"/>
                  <a:pt x="133957" y="1308738"/>
                  <a:pt x="133461" y="1322627"/>
                </a:cubicBezTo>
                <a:cubicBezTo>
                  <a:pt x="132965" y="1336020"/>
                  <a:pt x="122548" y="1346436"/>
                  <a:pt x="108659" y="1345940"/>
                </a:cubicBezTo>
                <a:cubicBezTo>
                  <a:pt x="94274" y="1344948"/>
                  <a:pt x="86338" y="1335524"/>
                  <a:pt x="85842" y="1322131"/>
                </a:cubicBezTo>
                <a:cubicBezTo>
                  <a:pt x="85842" y="1309234"/>
                  <a:pt x="96259" y="1298322"/>
                  <a:pt x="110147" y="1298322"/>
                </a:cubicBezTo>
                <a:close/>
                <a:moveTo>
                  <a:pt x="43670" y="1298322"/>
                </a:moveTo>
                <a:cubicBezTo>
                  <a:pt x="57559" y="1299314"/>
                  <a:pt x="66488" y="1308243"/>
                  <a:pt x="66488" y="1321635"/>
                </a:cubicBezTo>
                <a:cubicBezTo>
                  <a:pt x="67480" y="1335028"/>
                  <a:pt x="56567" y="1345940"/>
                  <a:pt x="43174" y="1345940"/>
                </a:cubicBezTo>
                <a:cubicBezTo>
                  <a:pt x="30278" y="1345940"/>
                  <a:pt x="19365" y="1336020"/>
                  <a:pt x="19365" y="1321635"/>
                </a:cubicBezTo>
                <a:cubicBezTo>
                  <a:pt x="19861" y="1308243"/>
                  <a:pt x="30278" y="1297826"/>
                  <a:pt x="43670" y="1298322"/>
                </a:cubicBezTo>
                <a:close/>
                <a:moveTo>
                  <a:pt x="646819" y="1297826"/>
                </a:moveTo>
                <a:cubicBezTo>
                  <a:pt x="652276" y="1300306"/>
                  <a:pt x="658228" y="1300802"/>
                  <a:pt x="663188" y="1304770"/>
                </a:cubicBezTo>
                <a:cubicBezTo>
                  <a:pt x="669140" y="1309235"/>
                  <a:pt x="668148" y="1316675"/>
                  <a:pt x="672117" y="1321635"/>
                </a:cubicBezTo>
                <a:cubicBezTo>
                  <a:pt x="669636" y="1326595"/>
                  <a:pt x="668148" y="1332052"/>
                  <a:pt x="665172" y="1336516"/>
                </a:cubicBezTo>
                <a:cubicBezTo>
                  <a:pt x="661700" y="1342468"/>
                  <a:pt x="653764" y="1341972"/>
                  <a:pt x="648803" y="1345445"/>
                </a:cubicBezTo>
                <a:cubicBezTo>
                  <a:pt x="643347" y="1342964"/>
                  <a:pt x="637395" y="1342468"/>
                  <a:pt x="632434" y="1338500"/>
                </a:cubicBezTo>
                <a:cubicBezTo>
                  <a:pt x="626978" y="1334036"/>
                  <a:pt x="626978" y="1327092"/>
                  <a:pt x="624002" y="1321635"/>
                </a:cubicBezTo>
                <a:cubicBezTo>
                  <a:pt x="626978" y="1316675"/>
                  <a:pt x="626978" y="1311219"/>
                  <a:pt x="630450" y="1306754"/>
                </a:cubicBezTo>
                <a:cubicBezTo>
                  <a:pt x="634915" y="1301298"/>
                  <a:pt x="641859" y="1301298"/>
                  <a:pt x="646819" y="1297826"/>
                </a:cubicBezTo>
                <a:close/>
                <a:moveTo>
                  <a:pt x="446448" y="1297826"/>
                </a:moveTo>
                <a:cubicBezTo>
                  <a:pt x="457859" y="1298322"/>
                  <a:pt x="469764" y="1310723"/>
                  <a:pt x="469268" y="1322131"/>
                </a:cubicBezTo>
                <a:cubicBezTo>
                  <a:pt x="469268" y="1334036"/>
                  <a:pt x="456867" y="1345940"/>
                  <a:pt x="444465" y="1345445"/>
                </a:cubicBezTo>
                <a:cubicBezTo>
                  <a:pt x="433552" y="1345445"/>
                  <a:pt x="421646" y="1332548"/>
                  <a:pt x="421646" y="1321139"/>
                </a:cubicBezTo>
                <a:cubicBezTo>
                  <a:pt x="421646" y="1309235"/>
                  <a:pt x="434048" y="1297330"/>
                  <a:pt x="446448" y="1297826"/>
                </a:cubicBezTo>
                <a:close/>
                <a:moveTo>
                  <a:pt x="312000" y="1297826"/>
                </a:moveTo>
                <a:cubicBezTo>
                  <a:pt x="325889" y="1297826"/>
                  <a:pt x="335809" y="1308738"/>
                  <a:pt x="336305" y="1321635"/>
                </a:cubicBezTo>
                <a:cubicBezTo>
                  <a:pt x="336305" y="1335524"/>
                  <a:pt x="325393" y="1345940"/>
                  <a:pt x="312496" y="1345445"/>
                </a:cubicBezTo>
                <a:cubicBezTo>
                  <a:pt x="299103" y="1344949"/>
                  <a:pt x="289679" y="1337012"/>
                  <a:pt x="288687" y="1322627"/>
                </a:cubicBezTo>
                <a:cubicBezTo>
                  <a:pt x="287695" y="1309235"/>
                  <a:pt x="298607" y="1298322"/>
                  <a:pt x="312000" y="1297826"/>
                </a:cubicBezTo>
                <a:close/>
                <a:moveTo>
                  <a:pt x="242580" y="1297826"/>
                </a:moveTo>
                <a:cubicBezTo>
                  <a:pt x="256468" y="1297826"/>
                  <a:pt x="266886" y="1308738"/>
                  <a:pt x="266886" y="1321635"/>
                </a:cubicBezTo>
                <a:cubicBezTo>
                  <a:pt x="266886" y="1335524"/>
                  <a:pt x="255972" y="1345940"/>
                  <a:pt x="243076" y="1345445"/>
                </a:cubicBezTo>
                <a:cubicBezTo>
                  <a:pt x="229684" y="1344949"/>
                  <a:pt x="220259" y="1337012"/>
                  <a:pt x="219267" y="1322627"/>
                </a:cubicBezTo>
                <a:cubicBezTo>
                  <a:pt x="218275" y="1309235"/>
                  <a:pt x="228692" y="1298322"/>
                  <a:pt x="242580" y="1297826"/>
                </a:cubicBezTo>
                <a:close/>
                <a:moveTo>
                  <a:pt x="2062476" y="1253680"/>
                </a:moveTo>
                <a:cubicBezTo>
                  <a:pt x="2063468" y="1254176"/>
                  <a:pt x="2064460" y="1255664"/>
                  <a:pt x="2064956" y="1256656"/>
                </a:cubicBezTo>
                <a:cubicBezTo>
                  <a:pt x="2064956" y="1256160"/>
                  <a:pt x="2063468" y="1257152"/>
                  <a:pt x="2061980" y="1259136"/>
                </a:cubicBezTo>
                <a:cubicBezTo>
                  <a:pt x="2060988" y="1257152"/>
                  <a:pt x="2060492" y="1256160"/>
                  <a:pt x="2060492" y="1255168"/>
                </a:cubicBezTo>
                <a:cubicBezTo>
                  <a:pt x="2060492" y="1254672"/>
                  <a:pt x="2062476" y="1253184"/>
                  <a:pt x="2062476" y="1253680"/>
                </a:cubicBezTo>
                <a:close/>
                <a:moveTo>
                  <a:pt x="1992661" y="1250579"/>
                </a:moveTo>
                <a:cubicBezTo>
                  <a:pt x="1993777" y="1250331"/>
                  <a:pt x="1995265" y="1250703"/>
                  <a:pt x="1996505" y="1250703"/>
                </a:cubicBezTo>
                <a:cubicBezTo>
                  <a:pt x="2000969" y="1250703"/>
                  <a:pt x="2000473" y="1250703"/>
                  <a:pt x="2000969" y="1256656"/>
                </a:cubicBezTo>
                <a:cubicBezTo>
                  <a:pt x="2000969" y="1261616"/>
                  <a:pt x="1997993" y="1260128"/>
                  <a:pt x="1995513" y="1260128"/>
                </a:cubicBezTo>
                <a:cubicBezTo>
                  <a:pt x="1990553" y="1260128"/>
                  <a:pt x="1990553" y="1259632"/>
                  <a:pt x="1991049" y="1254175"/>
                </a:cubicBezTo>
                <a:cubicBezTo>
                  <a:pt x="1990801" y="1251695"/>
                  <a:pt x="1991545" y="1250827"/>
                  <a:pt x="1992661" y="1250579"/>
                </a:cubicBezTo>
                <a:close/>
                <a:moveTo>
                  <a:pt x="1928549" y="1248224"/>
                </a:moveTo>
                <a:cubicBezTo>
                  <a:pt x="1933509" y="1248224"/>
                  <a:pt x="1935989" y="1249712"/>
                  <a:pt x="1935989" y="1254672"/>
                </a:cubicBezTo>
                <a:cubicBezTo>
                  <a:pt x="1935989" y="1259633"/>
                  <a:pt x="1934501" y="1262113"/>
                  <a:pt x="1929541" y="1262609"/>
                </a:cubicBezTo>
                <a:cubicBezTo>
                  <a:pt x="1924581" y="1263105"/>
                  <a:pt x="1922101" y="1261121"/>
                  <a:pt x="1921604" y="1256656"/>
                </a:cubicBezTo>
                <a:cubicBezTo>
                  <a:pt x="1921108" y="1251200"/>
                  <a:pt x="1923093" y="1248224"/>
                  <a:pt x="1928549" y="1248224"/>
                </a:cubicBezTo>
                <a:close/>
                <a:moveTo>
                  <a:pt x="1860594" y="1245743"/>
                </a:moveTo>
                <a:cubicBezTo>
                  <a:pt x="1865554" y="1246239"/>
                  <a:pt x="1869522" y="1250703"/>
                  <a:pt x="1869522" y="1255664"/>
                </a:cubicBezTo>
                <a:cubicBezTo>
                  <a:pt x="1869522" y="1260624"/>
                  <a:pt x="1865058" y="1265088"/>
                  <a:pt x="1860097" y="1265088"/>
                </a:cubicBezTo>
                <a:cubicBezTo>
                  <a:pt x="1855137" y="1265088"/>
                  <a:pt x="1850673" y="1260624"/>
                  <a:pt x="1850673" y="1255664"/>
                </a:cubicBezTo>
                <a:cubicBezTo>
                  <a:pt x="1850673" y="1250207"/>
                  <a:pt x="1855137" y="1245743"/>
                  <a:pt x="1860594" y="1245743"/>
                </a:cubicBezTo>
                <a:close/>
                <a:moveTo>
                  <a:pt x="1792638" y="1243263"/>
                </a:moveTo>
                <a:cubicBezTo>
                  <a:pt x="1796606" y="1242767"/>
                  <a:pt x="1804542" y="1250704"/>
                  <a:pt x="1805038" y="1254672"/>
                </a:cubicBezTo>
                <a:cubicBezTo>
                  <a:pt x="1805534" y="1258640"/>
                  <a:pt x="1797598" y="1267072"/>
                  <a:pt x="1793630" y="1267072"/>
                </a:cubicBezTo>
                <a:cubicBezTo>
                  <a:pt x="1789662" y="1267568"/>
                  <a:pt x="1781725" y="1259632"/>
                  <a:pt x="1781229" y="1255664"/>
                </a:cubicBezTo>
                <a:cubicBezTo>
                  <a:pt x="1780733" y="1251696"/>
                  <a:pt x="1788670" y="1243759"/>
                  <a:pt x="1792638" y="1243263"/>
                </a:cubicBezTo>
                <a:close/>
                <a:moveTo>
                  <a:pt x="1726171" y="1243263"/>
                </a:moveTo>
                <a:cubicBezTo>
                  <a:pt x="1735099" y="1243263"/>
                  <a:pt x="1738571" y="1246735"/>
                  <a:pt x="1738571" y="1254672"/>
                </a:cubicBezTo>
                <a:cubicBezTo>
                  <a:pt x="1738571" y="1263600"/>
                  <a:pt x="1735595" y="1267072"/>
                  <a:pt x="1727659" y="1267072"/>
                </a:cubicBezTo>
                <a:cubicBezTo>
                  <a:pt x="1718234" y="1267072"/>
                  <a:pt x="1715258" y="1264592"/>
                  <a:pt x="1714762" y="1256160"/>
                </a:cubicBezTo>
                <a:cubicBezTo>
                  <a:pt x="1714762" y="1246735"/>
                  <a:pt x="1717738" y="1243263"/>
                  <a:pt x="1726171" y="1243263"/>
                </a:cubicBezTo>
                <a:close/>
                <a:moveTo>
                  <a:pt x="1524288" y="1241279"/>
                </a:moveTo>
                <a:cubicBezTo>
                  <a:pt x="1534208" y="1240783"/>
                  <a:pt x="1538673" y="1245247"/>
                  <a:pt x="1538673" y="1255168"/>
                </a:cubicBezTo>
                <a:cubicBezTo>
                  <a:pt x="1538673" y="1265088"/>
                  <a:pt x="1534704" y="1269553"/>
                  <a:pt x="1524784" y="1269553"/>
                </a:cubicBezTo>
                <a:cubicBezTo>
                  <a:pt x="1513871" y="1269553"/>
                  <a:pt x="1509903" y="1266080"/>
                  <a:pt x="1509903" y="1256160"/>
                </a:cubicBezTo>
                <a:cubicBezTo>
                  <a:pt x="1509903" y="1245247"/>
                  <a:pt x="1513871" y="1241279"/>
                  <a:pt x="1524288" y="1241279"/>
                </a:cubicBezTo>
                <a:close/>
                <a:moveTo>
                  <a:pt x="1658215" y="1240783"/>
                </a:moveTo>
                <a:cubicBezTo>
                  <a:pt x="1663175" y="1241279"/>
                  <a:pt x="1672600" y="1251200"/>
                  <a:pt x="1672104" y="1255664"/>
                </a:cubicBezTo>
                <a:cubicBezTo>
                  <a:pt x="1671608" y="1260128"/>
                  <a:pt x="1662679" y="1269057"/>
                  <a:pt x="1658215" y="1269057"/>
                </a:cubicBezTo>
                <a:cubicBezTo>
                  <a:pt x="1653255" y="1270049"/>
                  <a:pt x="1643334" y="1260128"/>
                  <a:pt x="1643334" y="1255168"/>
                </a:cubicBezTo>
                <a:cubicBezTo>
                  <a:pt x="1643334" y="1250207"/>
                  <a:pt x="1653255" y="1240783"/>
                  <a:pt x="1658215" y="1240783"/>
                </a:cubicBezTo>
                <a:close/>
                <a:moveTo>
                  <a:pt x="1590755" y="1240783"/>
                </a:moveTo>
                <a:cubicBezTo>
                  <a:pt x="1599683" y="1240783"/>
                  <a:pt x="1605140" y="1246735"/>
                  <a:pt x="1605140" y="1255168"/>
                </a:cubicBezTo>
                <a:cubicBezTo>
                  <a:pt x="1605140" y="1264096"/>
                  <a:pt x="1599683" y="1269552"/>
                  <a:pt x="1590755" y="1269552"/>
                </a:cubicBezTo>
                <a:cubicBezTo>
                  <a:pt x="1581826" y="1269552"/>
                  <a:pt x="1576370" y="1264096"/>
                  <a:pt x="1576370" y="1255168"/>
                </a:cubicBezTo>
                <a:cubicBezTo>
                  <a:pt x="1576370" y="1246239"/>
                  <a:pt x="1581826" y="1240783"/>
                  <a:pt x="1590755" y="1240783"/>
                </a:cubicBezTo>
                <a:close/>
                <a:moveTo>
                  <a:pt x="1456828" y="1238799"/>
                </a:moveTo>
                <a:cubicBezTo>
                  <a:pt x="1464764" y="1238303"/>
                  <a:pt x="1473693" y="1246735"/>
                  <a:pt x="1474189" y="1254672"/>
                </a:cubicBezTo>
                <a:cubicBezTo>
                  <a:pt x="1474685" y="1262608"/>
                  <a:pt x="1465756" y="1271537"/>
                  <a:pt x="1457820" y="1272033"/>
                </a:cubicBezTo>
                <a:cubicBezTo>
                  <a:pt x="1450379" y="1272033"/>
                  <a:pt x="1441451" y="1264096"/>
                  <a:pt x="1440955" y="1256656"/>
                </a:cubicBezTo>
                <a:cubicBezTo>
                  <a:pt x="1440459" y="1248719"/>
                  <a:pt x="1448891" y="1239295"/>
                  <a:pt x="1456828" y="1238799"/>
                </a:cubicBezTo>
                <a:close/>
                <a:moveTo>
                  <a:pt x="1388376" y="1238799"/>
                </a:moveTo>
                <a:cubicBezTo>
                  <a:pt x="1399785" y="1238799"/>
                  <a:pt x="1405241" y="1244255"/>
                  <a:pt x="1405241" y="1255168"/>
                </a:cubicBezTo>
                <a:cubicBezTo>
                  <a:pt x="1405241" y="1266080"/>
                  <a:pt x="1399785" y="1272033"/>
                  <a:pt x="1388872" y="1272033"/>
                </a:cubicBezTo>
                <a:cubicBezTo>
                  <a:pt x="1377463" y="1272033"/>
                  <a:pt x="1372007" y="1266577"/>
                  <a:pt x="1372007" y="1255664"/>
                </a:cubicBezTo>
                <a:cubicBezTo>
                  <a:pt x="1372007" y="1244255"/>
                  <a:pt x="1377463" y="1238799"/>
                  <a:pt x="1388376" y="1238799"/>
                </a:cubicBezTo>
                <a:close/>
                <a:moveTo>
                  <a:pt x="1321412" y="1236815"/>
                </a:moveTo>
                <a:cubicBezTo>
                  <a:pt x="1324388" y="1235823"/>
                  <a:pt x="1328853" y="1238799"/>
                  <a:pt x="1332325" y="1240783"/>
                </a:cubicBezTo>
                <a:cubicBezTo>
                  <a:pt x="1337781" y="1243759"/>
                  <a:pt x="1339269" y="1249712"/>
                  <a:pt x="1340757" y="1254672"/>
                </a:cubicBezTo>
                <a:cubicBezTo>
                  <a:pt x="1341749" y="1257648"/>
                  <a:pt x="1338773" y="1262112"/>
                  <a:pt x="1336789" y="1265585"/>
                </a:cubicBezTo>
                <a:cubicBezTo>
                  <a:pt x="1333813" y="1269553"/>
                  <a:pt x="1325380" y="1274017"/>
                  <a:pt x="1321908" y="1274513"/>
                </a:cubicBezTo>
                <a:cubicBezTo>
                  <a:pt x="1318932" y="1271537"/>
                  <a:pt x="1313972" y="1272529"/>
                  <a:pt x="1310500" y="1269057"/>
                </a:cubicBezTo>
                <a:cubicBezTo>
                  <a:pt x="1306531" y="1265089"/>
                  <a:pt x="1304547" y="1260128"/>
                  <a:pt x="1303555" y="1255168"/>
                </a:cubicBezTo>
                <a:cubicBezTo>
                  <a:pt x="1303059" y="1252192"/>
                  <a:pt x="1305539" y="1248224"/>
                  <a:pt x="1307523" y="1245247"/>
                </a:cubicBezTo>
                <a:cubicBezTo>
                  <a:pt x="1310500" y="1239791"/>
                  <a:pt x="1316452" y="1237807"/>
                  <a:pt x="1321412" y="1236815"/>
                </a:cubicBezTo>
                <a:close/>
                <a:moveTo>
                  <a:pt x="1255441" y="1236815"/>
                </a:moveTo>
                <a:cubicBezTo>
                  <a:pt x="1259905" y="1236815"/>
                  <a:pt x="1265361" y="1238303"/>
                  <a:pt x="1268834" y="1241279"/>
                </a:cubicBezTo>
                <a:cubicBezTo>
                  <a:pt x="1271314" y="1244751"/>
                  <a:pt x="1272802" y="1250208"/>
                  <a:pt x="1275282" y="1255168"/>
                </a:cubicBezTo>
                <a:cubicBezTo>
                  <a:pt x="1272802" y="1260128"/>
                  <a:pt x="1271810" y="1266577"/>
                  <a:pt x="1268338" y="1269057"/>
                </a:cubicBezTo>
                <a:cubicBezTo>
                  <a:pt x="1264865" y="1271537"/>
                  <a:pt x="1260401" y="1275505"/>
                  <a:pt x="1255441" y="1274513"/>
                </a:cubicBezTo>
                <a:cubicBezTo>
                  <a:pt x="1250977" y="1273521"/>
                  <a:pt x="1245520" y="1272033"/>
                  <a:pt x="1242544" y="1269057"/>
                </a:cubicBezTo>
                <a:cubicBezTo>
                  <a:pt x="1239568" y="1266081"/>
                  <a:pt x="1238080" y="1260624"/>
                  <a:pt x="1237088" y="1256160"/>
                </a:cubicBezTo>
                <a:cubicBezTo>
                  <a:pt x="1235600" y="1250704"/>
                  <a:pt x="1240064" y="1245743"/>
                  <a:pt x="1242544" y="1242271"/>
                </a:cubicBezTo>
                <a:cubicBezTo>
                  <a:pt x="1245024" y="1238799"/>
                  <a:pt x="1250977" y="1237311"/>
                  <a:pt x="1255441" y="1236815"/>
                </a:cubicBezTo>
                <a:close/>
                <a:moveTo>
                  <a:pt x="1187486" y="1236319"/>
                </a:moveTo>
                <a:cubicBezTo>
                  <a:pt x="1197902" y="1237311"/>
                  <a:pt x="1205343" y="1245247"/>
                  <a:pt x="1204847" y="1256160"/>
                </a:cubicBezTo>
                <a:cubicBezTo>
                  <a:pt x="1204847" y="1267568"/>
                  <a:pt x="1196414" y="1274513"/>
                  <a:pt x="1185006" y="1275009"/>
                </a:cubicBezTo>
                <a:cubicBezTo>
                  <a:pt x="1176573" y="1275009"/>
                  <a:pt x="1165164" y="1265088"/>
                  <a:pt x="1167149" y="1254176"/>
                </a:cubicBezTo>
                <a:cubicBezTo>
                  <a:pt x="1166653" y="1245247"/>
                  <a:pt x="1176573" y="1235327"/>
                  <a:pt x="1187486" y="1236319"/>
                </a:cubicBezTo>
                <a:close/>
                <a:moveTo>
                  <a:pt x="1120522" y="1236319"/>
                </a:moveTo>
                <a:cubicBezTo>
                  <a:pt x="1125978" y="1234335"/>
                  <a:pt x="1129451" y="1238303"/>
                  <a:pt x="1133419" y="1241279"/>
                </a:cubicBezTo>
                <a:cubicBezTo>
                  <a:pt x="1138875" y="1245248"/>
                  <a:pt x="1137883" y="1250704"/>
                  <a:pt x="1138875" y="1256160"/>
                </a:cubicBezTo>
                <a:cubicBezTo>
                  <a:pt x="1139371" y="1262112"/>
                  <a:pt x="1136395" y="1265089"/>
                  <a:pt x="1133419" y="1269553"/>
                </a:cubicBezTo>
                <a:cubicBezTo>
                  <a:pt x="1128955" y="1275009"/>
                  <a:pt x="1123994" y="1274017"/>
                  <a:pt x="1118538" y="1274513"/>
                </a:cubicBezTo>
                <a:cubicBezTo>
                  <a:pt x="1112586" y="1275009"/>
                  <a:pt x="1109113" y="1272033"/>
                  <a:pt x="1105145" y="1268561"/>
                </a:cubicBezTo>
                <a:cubicBezTo>
                  <a:pt x="1100681" y="1264593"/>
                  <a:pt x="1100681" y="1260128"/>
                  <a:pt x="1100185" y="1255168"/>
                </a:cubicBezTo>
                <a:cubicBezTo>
                  <a:pt x="1100185" y="1249712"/>
                  <a:pt x="1101673" y="1245744"/>
                  <a:pt x="1105145" y="1241775"/>
                </a:cubicBezTo>
                <a:cubicBezTo>
                  <a:pt x="1109609" y="1236815"/>
                  <a:pt x="1114570" y="1235823"/>
                  <a:pt x="1120522" y="1236319"/>
                </a:cubicBezTo>
                <a:close/>
                <a:moveTo>
                  <a:pt x="1053063" y="1233839"/>
                </a:moveTo>
                <a:cubicBezTo>
                  <a:pt x="1062487" y="1234335"/>
                  <a:pt x="1074888" y="1246736"/>
                  <a:pt x="1074392" y="1255664"/>
                </a:cubicBezTo>
                <a:cubicBezTo>
                  <a:pt x="1073896" y="1265089"/>
                  <a:pt x="1060999" y="1276993"/>
                  <a:pt x="1052071" y="1276497"/>
                </a:cubicBezTo>
                <a:cubicBezTo>
                  <a:pt x="1043171" y="1276001"/>
                  <a:pt x="1031762" y="1263601"/>
                  <a:pt x="1031762" y="1255168"/>
                </a:cubicBezTo>
                <a:cubicBezTo>
                  <a:pt x="1031266" y="1245744"/>
                  <a:pt x="1043667" y="1233839"/>
                  <a:pt x="1053063" y="1233839"/>
                </a:cubicBezTo>
                <a:close/>
                <a:moveTo>
                  <a:pt x="985604" y="1233839"/>
                </a:moveTo>
                <a:cubicBezTo>
                  <a:pt x="997509" y="1233839"/>
                  <a:pt x="1007429" y="1243264"/>
                  <a:pt x="1007429" y="1255168"/>
                </a:cubicBezTo>
                <a:cubicBezTo>
                  <a:pt x="1007429" y="1266081"/>
                  <a:pt x="998005" y="1276497"/>
                  <a:pt x="987092" y="1276993"/>
                </a:cubicBezTo>
                <a:cubicBezTo>
                  <a:pt x="975188" y="1277489"/>
                  <a:pt x="964771" y="1267569"/>
                  <a:pt x="964275" y="1256656"/>
                </a:cubicBezTo>
                <a:cubicBezTo>
                  <a:pt x="964275" y="1244256"/>
                  <a:pt x="974196" y="1233839"/>
                  <a:pt x="985604" y="1233839"/>
                </a:cubicBezTo>
                <a:close/>
                <a:moveTo>
                  <a:pt x="785225" y="1233839"/>
                </a:moveTo>
                <a:cubicBezTo>
                  <a:pt x="798617" y="1233839"/>
                  <a:pt x="805064" y="1241279"/>
                  <a:pt x="805064" y="1255664"/>
                </a:cubicBezTo>
                <a:cubicBezTo>
                  <a:pt x="805064" y="1270049"/>
                  <a:pt x="798121" y="1276497"/>
                  <a:pt x="782744" y="1276497"/>
                </a:cubicBezTo>
                <a:cubicBezTo>
                  <a:pt x="768855" y="1276497"/>
                  <a:pt x="762407" y="1269553"/>
                  <a:pt x="762407" y="1254176"/>
                </a:cubicBezTo>
                <a:cubicBezTo>
                  <a:pt x="762407" y="1240287"/>
                  <a:pt x="769847" y="1233839"/>
                  <a:pt x="785225" y="1233839"/>
                </a:cubicBezTo>
                <a:close/>
                <a:moveTo>
                  <a:pt x="917648" y="1233343"/>
                </a:moveTo>
                <a:cubicBezTo>
                  <a:pt x="928561" y="1233343"/>
                  <a:pt x="938481" y="1243264"/>
                  <a:pt x="938481" y="1254672"/>
                </a:cubicBezTo>
                <a:cubicBezTo>
                  <a:pt x="938481" y="1266577"/>
                  <a:pt x="928561" y="1276497"/>
                  <a:pt x="917152" y="1276497"/>
                </a:cubicBezTo>
                <a:cubicBezTo>
                  <a:pt x="905744" y="1276497"/>
                  <a:pt x="895823" y="1266577"/>
                  <a:pt x="895823" y="1254672"/>
                </a:cubicBezTo>
                <a:cubicBezTo>
                  <a:pt x="895823" y="1243264"/>
                  <a:pt x="906240" y="1233343"/>
                  <a:pt x="917648" y="1233343"/>
                </a:cubicBezTo>
                <a:close/>
                <a:moveTo>
                  <a:pt x="851211" y="1232847"/>
                </a:moveTo>
                <a:cubicBezTo>
                  <a:pt x="857660" y="1233343"/>
                  <a:pt x="862621" y="1235823"/>
                  <a:pt x="866095" y="1239295"/>
                </a:cubicBezTo>
                <a:cubicBezTo>
                  <a:pt x="869566" y="1242768"/>
                  <a:pt x="873038" y="1248224"/>
                  <a:pt x="871550" y="1254672"/>
                </a:cubicBezTo>
                <a:cubicBezTo>
                  <a:pt x="870558" y="1257648"/>
                  <a:pt x="871550" y="1261121"/>
                  <a:pt x="870062" y="1263601"/>
                </a:cubicBezTo>
                <a:cubicBezTo>
                  <a:pt x="867086" y="1267569"/>
                  <a:pt x="864110" y="1272529"/>
                  <a:pt x="859645" y="1274513"/>
                </a:cubicBezTo>
                <a:cubicBezTo>
                  <a:pt x="857164" y="1276497"/>
                  <a:pt x="853197" y="1276497"/>
                  <a:pt x="849724" y="1276993"/>
                </a:cubicBezTo>
                <a:cubicBezTo>
                  <a:pt x="842780" y="1279473"/>
                  <a:pt x="838315" y="1274017"/>
                  <a:pt x="834349" y="1270545"/>
                </a:cubicBezTo>
                <a:cubicBezTo>
                  <a:pt x="830381" y="1267073"/>
                  <a:pt x="828396" y="1260625"/>
                  <a:pt x="828396" y="1254176"/>
                </a:cubicBezTo>
                <a:cubicBezTo>
                  <a:pt x="828396" y="1247232"/>
                  <a:pt x="831373" y="1242271"/>
                  <a:pt x="834844" y="1238799"/>
                </a:cubicBezTo>
                <a:cubicBezTo>
                  <a:pt x="838810" y="1234831"/>
                  <a:pt x="844760" y="1232847"/>
                  <a:pt x="851211" y="1232847"/>
                </a:cubicBezTo>
                <a:close/>
                <a:moveTo>
                  <a:pt x="715277" y="1231855"/>
                </a:moveTo>
                <a:cubicBezTo>
                  <a:pt x="726686" y="1231855"/>
                  <a:pt x="738590" y="1244256"/>
                  <a:pt x="738590" y="1255664"/>
                </a:cubicBezTo>
                <a:cubicBezTo>
                  <a:pt x="738590" y="1267073"/>
                  <a:pt x="725198" y="1279969"/>
                  <a:pt x="714285" y="1279473"/>
                </a:cubicBezTo>
                <a:cubicBezTo>
                  <a:pt x="702877" y="1278977"/>
                  <a:pt x="690972" y="1266577"/>
                  <a:pt x="690972" y="1255664"/>
                </a:cubicBezTo>
                <a:cubicBezTo>
                  <a:pt x="690972" y="1244256"/>
                  <a:pt x="704365" y="1231359"/>
                  <a:pt x="715277" y="1231855"/>
                </a:cubicBezTo>
                <a:close/>
                <a:moveTo>
                  <a:pt x="312507" y="1231855"/>
                </a:moveTo>
                <a:cubicBezTo>
                  <a:pt x="327389" y="1231359"/>
                  <a:pt x="336318" y="1240287"/>
                  <a:pt x="336318" y="1255664"/>
                </a:cubicBezTo>
                <a:cubicBezTo>
                  <a:pt x="336318" y="1270545"/>
                  <a:pt x="327389" y="1279473"/>
                  <a:pt x="312011" y="1279473"/>
                </a:cubicBezTo>
                <a:cubicBezTo>
                  <a:pt x="297130" y="1279473"/>
                  <a:pt x="288698" y="1270049"/>
                  <a:pt x="288698" y="1254672"/>
                </a:cubicBezTo>
                <a:cubicBezTo>
                  <a:pt x="288698" y="1240783"/>
                  <a:pt x="298122" y="1231855"/>
                  <a:pt x="312507" y="1231855"/>
                </a:cubicBezTo>
                <a:close/>
                <a:moveTo>
                  <a:pt x="648801" y="1231359"/>
                </a:moveTo>
                <a:cubicBezTo>
                  <a:pt x="660210" y="1232351"/>
                  <a:pt x="672115" y="1244752"/>
                  <a:pt x="671619" y="1255664"/>
                </a:cubicBezTo>
                <a:cubicBezTo>
                  <a:pt x="671123" y="1267569"/>
                  <a:pt x="658226" y="1279969"/>
                  <a:pt x="646817" y="1278977"/>
                </a:cubicBezTo>
                <a:cubicBezTo>
                  <a:pt x="635409" y="1278481"/>
                  <a:pt x="623504" y="1265585"/>
                  <a:pt x="624000" y="1254672"/>
                </a:cubicBezTo>
                <a:cubicBezTo>
                  <a:pt x="624496" y="1242767"/>
                  <a:pt x="637393" y="1230367"/>
                  <a:pt x="648801" y="1231359"/>
                </a:cubicBezTo>
                <a:close/>
                <a:moveTo>
                  <a:pt x="582378" y="1231359"/>
                </a:moveTo>
                <a:cubicBezTo>
                  <a:pt x="593292" y="1231855"/>
                  <a:pt x="605198" y="1244256"/>
                  <a:pt x="605198" y="1255664"/>
                </a:cubicBezTo>
                <a:cubicBezTo>
                  <a:pt x="605198" y="1267569"/>
                  <a:pt x="592300" y="1278978"/>
                  <a:pt x="580394" y="1278978"/>
                </a:cubicBezTo>
                <a:cubicBezTo>
                  <a:pt x="569481" y="1278482"/>
                  <a:pt x="557575" y="1266081"/>
                  <a:pt x="557575" y="1254672"/>
                </a:cubicBezTo>
                <a:cubicBezTo>
                  <a:pt x="557575" y="1242768"/>
                  <a:pt x="570473" y="1231359"/>
                  <a:pt x="582378" y="1231359"/>
                </a:cubicBezTo>
                <a:close/>
                <a:moveTo>
                  <a:pt x="515413" y="1231359"/>
                </a:moveTo>
                <a:cubicBezTo>
                  <a:pt x="527318" y="1231359"/>
                  <a:pt x="538728" y="1241280"/>
                  <a:pt x="538728" y="1255664"/>
                </a:cubicBezTo>
                <a:cubicBezTo>
                  <a:pt x="538233" y="1268561"/>
                  <a:pt x="528310" y="1279474"/>
                  <a:pt x="514421" y="1278978"/>
                </a:cubicBezTo>
                <a:cubicBezTo>
                  <a:pt x="500531" y="1278482"/>
                  <a:pt x="490609" y="1268065"/>
                  <a:pt x="491601" y="1254176"/>
                </a:cubicBezTo>
                <a:cubicBezTo>
                  <a:pt x="492593" y="1239791"/>
                  <a:pt x="501523" y="1231855"/>
                  <a:pt x="515413" y="1231359"/>
                </a:cubicBezTo>
                <a:close/>
                <a:moveTo>
                  <a:pt x="445466" y="1231359"/>
                </a:moveTo>
                <a:cubicBezTo>
                  <a:pt x="460844" y="1231359"/>
                  <a:pt x="469774" y="1240784"/>
                  <a:pt x="469278" y="1255664"/>
                </a:cubicBezTo>
                <a:cubicBezTo>
                  <a:pt x="469278" y="1270545"/>
                  <a:pt x="459852" y="1278978"/>
                  <a:pt x="444474" y="1278978"/>
                </a:cubicBezTo>
                <a:cubicBezTo>
                  <a:pt x="438025" y="1278978"/>
                  <a:pt x="432569" y="1276993"/>
                  <a:pt x="428103" y="1272529"/>
                </a:cubicBezTo>
                <a:cubicBezTo>
                  <a:pt x="422647" y="1267569"/>
                  <a:pt x="421159" y="1261121"/>
                  <a:pt x="421159" y="1254176"/>
                </a:cubicBezTo>
                <a:cubicBezTo>
                  <a:pt x="421655" y="1240287"/>
                  <a:pt x="430585" y="1231359"/>
                  <a:pt x="445466" y="1231359"/>
                </a:cubicBezTo>
                <a:close/>
                <a:moveTo>
                  <a:pt x="378480" y="1231359"/>
                </a:moveTo>
                <a:cubicBezTo>
                  <a:pt x="393362" y="1231855"/>
                  <a:pt x="402787" y="1240287"/>
                  <a:pt x="402787" y="1254672"/>
                </a:cubicBezTo>
                <a:cubicBezTo>
                  <a:pt x="402787" y="1270049"/>
                  <a:pt x="393858" y="1278978"/>
                  <a:pt x="379472" y="1278978"/>
                </a:cubicBezTo>
                <a:cubicBezTo>
                  <a:pt x="364095" y="1278978"/>
                  <a:pt x="355662" y="1270049"/>
                  <a:pt x="355166" y="1255168"/>
                </a:cubicBezTo>
                <a:cubicBezTo>
                  <a:pt x="355166" y="1248224"/>
                  <a:pt x="356654" y="1242768"/>
                  <a:pt x="362110" y="1237807"/>
                </a:cubicBezTo>
                <a:cubicBezTo>
                  <a:pt x="366576" y="1233343"/>
                  <a:pt x="372032" y="1231359"/>
                  <a:pt x="378480" y="1231359"/>
                </a:cubicBezTo>
                <a:close/>
                <a:moveTo>
                  <a:pt x="243066" y="1231359"/>
                </a:moveTo>
                <a:cubicBezTo>
                  <a:pt x="258443" y="1231359"/>
                  <a:pt x="267372" y="1240784"/>
                  <a:pt x="266876" y="1255664"/>
                </a:cubicBezTo>
                <a:cubicBezTo>
                  <a:pt x="266876" y="1270545"/>
                  <a:pt x="257451" y="1278978"/>
                  <a:pt x="242074" y="1278978"/>
                </a:cubicBezTo>
                <a:cubicBezTo>
                  <a:pt x="235626" y="1278978"/>
                  <a:pt x="230170" y="1276993"/>
                  <a:pt x="225705" y="1272529"/>
                </a:cubicBezTo>
                <a:cubicBezTo>
                  <a:pt x="220249" y="1267569"/>
                  <a:pt x="218761" y="1261121"/>
                  <a:pt x="218761" y="1254176"/>
                </a:cubicBezTo>
                <a:cubicBezTo>
                  <a:pt x="219257" y="1240287"/>
                  <a:pt x="228186" y="1231359"/>
                  <a:pt x="243066" y="1231359"/>
                </a:cubicBezTo>
                <a:close/>
                <a:moveTo>
                  <a:pt x="175604" y="1231359"/>
                </a:moveTo>
                <a:cubicBezTo>
                  <a:pt x="191477" y="1231359"/>
                  <a:pt x="200406" y="1240287"/>
                  <a:pt x="200406" y="1254672"/>
                </a:cubicBezTo>
                <a:cubicBezTo>
                  <a:pt x="200406" y="1270049"/>
                  <a:pt x="191477" y="1278978"/>
                  <a:pt x="176596" y="1278978"/>
                </a:cubicBezTo>
                <a:cubicBezTo>
                  <a:pt x="161219" y="1278978"/>
                  <a:pt x="152787" y="1270049"/>
                  <a:pt x="152787" y="1255168"/>
                </a:cubicBezTo>
                <a:cubicBezTo>
                  <a:pt x="152787" y="1240784"/>
                  <a:pt x="161715" y="1231359"/>
                  <a:pt x="175604" y="1231359"/>
                </a:cubicBezTo>
                <a:close/>
                <a:moveTo>
                  <a:pt x="110140" y="1231359"/>
                </a:moveTo>
                <a:cubicBezTo>
                  <a:pt x="125021" y="1231359"/>
                  <a:pt x="133950" y="1240287"/>
                  <a:pt x="133950" y="1255664"/>
                </a:cubicBezTo>
                <a:cubicBezTo>
                  <a:pt x="133950" y="1270545"/>
                  <a:pt x="125021" y="1278978"/>
                  <a:pt x="109644" y="1278978"/>
                </a:cubicBezTo>
                <a:cubicBezTo>
                  <a:pt x="95259" y="1278978"/>
                  <a:pt x="86331" y="1269553"/>
                  <a:pt x="86331" y="1254176"/>
                </a:cubicBezTo>
                <a:cubicBezTo>
                  <a:pt x="86331" y="1240287"/>
                  <a:pt x="95756" y="1231359"/>
                  <a:pt x="110140" y="1231359"/>
                </a:cubicBezTo>
                <a:close/>
                <a:moveTo>
                  <a:pt x="43177" y="1231359"/>
                </a:moveTo>
                <a:cubicBezTo>
                  <a:pt x="58553" y="1231359"/>
                  <a:pt x="66986" y="1240287"/>
                  <a:pt x="66986" y="1255664"/>
                </a:cubicBezTo>
                <a:cubicBezTo>
                  <a:pt x="66986" y="1270545"/>
                  <a:pt x="58057" y="1278978"/>
                  <a:pt x="42681" y="1278978"/>
                </a:cubicBezTo>
                <a:cubicBezTo>
                  <a:pt x="28296" y="1278978"/>
                  <a:pt x="19368" y="1269553"/>
                  <a:pt x="19368" y="1254176"/>
                </a:cubicBezTo>
                <a:cubicBezTo>
                  <a:pt x="19368" y="1240287"/>
                  <a:pt x="28793" y="1231359"/>
                  <a:pt x="43177" y="1231359"/>
                </a:cubicBezTo>
                <a:close/>
                <a:moveTo>
                  <a:pt x="2128448" y="1182748"/>
                </a:moveTo>
                <a:cubicBezTo>
                  <a:pt x="2129936" y="1184236"/>
                  <a:pt x="2131424" y="1185228"/>
                  <a:pt x="2131424" y="1185724"/>
                </a:cubicBezTo>
                <a:cubicBezTo>
                  <a:pt x="2130928" y="1186716"/>
                  <a:pt x="2129936" y="1187708"/>
                  <a:pt x="2128944" y="1188700"/>
                </a:cubicBezTo>
                <a:cubicBezTo>
                  <a:pt x="2128944" y="1188700"/>
                  <a:pt x="2126960" y="1187708"/>
                  <a:pt x="2126960" y="1187212"/>
                </a:cubicBezTo>
                <a:cubicBezTo>
                  <a:pt x="2126960" y="1185724"/>
                  <a:pt x="2127456" y="1184732"/>
                  <a:pt x="2128448" y="1182748"/>
                </a:cubicBezTo>
                <a:close/>
                <a:moveTo>
                  <a:pt x="2062476" y="1182252"/>
                </a:moveTo>
                <a:cubicBezTo>
                  <a:pt x="2063469" y="1181756"/>
                  <a:pt x="2065453" y="1183740"/>
                  <a:pt x="2068429" y="1185724"/>
                </a:cubicBezTo>
                <a:cubicBezTo>
                  <a:pt x="2066445" y="1187708"/>
                  <a:pt x="2064957" y="1189692"/>
                  <a:pt x="2063469" y="1191181"/>
                </a:cubicBezTo>
                <a:cubicBezTo>
                  <a:pt x="2061981" y="1192173"/>
                  <a:pt x="2057516" y="1188204"/>
                  <a:pt x="2058012" y="1186716"/>
                </a:cubicBezTo>
                <a:cubicBezTo>
                  <a:pt x="2059004" y="1184732"/>
                  <a:pt x="2060492" y="1182252"/>
                  <a:pt x="2062476" y="1182252"/>
                </a:cubicBezTo>
                <a:close/>
                <a:moveTo>
                  <a:pt x="1995512" y="1179772"/>
                </a:moveTo>
                <a:cubicBezTo>
                  <a:pt x="1997993" y="1179276"/>
                  <a:pt x="2000969" y="1183244"/>
                  <a:pt x="2003945" y="1186221"/>
                </a:cubicBezTo>
                <a:cubicBezTo>
                  <a:pt x="2000969" y="1189197"/>
                  <a:pt x="1997993" y="1193661"/>
                  <a:pt x="1996008" y="1193165"/>
                </a:cubicBezTo>
                <a:cubicBezTo>
                  <a:pt x="1993032" y="1192173"/>
                  <a:pt x="1991048" y="1188701"/>
                  <a:pt x="1988072" y="1186221"/>
                </a:cubicBezTo>
                <a:cubicBezTo>
                  <a:pt x="1990552" y="1183741"/>
                  <a:pt x="1993032" y="1180268"/>
                  <a:pt x="1995512" y="1179772"/>
                </a:cubicBezTo>
                <a:close/>
                <a:moveTo>
                  <a:pt x="1928549" y="1176796"/>
                </a:moveTo>
                <a:cubicBezTo>
                  <a:pt x="1931029" y="1176796"/>
                  <a:pt x="1937973" y="1183244"/>
                  <a:pt x="1938469" y="1185724"/>
                </a:cubicBezTo>
                <a:cubicBezTo>
                  <a:pt x="1938965" y="1188205"/>
                  <a:pt x="1932517" y="1195645"/>
                  <a:pt x="1930037" y="1195645"/>
                </a:cubicBezTo>
                <a:cubicBezTo>
                  <a:pt x="1927061" y="1196141"/>
                  <a:pt x="1919124" y="1189197"/>
                  <a:pt x="1919620" y="1186221"/>
                </a:cubicBezTo>
                <a:cubicBezTo>
                  <a:pt x="1920116" y="1184236"/>
                  <a:pt x="1920612" y="1181756"/>
                  <a:pt x="1922100" y="1180268"/>
                </a:cubicBezTo>
                <a:cubicBezTo>
                  <a:pt x="1923588" y="1178780"/>
                  <a:pt x="1926565" y="1177788"/>
                  <a:pt x="1928549" y="1176796"/>
                </a:cubicBezTo>
                <a:close/>
                <a:moveTo>
                  <a:pt x="1860593" y="1176300"/>
                </a:moveTo>
                <a:cubicBezTo>
                  <a:pt x="1869026" y="1176796"/>
                  <a:pt x="1869522" y="1177292"/>
                  <a:pt x="1869522" y="1186221"/>
                </a:cubicBezTo>
                <a:cubicBezTo>
                  <a:pt x="1869522" y="1194653"/>
                  <a:pt x="1868530" y="1195645"/>
                  <a:pt x="1860097" y="1195645"/>
                </a:cubicBezTo>
                <a:cubicBezTo>
                  <a:pt x="1851169" y="1195645"/>
                  <a:pt x="1850177" y="1195149"/>
                  <a:pt x="1850673" y="1185228"/>
                </a:cubicBezTo>
                <a:cubicBezTo>
                  <a:pt x="1850673" y="1177292"/>
                  <a:pt x="1851665" y="1176300"/>
                  <a:pt x="1860593" y="1176300"/>
                </a:cubicBezTo>
                <a:close/>
                <a:moveTo>
                  <a:pt x="1794126" y="1174315"/>
                </a:moveTo>
                <a:cubicBezTo>
                  <a:pt x="1800078" y="1174811"/>
                  <a:pt x="1805534" y="1180764"/>
                  <a:pt x="1805038" y="1186716"/>
                </a:cubicBezTo>
                <a:cubicBezTo>
                  <a:pt x="1804542" y="1193164"/>
                  <a:pt x="1799086" y="1198124"/>
                  <a:pt x="1793134" y="1198124"/>
                </a:cubicBezTo>
                <a:cubicBezTo>
                  <a:pt x="1785693" y="1198124"/>
                  <a:pt x="1780733" y="1191676"/>
                  <a:pt x="1781229" y="1185228"/>
                </a:cubicBezTo>
                <a:cubicBezTo>
                  <a:pt x="1781725" y="1178779"/>
                  <a:pt x="1787677" y="1173819"/>
                  <a:pt x="1794126" y="1174315"/>
                </a:cubicBezTo>
                <a:close/>
                <a:moveTo>
                  <a:pt x="1725674" y="1171835"/>
                </a:moveTo>
                <a:cubicBezTo>
                  <a:pt x="1731130" y="1172331"/>
                  <a:pt x="1740555" y="1181260"/>
                  <a:pt x="1740555" y="1185724"/>
                </a:cubicBezTo>
                <a:cubicBezTo>
                  <a:pt x="1740555" y="1188204"/>
                  <a:pt x="1738571" y="1191180"/>
                  <a:pt x="1736587" y="1193660"/>
                </a:cubicBezTo>
                <a:cubicBezTo>
                  <a:pt x="1730138" y="1201597"/>
                  <a:pt x="1722698" y="1201597"/>
                  <a:pt x="1716250" y="1194156"/>
                </a:cubicBezTo>
                <a:cubicBezTo>
                  <a:pt x="1711785" y="1188700"/>
                  <a:pt x="1711289" y="1183740"/>
                  <a:pt x="1716250" y="1178779"/>
                </a:cubicBezTo>
                <a:cubicBezTo>
                  <a:pt x="1719722" y="1175803"/>
                  <a:pt x="1723194" y="1173819"/>
                  <a:pt x="1725674" y="1171835"/>
                </a:cubicBezTo>
                <a:close/>
                <a:moveTo>
                  <a:pt x="1657719" y="1171835"/>
                </a:moveTo>
                <a:cubicBezTo>
                  <a:pt x="1665159" y="1171835"/>
                  <a:pt x="1672104" y="1178779"/>
                  <a:pt x="1671608" y="1186220"/>
                </a:cubicBezTo>
                <a:cubicBezTo>
                  <a:pt x="1671608" y="1193660"/>
                  <a:pt x="1664663" y="1200605"/>
                  <a:pt x="1657223" y="1200109"/>
                </a:cubicBezTo>
                <a:cubicBezTo>
                  <a:pt x="1649782" y="1200109"/>
                  <a:pt x="1642838" y="1193164"/>
                  <a:pt x="1643334" y="1185724"/>
                </a:cubicBezTo>
                <a:cubicBezTo>
                  <a:pt x="1643334" y="1178283"/>
                  <a:pt x="1650279" y="1171835"/>
                  <a:pt x="1657719" y="1171835"/>
                </a:cubicBezTo>
                <a:close/>
                <a:moveTo>
                  <a:pt x="1591251" y="1171835"/>
                </a:moveTo>
                <a:cubicBezTo>
                  <a:pt x="1601171" y="1171835"/>
                  <a:pt x="1605140" y="1176299"/>
                  <a:pt x="1605140" y="1186220"/>
                </a:cubicBezTo>
                <a:cubicBezTo>
                  <a:pt x="1605140" y="1196140"/>
                  <a:pt x="1601171" y="1200605"/>
                  <a:pt x="1591251" y="1200605"/>
                </a:cubicBezTo>
                <a:cubicBezTo>
                  <a:pt x="1580338" y="1200605"/>
                  <a:pt x="1576370" y="1197132"/>
                  <a:pt x="1576866" y="1185724"/>
                </a:cubicBezTo>
                <a:cubicBezTo>
                  <a:pt x="1576866" y="1175803"/>
                  <a:pt x="1581330" y="1171835"/>
                  <a:pt x="1591251" y="1171835"/>
                </a:cubicBezTo>
                <a:close/>
                <a:moveTo>
                  <a:pt x="1523792" y="1169355"/>
                </a:moveTo>
                <a:cubicBezTo>
                  <a:pt x="1533216" y="1169355"/>
                  <a:pt x="1541153" y="1179772"/>
                  <a:pt x="1540657" y="1186220"/>
                </a:cubicBezTo>
                <a:cubicBezTo>
                  <a:pt x="1540657" y="1194156"/>
                  <a:pt x="1531728" y="1203085"/>
                  <a:pt x="1523792" y="1202589"/>
                </a:cubicBezTo>
                <a:cubicBezTo>
                  <a:pt x="1515359" y="1202093"/>
                  <a:pt x="1506927" y="1193164"/>
                  <a:pt x="1507423" y="1185228"/>
                </a:cubicBezTo>
                <a:cubicBezTo>
                  <a:pt x="1507919" y="1177787"/>
                  <a:pt x="1516351" y="1169355"/>
                  <a:pt x="1523792" y="1169355"/>
                </a:cubicBezTo>
                <a:close/>
                <a:moveTo>
                  <a:pt x="1457820" y="1169355"/>
                </a:moveTo>
                <a:cubicBezTo>
                  <a:pt x="1468733" y="1169851"/>
                  <a:pt x="1474189" y="1175307"/>
                  <a:pt x="1474189" y="1186220"/>
                </a:cubicBezTo>
                <a:cubicBezTo>
                  <a:pt x="1474189" y="1197133"/>
                  <a:pt x="1468733" y="1202589"/>
                  <a:pt x="1457324" y="1202589"/>
                </a:cubicBezTo>
                <a:cubicBezTo>
                  <a:pt x="1446411" y="1202589"/>
                  <a:pt x="1440955" y="1197133"/>
                  <a:pt x="1440955" y="1185724"/>
                </a:cubicBezTo>
                <a:cubicBezTo>
                  <a:pt x="1440955" y="1174811"/>
                  <a:pt x="1446411" y="1169355"/>
                  <a:pt x="1457820" y="1169355"/>
                </a:cubicBezTo>
                <a:close/>
                <a:moveTo>
                  <a:pt x="1321908" y="1167371"/>
                </a:moveTo>
                <a:cubicBezTo>
                  <a:pt x="1327364" y="1165883"/>
                  <a:pt x="1331333" y="1170347"/>
                  <a:pt x="1334805" y="1172331"/>
                </a:cubicBezTo>
                <a:cubicBezTo>
                  <a:pt x="1338277" y="1174812"/>
                  <a:pt x="1339269" y="1181260"/>
                  <a:pt x="1341749" y="1186220"/>
                </a:cubicBezTo>
                <a:cubicBezTo>
                  <a:pt x="1339269" y="1191180"/>
                  <a:pt x="1338277" y="1197629"/>
                  <a:pt x="1334805" y="1200109"/>
                </a:cubicBezTo>
                <a:cubicBezTo>
                  <a:pt x="1331333" y="1202589"/>
                  <a:pt x="1326868" y="1206557"/>
                  <a:pt x="1321908" y="1205069"/>
                </a:cubicBezTo>
                <a:cubicBezTo>
                  <a:pt x="1317444" y="1204077"/>
                  <a:pt x="1311492" y="1203085"/>
                  <a:pt x="1309011" y="1199613"/>
                </a:cubicBezTo>
                <a:cubicBezTo>
                  <a:pt x="1306035" y="1196141"/>
                  <a:pt x="1302067" y="1191180"/>
                  <a:pt x="1303555" y="1185724"/>
                </a:cubicBezTo>
                <a:cubicBezTo>
                  <a:pt x="1304547" y="1181260"/>
                  <a:pt x="1306035" y="1175804"/>
                  <a:pt x="1309011" y="1172827"/>
                </a:cubicBezTo>
                <a:cubicBezTo>
                  <a:pt x="1311988" y="1169851"/>
                  <a:pt x="1317444" y="1168363"/>
                  <a:pt x="1321908" y="1167371"/>
                </a:cubicBezTo>
                <a:close/>
                <a:moveTo>
                  <a:pt x="1254945" y="1167371"/>
                </a:moveTo>
                <a:cubicBezTo>
                  <a:pt x="1266354" y="1167371"/>
                  <a:pt x="1274290" y="1175307"/>
                  <a:pt x="1274290" y="1186716"/>
                </a:cubicBezTo>
                <a:cubicBezTo>
                  <a:pt x="1274290" y="1198125"/>
                  <a:pt x="1266354" y="1205565"/>
                  <a:pt x="1254449" y="1205565"/>
                </a:cubicBezTo>
                <a:cubicBezTo>
                  <a:pt x="1243041" y="1205565"/>
                  <a:pt x="1235600" y="1197629"/>
                  <a:pt x="1236096" y="1185724"/>
                </a:cubicBezTo>
                <a:cubicBezTo>
                  <a:pt x="1236096" y="1175307"/>
                  <a:pt x="1244033" y="1167371"/>
                  <a:pt x="1254945" y="1167371"/>
                </a:cubicBezTo>
                <a:close/>
                <a:moveTo>
                  <a:pt x="1185997" y="1167371"/>
                </a:moveTo>
                <a:cubicBezTo>
                  <a:pt x="1191949" y="1167371"/>
                  <a:pt x="1196414" y="1168363"/>
                  <a:pt x="1200382" y="1172827"/>
                </a:cubicBezTo>
                <a:cubicBezTo>
                  <a:pt x="1203854" y="1176795"/>
                  <a:pt x="1206830" y="1180268"/>
                  <a:pt x="1204846" y="1185228"/>
                </a:cubicBezTo>
                <a:cubicBezTo>
                  <a:pt x="1206334" y="1191180"/>
                  <a:pt x="1204350" y="1195148"/>
                  <a:pt x="1200382" y="1199613"/>
                </a:cubicBezTo>
                <a:cubicBezTo>
                  <a:pt x="1195918" y="1204077"/>
                  <a:pt x="1191949" y="1205565"/>
                  <a:pt x="1185997" y="1205565"/>
                </a:cubicBezTo>
                <a:cubicBezTo>
                  <a:pt x="1180541" y="1205565"/>
                  <a:pt x="1176572" y="1204077"/>
                  <a:pt x="1172604" y="1200605"/>
                </a:cubicBezTo>
                <a:cubicBezTo>
                  <a:pt x="1167644" y="1196141"/>
                  <a:pt x="1167148" y="1191676"/>
                  <a:pt x="1167148" y="1186220"/>
                </a:cubicBezTo>
                <a:cubicBezTo>
                  <a:pt x="1167148" y="1180764"/>
                  <a:pt x="1168636" y="1176795"/>
                  <a:pt x="1172604" y="1172827"/>
                </a:cubicBezTo>
                <a:cubicBezTo>
                  <a:pt x="1176572" y="1168859"/>
                  <a:pt x="1180541" y="1167371"/>
                  <a:pt x="1185997" y="1167371"/>
                </a:cubicBezTo>
                <a:close/>
                <a:moveTo>
                  <a:pt x="1388872" y="1166875"/>
                </a:moveTo>
                <a:cubicBezTo>
                  <a:pt x="1393832" y="1170347"/>
                  <a:pt x="1400281" y="1169851"/>
                  <a:pt x="1403257" y="1175803"/>
                </a:cubicBezTo>
                <a:cubicBezTo>
                  <a:pt x="1405241" y="1179276"/>
                  <a:pt x="1408217" y="1183740"/>
                  <a:pt x="1407225" y="1186716"/>
                </a:cubicBezTo>
                <a:cubicBezTo>
                  <a:pt x="1405737" y="1191676"/>
                  <a:pt x="1404249" y="1198125"/>
                  <a:pt x="1398793" y="1200605"/>
                </a:cubicBezTo>
                <a:cubicBezTo>
                  <a:pt x="1395320" y="1202589"/>
                  <a:pt x="1390856" y="1205069"/>
                  <a:pt x="1387880" y="1204573"/>
                </a:cubicBezTo>
                <a:cubicBezTo>
                  <a:pt x="1382920" y="1203085"/>
                  <a:pt x="1376968" y="1201101"/>
                  <a:pt x="1373991" y="1195645"/>
                </a:cubicBezTo>
                <a:cubicBezTo>
                  <a:pt x="1372007" y="1192668"/>
                  <a:pt x="1369527" y="1188700"/>
                  <a:pt x="1370023" y="1185724"/>
                </a:cubicBezTo>
                <a:cubicBezTo>
                  <a:pt x="1371511" y="1180764"/>
                  <a:pt x="1372503" y="1174315"/>
                  <a:pt x="1377959" y="1171339"/>
                </a:cubicBezTo>
                <a:cubicBezTo>
                  <a:pt x="1381432" y="1169851"/>
                  <a:pt x="1385400" y="1168363"/>
                  <a:pt x="1388872" y="1166875"/>
                </a:cubicBezTo>
                <a:close/>
                <a:moveTo>
                  <a:pt x="1119529" y="1165387"/>
                </a:moveTo>
                <a:cubicBezTo>
                  <a:pt x="1128954" y="1164891"/>
                  <a:pt x="1141354" y="1177292"/>
                  <a:pt x="1140858" y="1186717"/>
                </a:cubicBezTo>
                <a:cubicBezTo>
                  <a:pt x="1140858" y="1196141"/>
                  <a:pt x="1127962" y="1208542"/>
                  <a:pt x="1119033" y="1208046"/>
                </a:cubicBezTo>
                <a:cubicBezTo>
                  <a:pt x="1109609" y="1207550"/>
                  <a:pt x="1097704" y="1194653"/>
                  <a:pt x="1098200" y="1185725"/>
                </a:cubicBezTo>
                <a:cubicBezTo>
                  <a:pt x="1098696" y="1176796"/>
                  <a:pt x="1111097" y="1165387"/>
                  <a:pt x="1119529" y="1165387"/>
                </a:cubicBezTo>
                <a:close/>
                <a:moveTo>
                  <a:pt x="1052566" y="1164891"/>
                </a:moveTo>
                <a:cubicBezTo>
                  <a:pt x="1063975" y="1164891"/>
                  <a:pt x="1074391" y="1174812"/>
                  <a:pt x="1074391" y="1186220"/>
                </a:cubicBezTo>
                <a:cubicBezTo>
                  <a:pt x="1074391" y="1197133"/>
                  <a:pt x="1064471" y="1207549"/>
                  <a:pt x="1053558" y="1207549"/>
                </a:cubicBezTo>
                <a:cubicBezTo>
                  <a:pt x="1041694" y="1207549"/>
                  <a:pt x="1031277" y="1198125"/>
                  <a:pt x="1031277" y="1186716"/>
                </a:cubicBezTo>
                <a:cubicBezTo>
                  <a:pt x="1031277" y="1174812"/>
                  <a:pt x="1041198" y="1164891"/>
                  <a:pt x="1052566" y="1164891"/>
                </a:cubicBezTo>
                <a:close/>
                <a:moveTo>
                  <a:pt x="985624" y="1164891"/>
                </a:moveTo>
                <a:cubicBezTo>
                  <a:pt x="997529" y="1164891"/>
                  <a:pt x="1007449" y="1174315"/>
                  <a:pt x="1007449" y="1186220"/>
                </a:cubicBezTo>
                <a:cubicBezTo>
                  <a:pt x="1007449" y="1197133"/>
                  <a:pt x="998025" y="1207549"/>
                  <a:pt x="987112" y="1208045"/>
                </a:cubicBezTo>
                <a:cubicBezTo>
                  <a:pt x="975208" y="1208541"/>
                  <a:pt x="964791" y="1198621"/>
                  <a:pt x="964295" y="1187708"/>
                </a:cubicBezTo>
                <a:cubicBezTo>
                  <a:pt x="964295" y="1175308"/>
                  <a:pt x="974216" y="1164891"/>
                  <a:pt x="985624" y="1164891"/>
                </a:cubicBezTo>
                <a:close/>
                <a:moveTo>
                  <a:pt x="917675" y="1164395"/>
                </a:moveTo>
                <a:cubicBezTo>
                  <a:pt x="931564" y="1164395"/>
                  <a:pt x="938508" y="1171339"/>
                  <a:pt x="938508" y="1185228"/>
                </a:cubicBezTo>
                <a:cubicBezTo>
                  <a:pt x="938508" y="1200605"/>
                  <a:pt x="932060" y="1207549"/>
                  <a:pt x="917179" y="1207549"/>
                </a:cubicBezTo>
                <a:cubicBezTo>
                  <a:pt x="902299" y="1207549"/>
                  <a:pt x="895851" y="1200605"/>
                  <a:pt x="895851" y="1185724"/>
                </a:cubicBezTo>
                <a:cubicBezTo>
                  <a:pt x="895851" y="1170843"/>
                  <a:pt x="902795" y="1164395"/>
                  <a:pt x="917675" y="1164395"/>
                </a:cubicBezTo>
                <a:close/>
                <a:moveTo>
                  <a:pt x="851698" y="1162411"/>
                </a:moveTo>
                <a:cubicBezTo>
                  <a:pt x="856659" y="1165883"/>
                  <a:pt x="864596" y="1165387"/>
                  <a:pt x="868068" y="1171339"/>
                </a:cubicBezTo>
                <a:cubicBezTo>
                  <a:pt x="870548" y="1176300"/>
                  <a:pt x="872036" y="1181260"/>
                  <a:pt x="874516" y="1186220"/>
                </a:cubicBezTo>
                <a:cubicBezTo>
                  <a:pt x="871044" y="1191677"/>
                  <a:pt x="871044" y="1198621"/>
                  <a:pt x="866085" y="1203085"/>
                </a:cubicBezTo>
                <a:cubicBezTo>
                  <a:pt x="861122" y="1207053"/>
                  <a:pt x="855171" y="1207549"/>
                  <a:pt x="849715" y="1210030"/>
                </a:cubicBezTo>
                <a:cubicBezTo>
                  <a:pt x="844751" y="1206557"/>
                  <a:pt x="836818" y="1207053"/>
                  <a:pt x="833347" y="1201101"/>
                </a:cubicBezTo>
                <a:cubicBezTo>
                  <a:pt x="830867" y="1196141"/>
                  <a:pt x="826401" y="1190685"/>
                  <a:pt x="827393" y="1186220"/>
                </a:cubicBezTo>
                <a:cubicBezTo>
                  <a:pt x="828386" y="1180764"/>
                  <a:pt x="829874" y="1173820"/>
                  <a:pt x="835330" y="1169355"/>
                </a:cubicBezTo>
                <a:cubicBezTo>
                  <a:pt x="840287" y="1165387"/>
                  <a:pt x="846238" y="1164891"/>
                  <a:pt x="851698" y="1162411"/>
                </a:cubicBezTo>
                <a:close/>
                <a:moveTo>
                  <a:pt x="783244" y="1162411"/>
                </a:moveTo>
                <a:cubicBezTo>
                  <a:pt x="794156" y="1161915"/>
                  <a:pt x="806554" y="1173820"/>
                  <a:pt x="807549" y="1185228"/>
                </a:cubicBezTo>
                <a:cubicBezTo>
                  <a:pt x="808047" y="1196637"/>
                  <a:pt x="795644" y="1209534"/>
                  <a:pt x="784236" y="1210030"/>
                </a:cubicBezTo>
                <a:cubicBezTo>
                  <a:pt x="773324" y="1210526"/>
                  <a:pt x="760921" y="1198621"/>
                  <a:pt x="759929" y="1187212"/>
                </a:cubicBezTo>
                <a:cubicBezTo>
                  <a:pt x="759433" y="1175804"/>
                  <a:pt x="771836" y="1162907"/>
                  <a:pt x="783244" y="1162411"/>
                </a:cubicBezTo>
                <a:close/>
                <a:moveTo>
                  <a:pt x="715275" y="1162411"/>
                </a:moveTo>
                <a:cubicBezTo>
                  <a:pt x="727179" y="1162411"/>
                  <a:pt x="738588" y="1175308"/>
                  <a:pt x="738588" y="1187212"/>
                </a:cubicBezTo>
                <a:cubicBezTo>
                  <a:pt x="738092" y="1198125"/>
                  <a:pt x="725692" y="1210030"/>
                  <a:pt x="714283" y="1210030"/>
                </a:cubicBezTo>
                <a:cubicBezTo>
                  <a:pt x="702379" y="1210030"/>
                  <a:pt x="690970" y="1197133"/>
                  <a:pt x="690970" y="1185228"/>
                </a:cubicBezTo>
                <a:cubicBezTo>
                  <a:pt x="690970" y="1173820"/>
                  <a:pt x="703867" y="1162411"/>
                  <a:pt x="715275" y="1162411"/>
                </a:cubicBezTo>
                <a:close/>
                <a:moveTo>
                  <a:pt x="648347" y="1162411"/>
                </a:moveTo>
                <a:cubicBezTo>
                  <a:pt x="662235" y="1162907"/>
                  <a:pt x="672155" y="1173324"/>
                  <a:pt x="671163" y="1187213"/>
                </a:cubicBezTo>
                <a:cubicBezTo>
                  <a:pt x="670170" y="1201101"/>
                  <a:pt x="661243" y="1209534"/>
                  <a:pt x="647355" y="1210030"/>
                </a:cubicBezTo>
                <a:cubicBezTo>
                  <a:pt x="635948" y="1210526"/>
                  <a:pt x="624044" y="1200109"/>
                  <a:pt x="624044" y="1185725"/>
                </a:cubicBezTo>
                <a:cubicBezTo>
                  <a:pt x="624540" y="1172828"/>
                  <a:pt x="634460" y="1161915"/>
                  <a:pt x="648347" y="1162411"/>
                </a:cubicBezTo>
                <a:close/>
                <a:moveTo>
                  <a:pt x="581362" y="1162411"/>
                </a:moveTo>
                <a:cubicBezTo>
                  <a:pt x="596243" y="1162411"/>
                  <a:pt x="605173" y="1171339"/>
                  <a:pt x="605173" y="1186716"/>
                </a:cubicBezTo>
                <a:cubicBezTo>
                  <a:pt x="605173" y="1201597"/>
                  <a:pt x="596243" y="1210030"/>
                  <a:pt x="580866" y="1210030"/>
                </a:cubicBezTo>
                <a:cubicBezTo>
                  <a:pt x="566480" y="1210030"/>
                  <a:pt x="557552" y="1200605"/>
                  <a:pt x="557552" y="1185228"/>
                </a:cubicBezTo>
                <a:cubicBezTo>
                  <a:pt x="557552" y="1171339"/>
                  <a:pt x="566977" y="1162411"/>
                  <a:pt x="581362" y="1162411"/>
                </a:cubicBezTo>
                <a:close/>
                <a:moveTo>
                  <a:pt x="513918" y="1162411"/>
                </a:moveTo>
                <a:cubicBezTo>
                  <a:pt x="529297" y="1162411"/>
                  <a:pt x="538723" y="1170843"/>
                  <a:pt x="538723" y="1185724"/>
                </a:cubicBezTo>
                <a:cubicBezTo>
                  <a:pt x="538723" y="1201101"/>
                  <a:pt x="529793" y="1210030"/>
                  <a:pt x="514910" y="1210030"/>
                </a:cubicBezTo>
                <a:cubicBezTo>
                  <a:pt x="499532" y="1210030"/>
                  <a:pt x="491099" y="1201101"/>
                  <a:pt x="490603" y="1186220"/>
                </a:cubicBezTo>
                <a:cubicBezTo>
                  <a:pt x="490603" y="1179276"/>
                  <a:pt x="492588" y="1173820"/>
                  <a:pt x="497548" y="1168859"/>
                </a:cubicBezTo>
                <a:cubicBezTo>
                  <a:pt x="502013" y="1164395"/>
                  <a:pt x="507470" y="1162411"/>
                  <a:pt x="513918" y="1162411"/>
                </a:cubicBezTo>
                <a:close/>
                <a:moveTo>
                  <a:pt x="446424" y="1161915"/>
                </a:moveTo>
                <a:cubicBezTo>
                  <a:pt x="460809" y="1161915"/>
                  <a:pt x="469738" y="1170843"/>
                  <a:pt x="469738" y="1185228"/>
                </a:cubicBezTo>
                <a:cubicBezTo>
                  <a:pt x="469738" y="1201101"/>
                  <a:pt x="460809" y="1210030"/>
                  <a:pt x="445928" y="1210030"/>
                </a:cubicBezTo>
                <a:cubicBezTo>
                  <a:pt x="431047" y="1210030"/>
                  <a:pt x="422118" y="1201101"/>
                  <a:pt x="422118" y="1185724"/>
                </a:cubicBezTo>
                <a:cubicBezTo>
                  <a:pt x="422118" y="1170843"/>
                  <a:pt x="431047" y="1161915"/>
                  <a:pt x="446424" y="1161915"/>
                </a:cubicBezTo>
                <a:close/>
                <a:moveTo>
                  <a:pt x="109632" y="1160923"/>
                </a:moveTo>
                <a:cubicBezTo>
                  <a:pt x="116081" y="1160427"/>
                  <a:pt x="122529" y="1163403"/>
                  <a:pt x="127985" y="1167371"/>
                </a:cubicBezTo>
                <a:cubicBezTo>
                  <a:pt x="133442" y="1171836"/>
                  <a:pt x="133938" y="1179276"/>
                  <a:pt x="136914" y="1186220"/>
                </a:cubicBezTo>
                <a:cubicBezTo>
                  <a:pt x="133938" y="1192173"/>
                  <a:pt x="133938" y="1199613"/>
                  <a:pt x="128977" y="1204573"/>
                </a:cubicBezTo>
                <a:cubicBezTo>
                  <a:pt x="124017" y="1210030"/>
                  <a:pt x="117073" y="1211518"/>
                  <a:pt x="111120" y="1212510"/>
                </a:cubicBezTo>
                <a:cubicBezTo>
                  <a:pt x="104672" y="1213006"/>
                  <a:pt x="98224" y="1210030"/>
                  <a:pt x="92767" y="1206062"/>
                </a:cubicBezTo>
                <a:cubicBezTo>
                  <a:pt x="86815" y="1201101"/>
                  <a:pt x="85823" y="1194157"/>
                  <a:pt x="84335" y="1187213"/>
                </a:cubicBezTo>
                <a:cubicBezTo>
                  <a:pt x="83343" y="1183740"/>
                  <a:pt x="88799" y="1171836"/>
                  <a:pt x="91775" y="1168860"/>
                </a:cubicBezTo>
                <a:cubicBezTo>
                  <a:pt x="96736" y="1163403"/>
                  <a:pt x="103680" y="1161915"/>
                  <a:pt x="109632" y="1160923"/>
                </a:cubicBezTo>
                <a:close/>
                <a:moveTo>
                  <a:pt x="42680" y="1160923"/>
                </a:moveTo>
                <a:cubicBezTo>
                  <a:pt x="49129" y="1160427"/>
                  <a:pt x="55577" y="1163403"/>
                  <a:pt x="61033" y="1167371"/>
                </a:cubicBezTo>
                <a:cubicBezTo>
                  <a:pt x="66986" y="1171836"/>
                  <a:pt x="66986" y="1179276"/>
                  <a:pt x="69962" y="1186220"/>
                </a:cubicBezTo>
                <a:cubicBezTo>
                  <a:pt x="66986" y="1192173"/>
                  <a:pt x="66986" y="1199613"/>
                  <a:pt x="62025" y="1204573"/>
                </a:cubicBezTo>
                <a:cubicBezTo>
                  <a:pt x="57065" y="1210030"/>
                  <a:pt x="50121" y="1211518"/>
                  <a:pt x="44168" y="1212510"/>
                </a:cubicBezTo>
                <a:cubicBezTo>
                  <a:pt x="37720" y="1213006"/>
                  <a:pt x="31273" y="1210030"/>
                  <a:pt x="25816" y="1206062"/>
                </a:cubicBezTo>
                <a:cubicBezTo>
                  <a:pt x="19864" y="1201101"/>
                  <a:pt x="18872" y="1194157"/>
                  <a:pt x="17384" y="1187213"/>
                </a:cubicBezTo>
                <a:cubicBezTo>
                  <a:pt x="16392" y="1183740"/>
                  <a:pt x="21848" y="1171836"/>
                  <a:pt x="24824" y="1168860"/>
                </a:cubicBezTo>
                <a:cubicBezTo>
                  <a:pt x="29785" y="1163403"/>
                  <a:pt x="36729" y="1161915"/>
                  <a:pt x="42680" y="1160923"/>
                </a:cubicBezTo>
                <a:close/>
                <a:moveTo>
                  <a:pt x="243548" y="1159931"/>
                </a:moveTo>
                <a:cubicBezTo>
                  <a:pt x="250493" y="1159931"/>
                  <a:pt x="256941" y="1163899"/>
                  <a:pt x="261405" y="1168363"/>
                </a:cubicBezTo>
                <a:cubicBezTo>
                  <a:pt x="265870" y="1173324"/>
                  <a:pt x="269838" y="1179772"/>
                  <a:pt x="269342" y="1187212"/>
                </a:cubicBezTo>
                <a:cubicBezTo>
                  <a:pt x="267854" y="1193661"/>
                  <a:pt x="264878" y="1199613"/>
                  <a:pt x="260909" y="1205069"/>
                </a:cubicBezTo>
                <a:cubicBezTo>
                  <a:pt x="258925" y="1207550"/>
                  <a:pt x="245533" y="1212510"/>
                  <a:pt x="242556" y="1212510"/>
                </a:cubicBezTo>
                <a:cubicBezTo>
                  <a:pt x="235612" y="1212510"/>
                  <a:pt x="229164" y="1208542"/>
                  <a:pt x="224699" y="1204077"/>
                </a:cubicBezTo>
                <a:cubicBezTo>
                  <a:pt x="220235" y="1199117"/>
                  <a:pt x="216267" y="1192669"/>
                  <a:pt x="216763" y="1185228"/>
                </a:cubicBezTo>
                <a:cubicBezTo>
                  <a:pt x="217259" y="1178284"/>
                  <a:pt x="221227" y="1172828"/>
                  <a:pt x="225196" y="1167371"/>
                </a:cubicBezTo>
                <a:cubicBezTo>
                  <a:pt x="227180" y="1164891"/>
                  <a:pt x="240572" y="1159931"/>
                  <a:pt x="243548" y="1159931"/>
                </a:cubicBezTo>
                <a:close/>
                <a:moveTo>
                  <a:pt x="177081" y="1159931"/>
                </a:moveTo>
                <a:cubicBezTo>
                  <a:pt x="184026" y="1159931"/>
                  <a:pt x="190474" y="1163899"/>
                  <a:pt x="194938" y="1168363"/>
                </a:cubicBezTo>
                <a:cubicBezTo>
                  <a:pt x="199403" y="1172828"/>
                  <a:pt x="202379" y="1179276"/>
                  <a:pt x="202875" y="1186716"/>
                </a:cubicBezTo>
                <a:cubicBezTo>
                  <a:pt x="201883" y="1193661"/>
                  <a:pt x="198411" y="1199613"/>
                  <a:pt x="194442" y="1205069"/>
                </a:cubicBezTo>
                <a:cubicBezTo>
                  <a:pt x="192458" y="1207550"/>
                  <a:pt x="179066" y="1212510"/>
                  <a:pt x="176089" y="1212510"/>
                </a:cubicBezTo>
                <a:cubicBezTo>
                  <a:pt x="169145" y="1212510"/>
                  <a:pt x="162697" y="1208542"/>
                  <a:pt x="158232" y="1204077"/>
                </a:cubicBezTo>
                <a:cubicBezTo>
                  <a:pt x="153768" y="1199613"/>
                  <a:pt x="150296" y="1193165"/>
                  <a:pt x="150296" y="1186220"/>
                </a:cubicBezTo>
                <a:cubicBezTo>
                  <a:pt x="150296" y="1178780"/>
                  <a:pt x="154760" y="1172828"/>
                  <a:pt x="158728" y="1167371"/>
                </a:cubicBezTo>
                <a:cubicBezTo>
                  <a:pt x="160713" y="1164891"/>
                  <a:pt x="174105" y="1159931"/>
                  <a:pt x="177081" y="1159931"/>
                </a:cubicBezTo>
                <a:close/>
                <a:moveTo>
                  <a:pt x="312511" y="1159930"/>
                </a:moveTo>
                <a:cubicBezTo>
                  <a:pt x="325903" y="1160922"/>
                  <a:pt x="337313" y="1173323"/>
                  <a:pt x="338305" y="1186220"/>
                </a:cubicBezTo>
                <a:cubicBezTo>
                  <a:pt x="336817" y="1199613"/>
                  <a:pt x="325407" y="1211517"/>
                  <a:pt x="312511" y="1212013"/>
                </a:cubicBezTo>
                <a:cubicBezTo>
                  <a:pt x="299117" y="1212509"/>
                  <a:pt x="285725" y="1198124"/>
                  <a:pt x="286221" y="1185228"/>
                </a:cubicBezTo>
                <a:cubicBezTo>
                  <a:pt x="287213" y="1171835"/>
                  <a:pt x="299613" y="1159434"/>
                  <a:pt x="312511" y="1159930"/>
                </a:cubicBezTo>
                <a:close/>
                <a:moveTo>
                  <a:pt x="378475" y="1159435"/>
                </a:moveTo>
                <a:cubicBezTo>
                  <a:pt x="385420" y="1161915"/>
                  <a:pt x="392365" y="1164395"/>
                  <a:pt x="397821" y="1170348"/>
                </a:cubicBezTo>
                <a:cubicBezTo>
                  <a:pt x="403774" y="1175308"/>
                  <a:pt x="401294" y="1181756"/>
                  <a:pt x="404270" y="1185228"/>
                </a:cubicBezTo>
                <a:cubicBezTo>
                  <a:pt x="403774" y="1189693"/>
                  <a:pt x="404270" y="1194157"/>
                  <a:pt x="402286" y="1196637"/>
                </a:cubicBezTo>
                <a:cubicBezTo>
                  <a:pt x="399310" y="1201101"/>
                  <a:pt x="394845" y="1205069"/>
                  <a:pt x="390381" y="1208542"/>
                </a:cubicBezTo>
                <a:cubicBezTo>
                  <a:pt x="387405" y="1210526"/>
                  <a:pt x="382940" y="1212510"/>
                  <a:pt x="378971" y="1212014"/>
                </a:cubicBezTo>
                <a:cubicBezTo>
                  <a:pt x="375499" y="1212014"/>
                  <a:pt x="371035" y="1211022"/>
                  <a:pt x="368059" y="1209534"/>
                </a:cubicBezTo>
                <a:cubicBezTo>
                  <a:pt x="363595" y="1207054"/>
                  <a:pt x="360122" y="1202093"/>
                  <a:pt x="356153" y="1198125"/>
                </a:cubicBezTo>
                <a:cubicBezTo>
                  <a:pt x="352682" y="1195149"/>
                  <a:pt x="357146" y="1189197"/>
                  <a:pt x="352186" y="1186716"/>
                </a:cubicBezTo>
                <a:cubicBezTo>
                  <a:pt x="353178" y="1182748"/>
                  <a:pt x="353178" y="1178284"/>
                  <a:pt x="355161" y="1174812"/>
                </a:cubicBezTo>
                <a:cubicBezTo>
                  <a:pt x="358138" y="1170348"/>
                  <a:pt x="362603" y="1166379"/>
                  <a:pt x="367067" y="1162907"/>
                </a:cubicBezTo>
                <a:cubicBezTo>
                  <a:pt x="370043" y="1160427"/>
                  <a:pt x="375499" y="1162411"/>
                  <a:pt x="378475" y="1159435"/>
                </a:cubicBezTo>
                <a:close/>
                <a:moveTo>
                  <a:pt x="2127952" y="1117769"/>
                </a:moveTo>
                <a:cubicBezTo>
                  <a:pt x="2129440" y="1117273"/>
                  <a:pt x="2130432" y="1118265"/>
                  <a:pt x="2132416" y="1119257"/>
                </a:cubicBezTo>
                <a:cubicBezTo>
                  <a:pt x="2130928" y="1120745"/>
                  <a:pt x="2129936" y="1122233"/>
                  <a:pt x="2129440" y="1122233"/>
                </a:cubicBezTo>
                <a:cubicBezTo>
                  <a:pt x="2128448" y="1121737"/>
                  <a:pt x="2127456" y="1120745"/>
                  <a:pt x="2126464" y="1119753"/>
                </a:cubicBezTo>
                <a:cubicBezTo>
                  <a:pt x="2126464" y="1119753"/>
                  <a:pt x="2127456" y="1117769"/>
                  <a:pt x="2127952" y="1117769"/>
                </a:cubicBezTo>
                <a:close/>
                <a:moveTo>
                  <a:pt x="2062972" y="1114792"/>
                </a:moveTo>
                <a:cubicBezTo>
                  <a:pt x="2066941" y="1113800"/>
                  <a:pt x="2066941" y="1116281"/>
                  <a:pt x="2066941" y="1119753"/>
                </a:cubicBezTo>
                <a:cubicBezTo>
                  <a:pt x="2066941" y="1124713"/>
                  <a:pt x="2066941" y="1124217"/>
                  <a:pt x="2061484" y="1124713"/>
                </a:cubicBezTo>
                <a:cubicBezTo>
                  <a:pt x="2057516" y="1124713"/>
                  <a:pt x="2057020" y="1123225"/>
                  <a:pt x="2057020" y="1119753"/>
                </a:cubicBezTo>
                <a:cubicBezTo>
                  <a:pt x="2057516" y="1114792"/>
                  <a:pt x="2057516" y="1114792"/>
                  <a:pt x="2062972" y="1114792"/>
                </a:cubicBezTo>
                <a:close/>
                <a:moveTo>
                  <a:pt x="1995016" y="1112312"/>
                </a:moveTo>
                <a:cubicBezTo>
                  <a:pt x="2000969" y="1111816"/>
                  <a:pt x="2002953" y="1113801"/>
                  <a:pt x="2002953" y="1119257"/>
                </a:cubicBezTo>
                <a:cubicBezTo>
                  <a:pt x="2002953" y="1124713"/>
                  <a:pt x="2000969" y="1126697"/>
                  <a:pt x="1996008" y="1126697"/>
                </a:cubicBezTo>
                <a:cubicBezTo>
                  <a:pt x="1991048" y="1126697"/>
                  <a:pt x="1988568" y="1124713"/>
                  <a:pt x="1988568" y="1120249"/>
                </a:cubicBezTo>
                <a:cubicBezTo>
                  <a:pt x="1988568" y="1115289"/>
                  <a:pt x="1990056" y="1112808"/>
                  <a:pt x="1995016" y="1112312"/>
                </a:cubicBezTo>
                <a:close/>
                <a:moveTo>
                  <a:pt x="1929542" y="1109832"/>
                </a:moveTo>
                <a:cubicBezTo>
                  <a:pt x="1934502" y="1109832"/>
                  <a:pt x="1938470" y="1114792"/>
                  <a:pt x="1938470" y="1119753"/>
                </a:cubicBezTo>
                <a:cubicBezTo>
                  <a:pt x="1938470" y="1124713"/>
                  <a:pt x="1934006" y="1129177"/>
                  <a:pt x="1929045" y="1129177"/>
                </a:cubicBezTo>
                <a:cubicBezTo>
                  <a:pt x="1924085" y="1129177"/>
                  <a:pt x="1919621" y="1124713"/>
                  <a:pt x="1919621" y="1119753"/>
                </a:cubicBezTo>
                <a:cubicBezTo>
                  <a:pt x="1919621" y="1114296"/>
                  <a:pt x="1924085" y="1109832"/>
                  <a:pt x="1929542" y="1109832"/>
                </a:cubicBezTo>
                <a:close/>
                <a:moveTo>
                  <a:pt x="1859106" y="1107848"/>
                </a:moveTo>
                <a:cubicBezTo>
                  <a:pt x="1864066" y="1107848"/>
                  <a:pt x="1871010" y="1114296"/>
                  <a:pt x="1871506" y="1119257"/>
                </a:cubicBezTo>
                <a:cubicBezTo>
                  <a:pt x="1872002" y="1124217"/>
                  <a:pt x="1865554" y="1131161"/>
                  <a:pt x="1860098" y="1131657"/>
                </a:cubicBezTo>
                <a:cubicBezTo>
                  <a:pt x="1855137" y="1131657"/>
                  <a:pt x="1848193" y="1125209"/>
                  <a:pt x="1847697" y="1120249"/>
                </a:cubicBezTo>
                <a:cubicBezTo>
                  <a:pt x="1847697" y="1115288"/>
                  <a:pt x="1854145" y="1108344"/>
                  <a:pt x="1859106" y="1107848"/>
                </a:cubicBezTo>
                <a:close/>
                <a:moveTo>
                  <a:pt x="1793630" y="1107848"/>
                </a:moveTo>
                <a:cubicBezTo>
                  <a:pt x="1802062" y="1107848"/>
                  <a:pt x="1805038" y="1110824"/>
                  <a:pt x="1805038" y="1119753"/>
                </a:cubicBezTo>
                <a:cubicBezTo>
                  <a:pt x="1805038" y="1128185"/>
                  <a:pt x="1801566" y="1131657"/>
                  <a:pt x="1793630" y="1131657"/>
                </a:cubicBezTo>
                <a:cubicBezTo>
                  <a:pt x="1784701" y="1131657"/>
                  <a:pt x="1781229" y="1128681"/>
                  <a:pt x="1781229" y="1119257"/>
                </a:cubicBezTo>
                <a:cubicBezTo>
                  <a:pt x="1781229" y="1110824"/>
                  <a:pt x="1784701" y="1107848"/>
                  <a:pt x="1793630" y="1107848"/>
                </a:cubicBezTo>
                <a:close/>
                <a:moveTo>
                  <a:pt x="1726667" y="1105368"/>
                </a:moveTo>
                <a:cubicBezTo>
                  <a:pt x="1734603" y="1105368"/>
                  <a:pt x="1741051" y="1112312"/>
                  <a:pt x="1741051" y="1119753"/>
                </a:cubicBezTo>
                <a:cubicBezTo>
                  <a:pt x="1741051" y="1127689"/>
                  <a:pt x="1734107" y="1134138"/>
                  <a:pt x="1726667" y="1134138"/>
                </a:cubicBezTo>
                <a:cubicBezTo>
                  <a:pt x="1718730" y="1134138"/>
                  <a:pt x="1712282" y="1127193"/>
                  <a:pt x="1712282" y="1119753"/>
                </a:cubicBezTo>
                <a:cubicBezTo>
                  <a:pt x="1712282" y="1111816"/>
                  <a:pt x="1719226" y="1105368"/>
                  <a:pt x="1726667" y="1105368"/>
                </a:cubicBezTo>
                <a:close/>
                <a:moveTo>
                  <a:pt x="1657719" y="1105368"/>
                </a:moveTo>
                <a:cubicBezTo>
                  <a:pt x="1666647" y="1105368"/>
                  <a:pt x="1672104" y="1110824"/>
                  <a:pt x="1672104" y="1119753"/>
                </a:cubicBezTo>
                <a:cubicBezTo>
                  <a:pt x="1672104" y="1128681"/>
                  <a:pt x="1666647" y="1134138"/>
                  <a:pt x="1657719" y="1134138"/>
                </a:cubicBezTo>
                <a:cubicBezTo>
                  <a:pt x="1648790" y="1134138"/>
                  <a:pt x="1643334" y="1128681"/>
                  <a:pt x="1643334" y="1119753"/>
                </a:cubicBezTo>
                <a:cubicBezTo>
                  <a:pt x="1643334" y="1110824"/>
                  <a:pt x="1648790" y="1105368"/>
                  <a:pt x="1657719" y="1105368"/>
                </a:cubicBezTo>
                <a:close/>
                <a:moveTo>
                  <a:pt x="1589763" y="1102888"/>
                </a:moveTo>
                <a:cubicBezTo>
                  <a:pt x="1597699" y="1102392"/>
                  <a:pt x="1606628" y="1110824"/>
                  <a:pt x="1607124" y="1119257"/>
                </a:cubicBezTo>
                <a:cubicBezTo>
                  <a:pt x="1607620" y="1127193"/>
                  <a:pt x="1599187" y="1136122"/>
                  <a:pt x="1590755" y="1136122"/>
                </a:cubicBezTo>
                <a:cubicBezTo>
                  <a:pt x="1584307" y="1136618"/>
                  <a:pt x="1573890" y="1128681"/>
                  <a:pt x="1573890" y="1119257"/>
                </a:cubicBezTo>
                <a:cubicBezTo>
                  <a:pt x="1573890" y="1111816"/>
                  <a:pt x="1582323" y="1103384"/>
                  <a:pt x="1589763" y="1102888"/>
                </a:cubicBezTo>
                <a:close/>
                <a:moveTo>
                  <a:pt x="1524287" y="1102888"/>
                </a:moveTo>
                <a:cubicBezTo>
                  <a:pt x="1530239" y="1102392"/>
                  <a:pt x="1532719" y="1105864"/>
                  <a:pt x="1536192" y="1108840"/>
                </a:cubicBezTo>
                <a:cubicBezTo>
                  <a:pt x="1539664" y="1111816"/>
                  <a:pt x="1542144" y="1114792"/>
                  <a:pt x="1540656" y="1119753"/>
                </a:cubicBezTo>
                <a:cubicBezTo>
                  <a:pt x="1542640" y="1125705"/>
                  <a:pt x="1537680" y="1128185"/>
                  <a:pt x="1534704" y="1131657"/>
                </a:cubicBezTo>
                <a:cubicBezTo>
                  <a:pt x="1531727" y="1135625"/>
                  <a:pt x="1528255" y="1136121"/>
                  <a:pt x="1523295" y="1136617"/>
                </a:cubicBezTo>
                <a:cubicBezTo>
                  <a:pt x="1517343" y="1137113"/>
                  <a:pt x="1515359" y="1132649"/>
                  <a:pt x="1511390" y="1130169"/>
                </a:cubicBezTo>
                <a:cubicBezTo>
                  <a:pt x="1507422" y="1127193"/>
                  <a:pt x="1507422" y="1123225"/>
                  <a:pt x="1506926" y="1118760"/>
                </a:cubicBezTo>
                <a:cubicBezTo>
                  <a:pt x="1506430" y="1112808"/>
                  <a:pt x="1510894" y="1110824"/>
                  <a:pt x="1513871" y="1107352"/>
                </a:cubicBezTo>
                <a:cubicBezTo>
                  <a:pt x="1516351" y="1103880"/>
                  <a:pt x="1519823" y="1103384"/>
                  <a:pt x="1524287" y="1102888"/>
                </a:cubicBezTo>
                <a:close/>
                <a:moveTo>
                  <a:pt x="1458316" y="1102888"/>
                </a:moveTo>
                <a:cubicBezTo>
                  <a:pt x="1462780" y="1101896"/>
                  <a:pt x="1467244" y="1103384"/>
                  <a:pt x="1470716" y="1107848"/>
                </a:cubicBezTo>
                <a:cubicBezTo>
                  <a:pt x="1473196" y="1110328"/>
                  <a:pt x="1474685" y="1112808"/>
                  <a:pt x="1473693" y="1116280"/>
                </a:cubicBezTo>
                <a:cubicBezTo>
                  <a:pt x="1472700" y="1121241"/>
                  <a:pt x="1476173" y="1127193"/>
                  <a:pt x="1470220" y="1131657"/>
                </a:cubicBezTo>
                <a:cubicBezTo>
                  <a:pt x="1468236" y="1133145"/>
                  <a:pt x="1466252" y="1136122"/>
                  <a:pt x="1463772" y="1136618"/>
                </a:cubicBezTo>
                <a:cubicBezTo>
                  <a:pt x="1458812" y="1137114"/>
                  <a:pt x="1452859" y="1138602"/>
                  <a:pt x="1448395" y="1136618"/>
                </a:cubicBezTo>
                <a:cubicBezTo>
                  <a:pt x="1444427" y="1134633"/>
                  <a:pt x="1438475" y="1131161"/>
                  <a:pt x="1439963" y="1123721"/>
                </a:cubicBezTo>
                <a:cubicBezTo>
                  <a:pt x="1440459" y="1121737"/>
                  <a:pt x="1440459" y="1119753"/>
                  <a:pt x="1439963" y="1117769"/>
                </a:cubicBezTo>
                <a:cubicBezTo>
                  <a:pt x="1439467" y="1113304"/>
                  <a:pt x="1440955" y="1110328"/>
                  <a:pt x="1443931" y="1107352"/>
                </a:cubicBezTo>
                <a:cubicBezTo>
                  <a:pt x="1446907" y="1104376"/>
                  <a:pt x="1449883" y="1102392"/>
                  <a:pt x="1454348" y="1103384"/>
                </a:cubicBezTo>
                <a:cubicBezTo>
                  <a:pt x="1455836" y="1102888"/>
                  <a:pt x="1456828" y="1102888"/>
                  <a:pt x="1458316" y="1102888"/>
                </a:cubicBezTo>
                <a:close/>
                <a:moveTo>
                  <a:pt x="1321909" y="1100904"/>
                </a:moveTo>
                <a:cubicBezTo>
                  <a:pt x="1333318" y="1100408"/>
                  <a:pt x="1341254" y="1108344"/>
                  <a:pt x="1340758" y="1119753"/>
                </a:cubicBezTo>
                <a:cubicBezTo>
                  <a:pt x="1340758" y="1131162"/>
                  <a:pt x="1332822" y="1138602"/>
                  <a:pt x="1320917" y="1138602"/>
                </a:cubicBezTo>
                <a:cubicBezTo>
                  <a:pt x="1310004" y="1138602"/>
                  <a:pt x="1302564" y="1130170"/>
                  <a:pt x="1302564" y="1118761"/>
                </a:cubicBezTo>
                <a:cubicBezTo>
                  <a:pt x="1302564" y="1108344"/>
                  <a:pt x="1310996" y="1100904"/>
                  <a:pt x="1321909" y="1100904"/>
                </a:cubicBezTo>
                <a:close/>
                <a:moveTo>
                  <a:pt x="1255937" y="1100407"/>
                </a:moveTo>
                <a:cubicBezTo>
                  <a:pt x="1261889" y="1099911"/>
                  <a:pt x="1265361" y="1102887"/>
                  <a:pt x="1269329" y="1106360"/>
                </a:cubicBezTo>
                <a:cubicBezTo>
                  <a:pt x="1273793" y="1110328"/>
                  <a:pt x="1273793" y="1114792"/>
                  <a:pt x="1274290" y="1119752"/>
                </a:cubicBezTo>
                <a:cubicBezTo>
                  <a:pt x="1274290" y="1125209"/>
                  <a:pt x="1272801" y="1129177"/>
                  <a:pt x="1269329" y="1133145"/>
                </a:cubicBezTo>
                <a:cubicBezTo>
                  <a:pt x="1264865" y="1138105"/>
                  <a:pt x="1260401" y="1139097"/>
                  <a:pt x="1253952" y="1138601"/>
                </a:cubicBezTo>
                <a:cubicBezTo>
                  <a:pt x="1248496" y="1140585"/>
                  <a:pt x="1245024" y="1136617"/>
                  <a:pt x="1241056" y="1133641"/>
                </a:cubicBezTo>
                <a:cubicBezTo>
                  <a:pt x="1235599" y="1129673"/>
                  <a:pt x="1236095" y="1124217"/>
                  <a:pt x="1235599" y="1118760"/>
                </a:cubicBezTo>
                <a:cubicBezTo>
                  <a:pt x="1235103" y="1112808"/>
                  <a:pt x="1238080" y="1109832"/>
                  <a:pt x="1241056" y="1105368"/>
                </a:cubicBezTo>
                <a:cubicBezTo>
                  <a:pt x="1245520" y="1099911"/>
                  <a:pt x="1250480" y="1100903"/>
                  <a:pt x="1255937" y="1100407"/>
                </a:cubicBezTo>
                <a:close/>
                <a:moveTo>
                  <a:pt x="1388376" y="1099912"/>
                </a:moveTo>
                <a:cubicBezTo>
                  <a:pt x="1393832" y="1100408"/>
                  <a:pt x="1398793" y="1103384"/>
                  <a:pt x="1402265" y="1106360"/>
                </a:cubicBezTo>
                <a:cubicBezTo>
                  <a:pt x="1405737" y="1109832"/>
                  <a:pt x="1406233" y="1115289"/>
                  <a:pt x="1408217" y="1119753"/>
                </a:cubicBezTo>
                <a:cubicBezTo>
                  <a:pt x="1406233" y="1124713"/>
                  <a:pt x="1405241" y="1130169"/>
                  <a:pt x="1401769" y="1132650"/>
                </a:cubicBezTo>
                <a:cubicBezTo>
                  <a:pt x="1397801" y="1135626"/>
                  <a:pt x="1393336" y="1139594"/>
                  <a:pt x="1387880" y="1138106"/>
                </a:cubicBezTo>
                <a:cubicBezTo>
                  <a:pt x="1383416" y="1137114"/>
                  <a:pt x="1377464" y="1135626"/>
                  <a:pt x="1374983" y="1132650"/>
                </a:cubicBezTo>
                <a:cubicBezTo>
                  <a:pt x="1372007" y="1128681"/>
                  <a:pt x="1368039" y="1124217"/>
                  <a:pt x="1369527" y="1118265"/>
                </a:cubicBezTo>
                <a:cubicBezTo>
                  <a:pt x="1370519" y="1113801"/>
                  <a:pt x="1372007" y="1107848"/>
                  <a:pt x="1375479" y="1105368"/>
                </a:cubicBezTo>
                <a:cubicBezTo>
                  <a:pt x="1378952" y="1102888"/>
                  <a:pt x="1383416" y="1099416"/>
                  <a:pt x="1388376" y="1099912"/>
                </a:cubicBezTo>
                <a:close/>
                <a:moveTo>
                  <a:pt x="1186990" y="1098423"/>
                </a:moveTo>
                <a:cubicBezTo>
                  <a:pt x="1195918" y="1098919"/>
                  <a:pt x="1207327" y="1110824"/>
                  <a:pt x="1207823" y="1119752"/>
                </a:cubicBezTo>
                <a:cubicBezTo>
                  <a:pt x="1207823" y="1129177"/>
                  <a:pt x="1195422" y="1141081"/>
                  <a:pt x="1185998" y="1141081"/>
                </a:cubicBezTo>
                <a:cubicBezTo>
                  <a:pt x="1176573" y="1141081"/>
                  <a:pt x="1164172" y="1128681"/>
                  <a:pt x="1164668" y="1119256"/>
                </a:cubicBezTo>
                <a:cubicBezTo>
                  <a:pt x="1165164" y="1109832"/>
                  <a:pt x="1177565" y="1097927"/>
                  <a:pt x="1186990" y="1098423"/>
                </a:cubicBezTo>
                <a:close/>
                <a:moveTo>
                  <a:pt x="1119529" y="1098423"/>
                </a:moveTo>
                <a:cubicBezTo>
                  <a:pt x="1131434" y="1098423"/>
                  <a:pt x="1140858" y="1108344"/>
                  <a:pt x="1140858" y="1120248"/>
                </a:cubicBezTo>
                <a:cubicBezTo>
                  <a:pt x="1140858" y="1131657"/>
                  <a:pt x="1130442" y="1141577"/>
                  <a:pt x="1118537" y="1141081"/>
                </a:cubicBezTo>
                <a:cubicBezTo>
                  <a:pt x="1107128" y="1141081"/>
                  <a:pt x="1097704" y="1130665"/>
                  <a:pt x="1097704" y="1118760"/>
                </a:cubicBezTo>
                <a:cubicBezTo>
                  <a:pt x="1097704" y="1107848"/>
                  <a:pt x="1108121" y="1098423"/>
                  <a:pt x="1119529" y="1098423"/>
                </a:cubicBezTo>
                <a:close/>
                <a:moveTo>
                  <a:pt x="1053062" y="1097927"/>
                </a:moveTo>
                <a:cubicBezTo>
                  <a:pt x="1059511" y="1097927"/>
                  <a:pt x="1063975" y="1100407"/>
                  <a:pt x="1067943" y="1104871"/>
                </a:cubicBezTo>
                <a:cubicBezTo>
                  <a:pt x="1073895" y="1111320"/>
                  <a:pt x="1074392" y="1111320"/>
                  <a:pt x="1074392" y="1120744"/>
                </a:cubicBezTo>
                <a:cubicBezTo>
                  <a:pt x="1076376" y="1126697"/>
                  <a:pt x="1071911" y="1130169"/>
                  <a:pt x="1067943" y="1134633"/>
                </a:cubicBezTo>
                <a:cubicBezTo>
                  <a:pt x="1063479" y="1139097"/>
                  <a:pt x="1059015" y="1140585"/>
                  <a:pt x="1052566" y="1141081"/>
                </a:cubicBezTo>
                <a:cubicBezTo>
                  <a:pt x="1045625" y="1141577"/>
                  <a:pt x="1042153" y="1138105"/>
                  <a:pt x="1037688" y="1134137"/>
                </a:cubicBezTo>
                <a:cubicBezTo>
                  <a:pt x="1032728" y="1129673"/>
                  <a:pt x="1032232" y="1124712"/>
                  <a:pt x="1031240" y="1118760"/>
                </a:cubicBezTo>
                <a:cubicBezTo>
                  <a:pt x="1030744" y="1111816"/>
                  <a:pt x="1034712" y="1108344"/>
                  <a:pt x="1038681" y="1103879"/>
                </a:cubicBezTo>
                <a:cubicBezTo>
                  <a:pt x="1042649" y="1099415"/>
                  <a:pt x="1047113" y="1097927"/>
                  <a:pt x="1053062" y="1097927"/>
                </a:cubicBezTo>
                <a:close/>
                <a:moveTo>
                  <a:pt x="986631" y="1097927"/>
                </a:moveTo>
                <a:cubicBezTo>
                  <a:pt x="1001016" y="1097927"/>
                  <a:pt x="1007960" y="1104871"/>
                  <a:pt x="1007464" y="1120248"/>
                </a:cubicBezTo>
                <a:cubicBezTo>
                  <a:pt x="1007464" y="1134137"/>
                  <a:pt x="1000520" y="1141081"/>
                  <a:pt x="986135" y="1141081"/>
                </a:cubicBezTo>
                <a:cubicBezTo>
                  <a:pt x="971750" y="1141081"/>
                  <a:pt x="964807" y="1134137"/>
                  <a:pt x="964807" y="1119256"/>
                </a:cubicBezTo>
                <a:cubicBezTo>
                  <a:pt x="964807" y="1104871"/>
                  <a:pt x="971750" y="1097927"/>
                  <a:pt x="986631" y="1097927"/>
                </a:cubicBezTo>
                <a:close/>
                <a:moveTo>
                  <a:pt x="917199" y="1095943"/>
                </a:moveTo>
                <a:cubicBezTo>
                  <a:pt x="928607" y="1095943"/>
                  <a:pt x="941503" y="1108840"/>
                  <a:pt x="941007" y="1120248"/>
                </a:cubicBezTo>
                <a:cubicBezTo>
                  <a:pt x="940511" y="1131657"/>
                  <a:pt x="928111" y="1143562"/>
                  <a:pt x="917199" y="1143562"/>
                </a:cubicBezTo>
                <a:cubicBezTo>
                  <a:pt x="905791" y="1143562"/>
                  <a:pt x="892894" y="1130665"/>
                  <a:pt x="893390" y="1119256"/>
                </a:cubicBezTo>
                <a:cubicBezTo>
                  <a:pt x="893886" y="1107848"/>
                  <a:pt x="906287" y="1095943"/>
                  <a:pt x="917199" y="1095943"/>
                </a:cubicBezTo>
                <a:close/>
                <a:moveTo>
                  <a:pt x="849740" y="1095943"/>
                </a:moveTo>
                <a:cubicBezTo>
                  <a:pt x="861148" y="1095943"/>
                  <a:pt x="874045" y="1107352"/>
                  <a:pt x="874045" y="1118760"/>
                </a:cubicBezTo>
                <a:cubicBezTo>
                  <a:pt x="874542" y="1131161"/>
                  <a:pt x="862637" y="1143562"/>
                  <a:pt x="850732" y="1143562"/>
                </a:cubicBezTo>
                <a:cubicBezTo>
                  <a:pt x="839319" y="1143562"/>
                  <a:pt x="826426" y="1132153"/>
                  <a:pt x="826426" y="1120744"/>
                </a:cubicBezTo>
                <a:cubicBezTo>
                  <a:pt x="826426" y="1108344"/>
                  <a:pt x="838329" y="1095943"/>
                  <a:pt x="849740" y="1095943"/>
                </a:cubicBezTo>
                <a:close/>
                <a:moveTo>
                  <a:pt x="784257" y="1095447"/>
                </a:moveTo>
                <a:cubicBezTo>
                  <a:pt x="797648" y="1095943"/>
                  <a:pt x="808068" y="1106360"/>
                  <a:pt x="807570" y="1119752"/>
                </a:cubicBezTo>
                <a:cubicBezTo>
                  <a:pt x="806574" y="1133641"/>
                  <a:pt x="797648" y="1142570"/>
                  <a:pt x="784257" y="1142570"/>
                </a:cubicBezTo>
                <a:cubicBezTo>
                  <a:pt x="770367" y="1143562"/>
                  <a:pt x="759950" y="1132649"/>
                  <a:pt x="759950" y="1119256"/>
                </a:cubicBezTo>
                <a:cubicBezTo>
                  <a:pt x="759950" y="1106360"/>
                  <a:pt x="769872" y="1095447"/>
                  <a:pt x="784257" y="1095447"/>
                </a:cubicBezTo>
                <a:close/>
                <a:moveTo>
                  <a:pt x="714291" y="1095447"/>
                </a:moveTo>
                <a:cubicBezTo>
                  <a:pt x="729667" y="1095943"/>
                  <a:pt x="738596" y="1104375"/>
                  <a:pt x="738596" y="1119256"/>
                </a:cubicBezTo>
                <a:cubicBezTo>
                  <a:pt x="738596" y="1134633"/>
                  <a:pt x="729667" y="1143066"/>
                  <a:pt x="714787" y="1143066"/>
                </a:cubicBezTo>
                <a:cubicBezTo>
                  <a:pt x="699906" y="1143066"/>
                  <a:pt x="690979" y="1134137"/>
                  <a:pt x="690979" y="1118760"/>
                </a:cubicBezTo>
                <a:cubicBezTo>
                  <a:pt x="690979" y="1104375"/>
                  <a:pt x="699906" y="1095447"/>
                  <a:pt x="714291" y="1095447"/>
                </a:cubicBezTo>
                <a:close/>
                <a:moveTo>
                  <a:pt x="649345" y="1095447"/>
                </a:moveTo>
                <a:cubicBezTo>
                  <a:pt x="663233" y="1095943"/>
                  <a:pt x="672161" y="1104871"/>
                  <a:pt x="672161" y="1119752"/>
                </a:cubicBezTo>
                <a:cubicBezTo>
                  <a:pt x="671664" y="1134633"/>
                  <a:pt x="662737" y="1143562"/>
                  <a:pt x="647858" y="1143562"/>
                </a:cubicBezTo>
                <a:cubicBezTo>
                  <a:pt x="632978" y="1143562"/>
                  <a:pt x="624546" y="1134137"/>
                  <a:pt x="624546" y="1118760"/>
                </a:cubicBezTo>
                <a:cubicBezTo>
                  <a:pt x="624546" y="1112312"/>
                  <a:pt x="626530" y="1107352"/>
                  <a:pt x="630994" y="1102391"/>
                </a:cubicBezTo>
                <a:cubicBezTo>
                  <a:pt x="635954" y="1096935"/>
                  <a:pt x="642402" y="1095447"/>
                  <a:pt x="649345" y="1095447"/>
                </a:cubicBezTo>
                <a:close/>
                <a:moveTo>
                  <a:pt x="43663" y="1093464"/>
                </a:moveTo>
                <a:cubicBezTo>
                  <a:pt x="58544" y="1093960"/>
                  <a:pt x="68961" y="1104376"/>
                  <a:pt x="69457" y="1119753"/>
                </a:cubicBezTo>
                <a:cubicBezTo>
                  <a:pt x="69457" y="1135130"/>
                  <a:pt x="57552" y="1146538"/>
                  <a:pt x="42671" y="1146042"/>
                </a:cubicBezTo>
                <a:cubicBezTo>
                  <a:pt x="27791" y="1145546"/>
                  <a:pt x="17374" y="1135130"/>
                  <a:pt x="16878" y="1119753"/>
                </a:cubicBezTo>
                <a:cubicBezTo>
                  <a:pt x="16878" y="1104376"/>
                  <a:pt x="28783" y="1092968"/>
                  <a:pt x="43663" y="1093464"/>
                </a:cubicBezTo>
                <a:close/>
                <a:moveTo>
                  <a:pt x="514425" y="1093463"/>
                </a:moveTo>
                <a:cubicBezTo>
                  <a:pt x="527324" y="1094455"/>
                  <a:pt x="539726" y="1105368"/>
                  <a:pt x="540718" y="1118760"/>
                </a:cubicBezTo>
                <a:cubicBezTo>
                  <a:pt x="541214" y="1131161"/>
                  <a:pt x="529804" y="1144058"/>
                  <a:pt x="515913" y="1145546"/>
                </a:cubicBezTo>
                <a:cubicBezTo>
                  <a:pt x="503016" y="1146538"/>
                  <a:pt x="489125" y="1133145"/>
                  <a:pt x="489125" y="1119752"/>
                </a:cubicBezTo>
                <a:cubicBezTo>
                  <a:pt x="488630" y="1106360"/>
                  <a:pt x="501528" y="1094951"/>
                  <a:pt x="514425" y="1093463"/>
                </a:cubicBezTo>
                <a:close/>
                <a:moveTo>
                  <a:pt x="446945" y="1093463"/>
                </a:moveTo>
                <a:cubicBezTo>
                  <a:pt x="453393" y="1094455"/>
                  <a:pt x="460338" y="1095943"/>
                  <a:pt x="464803" y="1101400"/>
                </a:cubicBezTo>
                <a:cubicBezTo>
                  <a:pt x="469267" y="1106856"/>
                  <a:pt x="469763" y="1113800"/>
                  <a:pt x="472243" y="1119753"/>
                </a:cubicBezTo>
                <a:cubicBezTo>
                  <a:pt x="469267" y="1126201"/>
                  <a:pt x="469267" y="1133641"/>
                  <a:pt x="463315" y="1138602"/>
                </a:cubicBezTo>
                <a:cubicBezTo>
                  <a:pt x="457858" y="1143066"/>
                  <a:pt x="451409" y="1146042"/>
                  <a:pt x="444960" y="1145050"/>
                </a:cubicBezTo>
                <a:cubicBezTo>
                  <a:pt x="438511" y="1144058"/>
                  <a:pt x="431567" y="1142570"/>
                  <a:pt x="427103" y="1137114"/>
                </a:cubicBezTo>
                <a:cubicBezTo>
                  <a:pt x="424621" y="1134137"/>
                  <a:pt x="419165" y="1122233"/>
                  <a:pt x="420157" y="1118761"/>
                </a:cubicBezTo>
                <a:cubicBezTo>
                  <a:pt x="421645" y="1111816"/>
                  <a:pt x="422637" y="1104376"/>
                  <a:pt x="428591" y="1099912"/>
                </a:cubicBezTo>
                <a:cubicBezTo>
                  <a:pt x="434047" y="1095447"/>
                  <a:pt x="440495" y="1092471"/>
                  <a:pt x="446945" y="1093463"/>
                </a:cubicBezTo>
                <a:close/>
                <a:moveTo>
                  <a:pt x="377997" y="1093463"/>
                </a:moveTo>
                <a:cubicBezTo>
                  <a:pt x="391391" y="1092471"/>
                  <a:pt x="404289" y="1104375"/>
                  <a:pt x="405281" y="1118760"/>
                </a:cubicBezTo>
                <a:cubicBezTo>
                  <a:pt x="404785" y="1135129"/>
                  <a:pt x="393871" y="1144058"/>
                  <a:pt x="380477" y="1145546"/>
                </a:cubicBezTo>
                <a:cubicBezTo>
                  <a:pt x="366588" y="1146538"/>
                  <a:pt x="353194" y="1135129"/>
                  <a:pt x="353194" y="1120248"/>
                </a:cubicBezTo>
                <a:cubicBezTo>
                  <a:pt x="353194" y="1103879"/>
                  <a:pt x="364604" y="1094951"/>
                  <a:pt x="377997" y="1093463"/>
                </a:cubicBezTo>
                <a:close/>
                <a:moveTo>
                  <a:pt x="312525" y="1093463"/>
                </a:moveTo>
                <a:cubicBezTo>
                  <a:pt x="326415" y="1093463"/>
                  <a:pt x="339313" y="1105864"/>
                  <a:pt x="338816" y="1120248"/>
                </a:cubicBezTo>
                <a:cubicBezTo>
                  <a:pt x="337825" y="1135129"/>
                  <a:pt x="326415" y="1145050"/>
                  <a:pt x="312525" y="1145546"/>
                </a:cubicBezTo>
                <a:cubicBezTo>
                  <a:pt x="298636" y="1145546"/>
                  <a:pt x="285739" y="1133145"/>
                  <a:pt x="286236" y="1118760"/>
                </a:cubicBezTo>
                <a:cubicBezTo>
                  <a:pt x="287228" y="1103880"/>
                  <a:pt x="298636" y="1093463"/>
                  <a:pt x="312525" y="1093463"/>
                </a:cubicBezTo>
                <a:close/>
                <a:moveTo>
                  <a:pt x="244064" y="1093463"/>
                </a:moveTo>
                <a:cubicBezTo>
                  <a:pt x="258945" y="1094455"/>
                  <a:pt x="270850" y="1106856"/>
                  <a:pt x="269362" y="1120744"/>
                </a:cubicBezTo>
                <a:cubicBezTo>
                  <a:pt x="268370" y="1134137"/>
                  <a:pt x="258945" y="1145546"/>
                  <a:pt x="242576" y="1145546"/>
                </a:cubicBezTo>
                <a:cubicBezTo>
                  <a:pt x="227695" y="1145546"/>
                  <a:pt x="215791" y="1132153"/>
                  <a:pt x="217279" y="1118264"/>
                </a:cubicBezTo>
                <a:cubicBezTo>
                  <a:pt x="218271" y="1104872"/>
                  <a:pt x="227695" y="1093959"/>
                  <a:pt x="244064" y="1093463"/>
                </a:cubicBezTo>
                <a:close/>
                <a:moveTo>
                  <a:pt x="176590" y="1093463"/>
                </a:moveTo>
                <a:cubicBezTo>
                  <a:pt x="191967" y="1093463"/>
                  <a:pt x="203376" y="1105368"/>
                  <a:pt x="202384" y="1120248"/>
                </a:cubicBezTo>
                <a:cubicBezTo>
                  <a:pt x="201888" y="1135129"/>
                  <a:pt x="191471" y="1145546"/>
                  <a:pt x="176094" y="1145546"/>
                </a:cubicBezTo>
                <a:cubicBezTo>
                  <a:pt x="160718" y="1145546"/>
                  <a:pt x="149309" y="1133641"/>
                  <a:pt x="150301" y="1118760"/>
                </a:cubicBezTo>
                <a:cubicBezTo>
                  <a:pt x="151293" y="1104376"/>
                  <a:pt x="161214" y="1093959"/>
                  <a:pt x="176590" y="1093463"/>
                </a:cubicBezTo>
                <a:close/>
                <a:moveTo>
                  <a:pt x="108640" y="1093463"/>
                </a:moveTo>
                <a:cubicBezTo>
                  <a:pt x="124513" y="1092471"/>
                  <a:pt x="135922" y="1104375"/>
                  <a:pt x="135922" y="1119256"/>
                </a:cubicBezTo>
                <a:cubicBezTo>
                  <a:pt x="135426" y="1135129"/>
                  <a:pt x="126001" y="1145050"/>
                  <a:pt x="110624" y="1145546"/>
                </a:cubicBezTo>
                <a:cubicBezTo>
                  <a:pt x="95248" y="1146538"/>
                  <a:pt x="83343" y="1135129"/>
                  <a:pt x="83343" y="1119752"/>
                </a:cubicBezTo>
                <a:cubicBezTo>
                  <a:pt x="83343" y="1103879"/>
                  <a:pt x="93264" y="1093959"/>
                  <a:pt x="108640" y="1093463"/>
                </a:cubicBezTo>
                <a:close/>
                <a:moveTo>
                  <a:pt x="581366" y="1092967"/>
                </a:moveTo>
                <a:cubicBezTo>
                  <a:pt x="586328" y="1095943"/>
                  <a:pt x="592776" y="1096439"/>
                  <a:pt x="597240" y="1100407"/>
                </a:cubicBezTo>
                <a:cubicBezTo>
                  <a:pt x="603193" y="1105864"/>
                  <a:pt x="604185" y="1112808"/>
                  <a:pt x="607658" y="1119752"/>
                </a:cubicBezTo>
                <a:cubicBezTo>
                  <a:pt x="605673" y="1124217"/>
                  <a:pt x="603689" y="1129673"/>
                  <a:pt x="601208" y="1134137"/>
                </a:cubicBezTo>
                <a:cubicBezTo>
                  <a:pt x="597240" y="1141082"/>
                  <a:pt x="588808" y="1142074"/>
                  <a:pt x="582358" y="1145546"/>
                </a:cubicBezTo>
                <a:cubicBezTo>
                  <a:pt x="577398" y="1143562"/>
                  <a:pt x="571942" y="1142074"/>
                  <a:pt x="566982" y="1139097"/>
                </a:cubicBezTo>
                <a:cubicBezTo>
                  <a:pt x="559540" y="1135129"/>
                  <a:pt x="559044" y="1126697"/>
                  <a:pt x="555076" y="1120248"/>
                </a:cubicBezTo>
                <a:cubicBezTo>
                  <a:pt x="557060" y="1114792"/>
                  <a:pt x="558052" y="1108840"/>
                  <a:pt x="562020" y="1103880"/>
                </a:cubicBezTo>
                <a:cubicBezTo>
                  <a:pt x="566982" y="1097431"/>
                  <a:pt x="574422" y="1095943"/>
                  <a:pt x="581366" y="1092967"/>
                </a:cubicBezTo>
                <a:close/>
                <a:moveTo>
                  <a:pt x="2198388" y="1049317"/>
                </a:moveTo>
                <a:cubicBezTo>
                  <a:pt x="2199380" y="1051301"/>
                  <a:pt x="2200372" y="1052293"/>
                  <a:pt x="2200372" y="1052789"/>
                </a:cubicBezTo>
                <a:cubicBezTo>
                  <a:pt x="2199876" y="1053781"/>
                  <a:pt x="2198388" y="1054277"/>
                  <a:pt x="2197396" y="1055269"/>
                </a:cubicBezTo>
                <a:cubicBezTo>
                  <a:pt x="2196900" y="1054277"/>
                  <a:pt x="2195412" y="1053781"/>
                  <a:pt x="2195908" y="1052789"/>
                </a:cubicBezTo>
                <a:cubicBezTo>
                  <a:pt x="2195908" y="1051797"/>
                  <a:pt x="2196900" y="1050805"/>
                  <a:pt x="2198388" y="1049317"/>
                </a:cubicBezTo>
                <a:close/>
                <a:moveTo>
                  <a:pt x="2129936" y="1047829"/>
                </a:moveTo>
                <a:cubicBezTo>
                  <a:pt x="2131424" y="1049317"/>
                  <a:pt x="2132912" y="1051301"/>
                  <a:pt x="2134896" y="1053285"/>
                </a:cubicBezTo>
                <a:cubicBezTo>
                  <a:pt x="2132416" y="1055269"/>
                  <a:pt x="2130432" y="1057253"/>
                  <a:pt x="2128944" y="1057253"/>
                </a:cubicBezTo>
                <a:cubicBezTo>
                  <a:pt x="2127456" y="1057253"/>
                  <a:pt x="2125472" y="1054773"/>
                  <a:pt x="2124480" y="1052789"/>
                </a:cubicBezTo>
                <a:cubicBezTo>
                  <a:pt x="2123488" y="1050805"/>
                  <a:pt x="2127952" y="1046837"/>
                  <a:pt x="2129936" y="1047829"/>
                </a:cubicBezTo>
                <a:close/>
                <a:moveTo>
                  <a:pt x="2062972" y="1046341"/>
                </a:moveTo>
                <a:cubicBezTo>
                  <a:pt x="2065452" y="1047829"/>
                  <a:pt x="2067932" y="1050309"/>
                  <a:pt x="2070908" y="1053285"/>
                </a:cubicBezTo>
                <a:cubicBezTo>
                  <a:pt x="2067436" y="1055765"/>
                  <a:pt x="2064956" y="1059733"/>
                  <a:pt x="2062476" y="1059733"/>
                </a:cubicBezTo>
                <a:cubicBezTo>
                  <a:pt x="2059996" y="1059733"/>
                  <a:pt x="2057516" y="1055765"/>
                  <a:pt x="2055532" y="1053285"/>
                </a:cubicBezTo>
                <a:cubicBezTo>
                  <a:pt x="2054540" y="1051797"/>
                  <a:pt x="2061484" y="1044853"/>
                  <a:pt x="2062972" y="1046341"/>
                </a:cubicBezTo>
                <a:close/>
                <a:moveTo>
                  <a:pt x="1996009" y="1043364"/>
                </a:moveTo>
                <a:cubicBezTo>
                  <a:pt x="2000969" y="1043364"/>
                  <a:pt x="2005434" y="1047829"/>
                  <a:pt x="2005434" y="1052789"/>
                </a:cubicBezTo>
                <a:cubicBezTo>
                  <a:pt x="2004938" y="1057749"/>
                  <a:pt x="2000969" y="1062213"/>
                  <a:pt x="1996009" y="1062213"/>
                </a:cubicBezTo>
                <a:cubicBezTo>
                  <a:pt x="1991049" y="1062213"/>
                  <a:pt x="1986585" y="1058245"/>
                  <a:pt x="1986089" y="1053285"/>
                </a:cubicBezTo>
                <a:cubicBezTo>
                  <a:pt x="1985593" y="1047829"/>
                  <a:pt x="1990057" y="1042868"/>
                  <a:pt x="1996009" y="1043364"/>
                </a:cubicBezTo>
                <a:close/>
                <a:moveTo>
                  <a:pt x="1929046" y="1040884"/>
                </a:moveTo>
                <a:cubicBezTo>
                  <a:pt x="1932518" y="1040884"/>
                  <a:pt x="1940950" y="1049316"/>
                  <a:pt x="1940950" y="1052789"/>
                </a:cubicBezTo>
                <a:cubicBezTo>
                  <a:pt x="1940950" y="1056757"/>
                  <a:pt x="1933014" y="1064693"/>
                  <a:pt x="1929046" y="1064693"/>
                </a:cubicBezTo>
                <a:cubicBezTo>
                  <a:pt x="1925077" y="1064693"/>
                  <a:pt x="1917141" y="1056757"/>
                  <a:pt x="1917141" y="1052789"/>
                </a:cubicBezTo>
                <a:cubicBezTo>
                  <a:pt x="1917141" y="1048820"/>
                  <a:pt x="1925077" y="1040884"/>
                  <a:pt x="1929046" y="1040884"/>
                </a:cubicBezTo>
                <a:close/>
                <a:moveTo>
                  <a:pt x="1860098" y="1040884"/>
                </a:moveTo>
                <a:cubicBezTo>
                  <a:pt x="1868530" y="1040884"/>
                  <a:pt x="1871506" y="1044356"/>
                  <a:pt x="1871506" y="1054277"/>
                </a:cubicBezTo>
                <a:cubicBezTo>
                  <a:pt x="1871506" y="1061717"/>
                  <a:pt x="1868034" y="1065189"/>
                  <a:pt x="1858610" y="1064693"/>
                </a:cubicBezTo>
                <a:cubicBezTo>
                  <a:pt x="1850673" y="1064693"/>
                  <a:pt x="1847697" y="1061221"/>
                  <a:pt x="1847697" y="1051797"/>
                </a:cubicBezTo>
                <a:cubicBezTo>
                  <a:pt x="1847697" y="1043860"/>
                  <a:pt x="1851169" y="1040884"/>
                  <a:pt x="1860098" y="1040884"/>
                </a:cubicBezTo>
                <a:close/>
                <a:moveTo>
                  <a:pt x="1793134" y="1038404"/>
                </a:moveTo>
                <a:cubicBezTo>
                  <a:pt x="1797598" y="1037908"/>
                  <a:pt x="1807518" y="1047828"/>
                  <a:pt x="1807518" y="1052789"/>
                </a:cubicBezTo>
                <a:cubicBezTo>
                  <a:pt x="1807518" y="1057253"/>
                  <a:pt x="1799086" y="1066181"/>
                  <a:pt x="1794126" y="1067173"/>
                </a:cubicBezTo>
                <a:cubicBezTo>
                  <a:pt x="1789661" y="1067669"/>
                  <a:pt x="1779741" y="1058741"/>
                  <a:pt x="1778749" y="1053285"/>
                </a:cubicBezTo>
                <a:cubicBezTo>
                  <a:pt x="1778253" y="1048820"/>
                  <a:pt x="1787677" y="1038900"/>
                  <a:pt x="1793134" y="1038404"/>
                </a:cubicBezTo>
                <a:close/>
                <a:moveTo>
                  <a:pt x="1726667" y="1038404"/>
                </a:moveTo>
                <a:cubicBezTo>
                  <a:pt x="1735099" y="1038404"/>
                  <a:pt x="1741051" y="1044356"/>
                  <a:pt x="1741051" y="1052789"/>
                </a:cubicBezTo>
                <a:cubicBezTo>
                  <a:pt x="1741051" y="1061221"/>
                  <a:pt x="1735595" y="1067174"/>
                  <a:pt x="1726667" y="1067174"/>
                </a:cubicBezTo>
                <a:cubicBezTo>
                  <a:pt x="1718234" y="1067174"/>
                  <a:pt x="1712282" y="1061717"/>
                  <a:pt x="1712282" y="1052789"/>
                </a:cubicBezTo>
                <a:cubicBezTo>
                  <a:pt x="1712282" y="1044356"/>
                  <a:pt x="1717738" y="1038404"/>
                  <a:pt x="1726667" y="1038404"/>
                </a:cubicBezTo>
                <a:close/>
                <a:moveTo>
                  <a:pt x="1590755" y="1036421"/>
                </a:moveTo>
                <a:cubicBezTo>
                  <a:pt x="1596707" y="1035925"/>
                  <a:pt x="1599187" y="1039397"/>
                  <a:pt x="1602660" y="1042373"/>
                </a:cubicBezTo>
                <a:cubicBezTo>
                  <a:pt x="1606132" y="1045349"/>
                  <a:pt x="1609108" y="1048325"/>
                  <a:pt x="1607124" y="1053286"/>
                </a:cubicBezTo>
                <a:cubicBezTo>
                  <a:pt x="1609108" y="1059238"/>
                  <a:pt x="1604148" y="1061718"/>
                  <a:pt x="1601171" y="1065190"/>
                </a:cubicBezTo>
                <a:cubicBezTo>
                  <a:pt x="1598195" y="1069158"/>
                  <a:pt x="1594723" y="1069654"/>
                  <a:pt x="1589763" y="1070150"/>
                </a:cubicBezTo>
                <a:cubicBezTo>
                  <a:pt x="1583810" y="1070647"/>
                  <a:pt x="1581826" y="1066182"/>
                  <a:pt x="1577858" y="1063702"/>
                </a:cubicBezTo>
                <a:cubicBezTo>
                  <a:pt x="1573890" y="1060726"/>
                  <a:pt x="1573890" y="1056758"/>
                  <a:pt x="1573394" y="1052294"/>
                </a:cubicBezTo>
                <a:cubicBezTo>
                  <a:pt x="1572898" y="1046341"/>
                  <a:pt x="1577362" y="1044357"/>
                  <a:pt x="1580338" y="1040885"/>
                </a:cubicBezTo>
                <a:cubicBezTo>
                  <a:pt x="1582819" y="1037413"/>
                  <a:pt x="1586291" y="1036917"/>
                  <a:pt x="1590755" y="1036421"/>
                </a:cubicBezTo>
                <a:close/>
                <a:moveTo>
                  <a:pt x="1524288" y="1036420"/>
                </a:moveTo>
                <a:cubicBezTo>
                  <a:pt x="1535697" y="1036420"/>
                  <a:pt x="1541153" y="1041876"/>
                  <a:pt x="1541153" y="1052789"/>
                </a:cubicBezTo>
                <a:cubicBezTo>
                  <a:pt x="1541153" y="1063701"/>
                  <a:pt x="1535697" y="1069654"/>
                  <a:pt x="1524784" y="1069654"/>
                </a:cubicBezTo>
                <a:cubicBezTo>
                  <a:pt x="1513375" y="1069654"/>
                  <a:pt x="1507919" y="1064198"/>
                  <a:pt x="1507919" y="1053285"/>
                </a:cubicBezTo>
                <a:cubicBezTo>
                  <a:pt x="1507919" y="1041876"/>
                  <a:pt x="1513375" y="1036420"/>
                  <a:pt x="1524288" y="1036420"/>
                </a:cubicBezTo>
                <a:close/>
                <a:moveTo>
                  <a:pt x="1657719" y="1035428"/>
                </a:moveTo>
                <a:cubicBezTo>
                  <a:pt x="1661191" y="1038900"/>
                  <a:pt x="1667144" y="1036420"/>
                  <a:pt x="1669624" y="1041380"/>
                </a:cubicBezTo>
                <a:cubicBezTo>
                  <a:pt x="1671112" y="1045845"/>
                  <a:pt x="1672600" y="1049317"/>
                  <a:pt x="1674584" y="1052789"/>
                </a:cubicBezTo>
                <a:cubicBezTo>
                  <a:pt x="1671112" y="1056261"/>
                  <a:pt x="1673096" y="1062213"/>
                  <a:pt x="1668135" y="1064694"/>
                </a:cubicBezTo>
                <a:cubicBezTo>
                  <a:pt x="1664663" y="1066678"/>
                  <a:pt x="1660199" y="1069654"/>
                  <a:pt x="1657223" y="1068662"/>
                </a:cubicBezTo>
                <a:cubicBezTo>
                  <a:pt x="1653255" y="1067174"/>
                  <a:pt x="1647798" y="1067670"/>
                  <a:pt x="1645318" y="1062709"/>
                </a:cubicBezTo>
                <a:cubicBezTo>
                  <a:pt x="1643334" y="1059237"/>
                  <a:pt x="1642342" y="1055269"/>
                  <a:pt x="1640854" y="1051301"/>
                </a:cubicBezTo>
                <a:cubicBezTo>
                  <a:pt x="1644822" y="1048821"/>
                  <a:pt x="1642342" y="1043364"/>
                  <a:pt x="1646310" y="1040388"/>
                </a:cubicBezTo>
                <a:cubicBezTo>
                  <a:pt x="1649783" y="1037412"/>
                  <a:pt x="1654743" y="1038900"/>
                  <a:pt x="1657719" y="1035428"/>
                </a:cubicBezTo>
                <a:close/>
                <a:moveTo>
                  <a:pt x="1456828" y="1033940"/>
                </a:moveTo>
                <a:cubicBezTo>
                  <a:pt x="1464764" y="1033444"/>
                  <a:pt x="1476173" y="1043861"/>
                  <a:pt x="1476669" y="1052293"/>
                </a:cubicBezTo>
                <a:cubicBezTo>
                  <a:pt x="1477165" y="1060229"/>
                  <a:pt x="1466253" y="1071638"/>
                  <a:pt x="1457820" y="1072134"/>
                </a:cubicBezTo>
                <a:cubicBezTo>
                  <a:pt x="1450876" y="1073126"/>
                  <a:pt x="1438475" y="1061718"/>
                  <a:pt x="1438475" y="1053285"/>
                </a:cubicBezTo>
                <a:cubicBezTo>
                  <a:pt x="1438475" y="1045845"/>
                  <a:pt x="1448892" y="1034932"/>
                  <a:pt x="1456828" y="1033940"/>
                </a:cubicBezTo>
                <a:close/>
                <a:moveTo>
                  <a:pt x="1388872" y="1033940"/>
                </a:moveTo>
                <a:cubicBezTo>
                  <a:pt x="1400281" y="1033940"/>
                  <a:pt x="1407721" y="1041876"/>
                  <a:pt x="1407721" y="1053781"/>
                </a:cubicBezTo>
                <a:cubicBezTo>
                  <a:pt x="1407721" y="1065190"/>
                  <a:pt x="1399785" y="1072630"/>
                  <a:pt x="1387880" y="1072134"/>
                </a:cubicBezTo>
                <a:cubicBezTo>
                  <a:pt x="1377463" y="1072134"/>
                  <a:pt x="1369527" y="1064198"/>
                  <a:pt x="1369527" y="1053285"/>
                </a:cubicBezTo>
                <a:cubicBezTo>
                  <a:pt x="1369527" y="1041380"/>
                  <a:pt x="1377463" y="1033940"/>
                  <a:pt x="1388872" y="1033940"/>
                </a:cubicBezTo>
                <a:close/>
                <a:moveTo>
                  <a:pt x="1322900" y="1033444"/>
                </a:moveTo>
                <a:cubicBezTo>
                  <a:pt x="1328852" y="1032948"/>
                  <a:pt x="1331829" y="1035925"/>
                  <a:pt x="1336293" y="1038901"/>
                </a:cubicBezTo>
                <a:cubicBezTo>
                  <a:pt x="1341749" y="1043365"/>
                  <a:pt x="1340757" y="1048325"/>
                  <a:pt x="1341253" y="1053782"/>
                </a:cubicBezTo>
                <a:cubicBezTo>
                  <a:pt x="1341749" y="1059734"/>
                  <a:pt x="1338773" y="1063206"/>
                  <a:pt x="1335301" y="1067174"/>
                </a:cubicBezTo>
                <a:cubicBezTo>
                  <a:pt x="1331333" y="1071639"/>
                  <a:pt x="1326868" y="1071639"/>
                  <a:pt x="1321908" y="1072135"/>
                </a:cubicBezTo>
                <a:cubicBezTo>
                  <a:pt x="1316452" y="1072135"/>
                  <a:pt x="1312484" y="1070646"/>
                  <a:pt x="1308515" y="1067174"/>
                </a:cubicBezTo>
                <a:cubicBezTo>
                  <a:pt x="1303555" y="1062710"/>
                  <a:pt x="1302067" y="1058246"/>
                  <a:pt x="1303059" y="1051797"/>
                </a:cubicBezTo>
                <a:cubicBezTo>
                  <a:pt x="1301075" y="1046341"/>
                  <a:pt x="1305043" y="1042869"/>
                  <a:pt x="1308019" y="1038901"/>
                </a:cubicBezTo>
                <a:cubicBezTo>
                  <a:pt x="1311988" y="1033444"/>
                  <a:pt x="1317444" y="1034437"/>
                  <a:pt x="1322900" y="1033444"/>
                </a:cubicBezTo>
                <a:close/>
                <a:moveTo>
                  <a:pt x="1053062" y="1031956"/>
                </a:moveTo>
                <a:cubicBezTo>
                  <a:pt x="1067447" y="1031460"/>
                  <a:pt x="1074391" y="1038404"/>
                  <a:pt x="1074391" y="1053285"/>
                </a:cubicBezTo>
                <a:cubicBezTo>
                  <a:pt x="1074391" y="1067670"/>
                  <a:pt x="1067447" y="1074614"/>
                  <a:pt x="1052566" y="1074614"/>
                </a:cubicBezTo>
                <a:cubicBezTo>
                  <a:pt x="1038198" y="1074614"/>
                  <a:pt x="1031750" y="1067670"/>
                  <a:pt x="1031750" y="1052293"/>
                </a:cubicBezTo>
                <a:cubicBezTo>
                  <a:pt x="1031750" y="1038404"/>
                  <a:pt x="1039190" y="1031956"/>
                  <a:pt x="1053062" y="1031956"/>
                </a:cubicBezTo>
                <a:close/>
                <a:moveTo>
                  <a:pt x="1254945" y="1031460"/>
                </a:moveTo>
                <a:cubicBezTo>
                  <a:pt x="1264370" y="1031460"/>
                  <a:pt x="1276770" y="1043365"/>
                  <a:pt x="1276274" y="1053285"/>
                </a:cubicBezTo>
                <a:cubicBezTo>
                  <a:pt x="1276274" y="1062214"/>
                  <a:pt x="1264370" y="1074118"/>
                  <a:pt x="1255441" y="1074614"/>
                </a:cubicBezTo>
                <a:cubicBezTo>
                  <a:pt x="1246017" y="1075110"/>
                  <a:pt x="1233616" y="1063206"/>
                  <a:pt x="1233120" y="1053781"/>
                </a:cubicBezTo>
                <a:cubicBezTo>
                  <a:pt x="1233616" y="1043861"/>
                  <a:pt x="1245521" y="1031460"/>
                  <a:pt x="1254945" y="1031460"/>
                </a:cubicBezTo>
                <a:close/>
                <a:moveTo>
                  <a:pt x="1121018" y="1031460"/>
                </a:moveTo>
                <a:cubicBezTo>
                  <a:pt x="1126970" y="1029475"/>
                  <a:pt x="1130443" y="1034932"/>
                  <a:pt x="1134907" y="1038404"/>
                </a:cubicBezTo>
                <a:cubicBezTo>
                  <a:pt x="1139867" y="1042372"/>
                  <a:pt x="1140363" y="1047828"/>
                  <a:pt x="1140859" y="1053781"/>
                </a:cubicBezTo>
                <a:cubicBezTo>
                  <a:pt x="1141851" y="1061717"/>
                  <a:pt x="1135899" y="1064693"/>
                  <a:pt x="1132427" y="1069654"/>
                </a:cubicBezTo>
                <a:cubicBezTo>
                  <a:pt x="1128459" y="1075606"/>
                  <a:pt x="1123002" y="1073622"/>
                  <a:pt x="1118042" y="1074614"/>
                </a:cubicBezTo>
                <a:cubicBezTo>
                  <a:pt x="1110602" y="1076102"/>
                  <a:pt x="1107625" y="1070646"/>
                  <a:pt x="1103161" y="1067174"/>
                </a:cubicBezTo>
                <a:cubicBezTo>
                  <a:pt x="1098201" y="1063205"/>
                  <a:pt x="1097705" y="1058245"/>
                  <a:pt x="1097209" y="1052789"/>
                </a:cubicBezTo>
                <a:cubicBezTo>
                  <a:pt x="1096713" y="1045844"/>
                  <a:pt x="1099689" y="1041876"/>
                  <a:pt x="1104153" y="1037908"/>
                </a:cubicBezTo>
                <a:cubicBezTo>
                  <a:pt x="1111594" y="1031460"/>
                  <a:pt x="1111098" y="1031460"/>
                  <a:pt x="1121018" y="1031460"/>
                </a:cubicBezTo>
                <a:close/>
                <a:moveTo>
                  <a:pt x="1185005" y="1030964"/>
                </a:moveTo>
                <a:cubicBezTo>
                  <a:pt x="1196910" y="1030468"/>
                  <a:pt x="1207326" y="1040388"/>
                  <a:pt x="1207326" y="1051797"/>
                </a:cubicBezTo>
                <a:cubicBezTo>
                  <a:pt x="1207822" y="1064198"/>
                  <a:pt x="1198398" y="1074118"/>
                  <a:pt x="1186493" y="1074118"/>
                </a:cubicBezTo>
                <a:cubicBezTo>
                  <a:pt x="1174589" y="1074118"/>
                  <a:pt x="1164668" y="1064694"/>
                  <a:pt x="1164668" y="1052789"/>
                </a:cubicBezTo>
                <a:cubicBezTo>
                  <a:pt x="1164668" y="1041876"/>
                  <a:pt x="1174092" y="1031460"/>
                  <a:pt x="1185005" y="1030964"/>
                </a:cubicBezTo>
                <a:close/>
                <a:moveTo>
                  <a:pt x="849735" y="1029971"/>
                </a:moveTo>
                <a:cubicBezTo>
                  <a:pt x="863625" y="1028979"/>
                  <a:pt x="874040" y="1039396"/>
                  <a:pt x="874040" y="1053285"/>
                </a:cubicBezTo>
                <a:cubicBezTo>
                  <a:pt x="874040" y="1066181"/>
                  <a:pt x="863625" y="1077094"/>
                  <a:pt x="849735" y="1077094"/>
                </a:cubicBezTo>
                <a:cubicBezTo>
                  <a:pt x="836342" y="1076598"/>
                  <a:pt x="825926" y="1066181"/>
                  <a:pt x="826422" y="1052789"/>
                </a:cubicBezTo>
                <a:cubicBezTo>
                  <a:pt x="827414" y="1038404"/>
                  <a:pt x="836342" y="1029971"/>
                  <a:pt x="849735" y="1029971"/>
                </a:cubicBezTo>
                <a:close/>
                <a:moveTo>
                  <a:pt x="918176" y="1029476"/>
                </a:moveTo>
                <a:cubicBezTo>
                  <a:pt x="929088" y="1029476"/>
                  <a:pt x="940993" y="1041877"/>
                  <a:pt x="940993" y="1053285"/>
                </a:cubicBezTo>
                <a:cubicBezTo>
                  <a:pt x="940993" y="1065190"/>
                  <a:pt x="928592" y="1077095"/>
                  <a:pt x="916192" y="1077095"/>
                </a:cubicBezTo>
                <a:cubicBezTo>
                  <a:pt x="904784" y="1077095"/>
                  <a:pt x="892879" y="1064694"/>
                  <a:pt x="893375" y="1053285"/>
                </a:cubicBezTo>
                <a:cubicBezTo>
                  <a:pt x="893375" y="1041381"/>
                  <a:pt x="905776" y="1029476"/>
                  <a:pt x="918176" y="1029476"/>
                </a:cubicBezTo>
                <a:close/>
                <a:moveTo>
                  <a:pt x="986612" y="1028980"/>
                </a:moveTo>
                <a:cubicBezTo>
                  <a:pt x="998021" y="1029476"/>
                  <a:pt x="1009926" y="1041877"/>
                  <a:pt x="1009926" y="1052789"/>
                </a:cubicBezTo>
                <a:cubicBezTo>
                  <a:pt x="1009926" y="1064198"/>
                  <a:pt x="997029" y="1077095"/>
                  <a:pt x="985620" y="1076598"/>
                </a:cubicBezTo>
                <a:cubicBezTo>
                  <a:pt x="974212" y="1076102"/>
                  <a:pt x="962307" y="1063702"/>
                  <a:pt x="962307" y="1052789"/>
                </a:cubicBezTo>
                <a:cubicBezTo>
                  <a:pt x="962307" y="1041381"/>
                  <a:pt x="975204" y="1028484"/>
                  <a:pt x="986612" y="1028980"/>
                </a:cubicBezTo>
                <a:close/>
                <a:moveTo>
                  <a:pt x="783724" y="1028980"/>
                </a:moveTo>
                <a:cubicBezTo>
                  <a:pt x="798605" y="1028980"/>
                  <a:pt x="807535" y="1037908"/>
                  <a:pt x="807535" y="1053285"/>
                </a:cubicBezTo>
                <a:cubicBezTo>
                  <a:pt x="807535" y="1068166"/>
                  <a:pt x="798605" y="1076599"/>
                  <a:pt x="783228" y="1076599"/>
                </a:cubicBezTo>
                <a:cubicBezTo>
                  <a:pt x="768843" y="1076599"/>
                  <a:pt x="759915" y="1067174"/>
                  <a:pt x="759915" y="1051797"/>
                </a:cubicBezTo>
                <a:cubicBezTo>
                  <a:pt x="759915" y="1037908"/>
                  <a:pt x="769341" y="1028980"/>
                  <a:pt x="783724" y="1028980"/>
                </a:cubicBezTo>
                <a:close/>
                <a:moveTo>
                  <a:pt x="714291" y="1028980"/>
                </a:moveTo>
                <a:cubicBezTo>
                  <a:pt x="729172" y="1029476"/>
                  <a:pt x="738596" y="1037908"/>
                  <a:pt x="738596" y="1052293"/>
                </a:cubicBezTo>
                <a:cubicBezTo>
                  <a:pt x="738596" y="1067670"/>
                  <a:pt x="729668" y="1076599"/>
                  <a:pt x="715283" y="1076599"/>
                </a:cubicBezTo>
                <a:cubicBezTo>
                  <a:pt x="699906" y="1076599"/>
                  <a:pt x="691475" y="1067670"/>
                  <a:pt x="690979" y="1052789"/>
                </a:cubicBezTo>
                <a:cubicBezTo>
                  <a:pt x="690979" y="1045845"/>
                  <a:pt x="692963" y="1040389"/>
                  <a:pt x="697922" y="1035428"/>
                </a:cubicBezTo>
                <a:cubicBezTo>
                  <a:pt x="702387" y="1030964"/>
                  <a:pt x="707843" y="1028980"/>
                  <a:pt x="714291" y="1028980"/>
                </a:cubicBezTo>
                <a:close/>
                <a:moveTo>
                  <a:pt x="445952" y="1026996"/>
                </a:moveTo>
                <a:cubicBezTo>
                  <a:pt x="461329" y="1026996"/>
                  <a:pt x="472242" y="1038901"/>
                  <a:pt x="471746" y="1053781"/>
                </a:cubicBezTo>
                <a:cubicBezTo>
                  <a:pt x="471250" y="1068662"/>
                  <a:pt x="460833" y="1078583"/>
                  <a:pt x="445456" y="1079079"/>
                </a:cubicBezTo>
                <a:cubicBezTo>
                  <a:pt x="430078" y="1078583"/>
                  <a:pt x="419164" y="1067174"/>
                  <a:pt x="419661" y="1052293"/>
                </a:cubicBezTo>
                <a:cubicBezTo>
                  <a:pt x="420157" y="1037413"/>
                  <a:pt x="430574" y="1026996"/>
                  <a:pt x="445952" y="1026996"/>
                </a:cubicBezTo>
                <a:close/>
                <a:moveTo>
                  <a:pt x="379468" y="1026996"/>
                </a:moveTo>
                <a:cubicBezTo>
                  <a:pt x="386910" y="1026996"/>
                  <a:pt x="392366" y="1029476"/>
                  <a:pt x="397822" y="1034932"/>
                </a:cubicBezTo>
                <a:cubicBezTo>
                  <a:pt x="403279" y="1040389"/>
                  <a:pt x="405759" y="1046341"/>
                  <a:pt x="405759" y="1054277"/>
                </a:cubicBezTo>
                <a:cubicBezTo>
                  <a:pt x="405759" y="1061718"/>
                  <a:pt x="402783" y="1067174"/>
                  <a:pt x="397326" y="1072134"/>
                </a:cubicBezTo>
                <a:cubicBezTo>
                  <a:pt x="391870" y="1077095"/>
                  <a:pt x="386414" y="1080567"/>
                  <a:pt x="378972" y="1079079"/>
                </a:cubicBezTo>
                <a:cubicBezTo>
                  <a:pt x="371036" y="1080071"/>
                  <a:pt x="366076" y="1076599"/>
                  <a:pt x="360619" y="1071638"/>
                </a:cubicBezTo>
                <a:cubicBezTo>
                  <a:pt x="355163" y="1066182"/>
                  <a:pt x="352683" y="1060230"/>
                  <a:pt x="352683" y="1052293"/>
                </a:cubicBezTo>
                <a:cubicBezTo>
                  <a:pt x="352683" y="1044853"/>
                  <a:pt x="355659" y="1039397"/>
                  <a:pt x="361115" y="1034436"/>
                </a:cubicBezTo>
                <a:cubicBezTo>
                  <a:pt x="366076" y="1028980"/>
                  <a:pt x="372028" y="1026996"/>
                  <a:pt x="379468" y="1026996"/>
                </a:cubicBezTo>
                <a:close/>
                <a:moveTo>
                  <a:pt x="312514" y="1026996"/>
                </a:moveTo>
                <a:cubicBezTo>
                  <a:pt x="319954" y="1025508"/>
                  <a:pt x="325412" y="1028980"/>
                  <a:pt x="330868" y="1034436"/>
                </a:cubicBezTo>
                <a:cubicBezTo>
                  <a:pt x="336324" y="1039892"/>
                  <a:pt x="339300" y="1045845"/>
                  <a:pt x="338804" y="1053781"/>
                </a:cubicBezTo>
                <a:cubicBezTo>
                  <a:pt x="338804" y="1061221"/>
                  <a:pt x="335828" y="1066678"/>
                  <a:pt x="330868" y="1072134"/>
                </a:cubicBezTo>
                <a:cubicBezTo>
                  <a:pt x="325908" y="1077094"/>
                  <a:pt x="319954" y="1080070"/>
                  <a:pt x="312514" y="1080070"/>
                </a:cubicBezTo>
                <a:cubicBezTo>
                  <a:pt x="305074" y="1080070"/>
                  <a:pt x="299617" y="1077590"/>
                  <a:pt x="294161" y="1072630"/>
                </a:cubicBezTo>
                <a:cubicBezTo>
                  <a:pt x="288705" y="1067174"/>
                  <a:pt x="285728" y="1061221"/>
                  <a:pt x="286225" y="1053285"/>
                </a:cubicBezTo>
                <a:cubicBezTo>
                  <a:pt x="286225" y="1045845"/>
                  <a:pt x="289201" y="1040388"/>
                  <a:pt x="294161" y="1034932"/>
                </a:cubicBezTo>
                <a:cubicBezTo>
                  <a:pt x="299121" y="1028980"/>
                  <a:pt x="304578" y="1025508"/>
                  <a:pt x="312514" y="1026996"/>
                </a:cubicBezTo>
                <a:close/>
                <a:moveTo>
                  <a:pt x="648351" y="1026995"/>
                </a:moveTo>
                <a:cubicBezTo>
                  <a:pt x="661742" y="1027491"/>
                  <a:pt x="674142" y="1040388"/>
                  <a:pt x="673646" y="1053285"/>
                </a:cubicBezTo>
                <a:cubicBezTo>
                  <a:pt x="673646" y="1066181"/>
                  <a:pt x="661246" y="1077590"/>
                  <a:pt x="647854" y="1079078"/>
                </a:cubicBezTo>
                <a:cubicBezTo>
                  <a:pt x="634463" y="1077590"/>
                  <a:pt x="622063" y="1066181"/>
                  <a:pt x="622063" y="1053285"/>
                </a:cubicBezTo>
                <a:cubicBezTo>
                  <a:pt x="621567" y="1039892"/>
                  <a:pt x="635950" y="1026499"/>
                  <a:pt x="648351" y="1026995"/>
                </a:cubicBezTo>
                <a:close/>
                <a:moveTo>
                  <a:pt x="579882" y="1026500"/>
                </a:moveTo>
                <a:cubicBezTo>
                  <a:pt x="594267" y="1025508"/>
                  <a:pt x="607165" y="1037908"/>
                  <a:pt x="607661" y="1052293"/>
                </a:cubicBezTo>
                <a:cubicBezTo>
                  <a:pt x="606669" y="1068166"/>
                  <a:pt x="596251" y="1077590"/>
                  <a:pt x="582362" y="1078583"/>
                </a:cubicBezTo>
                <a:cubicBezTo>
                  <a:pt x="568473" y="1079575"/>
                  <a:pt x="555079" y="1067174"/>
                  <a:pt x="555079" y="1052789"/>
                </a:cubicBezTo>
                <a:cubicBezTo>
                  <a:pt x="555079" y="1036420"/>
                  <a:pt x="566489" y="1027492"/>
                  <a:pt x="579882" y="1026500"/>
                </a:cubicBezTo>
                <a:close/>
                <a:moveTo>
                  <a:pt x="515898" y="1026500"/>
                </a:moveTo>
                <a:cubicBezTo>
                  <a:pt x="529293" y="1027988"/>
                  <a:pt x="540206" y="1036916"/>
                  <a:pt x="540702" y="1053285"/>
                </a:cubicBezTo>
                <a:cubicBezTo>
                  <a:pt x="539710" y="1068166"/>
                  <a:pt x="527308" y="1080071"/>
                  <a:pt x="513418" y="1078583"/>
                </a:cubicBezTo>
                <a:cubicBezTo>
                  <a:pt x="500025" y="1077591"/>
                  <a:pt x="488615" y="1068166"/>
                  <a:pt x="488615" y="1051797"/>
                </a:cubicBezTo>
                <a:cubicBezTo>
                  <a:pt x="488615" y="1036916"/>
                  <a:pt x="502009" y="1025012"/>
                  <a:pt x="515898" y="1026500"/>
                </a:cubicBezTo>
                <a:close/>
                <a:moveTo>
                  <a:pt x="244569" y="1026500"/>
                </a:moveTo>
                <a:cubicBezTo>
                  <a:pt x="251514" y="1025508"/>
                  <a:pt x="256474" y="1029476"/>
                  <a:pt x="261930" y="1034436"/>
                </a:cubicBezTo>
                <a:cubicBezTo>
                  <a:pt x="267883" y="1039893"/>
                  <a:pt x="269867" y="1046341"/>
                  <a:pt x="269371" y="1053781"/>
                </a:cubicBezTo>
                <a:cubicBezTo>
                  <a:pt x="268875" y="1068166"/>
                  <a:pt x="257466" y="1078583"/>
                  <a:pt x="242585" y="1079079"/>
                </a:cubicBezTo>
                <a:cubicBezTo>
                  <a:pt x="235145" y="1079079"/>
                  <a:pt x="229689" y="1076103"/>
                  <a:pt x="224232" y="1071142"/>
                </a:cubicBezTo>
                <a:cubicBezTo>
                  <a:pt x="218280" y="1065686"/>
                  <a:pt x="216296" y="1059238"/>
                  <a:pt x="216792" y="1051797"/>
                </a:cubicBezTo>
                <a:cubicBezTo>
                  <a:pt x="217288" y="1037413"/>
                  <a:pt x="228697" y="1026500"/>
                  <a:pt x="244569" y="1026500"/>
                </a:cubicBezTo>
                <a:close/>
                <a:moveTo>
                  <a:pt x="175104" y="1026500"/>
                </a:moveTo>
                <a:cubicBezTo>
                  <a:pt x="183039" y="1026500"/>
                  <a:pt x="188992" y="1028484"/>
                  <a:pt x="194448" y="1033940"/>
                </a:cubicBezTo>
                <a:cubicBezTo>
                  <a:pt x="199408" y="1039397"/>
                  <a:pt x="202384" y="1044357"/>
                  <a:pt x="202384" y="1052293"/>
                </a:cubicBezTo>
                <a:cubicBezTo>
                  <a:pt x="202384" y="1060230"/>
                  <a:pt x="199904" y="1066182"/>
                  <a:pt x="194448" y="1071638"/>
                </a:cubicBezTo>
                <a:cubicBezTo>
                  <a:pt x="188992" y="1076599"/>
                  <a:pt x="183535" y="1079079"/>
                  <a:pt x="176096" y="1079079"/>
                </a:cubicBezTo>
                <a:cubicBezTo>
                  <a:pt x="168656" y="1079079"/>
                  <a:pt x="162703" y="1076599"/>
                  <a:pt x="157743" y="1071638"/>
                </a:cubicBezTo>
                <a:cubicBezTo>
                  <a:pt x="153279" y="1066678"/>
                  <a:pt x="149311" y="1061222"/>
                  <a:pt x="150303" y="1054278"/>
                </a:cubicBezTo>
                <a:cubicBezTo>
                  <a:pt x="150303" y="1038405"/>
                  <a:pt x="161215" y="1026996"/>
                  <a:pt x="175104" y="1026500"/>
                </a:cubicBezTo>
                <a:close/>
                <a:moveTo>
                  <a:pt x="109650" y="1026500"/>
                </a:moveTo>
                <a:cubicBezTo>
                  <a:pt x="117091" y="1026500"/>
                  <a:pt x="122547" y="1029476"/>
                  <a:pt x="128003" y="1034436"/>
                </a:cubicBezTo>
                <a:cubicBezTo>
                  <a:pt x="135444" y="1041380"/>
                  <a:pt x="135940" y="1043364"/>
                  <a:pt x="135940" y="1053781"/>
                </a:cubicBezTo>
                <a:cubicBezTo>
                  <a:pt x="137428" y="1060229"/>
                  <a:pt x="133460" y="1065686"/>
                  <a:pt x="128499" y="1071142"/>
                </a:cubicBezTo>
                <a:cubicBezTo>
                  <a:pt x="123043" y="1076598"/>
                  <a:pt x="117091" y="1079574"/>
                  <a:pt x="109154" y="1079078"/>
                </a:cubicBezTo>
                <a:cubicBezTo>
                  <a:pt x="101714" y="1079078"/>
                  <a:pt x="96258" y="1076102"/>
                  <a:pt x="90801" y="1071142"/>
                </a:cubicBezTo>
                <a:cubicBezTo>
                  <a:pt x="85841" y="1066182"/>
                  <a:pt x="82865" y="1060229"/>
                  <a:pt x="82865" y="1052789"/>
                </a:cubicBezTo>
                <a:cubicBezTo>
                  <a:pt x="82865" y="1045349"/>
                  <a:pt x="85345" y="1039892"/>
                  <a:pt x="90305" y="1034436"/>
                </a:cubicBezTo>
                <a:cubicBezTo>
                  <a:pt x="95762" y="1028980"/>
                  <a:pt x="101714" y="1026004"/>
                  <a:pt x="109650" y="1026500"/>
                </a:cubicBezTo>
                <a:close/>
                <a:moveTo>
                  <a:pt x="44656" y="1026500"/>
                </a:moveTo>
                <a:cubicBezTo>
                  <a:pt x="52097" y="1026500"/>
                  <a:pt x="57553" y="1029476"/>
                  <a:pt x="62513" y="1034933"/>
                </a:cubicBezTo>
                <a:cubicBezTo>
                  <a:pt x="67474" y="1039893"/>
                  <a:pt x="70946" y="1045349"/>
                  <a:pt x="69458" y="1052789"/>
                </a:cubicBezTo>
                <a:cubicBezTo>
                  <a:pt x="70946" y="1060726"/>
                  <a:pt x="66978" y="1066182"/>
                  <a:pt x="62017" y="1071638"/>
                </a:cubicBezTo>
                <a:cubicBezTo>
                  <a:pt x="56561" y="1077095"/>
                  <a:pt x="50609" y="1079575"/>
                  <a:pt x="42672" y="1079575"/>
                </a:cubicBezTo>
                <a:cubicBezTo>
                  <a:pt x="35232" y="1079575"/>
                  <a:pt x="29776" y="1076599"/>
                  <a:pt x="24815" y="1071142"/>
                </a:cubicBezTo>
                <a:cubicBezTo>
                  <a:pt x="19359" y="1066182"/>
                  <a:pt x="17375" y="1060230"/>
                  <a:pt x="17375" y="1052789"/>
                </a:cubicBezTo>
                <a:cubicBezTo>
                  <a:pt x="17375" y="1045349"/>
                  <a:pt x="19855" y="1039893"/>
                  <a:pt x="25311" y="1034436"/>
                </a:cubicBezTo>
                <a:cubicBezTo>
                  <a:pt x="30768" y="1028980"/>
                  <a:pt x="36720" y="1026500"/>
                  <a:pt x="44656" y="1026500"/>
                </a:cubicBezTo>
                <a:close/>
                <a:moveTo>
                  <a:pt x="2197892" y="984338"/>
                </a:moveTo>
                <a:cubicBezTo>
                  <a:pt x="2198884" y="984834"/>
                  <a:pt x="2199876" y="986322"/>
                  <a:pt x="2200372" y="987314"/>
                </a:cubicBezTo>
                <a:cubicBezTo>
                  <a:pt x="2200372" y="987314"/>
                  <a:pt x="2198884" y="988306"/>
                  <a:pt x="2197396" y="989794"/>
                </a:cubicBezTo>
                <a:cubicBezTo>
                  <a:pt x="2196404" y="987810"/>
                  <a:pt x="2195908" y="986818"/>
                  <a:pt x="2195908" y="985826"/>
                </a:cubicBezTo>
                <a:cubicBezTo>
                  <a:pt x="2195908" y="985330"/>
                  <a:pt x="2197892" y="983842"/>
                  <a:pt x="2197892" y="984338"/>
                </a:cubicBezTo>
                <a:close/>
                <a:moveTo>
                  <a:pt x="1022" y="984337"/>
                </a:moveTo>
                <a:cubicBezTo>
                  <a:pt x="2014" y="984833"/>
                  <a:pt x="3006" y="984833"/>
                  <a:pt x="3502" y="985329"/>
                </a:cubicBezTo>
                <a:cubicBezTo>
                  <a:pt x="2510" y="987313"/>
                  <a:pt x="2510" y="987809"/>
                  <a:pt x="2014" y="988305"/>
                </a:cubicBezTo>
                <a:cubicBezTo>
                  <a:pt x="1518" y="987809"/>
                  <a:pt x="526" y="986817"/>
                  <a:pt x="526" y="986321"/>
                </a:cubicBezTo>
                <a:cubicBezTo>
                  <a:pt x="526" y="985825"/>
                  <a:pt x="1022" y="984833"/>
                  <a:pt x="1022" y="984337"/>
                </a:cubicBezTo>
                <a:close/>
                <a:moveTo>
                  <a:pt x="2125782" y="981237"/>
                </a:moveTo>
                <a:cubicBezTo>
                  <a:pt x="2126836" y="980989"/>
                  <a:pt x="2128200" y="981361"/>
                  <a:pt x="2129440" y="981361"/>
                </a:cubicBezTo>
                <a:cubicBezTo>
                  <a:pt x="2133905" y="981361"/>
                  <a:pt x="2133905" y="981857"/>
                  <a:pt x="2133905" y="987314"/>
                </a:cubicBezTo>
                <a:cubicBezTo>
                  <a:pt x="2134400" y="992274"/>
                  <a:pt x="2130928" y="990786"/>
                  <a:pt x="2128448" y="990786"/>
                </a:cubicBezTo>
                <a:cubicBezTo>
                  <a:pt x="2123984" y="990786"/>
                  <a:pt x="2124480" y="990786"/>
                  <a:pt x="2123984" y="984833"/>
                </a:cubicBezTo>
                <a:cubicBezTo>
                  <a:pt x="2123984" y="982353"/>
                  <a:pt x="2124728" y="981485"/>
                  <a:pt x="2125782" y="981237"/>
                </a:cubicBezTo>
                <a:close/>
                <a:moveTo>
                  <a:pt x="2061980" y="978881"/>
                </a:moveTo>
                <a:cubicBezTo>
                  <a:pt x="2067436" y="978881"/>
                  <a:pt x="2069420" y="980865"/>
                  <a:pt x="2069420" y="985825"/>
                </a:cubicBezTo>
                <a:cubicBezTo>
                  <a:pt x="2069420" y="990786"/>
                  <a:pt x="2067436" y="993266"/>
                  <a:pt x="2062972" y="993266"/>
                </a:cubicBezTo>
                <a:cubicBezTo>
                  <a:pt x="2058012" y="993266"/>
                  <a:pt x="2055531" y="991778"/>
                  <a:pt x="2055035" y="986817"/>
                </a:cubicBezTo>
                <a:cubicBezTo>
                  <a:pt x="2054540" y="980865"/>
                  <a:pt x="2056524" y="978881"/>
                  <a:pt x="2061980" y="978881"/>
                </a:cubicBezTo>
                <a:close/>
                <a:moveTo>
                  <a:pt x="1995513" y="976897"/>
                </a:moveTo>
                <a:cubicBezTo>
                  <a:pt x="2000969" y="976897"/>
                  <a:pt x="2004937" y="981361"/>
                  <a:pt x="2004937" y="986322"/>
                </a:cubicBezTo>
                <a:cubicBezTo>
                  <a:pt x="2004937" y="991282"/>
                  <a:pt x="2000473" y="995746"/>
                  <a:pt x="1995513" y="995746"/>
                </a:cubicBezTo>
                <a:cubicBezTo>
                  <a:pt x="1990056" y="995746"/>
                  <a:pt x="1985592" y="991282"/>
                  <a:pt x="1985592" y="985825"/>
                </a:cubicBezTo>
                <a:cubicBezTo>
                  <a:pt x="1985592" y="980865"/>
                  <a:pt x="1990552" y="976897"/>
                  <a:pt x="1995513" y="976897"/>
                </a:cubicBezTo>
                <a:close/>
                <a:moveTo>
                  <a:pt x="1929046" y="974417"/>
                </a:moveTo>
                <a:cubicBezTo>
                  <a:pt x="1934006" y="974417"/>
                  <a:pt x="1940950" y="980865"/>
                  <a:pt x="1940950" y="986322"/>
                </a:cubicBezTo>
                <a:cubicBezTo>
                  <a:pt x="1940950" y="991282"/>
                  <a:pt x="1934006" y="998226"/>
                  <a:pt x="1929046" y="998226"/>
                </a:cubicBezTo>
                <a:cubicBezTo>
                  <a:pt x="1924085" y="998226"/>
                  <a:pt x="1917141" y="991282"/>
                  <a:pt x="1917141" y="986322"/>
                </a:cubicBezTo>
                <a:cubicBezTo>
                  <a:pt x="1917141" y="981361"/>
                  <a:pt x="1924085" y="974417"/>
                  <a:pt x="1929046" y="974417"/>
                </a:cubicBezTo>
                <a:close/>
                <a:moveTo>
                  <a:pt x="1860594" y="974417"/>
                </a:moveTo>
                <a:cubicBezTo>
                  <a:pt x="1869026" y="974417"/>
                  <a:pt x="1872002" y="977889"/>
                  <a:pt x="1872002" y="986322"/>
                </a:cubicBezTo>
                <a:cubicBezTo>
                  <a:pt x="1872002" y="995250"/>
                  <a:pt x="1868530" y="998226"/>
                  <a:pt x="1859105" y="998226"/>
                </a:cubicBezTo>
                <a:cubicBezTo>
                  <a:pt x="1850673" y="998226"/>
                  <a:pt x="1848193" y="994754"/>
                  <a:pt x="1848193" y="985330"/>
                </a:cubicBezTo>
                <a:cubicBezTo>
                  <a:pt x="1848193" y="977393"/>
                  <a:pt x="1851665" y="974417"/>
                  <a:pt x="1860594" y="974417"/>
                </a:cubicBezTo>
                <a:close/>
                <a:moveTo>
                  <a:pt x="1793630" y="971937"/>
                </a:moveTo>
                <a:cubicBezTo>
                  <a:pt x="1801566" y="972929"/>
                  <a:pt x="1807518" y="978385"/>
                  <a:pt x="1807022" y="986818"/>
                </a:cubicBezTo>
                <a:cubicBezTo>
                  <a:pt x="1806526" y="994754"/>
                  <a:pt x="1800574" y="1000707"/>
                  <a:pt x="1792142" y="1000211"/>
                </a:cubicBezTo>
                <a:cubicBezTo>
                  <a:pt x="1784205" y="999715"/>
                  <a:pt x="1778253" y="993762"/>
                  <a:pt x="1778749" y="985330"/>
                </a:cubicBezTo>
                <a:cubicBezTo>
                  <a:pt x="1779741" y="977889"/>
                  <a:pt x="1785197" y="971937"/>
                  <a:pt x="1793630" y="971937"/>
                </a:cubicBezTo>
                <a:close/>
                <a:moveTo>
                  <a:pt x="1725675" y="971937"/>
                </a:moveTo>
                <a:cubicBezTo>
                  <a:pt x="1736587" y="971937"/>
                  <a:pt x="1740555" y="975905"/>
                  <a:pt x="1740555" y="986322"/>
                </a:cubicBezTo>
                <a:cubicBezTo>
                  <a:pt x="1741051" y="996242"/>
                  <a:pt x="1736587" y="1000707"/>
                  <a:pt x="1726667" y="1000707"/>
                </a:cubicBezTo>
                <a:cubicBezTo>
                  <a:pt x="1716746" y="1000707"/>
                  <a:pt x="1712282" y="996738"/>
                  <a:pt x="1712282" y="986818"/>
                </a:cubicBezTo>
                <a:cubicBezTo>
                  <a:pt x="1712282" y="975905"/>
                  <a:pt x="1715754" y="971937"/>
                  <a:pt x="1725675" y="971937"/>
                </a:cubicBezTo>
                <a:close/>
                <a:moveTo>
                  <a:pt x="1656727" y="969457"/>
                </a:moveTo>
                <a:cubicBezTo>
                  <a:pt x="1664663" y="968961"/>
                  <a:pt x="1674088" y="977393"/>
                  <a:pt x="1674584" y="985330"/>
                </a:cubicBezTo>
                <a:cubicBezTo>
                  <a:pt x="1674584" y="993762"/>
                  <a:pt x="1666151" y="1002691"/>
                  <a:pt x="1657719" y="1002691"/>
                </a:cubicBezTo>
                <a:cubicBezTo>
                  <a:pt x="1649783" y="1003187"/>
                  <a:pt x="1640854" y="994258"/>
                  <a:pt x="1640854" y="986322"/>
                </a:cubicBezTo>
                <a:cubicBezTo>
                  <a:pt x="1640854" y="978881"/>
                  <a:pt x="1648790" y="969953"/>
                  <a:pt x="1656727" y="969457"/>
                </a:cubicBezTo>
                <a:close/>
                <a:moveTo>
                  <a:pt x="1592243" y="969456"/>
                </a:moveTo>
                <a:cubicBezTo>
                  <a:pt x="1601667" y="968960"/>
                  <a:pt x="1608612" y="977393"/>
                  <a:pt x="1608116" y="987313"/>
                </a:cubicBezTo>
                <a:cubicBezTo>
                  <a:pt x="1607620" y="996738"/>
                  <a:pt x="1600179" y="1003682"/>
                  <a:pt x="1590259" y="1003186"/>
                </a:cubicBezTo>
                <a:cubicBezTo>
                  <a:pt x="1580834" y="1002690"/>
                  <a:pt x="1573890" y="995250"/>
                  <a:pt x="1574386" y="985329"/>
                </a:cubicBezTo>
                <a:cubicBezTo>
                  <a:pt x="1574386" y="975409"/>
                  <a:pt x="1581826" y="968464"/>
                  <a:pt x="1592243" y="969456"/>
                </a:cubicBezTo>
                <a:close/>
                <a:moveTo>
                  <a:pt x="1524783" y="967969"/>
                </a:moveTo>
                <a:cubicBezTo>
                  <a:pt x="1526271" y="966977"/>
                  <a:pt x="1530239" y="969457"/>
                  <a:pt x="1532719" y="970449"/>
                </a:cubicBezTo>
                <a:cubicBezTo>
                  <a:pt x="1536192" y="971441"/>
                  <a:pt x="1538672" y="975409"/>
                  <a:pt x="1541152" y="978385"/>
                </a:cubicBezTo>
                <a:cubicBezTo>
                  <a:pt x="1542144" y="980370"/>
                  <a:pt x="1542144" y="983346"/>
                  <a:pt x="1543136" y="986818"/>
                </a:cubicBezTo>
                <a:cubicBezTo>
                  <a:pt x="1541152" y="990786"/>
                  <a:pt x="1540160" y="996242"/>
                  <a:pt x="1536192" y="1000211"/>
                </a:cubicBezTo>
                <a:cubicBezTo>
                  <a:pt x="1532719" y="1003683"/>
                  <a:pt x="1527759" y="1003187"/>
                  <a:pt x="1524287" y="1005667"/>
                </a:cubicBezTo>
                <a:cubicBezTo>
                  <a:pt x="1519823" y="1002691"/>
                  <a:pt x="1512878" y="1002691"/>
                  <a:pt x="1510398" y="997234"/>
                </a:cubicBezTo>
                <a:cubicBezTo>
                  <a:pt x="1508414" y="993762"/>
                  <a:pt x="1505438" y="989298"/>
                  <a:pt x="1506430" y="986322"/>
                </a:cubicBezTo>
                <a:cubicBezTo>
                  <a:pt x="1507918" y="981858"/>
                  <a:pt x="1508910" y="977393"/>
                  <a:pt x="1512878" y="973425"/>
                </a:cubicBezTo>
                <a:cubicBezTo>
                  <a:pt x="1516847" y="969953"/>
                  <a:pt x="1521311" y="969953"/>
                  <a:pt x="1524783" y="967969"/>
                </a:cubicBezTo>
                <a:close/>
                <a:moveTo>
                  <a:pt x="1456332" y="966977"/>
                </a:moveTo>
                <a:cubicBezTo>
                  <a:pt x="1467244" y="965985"/>
                  <a:pt x="1477165" y="976401"/>
                  <a:pt x="1476669" y="985330"/>
                </a:cubicBezTo>
                <a:cubicBezTo>
                  <a:pt x="1476173" y="997234"/>
                  <a:pt x="1469229" y="1005171"/>
                  <a:pt x="1458316" y="1005171"/>
                </a:cubicBezTo>
                <a:cubicBezTo>
                  <a:pt x="1446411" y="1005171"/>
                  <a:pt x="1438971" y="997731"/>
                  <a:pt x="1438475" y="986322"/>
                </a:cubicBezTo>
                <a:cubicBezTo>
                  <a:pt x="1438475" y="975409"/>
                  <a:pt x="1445915" y="967969"/>
                  <a:pt x="1456332" y="966977"/>
                </a:cubicBezTo>
                <a:close/>
                <a:moveTo>
                  <a:pt x="1388872" y="966976"/>
                </a:moveTo>
                <a:cubicBezTo>
                  <a:pt x="1399785" y="966976"/>
                  <a:pt x="1407721" y="974912"/>
                  <a:pt x="1407721" y="986321"/>
                </a:cubicBezTo>
                <a:cubicBezTo>
                  <a:pt x="1407721" y="997730"/>
                  <a:pt x="1399785" y="1005170"/>
                  <a:pt x="1388376" y="1005170"/>
                </a:cubicBezTo>
                <a:cubicBezTo>
                  <a:pt x="1376968" y="1005170"/>
                  <a:pt x="1369527" y="997234"/>
                  <a:pt x="1370023" y="985329"/>
                </a:cubicBezTo>
                <a:cubicBezTo>
                  <a:pt x="1370023" y="974912"/>
                  <a:pt x="1377960" y="966976"/>
                  <a:pt x="1388872" y="966976"/>
                </a:cubicBezTo>
                <a:close/>
                <a:moveTo>
                  <a:pt x="1322404" y="965488"/>
                </a:moveTo>
                <a:cubicBezTo>
                  <a:pt x="1327364" y="965488"/>
                  <a:pt x="1333317" y="968464"/>
                  <a:pt x="1336789" y="972433"/>
                </a:cubicBezTo>
                <a:cubicBezTo>
                  <a:pt x="1340261" y="975905"/>
                  <a:pt x="1342741" y="982353"/>
                  <a:pt x="1342741" y="987313"/>
                </a:cubicBezTo>
                <a:cubicBezTo>
                  <a:pt x="1342741" y="991778"/>
                  <a:pt x="1340261" y="997730"/>
                  <a:pt x="1336789" y="1000706"/>
                </a:cubicBezTo>
                <a:cubicBezTo>
                  <a:pt x="1332821" y="1004178"/>
                  <a:pt x="1326868" y="1007651"/>
                  <a:pt x="1322404" y="1007154"/>
                </a:cubicBezTo>
                <a:cubicBezTo>
                  <a:pt x="1317444" y="1006658"/>
                  <a:pt x="1310995" y="1005666"/>
                  <a:pt x="1307523" y="1001202"/>
                </a:cubicBezTo>
                <a:cubicBezTo>
                  <a:pt x="1304051" y="996738"/>
                  <a:pt x="1302563" y="991282"/>
                  <a:pt x="1300083" y="985825"/>
                </a:cubicBezTo>
                <a:cubicBezTo>
                  <a:pt x="1302563" y="980865"/>
                  <a:pt x="1303555" y="974913"/>
                  <a:pt x="1307523" y="971441"/>
                </a:cubicBezTo>
                <a:cubicBezTo>
                  <a:pt x="1310995" y="967968"/>
                  <a:pt x="1317444" y="964992"/>
                  <a:pt x="1322404" y="965488"/>
                </a:cubicBezTo>
                <a:close/>
                <a:moveTo>
                  <a:pt x="1185501" y="964993"/>
                </a:moveTo>
                <a:cubicBezTo>
                  <a:pt x="1197406" y="964497"/>
                  <a:pt x="1207326" y="974417"/>
                  <a:pt x="1207326" y="986322"/>
                </a:cubicBezTo>
                <a:cubicBezTo>
                  <a:pt x="1207326" y="997731"/>
                  <a:pt x="1197406" y="1007651"/>
                  <a:pt x="1185501" y="1007651"/>
                </a:cubicBezTo>
                <a:cubicBezTo>
                  <a:pt x="1174093" y="1007651"/>
                  <a:pt x="1164172" y="997235"/>
                  <a:pt x="1164172" y="985826"/>
                </a:cubicBezTo>
                <a:cubicBezTo>
                  <a:pt x="1164172" y="974913"/>
                  <a:pt x="1174093" y="964993"/>
                  <a:pt x="1185501" y="964993"/>
                </a:cubicBezTo>
                <a:close/>
                <a:moveTo>
                  <a:pt x="1255937" y="964992"/>
                </a:moveTo>
                <a:cubicBezTo>
                  <a:pt x="1266850" y="964992"/>
                  <a:pt x="1276274" y="975409"/>
                  <a:pt x="1276274" y="986321"/>
                </a:cubicBezTo>
                <a:cubicBezTo>
                  <a:pt x="1276770" y="997730"/>
                  <a:pt x="1266354" y="1007650"/>
                  <a:pt x="1254945" y="1007650"/>
                </a:cubicBezTo>
                <a:cubicBezTo>
                  <a:pt x="1243537" y="1007650"/>
                  <a:pt x="1233616" y="997234"/>
                  <a:pt x="1233616" y="985825"/>
                </a:cubicBezTo>
                <a:cubicBezTo>
                  <a:pt x="1233616" y="974416"/>
                  <a:pt x="1244033" y="964992"/>
                  <a:pt x="1255937" y="964992"/>
                </a:cubicBezTo>
                <a:close/>
                <a:moveTo>
                  <a:pt x="1119529" y="964992"/>
                </a:moveTo>
                <a:cubicBezTo>
                  <a:pt x="1133914" y="964992"/>
                  <a:pt x="1140858" y="971936"/>
                  <a:pt x="1140858" y="986321"/>
                </a:cubicBezTo>
                <a:cubicBezTo>
                  <a:pt x="1140858" y="1000706"/>
                  <a:pt x="1133914" y="1007650"/>
                  <a:pt x="1119033" y="1007650"/>
                </a:cubicBezTo>
                <a:cubicBezTo>
                  <a:pt x="1104648" y="1007650"/>
                  <a:pt x="1098200" y="1000706"/>
                  <a:pt x="1098200" y="985329"/>
                </a:cubicBezTo>
                <a:cubicBezTo>
                  <a:pt x="1098200" y="971440"/>
                  <a:pt x="1105640" y="964992"/>
                  <a:pt x="1119529" y="964992"/>
                </a:cubicBezTo>
                <a:close/>
                <a:moveTo>
                  <a:pt x="1053062" y="962512"/>
                </a:moveTo>
                <a:cubicBezTo>
                  <a:pt x="1064471" y="962512"/>
                  <a:pt x="1077367" y="975409"/>
                  <a:pt x="1076871" y="986817"/>
                </a:cubicBezTo>
                <a:cubicBezTo>
                  <a:pt x="1075879" y="998226"/>
                  <a:pt x="1063975" y="1010131"/>
                  <a:pt x="1053062" y="1010131"/>
                </a:cubicBezTo>
                <a:cubicBezTo>
                  <a:pt x="1041665" y="1010131"/>
                  <a:pt x="1028768" y="997234"/>
                  <a:pt x="1029264" y="985825"/>
                </a:cubicBezTo>
                <a:cubicBezTo>
                  <a:pt x="1029760" y="974417"/>
                  <a:pt x="1042161" y="962512"/>
                  <a:pt x="1053062" y="962512"/>
                </a:cubicBezTo>
                <a:close/>
                <a:moveTo>
                  <a:pt x="986628" y="962512"/>
                </a:moveTo>
                <a:cubicBezTo>
                  <a:pt x="998037" y="962512"/>
                  <a:pt x="1009941" y="974913"/>
                  <a:pt x="1009941" y="986321"/>
                </a:cubicBezTo>
                <a:cubicBezTo>
                  <a:pt x="1009941" y="998226"/>
                  <a:pt x="997541" y="1010131"/>
                  <a:pt x="985636" y="1010131"/>
                </a:cubicBezTo>
                <a:cubicBezTo>
                  <a:pt x="974228" y="1010131"/>
                  <a:pt x="962323" y="997730"/>
                  <a:pt x="962323" y="986321"/>
                </a:cubicBezTo>
                <a:cubicBezTo>
                  <a:pt x="962323" y="974417"/>
                  <a:pt x="974724" y="962512"/>
                  <a:pt x="986628" y="962512"/>
                </a:cubicBezTo>
                <a:close/>
                <a:moveTo>
                  <a:pt x="917657" y="962512"/>
                </a:moveTo>
                <a:cubicBezTo>
                  <a:pt x="932538" y="962512"/>
                  <a:pt x="940475" y="971936"/>
                  <a:pt x="940971" y="987313"/>
                </a:cubicBezTo>
                <a:cubicBezTo>
                  <a:pt x="940971" y="993762"/>
                  <a:pt x="938986" y="998722"/>
                  <a:pt x="934521" y="1003682"/>
                </a:cubicBezTo>
                <a:cubicBezTo>
                  <a:pt x="929562" y="1009138"/>
                  <a:pt x="923114" y="1010627"/>
                  <a:pt x="917161" y="1010131"/>
                </a:cubicBezTo>
                <a:cubicBezTo>
                  <a:pt x="901784" y="1010131"/>
                  <a:pt x="893352" y="1000706"/>
                  <a:pt x="893352" y="984833"/>
                </a:cubicBezTo>
                <a:cubicBezTo>
                  <a:pt x="893352" y="970944"/>
                  <a:pt x="902776" y="962512"/>
                  <a:pt x="917657" y="962512"/>
                </a:cubicBezTo>
                <a:close/>
                <a:moveTo>
                  <a:pt x="851181" y="962512"/>
                </a:moveTo>
                <a:cubicBezTo>
                  <a:pt x="858126" y="961520"/>
                  <a:pt x="863086" y="964496"/>
                  <a:pt x="867550" y="968960"/>
                </a:cubicBezTo>
                <a:cubicBezTo>
                  <a:pt x="873006" y="974416"/>
                  <a:pt x="873999" y="980369"/>
                  <a:pt x="873999" y="987809"/>
                </a:cubicBezTo>
                <a:cubicBezTo>
                  <a:pt x="873503" y="1001698"/>
                  <a:pt x="864078" y="1010130"/>
                  <a:pt x="849692" y="1010130"/>
                </a:cubicBezTo>
                <a:cubicBezTo>
                  <a:pt x="834812" y="1010130"/>
                  <a:pt x="826876" y="1000706"/>
                  <a:pt x="826380" y="985329"/>
                </a:cubicBezTo>
                <a:cubicBezTo>
                  <a:pt x="826380" y="978881"/>
                  <a:pt x="828364" y="973920"/>
                  <a:pt x="832828" y="968960"/>
                </a:cubicBezTo>
                <a:cubicBezTo>
                  <a:pt x="838285" y="963504"/>
                  <a:pt x="844236" y="961520"/>
                  <a:pt x="851181" y="962512"/>
                </a:cubicBezTo>
                <a:close/>
                <a:moveTo>
                  <a:pt x="714784" y="960528"/>
                </a:moveTo>
                <a:cubicBezTo>
                  <a:pt x="721728" y="960528"/>
                  <a:pt x="728672" y="963008"/>
                  <a:pt x="733633" y="968464"/>
                </a:cubicBezTo>
                <a:cubicBezTo>
                  <a:pt x="736609" y="971441"/>
                  <a:pt x="741569" y="983345"/>
                  <a:pt x="740577" y="986817"/>
                </a:cubicBezTo>
                <a:cubicBezTo>
                  <a:pt x="739089" y="993266"/>
                  <a:pt x="738097" y="999714"/>
                  <a:pt x="732641" y="1005170"/>
                </a:cubicBezTo>
                <a:cubicBezTo>
                  <a:pt x="727680" y="1010131"/>
                  <a:pt x="720736" y="1010131"/>
                  <a:pt x="714784" y="1013107"/>
                </a:cubicBezTo>
                <a:cubicBezTo>
                  <a:pt x="708336" y="1010131"/>
                  <a:pt x="700896" y="1010131"/>
                  <a:pt x="695440" y="1004178"/>
                </a:cubicBezTo>
                <a:cubicBezTo>
                  <a:pt x="692959" y="1001202"/>
                  <a:pt x="687503" y="989297"/>
                  <a:pt x="688495" y="985825"/>
                </a:cubicBezTo>
                <a:cubicBezTo>
                  <a:pt x="689983" y="979377"/>
                  <a:pt x="690975" y="972929"/>
                  <a:pt x="696432" y="967472"/>
                </a:cubicBezTo>
                <a:cubicBezTo>
                  <a:pt x="701392" y="962512"/>
                  <a:pt x="708336" y="960528"/>
                  <a:pt x="714784" y="960528"/>
                </a:cubicBezTo>
                <a:close/>
                <a:moveTo>
                  <a:pt x="649306" y="960528"/>
                </a:moveTo>
                <a:cubicBezTo>
                  <a:pt x="662699" y="961520"/>
                  <a:pt x="673612" y="970448"/>
                  <a:pt x="674108" y="986817"/>
                </a:cubicBezTo>
                <a:cubicBezTo>
                  <a:pt x="673612" y="1001202"/>
                  <a:pt x="660715" y="1013603"/>
                  <a:pt x="646826" y="1012611"/>
                </a:cubicBezTo>
                <a:cubicBezTo>
                  <a:pt x="632939" y="1011618"/>
                  <a:pt x="622026" y="1002194"/>
                  <a:pt x="622026" y="986321"/>
                </a:cubicBezTo>
                <a:cubicBezTo>
                  <a:pt x="622026" y="971936"/>
                  <a:pt x="635418" y="959536"/>
                  <a:pt x="649306" y="960528"/>
                </a:cubicBezTo>
                <a:close/>
                <a:moveTo>
                  <a:pt x="784232" y="960032"/>
                </a:moveTo>
                <a:cubicBezTo>
                  <a:pt x="788202" y="960032"/>
                  <a:pt x="792665" y="961520"/>
                  <a:pt x="795640" y="963504"/>
                </a:cubicBezTo>
                <a:cubicBezTo>
                  <a:pt x="800104" y="966480"/>
                  <a:pt x="804072" y="970945"/>
                  <a:pt x="807545" y="975409"/>
                </a:cubicBezTo>
                <a:cubicBezTo>
                  <a:pt x="809034" y="978385"/>
                  <a:pt x="808539" y="982849"/>
                  <a:pt x="809034" y="987313"/>
                </a:cubicBezTo>
                <a:cubicBezTo>
                  <a:pt x="808042" y="993762"/>
                  <a:pt x="804568" y="1000210"/>
                  <a:pt x="799112" y="1005666"/>
                </a:cubicBezTo>
                <a:cubicBezTo>
                  <a:pt x="794649" y="1010627"/>
                  <a:pt x="788202" y="1008147"/>
                  <a:pt x="783735" y="1012115"/>
                </a:cubicBezTo>
                <a:cubicBezTo>
                  <a:pt x="780262" y="1009139"/>
                  <a:pt x="775303" y="1011123"/>
                  <a:pt x="772328" y="1008643"/>
                </a:cubicBezTo>
                <a:cubicBezTo>
                  <a:pt x="767862" y="1005170"/>
                  <a:pt x="763894" y="1001202"/>
                  <a:pt x="760422" y="996738"/>
                </a:cubicBezTo>
                <a:cubicBezTo>
                  <a:pt x="758439" y="993762"/>
                  <a:pt x="758439" y="988802"/>
                  <a:pt x="757446" y="984833"/>
                </a:cubicBezTo>
                <a:cubicBezTo>
                  <a:pt x="762406" y="982353"/>
                  <a:pt x="757943" y="976401"/>
                  <a:pt x="761414" y="973425"/>
                </a:cubicBezTo>
                <a:cubicBezTo>
                  <a:pt x="765382" y="969953"/>
                  <a:pt x="768855" y="964496"/>
                  <a:pt x="773321" y="962512"/>
                </a:cubicBezTo>
                <a:cubicBezTo>
                  <a:pt x="776295" y="961024"/>
                  <a:pt x="780759" y="960032"/>
                  <a:pt x="784232" y="960032"/>
                </a:cubicBezTo>
                <a:close/>
                <a:moveTo>
                  <a:pt x="582846" y="960032"/>
                </a:moveTo>
                <a:cubicBezTo>
                  <a:pt x="597727" y="961024"/>
                  <a:pt x="607153" y="970945"/>
                  <a:pt x="607649" y="986818"/>
                </a:cubicBezTo>
                <a:cubicBezTo>
                  <a:pt x="607153" y="1001698"/>
                  <a:pt x="596239" y="1013107"/>
                  <a:pt x="580366" y="1012115"/>
                </a:cubicBezTo>
                <a:cubicBezTo>
                  <a:pt x="564988" y="1011123"/>
                  <a:pt x="555068" y="1001202"/>
                  <a:pt x="555564" y="985329"/>
                </a:cubicBezTo>
                <a:cubicBezTo>
                  <a:pt x="555564" y="970449"/>
                  <a:pt x="566972" y="959040"/>
                  <a:pt x="582846" y="960032"/>
                </a:cubicBezTo>
                <a:close/>
                <a:moveTo>
                  <a:pt x="513897" y="960032"/>
                </a:moveTo>
                <a:cubicBezTo>
                  <a:pt x="529771" y="960528"/>
                  <a:pt x="540188" y="970945"/>
                  <a:pt x="540684" y="986321"/>
                </a:cubicBezTo>
                <a:cubicBezTo>
                  <a:pt x="540684" y="993762"/>
                  <a:pt x="538204" y="999218"/>
                  <a:pt x="533243" y="1004674"/>
                </a:cubicBezTo>
                <a:cubicBezTo>
                  <a:pt x="528283" y="1009635"/>
                  <a:pt x="522826" y="1013603"/>
                  <a:pt x="515881" y="1012611"/>
                </a:cubicBezTo>
                <a:cubicBezTo>
                  <a:pt x="500009" y="1012611"/>
                  <a:pt x="488599" y="1001698"/>
                  <a:pt x="488103" y="987313"/>
                </a:cubicBezTo>
                <a:cubicBezTo>
                  <a:pt x="487607" y="979377"/>
                  <a:pt x="490087" y="973425"/>
                  <a:pt x="495544" y="967968"/>
                </a:cubicBezTo>
                <a:cubicBezTo>
                  <a:pt x="501001" y="963008"/>
                  <a:pt x="505961" y="960032"/>
                  <a:pt x="513897" y="960032"/>
                </a:cubicBezTo>
                <a:close/>
                <a:moveTo>
                  <a:pt x="446445" y="960032"/>
                </a:moveTo>
                <a:cubicBezTo>
                  <a:pt x="453887" y="960032"/>
                  <a:pt x="459343" y="963008"/>
                  <a:pt x="464799" y="967968"/>
                </a:cubicBezTo>
                <a:cubicBezTo>
                  <a:pt x="470752" y="973425"/>
                  <a:pt x="472737" y="979873"/>
                  <a:pt x="472241" y="987313"/>
                </a:cubicBezTo>
                <a:cubicBezTo>
                  <a:pt x="471744" y="1001698"/>
                  <a:pt x="460335" y="1012115"/>
                  <a:pt x="445453" y="1012611"/>
                </a:cubicBezTo>
                <a:cubicBezTo>
                  <a:pt x="438013" y="1012611"/>
                  <a:pt x="432556" y="1009635"/>
                  <a:pt x="427099" y="1004674"/>
                </a:cubicBezTo>
                <a:cubicBezTo>
                  <a:pt x="421643" y="999218"/>
                  <a:pt x="417675" y="993266"/>
                  <a:pt x="419659" y="986817"/>
                </a:cubicBezTo>
                <a:cubicBezTo>
                  <a:pt x="419659" y="970945"/>
                  <a:pt x="431068" y="960528"/>
                  <a:pt x="446445" y="960032"/>
                </a:cubicBezTo>
                <a:close/>
                <a:moveTo>
                  <a:pt x="378468" y="960032"/>
                </a:moveTo>
                <a:cubicBezTo>
                  <a:pt x="394341" y="958544"/>
                  <a:pt x="405254" y="971937"/>
                  <a:pt x="405750" y="985826"/>
                </a:cubicBezTo>
                <a:cubicBezTo>
                  <a:pt x="405750" y="1001699"/>
                  <a:pt x="393349" y="1012611"/>
                  <a:pt x="379460" y="1012611"/>
                </a:cubicBezTo>
                <a:cubicBezTo>
                  <a:pt x="365572" y="1012611"/>
                  <a:pt x="353171" y="1001699"/>
                  <a:pt x="353171" y="986818"/>
                </a:cubicBezTo>
                <a:cubicBezTo>
                  <a:pt x="352179" y="971441"/>
                  <a:pt x="364083" y="959040"/>
                  <a:pt x="378468" y="960032"/>
                </a:cubicBezTo>
                <a:close/>
                <a:moveTo>
                  <a:pt x="310026" y="960032"/>
                </a:moveTo>
                <a:cubicBezTo>
                  <a:pt x="311019" y="960528"/>
                  <a:pt x="312507" y="960032"/>
                  <a:pt x="313499" y="960032"/>
                </a:cubicBezTo>
                <a:cubicBezTo>
                  <a:pt x="320939" y="958544"/>
                  <a:pt x="327388" y="962016"/>
                  <a:pt x="331852" y="966976"/>
                </a:cubicBezTo>
                <a:cubicBezTo>
                  <a:pt x="336317" y="971441"/>
                  <a:pt x="339789" y="977393"/>
                  <a:pt x="338301" y="984337"/>
                </a:cubicBezTo>
                <a:cubicBezTo>
                  <a:pt x="338301" y="985329"/>
                  <a:pt x="338301" y="985825"/>
                  <a:pt x="338301" y="986817"/>
                </a:cubicBezTo>
                <a:cubicBezTo>
                  <a:pt x="340285" y="997730"/>
                  <a:pt x="333340" y="1004674"/>
                  <a:pt x="323915" y="1011123"/>
                </a:cubicBezTo>
                <a:cubicBezTo>
                  <a:pt x="322923" y="1012115"/>
                  <a:pt x="320939" y="1012115"/>
                  <a:pt x="319451" y="1012115"/>
                </a:cubicBezTo>
                <a:cubicBezTo>
                  <a:pt x="315483" y="1012115"/>
                  <a:pt x="311515" y="1011619"/>
                  <a:pt x="307546" y="1012115"/>
                </a:cubicBezTo>
                <a:cubicBezTo>
                  <a:pt x="300602" y="1013107"/>
                  <a:pt x="296138" y="1008147"/>
                  <a:pt x="291673" y="1004674"/>
                </a:cubicBezTo>
                <a:cubicBezTo>
                  <a:pt x="288697" y="1002690"/>
                  <a:pt x="286217" y="998722"/>
                  <a:pt x="286217" y="995250"/>
                </a:cubicBezTo>
                <a:cubicBezTo>
                  <a:pt x="285225" y="988802"/>
                  <a:pt x="284729" y="981857"/>
                  <a:pt x="286217" y="975409"/>
                </a:cubicBezTo>
                <a:cubicBezTo>
                  <a:pt x="287209" y="971441"/>
                  <a:pt x="290681" y="966976"/>
                  <a:pt x="294154" y="964992"/>
                </a:cubicBezTo>
                <a:cubicBezTo>
                  <a:pt x="298618" y="962016"/>
                  <a:pt x="303578" y="958048"/>
                  <a:pt x="310026" y="960032"/>
                </a:cubicBezTo>
                <a:close/>
                <a:moveTo>
                  <a:pt x="44144" y="958544"/>
                </a:moveTo>
                <a:cubicBezTo>
                  <a:pt x="48608" y="957552"/>
                  <a:pt x="54064" y="960528"/>
                  <a:pt x="58528" y="963008"/>
                </a:cubicBezTo>
                <a:cubicBezTo>
                  <a:pt x="62001" y="965488"/>
                  <a:pt x="64977" y="968960"/>
                  <a:pt x="67457" y="972929"/>
                </a:cubicBezTo>
                <a:cubicBezTo>
                  <a:pt x="70433" y="977393"/>
                  <a:pt x="66961" y="982849"/>
                  <a:pt x="71921" y="985825"/>
                </a:cubicBezTo>
                <a:cubicBezTo>
                  <a:pt x="67953" y="992770"/>
                  <a:pt x="68945" y="1000706"/>
                  <a:pt x="62497" y="1006658"/>
                </a:cubicBezTo>
                <a:cubicBezTo>
                  <a:pt x="56544" y="1012115"/>
                  <a:pt x="49104" y="1011619"/>
                  <a:pt x="43152" y="1015091"/>
                </a:cubicBezTo>
                <a:cubicBezTo>
                  <a:pt x="36207" y="1011619"/>
                  <a:pt x="27775" y="1012115"/>
                  <a:pt x="22318" y="1005170"/>
                </a:cubicBezTo>
                <a:cubicBezTo>
                  <a:pt x="17358" y="999218"/>
                  <a:pt x="17854" y="991778"/>
                  <a:pt x="14878" y="985825"/>
                </a:cubicBezTo>
                <a:cubicBezTo>
                  <a:pt x="18350" y="978385"/>
                  <a:pt x="18350" y="969456"/>
                  <a:pt x="26287" y="964496"/>
                </a:cubicBezTo>
                <a:cubicBezTo>
                  <a:pt x="31743" y="960528"/>
                  <a:pt x="38191" y="960032"/>
                  <a:pt x="44144" y="958544"/>
                </a:cubicBezTo>
                <a:close/>
                <a:moveTo>
                  <a:pt x="243055" y="958048"/>
                </a:moveTo>
                <a:cubicBezTo>
                  <a:pt x="250992" y="960528"/>
                  <a:pt x="258928" y="961520"/>
                  <a:pt x="264881" y="967969"/>
                </a:cubicBezTo>
                <a:cubicBezTo>
                  <a:pt x="269841" y="973425"/>
                  <a:pt x="268849" y="980865"/>
                  <a:pt x="272321" y="986322"/>
                </a:cubicBezTo>
                <a:cubicBezTo>
                  <a:pt x="268849" y="993762"/>
                  <a:pt x="268849" y="1002690"/>
                  <a:pt x="261408" y="1008147"/>
                </a:cubicBezTo>
                <a:cubicBezTo>
                  <a:pt x="255456" y="1012611"/>
                  <a:pt x="248512" y="1011619"/>
                  <a:pt x="242559" y="1015091"/>
                </a:cubicBezTo>
                <a:cubicBezTo>
                  <a:pt x="235119" y="1011619"/>
                  <a:pt x="226191" y="1011123"/>
                  <a:pt x="221230" y="1003682"/>
                </a:cubicBezTo>
                <a:cubicBezTo>
                  <a:pt x="217262" y="998226"/>
                  <a:pt x="218254" y="991282"/>
                  <a:pt x="215278" y="985825"/>
                </a:cubicBezTo>
                <a:cubicBezTo>
                  <a:pt x="218750" y="978385"/>
                  <a:pt x="219246" y="969953"/>
                  <a:pt x="226687" y="964000"/>
                </a:cubicBezTo>
                <a:cubicBezTo>
                  <a:pt x="231647" y="959536"/>
                  <a:pt x="238591" y="961520"/>
                  <a:pt x="243055" y="958048"/>
                </a:cubicBezTo>
                <a:close/>
                <a:moveTo>
                  <a:pt x="110147" y="958048"/>
                </a:moveTo>
                <a:cubicBezTo>
                  <a:pt x="116595" y="962016"/>
                  <a:pt x="124531" y="960528"/>
                  <a:pt x="130484" y="967472"/>
                </a:cubicBezTo>
                <a:cubicBezTo>
                  <a:pt x="135444" y="972929"/>
                  <a:pt x="135444" y="979873"/>
                  <a:pt x="138420" y="986322"/>
                </a:cubicBezTo>
                <a:cubicBezTo>
                  <a:pt x="134948" y="992274"/>
                  <a:pt x="135444" y="999714"/>
                  <a:pt x="130484" y="1005667"/>
                </a:cubicBezTo>
                <a:cubicBezTo>
                  <a:pt x="125027" y="1012115"/>
                  <a:pt x="116595" y="1011123"/>
                  <a:pt x="110147" y="1015091"/>
                </a:cubicBezTo>
                <a:cubicBezTo>
                  <a:pt x="103698" y="1011619"/>
                  <a:pt x="95762" y="1012611"/>
                  <a:pt x="89809" y="1006163"/>
                </a:cubicBezTo>
                <a:cubicBezTo>
                  <a:pt x="83857" y="1000210"/>
                  <a:pt x="84849" y="992274"/>
                  <a:pt x="81378" y="985825"/>
                </a:cubicBezTo>
                <a:cubicBezTo>
                  <a:pt x="84849" y="978881"/>
                  <a:pt x="84849" y="970449"/>
                  <a:pt x="91794" y="964992"/>
                </a:cubicBezTo>
                <a:cubicBezTo>
                  <a:pt x="97746" y="960528"/>
                  <a:pt x="104690" y="961520"/>
                  <a:pt x="110147" y="958048"/>
                </a:cubicBezTo>
                <a:close/>
                <a:moveTo>
                  <a:pt x="176606" y="957552"/>
                </a:moveTo>
                <a:cubicBezTo>
                  <a:pt x="182558" y="961024"/>
                  <a:pt x="189998" y="960528"/>
                  <a:pt x="195951" y="965984"/>
                </a:cubicBezTo>
                <a:cubicBezTo>
                  <a:pt x="202399" y="971937"/>
                  <a:pt x="201407" y="979873"/>
                  <a:pt x="204879" y="986322"/>
                </a:cubicBezTo>
                <a:cubicBezTo>
                  <a:pt x="201407" y="993266"/>
                  <a:pt x="201903" y="1001698"/>
                  <a:pt x="194959" y="1007155"/>
                </a:cubicBezTo>
                <a:cubicBezTo>
                  <a:pt x="189006" y="1012115"/>
                  <a:pt x="181566" y="1011619"/>
                  <a:pt x="175614" y="1015091"/>
                </a:cubicBezTo>
                <a:cubicBezTo>
                  <a:pt x="168174" y="1011619"/>
                  <a:pt x="159742" y="1011619"/>
                  <a:pt x="153789" y="1003682"/>
                </a:cubicBezTo>
                <a:cubicBezTo>
                  <a:pt x="149821" y="998226"/>
                  <a:pt x="150813" y="991282"/>
                  <a:pt x="147341" y="985826"/>
                </a:cubicBezTo>
                <a:cubicBezTo>
                  <a:pt x="150813" y="978881"/>
                  <a:pt x="150813" y="970449"/>
                  <a:pt x="157758" y="964992"/>
                </a:cubicBezTo>
                <a:cubicBezTo>
                  <a:pt x="163710" y="960032"/>
                  <a:pt x="171149" y="961024"/>
                  <a:pt x="176606" y="957552"/>
                </a:cubicBezTo>
                <a:close/>
                <a:moveTo>
                  <a:pt x="2264855" y="915390"/>
                </a:moveTo>
                <a:cubicBezTo>
                  <a:pt x="2265847" y="915886"/>
                  <a:pt x="2266839" y="917374"/>
                  <a:pt x="2267335" y="918366"/>
                </a:cubicBezTo>
                <a:cubicBezTo>
                  <a:pt x="2267335" y="918366"/>
                  <a:pt x="2265847" y="919358"/>
                  <a:pt x="2264359" y="920846"/>
                </a:cubicBezTo>
                <a:cubicBezTo>
                  <a:pt x="2263367" y="918862"/>
                  <a:pt x="2262871" y="917870"/>
                  <a:pt x="2262871" y="916878"/>
                </a:cubicBezTo>
                <a:cubicBezTo>
                  <a:pt x="2262871" y="916382"/>
                  <a:pt x="2264855" y="914894"/>
                  <a:pt x="2264855" y="915390"/>
                </a:cubicBezTo>
                <a:close/>
                <a:moveTo>
                  <a:pt x="2198388" y="914894"/>
                </a:moveTo>
                <a:cubicBezTo>
                  <a:pt x="2198884" y="915390"/>
                  <a:pt x="2199876" y="916382"/>
                  <a:pt x="2201860" y="917374"/>
                </a:cubicBezTo>
                <a:cubicBezTo>
                  <a:pt x="2199876" y="918366"/>
                  <a:pt x="2198884" y="919358"/>
                  <a:pt x="2198388" y="919358"/>
                </a:cubicBezTo>
                <a:cubicBezTo>
                  <a:pt x="2197396" y="918862"/>
                  <a:pt x="2196900" y="917374"/>
                  <a:pt x="2195908" y="916382"/>
                </a:cubicBezTo>
                <a:cubicBezTo>
                  <a:pt x="2196900" y="915886"/>
                  <a:pt x="2197396" y="914398"/>
                  <a:pt x="2198388" y="914894"/>
                </a:cubicBezTo>
                <a:close/>
                <a:moveTo>
                  <a:pt x="2129440" y="910429"/>
                </a:moveTo>
                <a:cubicBezTo>
                  <a:pt x="2132416" y="911917"/>
                  <a:pt x="2134400" y="914893"/>
                  <a:pt x="2137377" y="917870"/>
                </a:cubicBezTo>
                <a:cubicBezTo>
                  <a:pt x="2133905" y="920350"/>
                  <a:pt x="2131424" y="924318"/>
                  <a:pt x="2128944" y="923822"/>
                </a:cubicBezTo>
                <a:cubicBezTo>
                  <a:pt x="2126464" y="923822"/>
                  <a:pt x="2123984" y="919854"/>
                  <a:pt x="2122000" y="917374"/>
                </a:cubicBezTo>
                <a:cubicBezTo>
                  <a:pt x="2121008" y="915886"/>
                  <a:pt x="2128448" y="909437"/>
                  <a:pt x="2129440" y="910429"/>
                </a:cubicBezTo>
                <a:close/>
                <a:moveTo>
                  <a:pt x="2005" y="910429"/>
                </a:moveTo>
                <a:cubicBezTo>
                  <a:pt x="2501" y="912413"/>
                  <a:pt x="2997" y="914893"/>
                  <a:pt x="2997" y="915389"/>
                </a:cubicBezTo>
                <a:cubicBezTo>
                  <a:pt x="2997" y="919357"/>
                  <a:pt x="2997" y="921342"/>
                  <a:pt x="2997" y="923326"/>
                </a:cubicBezTo>
                <a:cubicBezTo>
                  <a:pt x="2997" y="923822"/>
                  <a:pt x="2005" y="923822"/>
                  <a:pt x="1509" y="924318"/>
                </a:cubicBezTo>
                <a:cubicBezTo>
                  <a:pt x="1509" y="924318"/>
                  <a:pt x="516" y="923822"/>
                  <a:pt x="516" y="923326"/>
                </a:cubicBezTo>
                <a:cubicBezTo>
                  <a:pt x="516" y="921342"/>
                  <a:pt x="20" y="919357"/>
                  <a:pt x="516" y="917373"/>
                </a:cubicBezTo>
                <a:cubicBezTo>
                  <a:pt x="1012" y="914893"/>
                  <a:pt x="-972" y="912413"/>
                  <a:pt x="2005" y="910429"/>
                </a:cubicBezTo>
                <a:close/>
                <a:moveTo>
                  <a:pt x="2061981" y="907453"/>
                </a:moveTo>
                <a:cubicBezTo>
                  <a:pt x="2066941" y="907453"/>
                  <a:pt x="2071405" y="911421"/>
                  <a:pt x="2071901" y="916381"/>
                </a:cubicBezTo>
                <a:cubicBezTo>
                  <a:pt x="2072397" y="921838"/>
                  <a:pt x="2067933" y="926798"/>
                  <a:pt x="2061981" y="926302"/>
                </a:cubicBezTo>
                <a:cubicBezTo>
                  <a:pt x="2057020" y="926302"/>
                  <a:pt x="2052556" y="921838"/>
                  <a:pt x="2052556" y="916878"/>
                </a:cubicBezTo>
                <a:cubicBezTo>
                  <a:pt x="2052556" y="912413"/>
                  <a:pt x="2057020" y="907949"/>
                  <a:pt x="2061981" y="907453"/>
                </a:cubicBezTo>
                <a:close/>
                <a:moveTo>
                  <a:pt x="1928054" y="905469"/>
                </a:moveTo>
                <a:cubicBezTo>
                  <a:pt x="1937478" y="905469"/>
                  <a:pt x="1940950" y="908445"/>
                  <a:pt x="1940950" y="917374"/>
                </a:cubicBezTo>
                <a:cubicBezTo>
                  <a:pt x="1940950" y="925806"/>
                  <a:pt x="1937478" y="929278"/>
                  <a:pt x="1929542" y="929278"/>
                </a:cubicBezTo>
                <a:cubicBezTo>
                  <a:pt x="1920613" y="929278"/>
                  <a:pt x="1917141" y="926302"/>
                  <a:pt x="1917141" y="917870"/>
                </a:cubicBezTo>
                <a:cubicBezTo>
                  <a:pt x="1917141" y="908941"/>
                  <a:pt x="1920117" y="905469"/>
                  <a:pt x="1928054" y="905469"/>
                </a:cubicBezTo>
                <a:close/>
                <a:moveTo>
                  <a:pt x="1995513" y="904973"/>
                </a:moveTo>
                <a:cubicBezTo>
                  <a:pt x="1998985" y="904973"/>
                  <a:pt x="2007417" y="912909"/>
                  <a:pt x="2007417" y="916878"/>
                </a:cubicBezTo>
                <a:cubicBezTo>
                  <a:pt x="2007417" y="920350"/>
                  <a:pt x="1999481" y="928782"/>
                  <a:pt x="1995513" y="928782"/>
                </a:cubicBezTo>
                <a:cubicBezTo>
                  <a:pt x="1992041" y="928782"/>
                  <a:pt x="1983608" y="920846"/>
                  <a:pt x="1983608" y="916878"/>
                </a:cubicBezTo>
                <a:cubicBezTo>
                  <a:pt x="1983608" y="913406"/>
                  <a:pt x="1991544" y="904973"/>
                  <a:pt x="1995513" y="904973"/>
                </a:cubicBezTo>
                <a:close/>
                <a:moveTo>
                  <a:pt x="1860098" y="902989"/>
                </a:moveTo>
                <a:cubicBezTo>
                  <a:pt x="1867538" y="902989"/>
                  <a:pt x="1874483" y="909933"/>
                  <a:pt x="1873986" y="917374"/>
                </a:cubicBezTo>
                <a:cubicBezTo>
                  <a:pt x="1873986" y="924814"/>
                  <a:pt x="1867538" y="931759"/>
                  <a:pt x="1859602" y="931263"/>
                </a:cubicBezTo>
                <a:cubicBezTo>
                  <a:pt x="1852161" y="931263"/>
                  <a:pt x="1845217" y="924318"/>
                  <a:pt x="1845713" y="916878"/>
                </a:cubicBezTo>
                <a:cubicBezTo>
                  <a:pt x="1845713" y="909437"/>
                  <a:pt x="1852657" y="902493"/>
                  <a:pt x="1860098" y="902989"/>
                </a:cubicBezTo>
                <a:close/>
                <a:moveTo>
                  <a:pt x="1793134" y="902989"/>
                </a:moveTo>
                <a:cubicBezTo>
                  <a:pt x="1802062" y="902989"/>
                  <a:pt x="1807518" y="908445"/>
                  <a:pt x="1807518" y="916878"/>
                </a:cubicBezTo>
                <a:cubicBezTo>
                  <a:pt x="1807518" y="925806"/>
                  <a:pt x="1802062" y="931263"/>
                  <a:pt x="1793630" y="931263"/>
                </a:cubicBezTo>
                <a:cubicBezTo>
                  <a:pt x="1784701" y="931263"/>
                  <a:pt x="1779245" y="925806"/>
                  <a:pt x="1779245" y="917374"/>
                </a:cubicBezTo>
                <a:cubicBezTo>
                  <a:pt x="1779245" y="908445"/>
                  <a:pt x="1784701" y="902989"/>
                  <a:pt x="1793134" y="902989"/>
                </a:cubicBezTo>
                <a:close/>
                <a:moveTo>
                  <a:pt x="1725178" y="900509"/>
                </a:moveTo>
                <a:cubicBezTo>
                  <a:pt x="1729146" y="901997"/>
                  <a:pt x="1732618" y="902989"/>
                  <a:pt x="1736586" y="904973"/>
                </a:cubicBezTo>
                <a:cubicBezTo>
                  <a:pt x="1741547" y="907453"/>
                  <a:pt x="1740059" y="913406"/>
                  <a:pt x="1743531" y="916878"/>
                </a:cubicBezTo>
                <a:cubicBezTo>
                  <a:pt x="1742043" y="920350"/>
                  <a:pt x="1740555" y="924318"/>
                  <a:pt x="1738571" y="927790"/>
                </a:cubicBezTo>
                <a:cubicBezTo>
                  <a:pt x="1736090" y="932255"/>
                  <a:pt x="1730138" y="930767"/>
                  <a:pt x="1726666" y="933743"/>
                </a:cubicBezTo>
                <a:cubicBezTo>
                  <a:pt x="1723690" y="931263"/>
                  <a:pt x="1718729" y="931759"/>
                  <a:pt x="1715257" y="929279"/>
                </a:cubicBezTo>
                <a:cubicBezTo>
                  <a:pt x="1710793" y="925806"/>
                  <a:pt x="1712777" y="920350"/>
                  <a:pt x="1709305" y="917374"/>
                </a:cubicBezTo>
                <a:cubicBezTo>
                  <a:pt x="1712777" y="914398"/>
                  <a:pt x="1711289" y="909933"/>
                  <a:pt x="1714265" y="905965"/>
                </a:cubicBezTo>
                <a:cubicBezTo>
                  <a:pt x="1717241" y="901997"/>
                  <a:pt x="1722698" y="904477"/>
                  <a:pt x="1725178" y="900509"/>
                </a:cubicBezTo>
                <a:close/>
                <a:moveTo>
                  <a:pt x="1658214" y="900509"/>
                </a:moveTo>
                <a:cubicBezTo>
                  <a:pt x="1664166" y="900013"/>
                  <a:pt x="1666151" y="903981"/>
                  <a:pt x="1670119" y="906958"/>
                </a:cubicBezTo>
                <a:cubicBezTo>
                  <a:pt x="1674087" y="909934"/>
                  <a:pt x="1674087" y="913902"/>
                  <a:pt x="1674583" y="918366"/>
                </a:cubicBezTo>
                <a:cubicBezTo>
                  <a:pt x="1675079" y="924319"/>
                  <a:pt x="1670615" y="926303"/>
                  <a:pt x="1668135" y="930271"/>
                </a:cubicBezTo>
                <a:cubicBezTo>
                  <a:pt x="1664663" y="934239"/>
                  <a:pt x="1660694" y="934239"/>
                  <a:pt x="1656726" y="933743"/>
                </a:cubicBezTo>
                <a:cubicBezTo>
                  <a:pt x="1650774" y="935231"/>
                  <a:pt x="1648790" y="929775"/>
                  <a:pt x="1644821" y="927295"/>
                </a:cubicBezTo>
                <a:cubicBezTo>
                  <a:pt x="1640357" y="924319"/>
                  <a:pt x="1641349" y="919854"/>
                  <a:pt x="1640853" y="915886"/>
                </a:cubicBezTo>
                <a:cubicBezTo>
                  <a:pt x="1639861" y="909934"/>
                  <a:pt x="1645318" y="907950"/>
                  <a:pt x="1647798" y="904478"/>
                </a:cubicBezTo>
                <a:cubicBezTo>
                  <a:pt x="1650278" y="900509"/>
                  <a:pt x="1654246" y="901005"/>
                  <a:pt x="1658214" y="900509"/>
                </a:cubicBezTo>
                <a:close/>
                <a:moveTo>
                  <a:pt x="1591251" y="900509"/>
                </a:moveTo>
                <a:cubicBezTo>
                  <a:pt x="1603156" y="900509"/>
                  <a:pt x="1607620" y="905469"/>
                  <a:pt x="1607620" y="917870"/>
                </a:cubicBezTo>
                <a:cubicBezTo>
                  <a:pt x="1607620" y="929279"/>
                  <a:pt x="1602660" y="934239"/>
                  <a:pt x="1590259" y="934239"/>
                </a:cubicBezTo>
                <a:cubicBezTo>
                  <a:pt x="1578850" y="934239"/>
                  <a:pt x="1573890" y="929279"/>
                  <a:pt x="1573890" y="916878"/>
                </a:cubicBezTo>
                <a:cubicBezTo>
                  <a:pt x="1573890" y="905469"/>
                  <a:pt x="1578850" y="900509"/>
                  <a:pt x="1591251" y="900509"/>
                </a:cubicBezTo>
                <a:close/>
                <a:moveTo>
                  <a:pt x="1524288" y="898525"/>
                </a:moveTo>
                <a:cubicBezTo>
                  <a:pt x="1528752" y="898525"/>
                  <a:pt x="1534208" y="900013"/>
                  <a:pt x="1537681" y="902989"/>
                </a:cubicBezTo>
                <a:cubicBezTo>
                  <a:pt x="1540657" y="906461"/>
                  <a:pt x="1541649" y="911918"/>
                  <a:pt x="1544129" y="916878"/>
                </a:cubicBezTo>
                <a:cubicBezTo>
                  <a:pt x="1541649" y="921838"/>
                  <a:pt x="1540657" y="928287"/>
                  <a:pt x="1537185" y="930767"/>
                </a:cubicBezTo>
                <a:cubicBezTo>
                  <a:pt x="1533712" y="933247"/>
                  <a:pt x="1529248" y="937215"/>
                  <a:pt x="1524288" y="936223"/>
                </a:cubicBezTo>
                <a:cubicBezTo>
                  <a:pt x="1519824" y="935231"/>
                  <a:pt x="1514367" y="933743"/>
                  <a:pt x="1511391" y="930767"/>
                </a:cubicBezTo>
                <a:cubicBezTo>
                  <a:pt x="1508415" y="927791"/>
                  <a:pt x="1506927" y="922334"/>
                  <a:pt x="1505935" y="917870"/>
                </a:cubicBezTo>
                <a:cubicBezTo>
                  <a:pt x="1504447" y="912414"/>
                  <a:pt x="1508911" y="907453"/>
                  <a:pt x="1511391" y="903981"/>
                </a:cubicBezTo>
                <a:cubicBezTo>
                  <a:pt x="1513871" y="900509"/>
                  <a:pt x="1519824" y="899021"/>
                  <a:pt x="1524288" y="898525"/>
                </a:cubicBezTo>
                <a:close/>
                <a:moveTo>
                  <a:pt x="1457819" y="898029"/>
                </a:moveTo>
                <a:cubicBezTo>
                  <a:pt x="1468732" y="898029"/>
                  <a:pt x="1476668" y="905965"/>
                  <a:pt x="1476668" y="917374"/>
                </a:cubicBezTo>
                <a:cubicBezTo>
                  <a:pt x="1476668" y="928783"/>
                  <a:pt x="1468732" y="936223"/>
                  <a:pt x="1457323" y="936223"/>
                </a:cubicBezTo>
                <a:cubicBezTo>
                  <a:pt x="1445915" y="936223"/>
                  <a:pt x="1438474" y="928287"/>
                  <a:pt x="1438970" y="916382"/>
                </a:cubicBezTo>
                <a:cubicBezTo>
                  <a:pt x="1438970" y="905965"/>
                  <a:pt x="1446907" y="898029"/>
                  <a:pt x="1457819" y="898029"/>
                </a:cubicBezTo>
                <a:close/>
                <a:moveTo>
                  <a:pt x="1388376" y="897533"/>
                </a:moveTo>
                <a:cubicBezTo>
                  <a:pt x="1393832" y="897533"/>
                  <a:pt x="1397801" y="898029"/>
                  <a:pt x="1401769" y="902493"/>
                </a:cubicBezTo>
                <a:cubicBezTo>
                  <a:pt x="1405737" y="907454"/>
                  <a:pt x="1410201" y="910926"/>
                  <a:pt x="1407225" y="916382"/>
                </a:cubicBezTo>
                <a:cubicBezTo>
                  <a:pt x="1408713" y="922830"/>
                  <a:pt x="1406233" y="926303"/>
                  <a:pt x="1402761" y="930767"/>
                </a:cubicBezTo>
                <a:cubicBezTo>
                  <a:pt x="1398793" y="935727"/>
                  <a:pt x="1393832" y="936223"/>
                  <a:pt x="1388376" y="936223"/>
                </a:cubicBezTo>
                <a:cubicBezTo>
                  <a:pt x="1382920" y="936223"/>
                  <a:pt x="1378952" y="934239"/>
                  <a:pt x="1374984" y="930767"/>
                </a:cubicBezTo>
                <a:cubicBezTo>
                  <a:pt x="1370023" y="926303"/>
                  <a:pt x="1370023" y="921838"/>
                  <a:pt x="1369527" y="915886"/>
                </a:cubicBezTo>
                <a:cubicBezTo>
                  <a:pt x="1369031" y="909934"/>
                  <a:pt x="1371511" y="906462"/>
                  <a:pt x="1374984" y="902493"/>
                </a:cubicBezTo>
                <a:cubicBezTo>
                  <a:pt x="1378952" y="898525"/>
                  <a:pt x="1382920" y="897037"/>
                  <a:pt x="1388376" y="897533"/>
                </a:cubicBezTo>
                <a:close/>
                <a:moveTo>
                  <a:pt x="1322405" y="896045"/>
                </a:moveTo>
                <a:cubicBezTo>
                  <a:pt x="1333317" y="896541"/>
                  <a:pt x="1342742" y="906461"/>
                  <a:pt x="1343238" y="917374"/>
                </a:cubicBezTo>
                <a:cubicBezTo>
                  <a:pt x="1343238" y="921342"/>
                  <a:pt x="1339766" y="929279"/>
                  <a:pt x="1336790" y="932255"/>
                </a:cubicBezTo>
                <a:cubicBezTo>
                  <a:pt x="1333813" y="935231"/>
                  <a:pt x="1325381" y="938703"/>
                  <a:pt x="1320421" y="938703"/>
                </a:cubicBezTo>
                <a:cubicBezTo>
                  <a:pt x="1315956" y="936719"/>
                  <a:pt x="1310004" y="936223"/>
                  <a:pt x="1305540" y="931263"/>
                </a:cubicBezTo>
                <a:cubicBezTo>
                  <a:pt x="1302068" y="926798"/>
                  <a:pt x="1300580" y="921838"/>
                  <a:pt x="1300580" y="916878"/>
                </a:cubicBezTo>
                <a:cubicBezTo>
                  <a:pt x="1300084" y="905469"/>
                  <a:pt x="1311492" y="895549"/>
                  <a:pt x="1322405" y="896045"/>
                </a:cubicBezTo>
                <a:close/>
                <a:moveTo>
                  <a:pt x="1254945" y="895549"/>
                </a:moveTo>
                <a:cubicBezTo>
                  <a:pt x="1266354" y="895549"/>
                  <a:pt x="1276770" y="905470"/>
                  <a:pt x="1276770" y="916878"/>
                </a:cubicBezTo>
                <a:cubicBezTo>
                  <a:pt x="1276770" y="927791"/>
                  <a:pt x="1266850" y="938207"/>
                  <a:pt x="1255937" y="938207"/>
                </a:cubicBezTo>
                <a:cubicBezTo>
                  <a:pt x="1244033" y="938207"/>
                  <a:pt x="1233616" y="928783"/>
                  <a:pt x="1233616" y="917374"/>
                </a:cubicBezTo>
                <a:cubicBezTo>
                  <a:pt x="1233616" y="905966"/>
                  <a:pt x="1243537" y="896045"/>
                  <a:pt x="1254945" y="895549"/>
                </a:cubicBezTo>
                <a:close/>
                <a:moveTo>
                  <a:pt x="1186493" y="895549"/>
                </a:moveTo>
                <a:cubicBezTo>
                  <a:pt x="1200878" y="895549"/>
                  <a:pt x="1207326" y="902493"/>
                  <a:pt x="1207326" y="917870"/>
                </a:cubicBezTo>
                <a:cubicBezTo>
                  <a:pt x="1207326" y="932255"/>
                  <a:pt x="1199886" y="938703"/>
                  <a:pt x="1185005" y="938703"/>
                </a:cubicBezTo>
                <a:cubicBezTo>
                  <a:pt x="1171612" y="938703"/>
                  <a:pt x="1164668" y="931263"/>
                  <a:pt x="1164668" y="916878"/>
                </a:cubicBezTo>
                <a:cubicBezTo>
                  <a:pt x="1164668" y="902493"/>
                  <a:pt x="1171612" y="895549"/>
                  <a:pt x="1186493" y="895549"/>
                </a:cubicBezTo>
                <a:close/>
                <a:moveTo>
                  <a:pt x="1119530" y="893565"/>
                </a:moveTo>
                <a:cubicBezTo>
                  <a:pt x="1131434" y="893565"/>
                  <a:pt x="1143835" y="906958"/>
                  <a:pt x="1143339" y="918366"/>
                </a:cubicBezTo>
                <a:cubicBezTo>
                  <a:pt x="1142843" y="929279"/>
                  <a:pt x="1130442" y="941184"/>
                  <a:pt x="1119530" y="941184"/>
                </a:cubicBezTo>
                <a:cubicBezTo>
                  <a:pt x="1107625" y="941184"/>
                  <a:pt x="1095224" y="927791"/>
                  <a:pt x="1095720" y="916382"/>
                </a:cubicBezTo>
                <a:cubicBezTo>
                  <a:pt x="1096216" y="904974"/>
                  <a:pt x="1108617" y="893069"/>
                  <a:pt x="1119530" y="893565"/>
                </a:cubicBezTo>
                <a:close/>
                <a:moveTo>
                  <a:pt x="1053558" y="893565"/>
                </a:moveTo>
                <a:cubicBezTo>
                  <a:pt x="1064967" y="893565"/>
                  <a:pt x="1076872" y="905966"/>
                  <a:pt x="1076376" y="917870"/>
                </a:cubicBezTo>
                <a:cubicBezTo>
                  <a:pt x="1076376" y="929775"/>
                  <a:pt x="1063479" y="941184"/>
                  <a:pt x="1051574" y="941184"/>
                </a:cubicBezTo>
                <a:cubicBezTo>
                  <a:pt x="1040706" y="940688"/>
                  <a:pt x="1028801" y="928287"/>
                  <a:pt x="1028801" y="916878"/>
                </a:cubicBezTo>
                <a:cubicBezTo>
                  <a:pt x="1028801" y="904974"/>
                  <a:pt x="1041698" y="893565"/>
                  <a:pt x="1053558" y="893565"/>
                </a:cubicBezTo>
                <a:close/>
                <a:moveTo>
                  <a:pt x="987134" y="893565"/>
                </a:moveTo>
                <a:cubicBezTo>
                  <a:pt x="993583" y="893565"/>
                  <a:pt x="998543" y="895549"/>
                  <a:pt x="1003502" y="900013"/>
                </a:cubicBezTo>
                <a:cubicBezTo>
                  <a:pt x="1008959" y="904974"/>
                  <a:pt x="1010943" y="910926"/>
                  <a:pt x="1009951" y="917374"/>
                </a:cubicBezTo>
                <a:cubicBezTo>
                  <a:pt x="1009951" y="932751"/>
                  <a:pt x="1000527" y="941184"/>
                  <a:pt x="984654" y="941184"/>
                </a:cubicBezTo>
                <a:cubicBezTo>
                  <a:pt x="970766" y="941184"/>
                  <a:pt x="962334" y="931759"/>
                  <a:pt x="962334" y="916878"/>
                </a:cubicBezTo>
                <a:cubicBezTo>
                  <a:pt x="962334" y="901997"/>
                  <a:pt x="971758" y="894061"/>
                  <a:pt x="987134" y="893565"/>
                </a:cubicBezTo>
                <a:close/>
                <a:moveTo>
                  <a:pt x="917160" y="893068"/>
                </a:moveTo>
                <a:cubicBezTo>
                  <a:pt x="932041" y="893564"/>
                  <a:pt x="940970" y="902492"/>
                  <a:pt x="940970" y="917373"/>
                </a:cubicBezTo>
                <a:cubicBezTo>
                  <a:pt x="940970" y="932254"/>
                  <a:pt x="932041" y="940687"/>
                  <a:pt x="916664" y="940687"/>
                </a:cubicBezTo>
                <a:cubicBezTo>
                  <a:pt x="902279" y="940687"/>
                  <a:pt x="893351" y="931262"/>
                  <a:pt x="893351" y="915885"/>
                </a:cubicBezTo>
                <a:cubicBezTo>
                  <a:pt x="893351" y="901996"/>
                  <a:pt x="902775" y="893068"/>
                  <a:pt x="917160" y="893068"/>
                </a:cubicBezTo>
                <a:close/>
                <a:moveTo>
                  <a:pt x="784254" y="891085"/>
                </a:moveTo>
                <a:cubicBezTo>
                  <a:pt x="799134" y="892077"/>
                  <a:pt x="809553" y="903486"/>
                  <a:pt x="810049" y="917374"/>
                </a:cubicBezTo>
                <a:cubicBezTo>
                  <a:pt x="810049" y="931263"/>
                  <a:pt x="797646" y="944160"/>
                  <a:pt x="783262" y="943664"/>
                </a:cubicBezTo>
                <a:cubicBezTo>
                  <a:pt x="768379" y="943168"/>
                  <a:pt x="757965" y="931263"/>
                  <a:pt x="757467" y="917374"/>
                </a:cubicBezTo>
                <a:cubicBezTo>
                  <a:pt x="756970" y="903486"/>
                  <a:pt x="769869" y="890589"/>
                  <a:pt x="784254" y="891085"/>
                </a:cubicBezTo>
                <a:close/>
                <a:moveTo>
                  <a:pt x="715287" y="891085"/>
                </a:moveTo>
                <a:cubicBezTo>
                  <a:pt x="729671" y="892077"/>
                  <a:pt x="740088" y="901501"/>
                  <a:pt x="741080" y="917374"/>
                </a:cubicBezTo>
                <a:cubicBezTo>
                  <a:pt x="740584" y="931759"/>
                  <a:pt x="727687" y="944160"/>
                  <a:pt x="713799" y="943168"/>
                </a:cubicBezTo>
                <a:cubicBezTo>
                  <a:pt x="699911" y="942175"/>
                  <a:pt x="688999" y="932751"/>
                  <a:pt x="688503" y="916878"/>
                </a:cubicBezTo>
                <a:cubicBezTo>
                  <a:pt x="688503" y="902493"/>
                  <a:pt x="701399" y="890093"/>
                  <a:pt x="715287" y="891085"/>
                </a:cubicBezTo>
                <a:close/>
                <a:moveTo>
                  <a:pt x="647851" y="891084"/>
                </a:moveTo>
                <a:cubicBezTo>
                  <a:pt x="663227" y="891084"/>
                  <a:pt x="674139" y="901997"/>
                  <a:pt x="674635" y="916381"/>
                </a:cubicBezTo>
                <a:cubicBezTo>
                  <a:pt x="675131" y="924318"/>
                  <a:pt x="672651" y="930270"/>
                  <a:pt x="667195" y="935726"/>
                </a:cubicBezTo>
                <a:cubicBezTo>
                  <a:pt x="661739" y="940687"/>
                  <a:pt x="656283" y="943663"/>
                  <a:pt x="648843" y="943663"/>
                </a:cubicBezTo>
                <a:cubicBezTo>
                  <a:pt x="632973" y="943167"/>
                  <a:pt x="622556" y="932750"/>
                  <a:pt x="622060" y="917373"/>
                </a:cubicBezTo>
                <a:cubicBezTo>
                  <a:pt x="622060" y="909933"/>
                  <a:pt x="624540" y="903981"/>
                  <a:pt x="629996" y="899020"/>
                </a:cubicBezTo>
                <a:cubicBezTo>
                  <a:pt x="637436" y="891580"/>
                  <a:pt x="637436" y="891084"/>
                  <a:pt x="647851" y="891084"/>
                </a:cubicBezTo>
                <a:close/>
                <a:moveTo>
                  <a:pt x="512414" y="891084"/>
                </a:moveTo>
                <a:cubicBezTo>
                  <a:pt x="513407" y="891580"/>
                  <a:pt x="514895" y="891084"/>
                  <a:pt x="515887" y="891084"/>
                </a:cubicBezTo>
                <a:cubicBezTo>
                  <a:pt x="523327" y="889596"/>
                  <a:pt x="529776" y="893068"/>
                  <a:pt x="534241" y="898028"/>
                </a:cubicBezTo>
                <a:cubicBezTo>
                  <a:pt x="538705" y="902493"/>
                  <a:pt x="542177" y="908445"/>
                  <a:pt x="540689" y="915389"/>
                </a:cubicBezTo>
                <a:cubicBezTo>
                  <a:pt x="540689" y="916381"/>
                  <a:pt x="540689" y="916877"/>
                  <a:pt x="540689" y="917869"/>
                </a:cubicBezTo>
                <a:cubicBezTo>
                  <a:pt x="542673" y="928782"/>
                  <a:pt x="535729" y="935726"/>
                  <a:pt x="526304" y="942175"/>
                </a:cubicBezTo>
                <a:cubicBezTo>
                  <a:pt x="525312" y="943167"/>
                  <a:pt x="523327" y="943167"/>
                  <a:pt x="521839" y="943167"/>
                </a:cubicBezTo>
                <a:cubicBezTo>
                  <a:pt x="517871" y="943167"/>
                  <a:pt x="513903" y="942671"/>
                  <a:pt x="509934" y="943167"/>
                </a:cubicBezTo>
                <a:cubicBezTo>
                  <a:pt x="502989" y="944159"/>
                  <a:pt x="498525" y="939199"/>
                  <a:pt x="494060" y="935726"/>
                </a:cubicBezTo>
                <a:cubicBezTo>
                  <a:pt x="491084" y="933742"/>
                  <a:pt x="488604" y="929774"/>
                  <a:pt x="488604" y="926302"/>
                </a:cubicBezTo>
                <a:cubicBezTo>
                  <a:pt x="487612" y="919854"/>
                  <a:pt x="487116" y="912909"/>
                  <a:pt x="488604" y="906461"/>
                </a:cubicBezTo>
                <a:cubicBezTo>
                  <a:pt x="489596" y="902493"/>
                  <a:pt x="493068" y="898524"/>
                  <a:pt x="496541" y="896044"/>
                </a:cubicBezTo>
                <a:cubicBezTo>
                  <a:pt x="501005" y="893068"/>
                  <a:pt x="505965" y="889100"/>
                  <a:pt x="512414" y="891084"/>
                </a:cubicBezTo>
                <a:close/>
                <a:moveTo>
                  <a:pt x="850690" y="890588"/>
                </a:moveTo>
                <a:cubicBezTo>
                  <a:pt x="864083" y="891580"/>
                  <a:pt x="874996" y="903981"/>
                  <a:pt x="876484" y="916877"/>
                </a:cubicBezTo>
                <a:cubicBezTo>
                  <a:pt x="874996" y="929774"/>
                  <a:pt x="863587" y="942671"/>
                  <a:pt x="850690" y="942671"/>
                </a:cubicBezTo>
                <a:cubicBezTo>
                  <a:pt x="837794" y="943167"/>
                  <a:pt x="825393" y="930766"/>
                  <a:pt x="824401" y="917373"/>
                </a:cubicBezTo>
                <a:cubicBezTo>
                  <a:pt x="823409" y="904973"/>
                  <a:pt x="836802" y="890588"/>
                  <a:pt x="850690" y="890588"/>
                </a:cubicBezTo>
                <a:close/>
                <a:moveTo>
                  <a:pt x="582382" y="890588"/>
                </a:moveTo>
                <a:cubicBezTo>
                  <a:pt x="589823" y="890588"/>
                  <a:pt x="595280" y="893564"/>
                  <a:pt x="600241" y="899020"/>
                </a:cubicBezTo>
                <a:cubicBezTo>
                  <a:pt x="605698" y="904477"/>
                  <a:pt x="609170" y="909933"/>
                  <a:pt x="607186" y="916877"/>
                </a:cubicBezTo>
                <a:cubicBezTo>
                  <a:pt x="608674" y="924814"/>
                  <a:pt x="604706" y="930270"/>
                  <a:pt x="599744" y="935726"/>
                </a:cubicBezTo>
                <a:cubicBezTo>
                  <a:pt x="594288" y="941183"/>
                  <a:pt x="588335" y="943663"/>
                  <a:pt x="580398" y="943663"/>
                </a:cubicBezTo>
                <a:cubicBezTo>
                  <a:pt x="572957" y="943663"/>
                  <a:pt x="567501" y="940687"/>
                  <a:pt x="562539" y="935230"/>
                </a:cubicBezTo>
                <a:cubicBezTo>
                  <a:pt x="557083" y="930270"/>
                  <a:pt x="555099" y="924318"/>
                  <a:pt x="555099" y="916877"/>
                </a:cubicBezTo>
                <a:cubicBezTo>
                  <a:pt x="555099" y="909437"/>
                  <a:pt x="557579" y="903981"/>
                  <a:pt x="563035" y="898524"/>
                </a:cubicBezTo>
                <a:cubicBezTo>
                  <a:pt x="568493" y="893068"/>
                  <a:pt x="574445" y="890588"/>
                  <a:pt x="582382" y="890588"/>
                </a:cubicBezTo>
                <a:close/>
                <a:moveTo>
                  <a:pt x="445437" y="889100"/>
                </a:moveTo>
                <a:cubicBezTo>
                  <a:pt x="451390" y="892572"/>
                  <a:pt x="458830" y="892076"/>
                  <a:pt x="464783" y="897036"/>
                </a:cubicBezTo>
                <a:cubicBezTo>
                  <a:pt x="471231" y="902493"/>
                  <a:pt x="470735" y="910429"/>
                  <a:pt x="474207" y="916878"/>
                </a:cubicBezTo>
                <a:cubicBezTo>
                  <a:pt x="470735" y="922334"/>
                  <a:pt x="471727" y="929774"/>
                  <a:pt x="467263" y="935230"/>
                </a:cubicBezTo>
                <a:cubicBezTo>
                  <a:pt x="461310" y="942175"/>
                  <a:pt x="453374" y="941679"/>
                  <a:pt x="446429" y="945647"/>
                </a:cubicBezTo>
                <a:cubicBezTo>
                  <a:pt x="440972" y="942671"/>
                  <a:pt x="434028" y="943167"/>
                  <a:pt x="428572" y="939695"/>
                </a:cubicBezTo>
                <a:cubicBezTo>
                  <a:pt x="420635" y="934238"/>
                  <a:pt x="420635" y="925310"/>
                  <a:pt x="417163" y="918366"/>
                </a:cubicBezTo>
                <a:cubicBezTo>
                  <a:pt x="420635" y="912413"/>
                  <a:pt x="419643" y="904973"/>
                  <a:pt x="424603" y="899021"/>
                </a:cubicBezTo>
                <a:cubicBezTo>
                  <a:pt x="430556" y="892076"/>
                  <a:pt x="438492" y="892572"/>
                  <a:pt x="445437" y="889100"/>
                </a:cubicBezTo>
                <a:close/>
                <a:moveTo>
                  <a:pt x="243552" y="889100"/>
                </a:moveTo>
                <a:cubicBezTo>
                  <a:pt x="257936" y="889100"/>
                  <a:pt x="271825" y="903485"/>
                  <a:pt x="271825" y="917373"/>
                </a:cubicBezTo>
                <a:cubicBezTo>
                  <a:pt x="271825" y="930766"/>
                  <a:pt x="257936" y="945647"/>
                  <a:pt x="243552" y="946143"/>
                </a:cubicBezTo>
                <a:cubicBezTo>
                  <a:pt x="228671" y="946639"/>
                  <a:pt x="213790" y="930766"/>
                  <a:pt x="214782" y="916877"/>
                </a:cubicBezTo>
                <a:cubicBezTo>
                  <a:pt x="215774" y="901501"/>
                  <a:pt x="230159" y="888604"/>
                  <a:pt x="243552" y="889100"/>
                </a:cubicBezTo>
                <a:close/>
                <a:moveTo>
                  <a:pt x="379483" y="888604"/>
                </a:moveTo>
                <a:cubicBezTo>
                  <a:pt x="386427" y="888604"/>
                  <a:pt x="392876" y="891580"/>
                  <a:pt x="398829" y="896540"/>
                </a:cubicBezTo>
                <a:cubicBezTo>
                  <a:pt x="404285" y="902493"/>
                  <a:pt x="405277" y="909933"/>
                  <a:pt x="408253" y="916878"/>
                </a:cubicBezTo>
                <a:cubicBezTo>
                  <a:pt x="405277" y="923326"/>
                  <a:pt x="404781" y="930766"/>
                  <a:pt x="399821" y="936223"/>
                </a:cubicBezTo>
                <a:cubicBezTo>
                  <a:pt x="394364" y="942175"/>
                  <a:pt x="386923" y="943663"/>
                  <a:pt x="379979" y="945647"/>
                </a:cubicBezTo>
                <a:cubicBezTo>
                  <a:pt x="376506" y="946639"/>
                  <a:pt x="364600" y="941183"/>
                  <a:pt x="361624" y="938703"/>
                </a:cubicBezTo>
                <a:cubicBezTo>
                  <a:pt x="354680" y="933246"/>
                  <a:pt x="352199" y="925806"/>
                  <a:pt x="351207" y="917870"/>
                </a:cubicBezTo>
                <a:cubicBezTo>
                  <a:pt x="350711" y="910429"/>
                  <a:pt x="353687" y="903485"/>
                  <a:pt x="359640" y="897532"/>
                </a:cubicBezTo>
                <a:cubicBezTo>
                  <a:pt x="365097" y="891580"/>
                  <a:pt x="372537" y="888604"/>
                  <a:pt x="379483" y="888604"/>
                </a:cubicBezTo>
                <a:close/>
                <a:moveTo>
                  <a:pt x="176607" y="888604"/>
                </a:moveTo>
                <a:cubicBezTo>
                  <a:pt x="191488" y="888108"/>
                  <a:pt x="205377" y="902493"/>
                  <a:pt x="205377" y="916878"/>
                </a:cubicBezTo>
                <a:cubicBezTo>
                  <a:pt x="205377" y="931759"/>
                  <a:pt x="191984" y="945151"/>
                  <a:pt x="177599" y="946144"/>
                </a:cubicBezTo>
                <a:cubicBezTo>
                  <a:pt x="163214" y="946640"/>
                  <a:pt x="148333" y="932255"/>
                  <a:pt x="148333" y="917374"/>
                </a:cubicBezTo>
                <a:cubicBezTo>
                  <a:pt x="147837" y="902493"/>
                  <a:pt x="162222" y="888108"/>
                  <a:pt x="176607" y="888604"/>
                </a:cubicBezTo>
                <a:close/>
                <a:moveTo>
                  <a:pt x="109637" y="888604"/>
                </a:moveTo>
                <a:cubicBezTo>
                  <a:pt x="124517" y="888108"/>
                  <a:pt x="138406" y="902493"/>
                  <a:pt x="138406" y="916878"/>
                </a:cubicBezTo>
                <a:cubicBezTo>
                  <a:pt x="138406" y="931759"/>
                  <a:pt x="125013" y="945151"/>
                  <a:pt x="110629" y="946144"/>
                </a:cubicBezTo>
                <a:cubicBezTo>
                  <a:pt x="96244" y="946640"/>
                  <a:pt x="81363" y="932255"/>
                  <a:pt x="81363" y="917374"/>
                </a:cubicBezTo>
                <a:cubicBezTo>
                  <a:pt x="81363" y="902493"/>
                  <a:pt x="95252" y="888108"/>
                  <a:pt x="109637" y="888604"/>
                </a:cubicBezTo>
                <a:close/>
                <a:moveTo>
                  <a:pt x="42661" y="888604"/>
                </a:moveTo>
                <a:cubicBezTo>
                  <a:pt x="57542" y="888108"/>
                  <a:pt x="71431" y="901501"/>
                  <a:pt x="71927" y="916382"/>
                </a:cubicBezTo>
                <a:cubicBezTo>
                  <a:pt x="72423" y="931263"/>
                  <a:pt x="59030" y="945151"/>
                  <a:pt x="44646" y="945647"/>
                </a:cubicBezTo>
                <a:cubicBezTo>
                  <a:pt x="29269" y="946639"/>
                  <a:pt x="14884" y="931759"/>
                  <a:pt x="14884" y="917374"/>
                </a:cubicBezTo>
                <a:cubicBezTo>
                  <a:pt x="14388" y="902493"/>
                  <a:pt x="28277" y="888604"/>
                  <a:pt x="42661" y="888604"/>
                </a:cubicBezTo>
                <a:close/>
                <a:moveTo>
                  <a:pt x="311517" y="887612"/>
                </a:moveTo>
                <a:cubicBezTo>
                  <a:pt x="319453" y="890588"/>
                  <a:pt x="326895" y="891580"/>
                  <a:pt x="332351" y="897533"/>
                </a:cubicBezTo>
                <a:cubicBezTo>
                  <a:pt x="337311" y="902989"/>
                  <a:pt x="340287" y="909933"/>
                  <a:pt x="340287" y="916878"/>
                </a:cubicBezTo>
                <a:cubicBezTo>
                  <a:pt x="340287" y="924318"/>
                  <a:pt x="337311" y="931262"/>
                  <a:pt x="331359" y="936719"/>
                </a:cubicBezTo>
                <a:cubicBezTo>
                  <a:pt x="325405" y="942175"/>
                  <a:pt x="318461" y="945647"/>
                  <a:pt x="311021" y="945151"/>
                </a:cubicBezTo>
                <a:cubicBezTo>
                  <a:pt x="303580" y="944655"/>
                  <a:pt x="295644" y="941679"/>
                  <a:pt x="290188" y="934735"/>
                </a:cubicBezTo>
                <a:cubicBezTo>
                  <a:pt x="287707" y="931262"/>
                  <a:pt x="282251" y="919854"/>
                  <a:pt x="283243" y="916382"/>
                </a:cubicBezTo>
                <a:cubicBezTo>
                  <a:pt x="284731" y="908941"/>
                  <a:pt x="286715" y="901997"/>
                  <a:pt x="292668" y="896540"/>
                </a:cubicBezTo>
                <a:cubicBezTo>
                  <a:pt x="298620" y="891084"/>
                  <a:pt x="306060" y="891580"/>
                  <a:pt x="311517" y="887612"/>
                </a:cubicBezTo>
                <a:close/>
                <a:moveTo>
                  <a:pt x="2264855" y="846938"/>
                </a:moveTo>
                <a:cubicBezTo>
                  <a:pt x="2265847" y="848922"/>
                  <a:pt x="2266839" y="849914"/>
                  <a:pt x="2266839" y="850410"/>
                </a:cubicBezTo>
                <a:cubicBezTo>
                  <a:pt x="2266343" y="851402"/>
                  <a:pt x="2264855" y="851898"/>
                  <a:pt x="2263863" y="852890"/>
                </a:cubicBezTo>
                <a:cubicBezTo>
                  <a:pt x="2263367" y="851898"/>
                  <a:pt x="2261879" y="851402"/>
                  <a:pt x="2262375" y="850410"/>
                </a:cubicBezTo>
                <a:cubicBezTo>
                  <a:pt x="2262871" y="849418"/>
                  <a:pt x="2263863" y="848426"/>
                  <a:pt x="2264855" y="846938"/>
                </a:cubicBezTo>
                <a:close/>
                <a:moveTo>
                  <a:pt x="2198388" y="845946"/>
                </a:moveTo>
                <a:cubicBezTo>
                  <a:pt x="2199876" y="845946"/>
                  <a:pt x="2201860" y="848426"/>
                  <a:pt x="2204340" y="850410"/>
                </a:cubicBezTo>
                <a:cubicBezTo>
                  <a:pt x="2201860" y="852394"/>
                  <a:pt x="2200372" y="854378"/>
                  <a:pt x="2198388" y="854874"/>
                </a:cubicBezTo>
                <a:cubicBezTo>
                  <a:pt x="2196404" y="855867"/>
                  <a:pt x="2192436" y="851402"/>
                  <a:pt x="2193428" y="849914"/>
                </a:cubicBezTo>
                <a:cubicBezTo>
                  <a:pt x="2194420" y="847930"/>
                  <a:pt x="2196404" y="845946"/>
                  <a:pt x="2198388" y="845946"/>
                </a:cubicBezTo>
                <a:close/>
                <a:moveTo>
                  <a:pt x="2129935" y="843466"/>
                </a:moveTo>
                <a:cubicBezTo>
                  <a:pt x="2134896" y="843466"/>
                  <a:pt x="2136384" y="845946"/>
                  <a:pt x="2136384" y="850906"/>
                </a:cubicBezTo>
                <a:cubicBezTo>
                  <a:pt x="2135888" y="855867"/>
                  <a:pt x="2133904" y="857851"/>
                  <a:pt x="2128943" y="857851"/>
                </a:cubicBezTo>
                <a:cubicBezTo>
                  <a:pt x="2123983" y="857851"/>
                  <a:pt x="2121999" y="855867"/>
                  <a:pt x="2121999" y="850906"/>
                </a:cubicBezTo>
                <a:cubicBezTo>
                  <a:pt x="2121999" y="845450"/>
                  <a:pt x="2123983" y="842970"/>
                  <a:pt x="2129935" y="843466"/>
                </a:cubicBezTo>
                <a:close/>
                <a:moveTo>
                  <a:pt x="2010" y="841482"/>
                </a:moveTo>
                <a:cubicBezTo>
                  <a:pt x="2506" y="844458"/>
                  <a:pt x="3002" y="847434"/>
                  <a:pt x="3002" y="849914"/>
                </a:cubicBezTo>
                <a:cubicBezTo>
                  <a:pt x="2010" y="853387"/>
                  <a:pt x="4490" y="856859"/>
                  <a:pt x="1018" y="859835"/>
                </a:cubicBezTo>
                <a:cubicBezTo>
                  <a:pt x="522" y="856859"/>
                  <a:pt x="26" y="853883"/>
                  <a:pt x="522" y="850906"/>
                </a:cubicBezTo>
                <a:cubicBezTo>
                  <a:pt x="1018" y="847930"/>
                  <a:pt x="-1462" y="844458"/>
                  <a:pt x="2010" y="841482"/>
                </a:cubicBezTo>
                <a:close/>
                <a:moveTo>
                  <a:pt x="2062476" y="840986"/>
                </a:moveTo>
                <a:cubicBezTo>
                  <a:pt x="2066941" y="840986"/>
                  <a:pt x="2071405" y="844954"/>
                  <a:pt x="2071901" y="849914"/>
                </a:cubicBezTo>
                <a:cubicBezTo>
                  <a:pt x="2071901" y="854875"/>
                  <a:pt x="2067933" y="859835"/>
                  <a:pt x="2063469" y="859835"/>
                </a:cubicBezTo>
                <a:cubicBezTo>
                  <a:pt x="2058012" y="860331"/>
                  <a:pt x="2053052" y="855867"/>
                  <a:pt x="2053052" y="850410"/>
                </a:cubicBezTo>
                <a:cubicBezTo>
                  <a:pt x="2053052" y="845450"/>
                  <a:pt x="2057516" y="840986"/>
                  <a:pt x="2062476" y="840986"/>
                </a:cubicBezTo>
                <a:close/>
                <a:moveTo>
                  <a:pt x="1995513" y="838506"/>
                </a:moveTo>
                <a:cubicBezTo>
                  <a:pt x="2000969" y="838506"/>
                  <a:pt x="2007417" y="845450"/>
                  <a:pt x="2007417" y="850411"/>
                </a:cubicBezTo>
                <a:cubicBezTo>
                  <a:pt x="2007417" y="855371"/>
                  <a:pt x="2000473" y="862315"/>
                  <a:pt x="1995513" y="862315"/>
                </a:cubicBezTo>
                <a:cubicBezTo>
                  <a:pt x="1990552" y="862315"/>
                  <a:pt x="1983608" y="855371"/>
                  <a:pt x="1983608" y="850411"/>
                </a:cubicBezTo>
                <a:cubicBezTo>
                  <a:pt x="1983608" y="845450"/>
                  <a:pt x="1990552" y="838506"/>
                  <a:pt x="1995513" y="838506"/>
                </a:cubicBezTo>
                <a:close/>
                <a:moveTo>
                  <a:pt x="1928550" y="838506"/>
                </a:moveTo>
                <a:cubicBezTo>
                  <a:pt x="1937478" y="838506"/>
                  <a:pt x="1940950" y="841978"/>
                  <a:pt x="1940950" y="849915"/>
                </a:cubicBezTo>
                <a:cubicBezTo>
                  <a:pt x="1940950" y="858843"/>
                  <a:pt x="1937974" y="862315"/>
                  <a:pt x="1930038" y="862315"/>
                </a:cubicBezTo>
                <a:cubicBezTo>
                  <a:pt x="1920613" y="862315"/>
                  <a:pt x="1917637" y="859835"/>
                  <a:pt x="1917141" y="851403"/>
                </a:cubicBezTo>
                <a:cubicBezTo>
                  <a:pt x="1917141" y="841978"/>
                  <a:pt x="1920117" y="838506"/>
                  <a:pt x="1928550" y="838506"/>
                </a:cubicBezTo>
                <a:close/>
                <a:moveTo>
                  <a:pt x="1860098" y="836521"/>
                </a:moveTo>
                <a:cubicBezTo>
                  <a:pt x="1867042" y="836521"/>
                  <a:pt x="1873986" y="841481"/>
                  <a:pt x="1873986" y="850906"/>
                </a:cubicBezTo>
                <a:cubicBezTo>
                  <a:pt x="1872994" y="857850"/>
                  <a:pt x="1869026" y="864795"/>
                  <a:pt x="1859602" y="864795"/>
                </a:cubicBezTo>
                <a:cubicBezTo>
                  <a:pt x="1852657" y="864795"/>
                  <a:pt x="1845713" y="859834"/>
                  <a:pt x="1845713" y="850410"/>
                </a:cubicBezTo>
                <a:cubicBezTo>
                  <a:pt x="1845713" y="843465"/>
                  <a:pt x="1850673" y="836521"/>
                  <a:pt x="1860098" y="836521"/>
                </a:cubicBezTo>
                <a:close/>
                <a:moveTo>
                  <a:pt x="1792638" y="836025"/>
                </a:moveTo>
                <a:cubicBezTo>
                  <a:pt x="1803550" y="836025"/>
                  <a:pt x="1807518" y="839993"/>
                  <a:pt x="1807518" y="850410"/>
                </a:cubicBezTo>
                <a:cubicBezTo>
                  <a:pt x="1807518" y="860330"/>
                  <a:pt x="1803550" y="864795"/>
                  <a:pt x="1793630" y="864795"/>
                </a:cubicBezTo>
                <a:cubicBezTo>
                  <a:pt x="1783709" y="864795"/>
                  <a:pt x="1779245" y="860826"/>
                  <a:pt x="1779245" y="850906"/>
                </a:cubicBezTo>
                <a:cubicBezTo>
                  <a:pt x="1779245" y="839993"/>
                  <a:pt x="1782717" y="836025"/>
                  <a:pt x="1792638" y="836025"/>
                </a:cubicBezTo>
                <a:close/>
                <a:moveTo>
                  <a:pt x="1726171" y="833545"/>
                </a:moveTo>
                <a:cubicBezTo>
                  <a:pt x="1735595" y="834041"/>
                  <a:pt x="1743532" y="843962"/>
                  <a:pt x="1743036" y="850410"/>
                </a:cubicBezTo>
                <a:cubicBezTo>
                  <a:pt x="1743036" y="858346"/>
                  <a:pt x="1734107" y="867275"/>
                  <a:pt x="1726171" y="866779"/>
                </a:cubicBezTo>
                <a:cubicBezTo>
                  <a:pt x="1717738" y="866283"/>
                  <a:pt x="1709306" y="857354"/>
                  <a:pt x="1709802" y="849418"/>
                </a:cubicBezTo>
                <a:cubicBezTo>
                  <a:pt x="1710298" y="841977"/>
                  <a:pt x="1718730" y="833545"/>
                  <a:pt x="1726171" y="833545"/>
                </a:cubicBezTo>
                <a:close/>
                <a:moveTo>
                  <a:pt x="1657223" y="833545"/>
                </a:moveTo>
                <a:cubicBezTo>
                  <a:pt x="1668631" y="834041"/>
                  <a:pt x="1674088" y="839497"/>
                  <a:pt x="1674088" y="850410"/>
                </a:cubicBezTo>
                <a:cubicBezTo>
                  <a:pt x="1674088" y="861819"/>
                  <a:pt x="1668631" y="867275"/>
                  <a:pt x="1657223" y="867275"/>
                </a:cubicBezTo>
                <a:cubicBezTo>
                  <a:pt x="1645814" y="867275"/>
                  <a:pt x="1640358" y="861819"/>
                  <a:pt x="1640358" y="850410"/>
                </a:cubicBezTo>
                <a:cubicBezTo>
                  <a:pt x="1640358" y="839001"/>
                  <a:pt x="1645814" y="833545"/>
                  <a:pt x="1657223" y="833545"/>
                </a:cubicBezTo>
                <a:close/>
                <a:moveTo>
                  <a:pt x="1457324" y="832057"/>
                </a:moveTo>
                <a:cubicBezTo>
                  <a:pt x="1463276" y="832057"/>
                  <a:pt x="1467741" y="833049"/>
                  <a:pt x="1471709" y="837513"/>
                </a:cubicBezTo>
                <a:cubicBezTo>
                  <a:pt x="1475181" y="840985"/>
                  <a:pt x="1478157" y="844954"/>
                  <a:pt x="1476173" y="849914"/>
                </a:cubicBezTo>
                <a:cubicBezTo>
                  <a:pt x="1477661" y="855866"/>
                  <a:pt x="1475677" y="860331"/>
                  <a:pt x="1471709" y="864299"/>
                </a:cubicBezTo>
                <a:cubicBezTo>
                  <a:pt x="1467244" y="868763"/>
                  <a:pt x="1463276" y="870251"/>
                  <a:pt x="1457324" y="870251"/>
                </a:cubicBezTo>
                <a:cubicBezTo>
                  <a:pt x="1451868" y="870251"/>
                  <a:pt x="1447899" y="868763"/>
                  <a:pt x="1443931" y="865291"/>
                </a:cubicBezTo>
                <a:cubicBezTo>
                  <a:pt x="1439467" y="860827"/>
                  <a:pt x="1438475" y="856362"/>
                  <a:pt x="1438475" y="850906"/>
                </a:cubicBezTo>
                <a:cubicBezTo>
                  <a:pt x="1438475" y="845450"/>
                  <a:pt x="1439963" y="841482"/>
                  <a:pt x="1443931" y="837513"/>
                </a:cubicBezTo>
                <a:cubicBezTo>
                  <a:pt x="1447899" y="833545"/>
                  <a:pt x="1451868" y="832057"/>
                  <a:pt x="1457324" y="832057"/>
                </a:cubicBezTo>
                <a:close/>
                <a:moveTo>
                  <a:pt x="1590755" y="831561"/>
                </a:moveTo>
                <a:cubicBezTo>
                  <a:pt x="1599188" y="831065"/>
                  <a:pt x="1610596" y="843466"/>
                  <a:pt x="1610100" y="850906"/>
                </a:cubicBezTo>
                <a:cubicBezTo>
                  <a:pt x="1610100" y="859339"/>
                  <a:pt x="1598691" y="870251"/>
                  <a:pt x="1590259" y="869755"/>
                </a:cubicBezTo>
                <a:cubicBezTo>
                  <a:pt x="1581827" y="869259"/>
                  <a:pt x="1571410" y="857851"/>
                  <a:pt x="1571906" y="849914"/>
                </a:cubicBezTo>
                <a:cubicBezTo>
                  <a:pt x="1572402" y="841978"/>
                  <a:pt x="1583315" y="832057"/>
                  <a:pt x="1590755" y="831561"/>
                </a:cubicBezTo>
                <a:close/>
                <a:moveTo>
                  <a:pt x="1524784" y="831561"/>
                </a:moveTo>
                <a:cubicBezTo>
                  <a:pt x="1536193" y="831561"/>
                  <a:pt x="1543633" y="839497"/>
                  <a:pt x="1543137" y="851402"/>
                </a:cubicBezTo>
                <a:cubicBezTo>
                  <a:pt x="1543137" y="862315"/>
                  <a:pt x="1534704" y="869755"/>
                  <a:pt x="1522800" y="869755"/>
                </a:cubicBezTo>
                <a:cubicBezTo>
                  <a:pt x="1513375" y="869755"/>
                  <a:pt x="1503951" y="859835"/>
                  <a:pt x="1504447" y="850410"/>
                </a:cubicBezTo>
                <a:cubicBezTo>
                  <a:pt x="1505935" y="839001"/>
                  <a:pt x="1513375" y="831561"/>
                  <a:pt x="1524784" y="831561"/>
                </a:cubicBezTo>
                <a:close/>
                <a:moveTo>
                  <a:pt x="1388376" y="829081"/>
                </a:moveTo>
                <a:cubicBezTo>
                  <a:pt x="1397801" y="829081"/>
                  <a:pt x="1410201" y="840986"/>
                  <a:pt x="1410201" y="850410"/>
                </a:cubicBezTo>
                <a:cubicBezTo>
                  <a:pt x="1410201" y="859339"/>
                  <a:pt x="1398793" y="871243"/>
                  <a:pt x="1389368" y="871739"/>
                </a:cubicBezTo>
                <a:cubicBezTo>
                  <a:pt x="1380440" y="872235"/>
                  <a:pt x="1367543" y="860331"/>
                  <a:pt x="1367047" y="850906"/>
                </a:cubicBezTo>
                <a:cubicBezTo>
                  <a:pt x="1366551" y="841978"/>
                  <a:pt x="1378456" y="829081"/>
                  <a:pt x="1388376" y="829081"/>
                </a:cubicBezTo>
                <a:close/>
                <a:moveTo>
                  <a:pt x="1321909" y="829081"/>
                </a:moveTo>
                <a:cubicBezTo>
                  <a:pt x="1333317" y="829081"/>
                  <a:pt x="1343238" y="839002"/>
                  <a:pt x="1343238" y="850906"/>
                </a:cubicBezTo>
                <a:cubicBezTo>
                  <a:pt x="1343238" y="862315"/>
                  <a:pt x="1333317" y="872235"/>
                  <a:pt x="1321413" y="872235"/>
                </a:cubicBezTo>
                <a:cubicBezTo>
                  <a:pt x="1310004" y="872235"/>
                  <a:pt x="1300084" y="861819"/>
                  <a:pt x="1300580" y="849914"/>
                </a:cubicBezTo>
                <a:cubicBezTo>
                  <a:pt x="1300580" y="839002"/>
                  <a:pt x="1310996" y="829081"/>
                  <a:pt x="1321909" y="829081"/>
                </a:cubicBezTo>
                <a:close/>
                <a:moveTo>
                  <a:pt x="1255441" y="828585"/>
                </a:moveTo>
                <a:cubicBezTo>
                  <a:pt x="1262386" y="828088"/>
                  <a:pt x="1267346" y="831561"/>
                  <a:pt x="1270818" y="835033"/>
                </a:cubicBezTo>
                <a:cubicBezTo>
                  <a:pt x="1274290" y="838505"/>
                  <a:pt x="1277267" y="843465"/>
                  <a:pt x="1276771" y="850410"/>
                </a:cubicBezTo>
                <a:cubicBezTo>
                  <a:pt x="1276771" y="856858"/>
                  <a:pt x="1274786" y="862314"/>
                  <a:pt x="1271314" y="865787"/>
                </a:cubicBezTo>
                <a:cubicBezTo>
                  <a:pt x="1267346" y="869259"/>
                  <a:pt x="1262386" y="874219"/>
                  <a:pt x="1254945" y="871739"/>
                </a:cubicBezTo>
                <a:cubicBezTo>
                  <a:pt x="1248001" y="874715"/>
                  <a:pt x="1242545" y="869755"/>
                  <a:pt x="1238577" y="865787"/>
                </a:cubicBezTo>
                <a:cubicBezTo>
                  <a:pt x="1235104" y="862314"/>
                  <a:pt x="1233120" y="856362"/>
                  <a:pt x="1233120" y="850410"/>
                </a:cubicBezTo>
                <a:cubicBezTo>
                  <a:pt x="1232624" y="843961"/>
                  <a:pt x="1235600" y="839001"/>
                  <a:pt x="1239073" y="835033"/>
                </a:cubicBezTo>
                <a:cubicBezTo>
                  <a:pt x="1243041" y="831065"/>
                  <a:pt x="1248993" y="829081"/>
                  <a:pt x="1255441" y="828585"/>
                </a:cubicBezTo>
                <a:close/>
                <a:moveTo>
                  <a:pt x="1185005" y="826601"/>
                </a:moveTo>
                <a:cubicBezTo>
                  <a:pt x="1194430" y="825609"/>
                  <a:pt x="1209310" y="839498"/>
                  <a:pt x="1209806" y="849915"/>
                </a:cubicBezTo>
                <a:cubicBezTo>
                  <a:pt x="1210302" y="859339"/>
                  <a:pt x="1197406" y="873228"/>
                  <a:pt x="1186989" y="874220"/>
                </a:cubicBezTo>
                <a:cubicBezTo>
                  <a:pt x="1177565" y="875212"/>
                  <a:pt x="1162684" y="861323"/>
                  <a:pt x="1162188" y="850907"/>
                </a:cubicBezTo>
                <a:cubicBezTo>
                  <a:pt x="1161692" y="841482"/>
                  <a:pt x="1174589" y="827593"/>
                  <a:pt x="1185005" y="826601"/>
                </a:cubicBezTo>
                <a:close/>
                <a:moveTo>
                  <a:pt x="1119529" y="826601"/>
                </a:moveTo>
                <a:cubicBezTo>
                  <a:pt x="1131434" y="826601"/>
                  <a:pt x="1143339" y="839002"/>
                  <a:pt x="1142842" y="851402"/>
                </a:cubicBezTo>
                <a:cubicBezTo>
                  <a:pt x="1142842" y="862315"/>
                  <a:pt x="1129946" y="874220"/>
                  <a:pt x="1118537" y="874220"/>
                </a:cubicBezTo>
                <a:cubicBezTo>
                  <a:pt x="1106633" y="874220"/>
                  <a:pt x="1094728" y="861819"/>
                  <a:pt x="1095224" y="849418"/>
                </a:cubicBezTo>
                <a:cubicBezTo>
                  <a:pt x="1095720" y="838506"/>
                  <a:pt x="1108121" y="826601"/>
                  <a:pt x="1119529" y="826601"/>
                </a:cubicBezTo>
                <a:close/>
                <a:moveTo>
                  <a:pt x="1054054" y="826601"/>
                </a:moveTo>
                <a:cubicBezTo>
                  <a:pt x="1066455" y="827097"/>
                  <a:pt x="1076872" y="838009"/>
                  <a:pt x="1076872" y="850410"/>
                </a:cubicBezTo>
                <a:cubicBezTo>
                  <a:pt x="1076376" y="863307"/>
                  <a:pt x="1066455" y="874715"/>
                  <a:pt x="1052566" y="874219"/>
                </a:cubicBezTo>
                <a:cubicBezTo>
                  <a:pt x="1039186" y="873723"/>
                  <a:pt x="1028769" y="863307"/>
                  <a:pt x="1029265" y="849418"/>
                </a:cubicBezTo>
                <a:cubicBezTo>
                  <a:pt x="1029761" y="835529"/>
                  <a:pt x="1040674" y="826105"/>
                  <a:pt x="1054054" y="826601"/>
                </a:cubicBezTo>
                <a:close/>
                <a:moveTo>
                  <a:pt x="987628" y="826601"/>
                </a:moveTo>
                <a:cubicBezTo>
                  <a:pt x="1001517" y="826601"/>
                  <a:pt x="1009949" y="836025"/>
                  <a:pt x="1009949" y="850906"/>
                </a:cubicBezTo>
                <a:cubicBezTo>
                  <a:pt x="1009949" y="865787"/>
                  <a:pt x="1000525" y="873724"/>
                  <a:pt x="985148" y="874220"/>
                </a:cubicBezTo>
                <a:cubicBezTo>
                  <a:pt x="978700" y="874220"/>
                  <a:pt x="973740" y="872235"/>
                  <a:pt x="968780" y="867771"/>
                </a:cubicBezTo>
                <a:cubicBezTo>
                  <a:pt x="963324" y="862811"/>
                  <a:pt x="961835" y="856363"/>
                  <a:pt x="962331" y="850410"/>
                </a:cubicBezTo>
                <a:cubicBezTo>
                  <a:pt x="962331" y="835033"/>
                  <a:pt x="971756" y="826601"/>
                  <a:pt x="987628" y="826601"/>
                </a:cubicBezTo>
                <a:close/>
                <a:moveTo>
                  <a:pt x="849732" y="824616"/>
                </a:moveTo>
                <a:cubicBezTo>
                  <a:pt x="863622" y="823128"/>
                  <a:pt x="876022" y="836025"/>
                  <a:pt x="876518" y="850410"/>
                </a:cubicBezTo>
                <a:cubicBezTo>
                  <a:pt x="875526" y="866283"/>
                  <a:pt x="865111" y="875707"/>
                  <a:pt x="851219" y="876699"/>
                </a:cubicBezTo>
                <a:cubicBezTo>
                  <a:pt x="837330" y="877691"/>
                  <a:pt x="823937" y="865290"/>
                  <a:pt x="824433" y="850906"/>
                </a:cubicBezTo>
                <a:cubicBezTo>
                  <a:pt x="824930" y="835033"/>
                  <a:pt x="835843" y="825608"/>
                  <a:pt x="849732" y="824616"/>
                </a:cubicBezTo>
                <a:close/>
                <a:moveTo>
                  <a:pt x="916691" y="824121"/>
                </a:moveTo>
                <a:cubicBezTo>
                  <a:pt x="929588" y="825113"/>
                  <a:pt x="942485" y="836522"/>
                  <a:pt x="942981" y="849914"/>
                </a:cubicBezTo>
                <a:cubicBezTo>
                  <a:pt x="943477" y="862315"/>
                  <a:pt x="931572" y="875212"/>
                  <a:pt x="918179" y="876204"/>
                </a:cubicBezTo>
                <a:cubicBezTo>
                  <a:pt x="905779" y="877196"/>
                  <a:pt x="891395" y="863803"/>
                  <a:pt x="891395" y="850410"/>
                </a:cubicBezTo>
                <a:cubicBezTo>
                  <a:pt x="891395" y="837514"/>
                  <a:pt x="903795" y="826105"/>
                  <a:pt x="916691" y="824121"/>
                </a:cubicBezTo>
                <a:close/>
                <a:moveTo>
                  <a:pt x="782738" y="824121"/>
                </a:moveTo>
                <a:cubicBezTo>
                  <a:pt x="798115" y="823625"/>
                  <a:pt x="809525" y="835033"/>
                  <a:pt x="810021" y="849914"/>
                </a:cubicBezTo>
                <a:cubicBezTo>
                  <a:pt x="809525" y="865291"/>
                  <a:pt x="800099" y="875707"/>
                  <a:pt x="784723" y="876203"/>
                </a:cubicBezTo>
                <a:cubicBezTo>
                  <a:pt x="769346" y="877195"/>
                  <a:pt x="757441" y="865291"/>
                  <a:pt x="757441" y="850410"/>
                </a:cubicBezTo>
                <a:cubicBezTo>
                  <a:pt x="757441" y="835033"/>
                  <a:pt x="767362" y="824617"/>
                  <a:pt x="782738" y="824121"/>
                </a:cubicBezTo>
                <a:close/>
                <a:moveTo>
                  <a:pt x="715287" y="824121"/>
                </a:moveTo>
                <a:cubicBezTo>
                  <a:pt x="722727" y="824121"/>
                  <a:pt x="728183" y="827097"/>
                  <a:pt x="733639" y="832057"/>
                </a:cubicBezTo>
                <a:cubicBezTo>
                  <a:pt x="739592" y="837514"/>
                  <a:pt x="741576" y="843962"/>
                  <a:pt x="741080" y="851402"/>
                </a:cubicBezTo>
                <a:cubicBezTo>
                  <a:pt x="740584" y="865787"/>
                  <a:pt x="729175" y="876204"/>
                  <a:pt x="714295" y="876700"/>
                </a:cubicBezTo>
                <a:cubicBezTo>
                  <a:pt x="706855" y="876700"/>
                  <a:pt x="701399" y="873724"/>
                  <a:pt x="695943" y="868763"/>
                </a:cubicBezTo>
                <a:cubicBezTo>
                  <a:pt x="690487" y="863307"/>
                  <a:pt x="687511" y="857355"/>
                  <a:pt x="688503" y="850410"/>
                </a:cubicBezTo>
                <a:cubicBezTo>
                  <a:pt x="688503" y="835034"/>
                  <a:pt x="699911" y="824617"/>
                  <a:pt x="715287" y="824121"/>
                </a:cubicBezTo>
                <a:close/>
                <a:moveTo>
                  <a:pt x="648856" y="824121"/>
                </a:moveTo>
                <a:cubicBezTo>
                  <a:pt x="663736" y="824617"/>
                  <a:pt x="674648" y="836522"/>
                  <a:pt x="674648" y="850410"/>
                </a:cubicBezTo>
                <a:cubicBezTo>
                  <a:pt x="674648" y="864299"/>
                  <a:pt x="663736" y="878188"/>
                  <a:pt x="647864" y="876700"/>
                </a:cubicBezTo>
                <a:cubicBezTo>
                  <a:pt x="633482" y="878188"/>
                  <a:pt x="621578" y="865787"/>
                  <a:pt x="621578" y="849914"/>
                </a:cubicBezTo>
                <a:cubicBezTo>
                  <a:pt x="622074" y="835530"/>
                  <a:pt x="633482" y="823625"/>
                  <a:pt x="648856" y="824121"/>
                </a:cubicBezTo>
                <a:close/>
                <a:moveTo>
                  <a:pt x="580893" y="822137"/>
                </a:moveTo>
                <a:cubicBezTo>
                  <a:pt x="584366" y="826601"/>
                  <a:pt x="590318" y="823625"/>
                  <a:pt x="594783" y="826601"/>
                </a:cubicBezTo>
                <a:cubicBezTo>
                  <a:pt x="598751" y="829081"/>
                  <a:pt x="602720" y="832058"/>
                  <a:pt x="604704" y="835530"/>
                </a:cubicBezTo>
                <a:cubicBezTo>
                  <a:pt x="607681" y="839994"/>
                  <a:pt x="608177" y="845450"/>
                  <a:pt x="609665" y="850907"/>
                </a:cubicBezTo>
                <a:cubicBezTo>
                  <a:pt x="606192" y="855371"/>
                  <a:pt x="608177" y="862315"/>
                  <a:pt x="603712" y="867771"/>
                </a:cubicBezTo>
                <a:cubicBezTo>
                  <a:pt x="598255" y="875212"/>
                  <a:pt x="589326" y="875708"/>
                  <a:pt x="581885" y="879180"/>
                </a:cubicBezTo>
                <a:cubicBezTo>
                  <a:pt x="576428" y="876204"/>
                  <a:pt x="569483" y="876700"/>
                  <a:pt x="564027" y="873228"/>
                </a:cubicBezTo>
                <a:cubicBezTo>
                  <a:pt x="556089" y="867771"/>
                  <a:pt x="556089" y="858843"/>
                  <a:pt x="552617" y="851899"/>
                </a:cubicBezTo>
                <a:cubicBezTo>
                  <a:pt x="555593" y="845946"/>
                  <a:pt x="555097" y="839002"/>
                  <a:pt x="559065" y="833050"/>
                </a:cubicBezTo>
                <a:cubicBezTo>
                  <a:pt x="564523" y="825609"/>
                  <a:pt x="573452" y="825113"/>
                  <a:pt x="580893" y="822137"/>
                </a:cubicBezTo>
                <a:close/>
                <a:moveTo>
                  <a:pt x="379482" y="822137"/>
                </a:moveTo>
                <a:cubicBezTo>
                  <a:pt x="393868" y="821641"/>
                  <a:pt x="407757" y="836026"/>
                  <a:pt x="407757" y="850906"/>
                </a:cubicBezTo>
                <a:cubicBezTo>
                  <a:pt x="407757" y="865787"/>
                  <a:pt x="392876" y="880172"/>
                  <a:pt x="377994" y="879676"/>
                </a:cubicBezTo>
                <a:cubicBezTo>
                  <a:pt x="363112" y="878684"/>
                  <a:pt x="349718" y="865291"/>
                  <a:pt x="350214" y="850410"/>
                </a:cubicBezTo>
                <a:cubicBezTo>
                  <a:pt x="350710" y="835530"/>
                  <a:pt x="364600" y="821641"/>
                  <a:pt x="379482" y="822137"/>
                </a:cubicBezTo>
                <a:close/>
                <a:moveTo>
                  <a:pt x="176120" y="822137"/>
                </a:moveTo>
                <a:cubicBezTo>
                  <a:pt x="192487" y="820649"/>
                  <a:pt x="204888" y="836026"/>
                  <a:pt x="205384" y="849915"/>
                </a:cubicBezTo>
                <a:cubicBezTo>
                  <a:pt x="205880" y="866283"/>
                  <a:pt x="191495" y="879676"/>
                  <a:pt x="177112" y="879676"/>
                </a:cubicBezTo>
                <a:cubicBezTo>
                  <a:pt x="160743" y="879676"/>
                  <a:pt x="147846" y="865291"/>
                  <a:pt x="147846" y="850411"/>
                </a:cubicBezTo>
                <a:cubicBezTo>
                  <a:pt x="147846" y="835530"/>
                  <a:pt x="161239" y="820649"/>
                  <a:pt x="176120" y="822137"/>
                </a:cubicBezTo>
                <a:close/>
                <a:moveTo>
                  <a:pt x="109623" y="822137"/>
                </a:moveTo>
                <a:cubicBezTo>
                  <a:pt x="125992" y="820649"/>
                  <a:pt x="138393" y="836026"/>
                  <a:pt x="138889" y="849915"/>
                </a:cubicBezTo>
                <a:cubicBezTo>
                  <a:pt x="139385" y="866283"/>
                  <a:pt x="125000" y="879676"/>
                  <a:pt x="110615" y="879676"/>
                </a:cubicBezTo>
                <a:cubicBezTo>
                  <a:pt x="94247" y="879676"/>
                  <a:pt x="81350" y="865291"/>
                  <a:pt x="81350" y="850411"/>
                </a:cubicBezTo>
                <a:cubicBezTo>
                  <a:pt x="80854" y="835530"/>
                  <a:pt x="94743" y="820649"/>
                  <a:pt x="109623" y="822137"/>
                </a:cubicBezTo>
                <a:close/>
                <a:moveTo>
                  <a:pt x="43648" y="822137"/>
                </a:moveTo>
                <a:cubicBezTo>
                  <a:pt x="58529" y="820649"/>
                  <a:pt x="72418" y="835529"/>
                  <a:pt x="71922" y="851898"/>
                </a:cubicBezTo>
                <a:cubicBezTo>
                  <a:pt x="71426" y="865291"/>
                  <a:pt x="59025" y="880172"/>
                  <a:pt x="42656" y="879676"/>
                </a:cubicBezTo>
                <a:cubicBezTo>
                  <a:pt x="27776" y="879676"/>
                  <a:pt x="13887" y="866283"/>
                  <a:pt x="14383" y="849418"/>
                </a:cubicBezTo>
                <a:cubicBezTo>
                  <a:pt x="14879" y="835529"/>
                  <a:pt x="27280" y="820153"/>
                  <a:pt x="43648" y="822137"/>
                </a:cubicBezTo>
                <a:close/>
                <a:moveTo>
                  <a:pt x="514888" y="822136"/>
                </a:moveTo>
                <a:cubicBezTo>
                  <a:pt x="522328" y="824120"/>
                  <a:pt x="530265" y="826104"/>
                  <a:pt x="535721" y="832553"/>
                </a:cubicBezTo>
                <a:cubicBezTo>
                  <a:pt x="540682" y="838009"/>
                  <a:pt x="541178" y="844457"/>
                  <a:pt x="543658" y="850906"/>
                </a:cubicBezTo>
                <a:cubicBezTo>
                  <a:pt x="540682" y="857850"/>
                  <a:pt x="539690" y="865290"/>
                  <a:pt x="533737" y="870747"/>
                </a:cubicBezTo>
                <a:cubicBezTo>
                  <a:pt x="528281" y="875707"/>
                  <a:pt x="521336" y="878683"/>
                  <a:pt x="514392" y="878683"/>
                </a:cubicBezTo>
                <a:cubicBezTo>
                  <a:pt x="506455" y="878683"/>
                  <a:pt x="499014" y="875707"/>
                  <a:pt x="493558" y="868763"/>
                </a:cubicBezTo>
                <a:cubicBezTo>
                  <a:pt x="489093" y="863306"/>
                  <a:pt x="485621" y="856362"/>
                  <a:pt x="486117" y="849418"/>
                </a:cubicBezTo>
                <a:cubicBezTo>
                  <a:pt x="487109" y="841977"/>
                  <a:pt x="489589" y="834041"/>
                  <a:pt x="496534" y="829081"/>
                </a:cubicBezTo>
                <a:cubicBezTo>
                  <a:pt x="500006" y="826600"/>
                  <a:pt x="511416" y="821144"/>
                  <a:pt x="514888" y="822136"/>
                </a:cubicBezTo>
                <a:close/>
                <a:moveTo>
                  <a:pt x="445431" y="822136"/>
                </a:moveTo>
                <a:cubicBezTo>
                  <a:pt x="459319" y="822136"/>
                  <a:pt x="473704" y="835529"/>
                  <a:pt x="474200" y="850410"/>
                </a:cubicBezTo>
                <a:cubicBezTo>
                  <a:pt x="474200" y="863803"/>
                  <a:pt x="461303" y="878683"/>
                  <a:pt x="446423" y="879179"/>
                </a:cubicBezTo>
                <a:cubicBezTo>
                  <a:pt x="433030" y="879675"/>
                  <a:pt x="418645" y="867771"/>
                  <a:pt x="417157" y="851402"/>
                </a:cubicBezTo>
                <a:cubicBezTo>
                  <a:pt x="416165" y="837513"/>
                  <a:pt x="431046" y="821640"/>
                  <a:pt x="445431" y="822136"/>
                </a:cubicBezTo>
                <a:close/>
                <a:moveTo>
                  <a:pt x="313001" y="822136"/>
                </a:moveTo>
                <a:cubicBezTo>
                  <a:pt x="326891" y="822136"/>
                  <a:pt x="341277" y="835529"/>
                  <a:pt x="340780" y="850906"/>
                </a:cubicBezTo>
                <a:cubicBezTo>
                  <a:pt x="341277" y="865291"/>
                  <a:pt x="326891" y="879179"/>
                  <a:pt x="312505" y="879179"/>
                </a:cubicBezTo>
                <a:cubicBezTo>
                  <a:pt x="297624" y="879179"/>
                  <a:pt x="283240" y="864299"/>
                  <a:pt x="283736" y="849914"/>
                </a:cubicBezTo>
                <a:cubicBezTo>
                  <a:pt x="284232" y="835033"/>
                  <a:pt x="298120" y="821640"/>
                  <a:pt x="313001" y="822136"/>
                </a:cubicBezTo>
                <a:close/>
                <a:moveTo>
                  <a:pt x="243566" y="821641"/>
                </a:moveTo>
                <a:cubicBezTo>
                  <a:pt x="252494" y="821145"/>
                  <a:pt x="258942" y="825609"/>
                  <a:pt x="263903" y="830073"/>
                </a:cubicBezTo>
                <a:cubicBezTo>
                  <a:pt x="269359" y="835034"/>
                  <a:pt x="272831" y="842474"/>
                  <a:pt x="272335" y="851402"/>
                </a:cubicBezTo>
                <a:cubicBezTo>
                  <a:pt x="270847" y="866779"/>
                  <a:pt x="258942" y="879180"/>
                  <a:pt x="242077" y="879180"/>
                </a:cubicBezTo>
                <a:cubicBezTo>
                  <a:pt x="234141" y="881660"/>
                  <a:pt x="227693" y="875212"/>
                  <a:pt x="222732" y="870747"/>
                </a:cubicBezTo>
                <a:cubicBezTo>
                  <a:pt x="217276" y="865787"/>
                  <a:pt x="213804" y="858347"/>
                  <a:pt x="214300" y="849418"/>
                </a:cubicBezTo>
                <a:cubicBezTo>
                  <a:pt x="215292" y="834042"/>
                  <a:pt x="227693" y="822633"/>
                  <a:pt x="243566" y="821641"/>
                </a:cubicBezTo>
                <a:close/>
                <a:moveTo>
                  <a:pt x="2264359" y="779974"/>
                </a:moveTo>
                <a:cubicBezTo>
                  <a:pt x="2265847" y="781462"/>
                  <a:pt x="2267335" y="782454"/>
                  <a:pt x="2267335" y="782950"/>
                </a:cubicBezTo>
                <a:cubicBezTo>
                  <a:pt x="2266839" y="783942"/>
                  <a:pt x="2265847" y="784934"/>
                  <a:pt x="2264855" y="785926"/>
                </a:cubicBezTo>
                <a:cubicBezTo>
                  <a:pt x="2264855" y="785926"/>
                  <a:pt x="2262871" y="784934"/>
                  <a:pt x="2262871" y="784438"/>
                </a:cubicBezTo>
                <a:cubicBezTo>
                  <a:pt x="2262375" y="783446"/>
                  <a:pt x="2263367" y="781958"/>
                  <a:pt x="2264359" y="779974"/>
                </a:cubicBezTo>
                <a:close/>
                <a:moveTo>
                  <a:pt x="2199380" y="778983"/>
                </a:moveTo>
                <a:cubicBezTo>
                  <a:pt x="2204340" y="778487"/>
                  <a:pt x="2202852" y="781959"/>
                  <a:pt x="2202852" y="784439"/>
                </a:cubicBezTo>
                <a:cubicBezTo>
                  <a:pt x="2202852" y="788903"/>
                  <a:pt x="2202852" y="788407"/>
                  <a:pt x="2196899" y="788903"/>
                </a:cubicBezTo>
                <a:cubicBezTo>
                  <a:pt x="2191939" y="788903"/>
                  <a:pt x="2193427" y="785927"/>
                  <a:pt x="2193427" y="783447"/>
                </a:cubicBezTo>
                <a:cubicBezTo>
                  <a:pt x="2193427" y="778983"/>
                  <a:pt x="2193427" y="778983"/>
                  <a:pt x="2199380" y="778983"/>
                </a:cubicBezTo>
                <a:close/>
                <a:moveTo>
                  <a:pt x="2128448" y="774518"/>
                </a:moveTo>
                <a:cubicBezTo>
                  <a:pt x="2131424" y="774518"/>
                  <a:pt x="2138368" y="780966"/>
                  <a:pt x="2138368" y="783446"/>
                </a:cubicBezTo>
                <a:cubicBezTo>
                  <a:pt x="2138368" y="785927"/>
                  <a:pt x="2132416" y="792871"/>
                  <a:pt x="2129439" y="793367"/>
                </a:cubicBezTo>
                <a:cubicBezTo>
                  <a:pt x="2126959" y="793863"/>
                  <a:pt x="2119519" y="787415"/>
                  <a:pt x="2119023" y="784935"/>
                </a:cubicBezTo>
                <a:cubicBezTo>
                  <a:pt x="2118527" y="781958"/>
                  <a:pt x="2124975" y="774518"/>
                  <a:pt x="2128448" y="774518"/>
                </a:cubicBezTo>
                <a:close/>
                <a:moveTo>
                  <a:pt x="2062973" y="774518"/>
                </a:moveTo>
                <a:cubicBezTo>
                  <a:pt x="2071405" y="774518"/>
                  <a:pt x="2071901" y="775510"/>
                  <a:pt x="2071901" y="784438"/>
                </a:cubicBezTo>
                <a:cubicBezTo>
                  <a:pt x="2071901" y="792871"/>
                  <a:pt x="2070909" y="793863"/>
                  <a:pt x="2060989" y="793863"/>
                </a:cubicBezTo>
                <a:cubicBezTo>
                  <a:pt x="2053548" y="793863"/>
                  <a:pt x="2052556" y="792375"/>
                  <a:pt x="2052556" y="783446"/>
                </a:cubicBezTo>
                <a:cubicBezTo>
                  <a:pt x="2053052" y="775014"/>
                  <a:pt x="2054044" y="774022"/>
                  <a:pt x="2062973" y="774518"/>
                </a:cubicBezTo>
                <a:close/>
                <a:moveTo>
                  <a:pt x="992" y="772534"/>
                </a:moveTo>
                <a:cubicBezTo>
                  <a:pt x="4960" y="776006"/>
                  <a:pt x="1488" y="780966"/>
                  <a:pt x="3472" y="784439"/>
                </a:cubicBezTo>
                <a:cubicBezTo>
                  <a:pt x="2976" y="788407"/>
                  <a:pt x="2480" y="791879"/>
                  <a:pt x="1984" y="795351"/>
                </a:cubicBezTo>
                <a:cubicBezTo>
                  <a:pt x="-1488" y="792375"/>
                  <a:pt x="992" y="788407"/>
                  <a:pt x="496" y="784935"/>
                </a:cubicBezTo>
                <a:cubicBezTo>
                  <a:pt x="0" y="780966"/>
                  <a:pt x="992" y="776502"/>
                  <a:pt x="992" y="772534"/>
                </a:cubicBezTo>
                <a:close/>
                <a:moveTo>
                  <a:pt x="1996009" y="772038"/>
                </a:moveTo>
                <a:cubicBezTo>
                  <a:pt x="2002457" y="772038"/>
                  <a:pt x="2007418" y="777494"/>
                  <a:pt x="2007418" y="783943"/>
                </a:cubicBezTo>
                <a:cubicBezTo>
                  <a:pt x="2007418" y="790887"/>
                  <a:pt x="2001465" y="795847"/>
                  <a:pt x="1995513" y="795847"/>
                </a:cubicBezTo>
                <a:cubicBezTo>
                  <a:pt x="1988569" y="795847"/>
                  <a:pt x="1983112" y="790391"/>
                  <a:pt x="1983608" y="783447"/>
                </a:cubicBezTo>
                <a:cubicBezTo>
                  <a:pt x="1984104" y="777494"/>
                  <a:pt x="1989561" y="772038"/>
                  <a:pt x="1996009" y="772038"/>
                </a:cubicBezTo>
                <a:close/>
                <a:moveTo>
                  <a:pt x="1929541" y="769558"/>
                </a:moveTo>
                <a:cubicBezTo>
                  <a:pt x="1934501" y="770054"/>
                  <a:pt x="1943926" y="779975"/>
                  <a:pt x="1943429" y="784439"/>
                </a:cubicBezTo>
                <a:cubicBezTo>
                  <a:pt x="1942934" y="788903"/>
                  <a:pt x="1934005" y="797832"/>
                  <a:pt x="1929541" y="797832"/>
                </a:cubicBezTo>
                <a:cubicBezTo>
                  <a:pt x="1924581" y="798327"/>
                  <a:pt x="1914660" y="788407"/>
                  <a:pt x="1914660" y="783943"/>
                </a:cubicBezTo>
                <a:cubicBezTo>
                  <a:pt x="1914660" y="778982"/>
                  <a:pt x="1924581" y="769558"/>
                  <a:pt x="1929541" y="769558"/>
                </a:cubicBezTo>
                <a:close/>
                <a:moveTo>
                  <a:pt x="1861090" y="769558"/>
                </a:moveTo>
                <a:cubicBezTo>
                  <a:pt x="1866050" y="768566"/>
                  <a:pt x="1868034" y="772534"/>
                  <a:pt x="1871010" y="774518"/>
                </a:cubicBezTo>
                <a:cubicBezTo>
                  <a:pt x="1874978" y="777494"/>
                  <a:pt x="1873986" y="781462"/>
                  <a:pt x="1874482" y="784934"/>
                </a:cubicBezTo>
                <a:cubicBezTo>
                  <a:pt x="1875474" y="789895"/>
                  <a:pt x="1871506" y="791879"/>
                  <a:pt x="1869522" y="794855"/>
                </a:cubicBezTo>
                <a:cubicBezTo>
                  <a:pt x="1866546" y="798823"/>
                  <a:pt x="1862578" y="797831"/>
                  <a:pt x="1859105" y="798327"/>
                </a:cubicBezTo>
                <a:cubicBezTo>
                  <a:pt x="1854145" y="799319"/>
                  <a:pt x="1852161" y="795847"/>
                  <a:pt x="1849185" y="793367"/>
                </a:cubicBezTo>
                <a:cubicBezTo>
                  <a:pt x="1845713" y="789399"/>
                  <a:pt x="1845713" y="789399"/>
                  <a:pt x="1845713" y="782454"/>
                </a:cubicBezTo>
                <a:cubicBezTo>
                  <a:pt x="1844225" y="777990"/>
                  <a:pt x="1848193" y="776006"/>
                  <a:pt x="1850673" y="773030"/>
                </a:cubicBezTo>
                <a:cubicBezTo>
                  <a:pt x="1853649" y="769062"/>
                  <a:pt x="1857617" y="770054"/>
                  <a:pt x="1861090" y="769558"/>
                </a:cubicBezTo>
                <a:close/>
                <a:moveTo>
                  <a:pt x="1792638" y="767078"/>
                </a:moveTo>
                <a:cubicBezTo>
                  <a:pt x="1795614" y="770054"/>
                  <a:pt x="1800574" y="769062"/>
                  <a:pt x="1804047" y="771542"/>
                </a:cubicBezTo>
                <a:cubicBezTo>
                  <a:pt x="1808511" y="775510"/>
                  <a:pt x="1806527" y="780967"/>
                  <a:pt x="1809999" y="783943"/>
                </a:cubicBezTo>
                <a:cubicBezTo>
                  <a:pt x="1806527" y="787415"/>
                  <a:pt x="1808511" y="793367"/>
                  <a:pt x="1803550" y="795847"/>
                </a:cubicBezTo>
                <a:cubicBezTo>
                  <a:pt x="1800078" y="797832"/>
                  <a:pt x="1795614" y="800808"/>
                  <a:pt x="1792638" y="800312"/>
                </a:cubicBezTo>
                <a:cubicBezTo>
                  <a:pt x="1788670" y="799320"/>
                  <a:pt x="1783213" y="799320"/>
                  <a:pt x="1780733" y="794359"/>
                </a:cubicBezTo>
                <a:cubicBezTo>
                  <a:pt x="1778749" y="790887"/>
                  <a:pt x="1777757" y="786919"/>
                  <a:pt x="1776269" y="782951"/>
                </a:cubicBezTo>
                <a:cubicBezTo>
                  <a:pt x="1780237" y="780471"/>
                  <a:pt x="1777757" y="775014"/>
                  <a:pt x="1781725" y="772038"/>
                </a:cubicBezTo>
                <a:cubicBezTo>
                  <a:pt x="1785197" y="769062"/>
                  <a:pt x="1790158" y="770550"/>
                  <a:pt x="1792638" y="767078"/>
                </a:cubicBezTo>
                <a:close/>
                <a:moveTo>
                  <a:pt x="1725674" y="767078"/>
                </a:moveTo>
                <a:cubicBezTo>
                  <a:pt x="1730139" y="767574"/>
                  <a:pt x="1734107" y="767574"/>
                  <a:pt x="1737083" y="771542"/>
                </a:cubicBezTo>
                <a:cubicBezTo>
                  <a:pt x="1739563" y="775511"/>
                  <a:pt x="1745515" y="776999"/>
                  <a:pt x="1743035" y="782951"/>
                </a:cubicBezTo>
                <a:cubicBezTo>
                  <a:pt x="1744524" y="787911"/>
                  <a:pt x="1742539" y="791383"/>
                  <a:pt x="1738571" y="794360"/>
                </a:cubicBezTo>
                <a:cubicBezTo>
                  <a:pt x="1735099" y="797336"/>
                  <a:pt x="1732619" y="801304"/>
                  <a:pt x="1726667" y="800808"/>
                </a:cubicBezTo>
                <a:cubicBezTo>
                  <a:pt x="1722698" y="800312"/>
                  <a:pt x="1719226" y="799816"/>
                  <a:pt x="1716250" y="796344"/>
                </a:cubicBezTo>
                <a:cubicBezTo>
                  <a:pt x="1713770" y="792871"/>
                  <a:pt x="1708810" y="790887"/>
                  <a:pt x="1709306" y="784935"/>
                </a:cubicBezTo>
                <a:cubicBezTo>
                  <a:pt x="1709802" y="780471"/>
                  <a:pt x="1709306" y="776503"/>
                  <a:pt x="1713770" y="773526"/>
                </a:cubicBezTo>
                <a:cubicBezTo>
                  <a:pt x="1717242" y="771046"/>
                  <a:pt x="1719722" y="766582"/>
                  <a:pt x="1725674" y="767078"/>
                </a:cubicBezTo>
                <a:close/>
                <a:moveTo>
                  <a:pt x="1659703" y="766582"/>
                </a:moveTo>
                <a:cubicBezTo>
                  <a:pt x="1664167" y="765590"/>
                  <a:pt x="1666648" y="768070"/>
                  <a:pt x="1670120" y="770550"/>
                </a:cubicBezTo>
                <a:cubicBezTo>
                  <a:pt x="1676568" y="776006"/>
                  <a:pt x="1673592" y="782951"/>
                  <a:pt x="1674088" y="789399"/>
                </a:cubicBezTo>
                <a:cubicBezTo>
                  <a:pt x="1674584" y="794359"/>
                  <a:pt x="1669624" y="796344"/>
                  <a:pt x="1666151" y="798824"/>
                </a:cubicBezTo>
                <a:cubicBezTo>
                  <a:pt x="1664663" y="801304"/>
                  <a:pt x="1660695" y="800312"/>
                  <a:pt x="1657223" y="800808"/>
                </a:cubicBezTo>
                <a:cubicBezTo>
                  <a:pt x="1652263" y="800808"/>
                  <a:pt x="1648294" y="800312"/>
                  <a:pt x="1644326" y="796344"/>
                </a:cubicBezTo>
                <a:cubicBezTo>
                  <a:pt x="1640358" y="792375"/>
                  <a:pt x="1640854" y="787911"/>
                  <a:pt x="1640358" y="783447"/>
                </a:cubicBezTo>
                <a:cubicBezTo>
                  <a:pt x="1639366" y="777495"/>
                  <a:pt x="1641846" y="773030"/>
                  <a:pt x="1646310" y="769062"/>
                </a:cubicBezTo>
                <a:cubicBezTo>
                  <a:pt x="1650775" y="765094"/>
                  <a:pt x="1655239" y="767574"/>
                  <a:pt x="1659703" y="766582"/>
                </a:cubicBezTo>
                <a:close/>
                <a:moveTo>
                  <a:pt x="1590755" y="765094"/>
                </a:moveTo>
                <a:cubicBezTo>
                  <a:pt x="1596211" y="763606"/>
                  <a:pt x="1601172" y="768070"/>
                  <a:pt x="1605140" y="770550"/>
                </a:cubicBezTo>
                <a:cubicBezTo>
                  <a:pt x="1607620" y="773030"/>
                  <a:pt x="1608612" y="778487"/>
                  <a:pt x="1610596" y="783447"/>
                </a:cubicBezTo>
                <a:cubicBezTo>
                  <a:pt x="1608612" y="787911"/>
                  <a:pt x="1607620" y="793863"/>
                  <a:pt x="1604148" y="797336"/>
                </a:cubicBezTo>
                <a:cubicBezTo>
                  <a:pt x="1601172" y="800312"/>
                  <a:pt x="1595715" y="801800"/>
                  <a:pt x="1591251" y="802792"/>
                </a:cubicBezTo>
                <a:cubicBezTo>
                  <a:pt x="1585795" y="804280"/>
                  <a:pt x="1581827" y="799816"/>
                  <a:pt x="1578354" y="797832"/>
                </a:cubicBezTo>
                <a:cubicBezTo>
                  <a:pt x="1574882" y="795847"/>
                  <a:pt x="1573394" y="789895"/>
                  <a:pt x="1572402" y="785431"/>
                </a:cubicBezTo>
                <a:cubicBezTo>
                  <a:pt x="1570914" y="779975"/>
                  <a:pt x="1574882" y="775014"/>
                  <a:pt x="1577858" y="771046"/>
                </a:cubicBezTo>
                <a:cubicBezTo>
                  <a:pt x="1580339" y="767574"/>
                  <a:pt x="1585795" y="766582"/>
                  <a:pt x="1590755" y="765094"/>
                </a:cubicBezTo>
                <a:close/>
                <a:moveTo>
                  <a:pt x="1525279" y="764598"/>
                </a:moveTo>
                <a:cubicBezTo>
                  <a:pt x="1536192" y="764598"/>
                  <a:pt x="1543632" y="772534"/>
                  <a:pt x="1543632" y="783447"/>
                </a:cubicBezTo>
                <a:cubicBezTo>
                  <a:pt x="1543136" y="794856"/>
                  <a:pt x="1535696" y="802792"/>
                  <a:pt x="1524287" y="802792"/>
                </a:cubicBezTo>
                <a:cubicBezTo>
                  <a:pt x="1512878" y="802792"/>
                  <a:pt x="1505438" y="794856"/>
                  <a:pt x="1505438" y="783447"/>
                </a:cubicBezTo>
                <a:cubicBezTo>
                  <a:pt x="1505438" y="772038"/>
                  <a:pt x="1513374" y="764598"/>
                  <a:pt x="1525279" y="764598"/>
                </a:cubicBezTo>
                <a:close/>
                <a:moveTo>
                  <a:pt x="1458811" y="763110"/>
                </a:moveTo>
                <a:cubicBezTo>
                  <a:pt x="1463276" y="763110"/>
                  <a:pt x="1469228" y="765590"/>
                  <a:pt x="1472204" y="769062"/>
                </a:cubicBezTo>
                <a:cubicBezTo>
                  <a:pt x="1475676" y="773031"/>
                  <a:pt x="1479149" y="778983"/>
                  <a:pt x="1478652" y="783447"/>
                </a:cubicBezTo>
                <a:cubicBezTo>
                  <a:pt x="1478156" y="788407"/>
                  <a:pt x="1477164" y="794856"/>
                  <a:pt x="1472700" y="798328"/>
                </a:cubicBezTo>
                <a:cubicBezTo>
                  <a:pt x="1468236" y="801800"/>
                  <a:pt x="1462284" y="803288"/>
                  <a:pt x="1457323" y="805768"/>
                </a:cubicBezTo>
                <a:cubicBezTo>
                  <a:pt x="1452363" y="803288"/>
                  <a:pt x="1446411" y="802296"/>
                  <a:pt x="1442939" y="798328"/>
                </a:cubicBezTo>
                <a:cubicBezTo>
                  <a:pt x="1439466" y="794856"/>
                  <a:pt x="1436490" y="788407"/>
                  <a:pt x="1436986" y="783447"/>
                </a:cubicBezTo>
                <a:cubicBezTo>
                  <a:pt x="1436986" y="778487"/>
                  <a:pt x="1439962" y="772534"/>
                  <a:pt x="1443931" y="769062"/>
                </a:cubicBezTo>
                <a:cubicBezTo>
                  <a:pt x="1447403" y="765590"/>
                  <a:pt x="1453851" y="763110"/>
                  <a:pt x="1458811" y="763110"/>
                </a:cubicBezTo>
                <a:close/>
                <a:moveTo>
                  <a:pt x="1387384" y="762118"/>
                </a:moveTo>
                <a:cubicBezTo>
                  <a:pt x="1399289" y="761622"/>
                  <a:pt x="1409705" y="771542"/>
                  <a:pt x="1409705" y="782951"/>
                </a:cubicBezTo>
                <a:cubicBezTo>
                  <a:pt x="1410201" y="794856"/>
                  <a:pt x="1400777" y="805272"/>
                  <a:pt x="1388872" y="805272"/>
                </a:cubicBezTo>
                <a:cubicBezTo>
                  <a:pt x="1376968" y="805272"/>
                  <a:pt x="1367047" y="795848"/>
                  <a:pt x="1367047" y="783943"/>
                </a:cubicBezTo>
                <a:cubicBezTo>
                  <a:pt x="1367047" y="773030"/>
                  <a:pt x="1376471" y="762614"/>
                  <a:pt x="1387384" y="762118"/>
                </a:cubicBezTo>
                <a:close/>
                <a:moveTo>
                  <a:pt x="1322404" y="762117"/>
                </a:moveTo>
                <a:cubicBezTo>
                  <a:pt x="1329845" y="760629"/>
                  <a:pt x="1332821" y="766086"/>
                  <a:pt x="1337285" y="769558"/>
                </a:cubicBezTo>
                <a:cubicBezTo>
                  <a:pt x="1342245" y="773526"/>
                  <a:pt x="1342742" y="777990"/>
                  <a:pt x="1343237" y="783943"/>
                </a:cubicBezTo>
                <a:cubicBezTo>
                  <a:pt x="1343734" y="790887"/>
                  <a:pt x="1340757" y="794855"/>
                  <a:pt x="1336293" y="798823"/>
                </a:cubicBezTo>
                <a:cubicBezTo>
                  <a:pt x="1332325" y="803288"/>
                  <a:pt x="1327861" y="806760"/>
                  <a:pt x="1321412" y="804776"/>
                </a:cubicBezTo>
                <a:cubicBezTo>
                  <a:pt x="1314468" y="807256"/>
                  <a:pt x="1310996" y="801800"/>
                  <a:pt x="1306532" y="798327"/>
                </a:cubicBezTo>
                <a:cubicBezTo>
                  <a:pt x="1301571" y="793863"/>
                  <a:pt x="1301075" y="788903"/>
                  <a:pt x="1300083" y="782951"/>
                </a:cubicBezTo>
                <a:cubicBezTo>
                  <a:pt x="1299091" y="775014"/>
                  <a:pt x="1305043" y="772038"/>
                  <a:pt x="1308020" y="767078"/>
                </a:cubicBezTo>
                <a:cubicBezTo>
                  <a:pt x="1311988" y="761621"/>
                  <a:pt x="1317444" y="763110"/>
                  <a:pt x="1322404" y="762117"/>
                </a:cubicBezTo>
                <a:close/>
                <a:moveTo>
                  <a:pt x="1119033" y="760630"/>
                </a:moveTo>
                <a:cubicBezTo>
                  <a:pt x="1132922" y="759638"/>
                  <a:pt x="1143339" y="770550"/>
                  <a:pt x="1143339" y="783943"/>
                </a:cubicBezTo>
                <a:cubicBezTo>
                  <a:pt x="1143339" y="796840"/>
                  <a:pt x="1132922" y="807752"/>
                  <a:pt x="1119033" y="807752"/>
                </a:cubicBezTo>
                <a:cubicBezTo>
                  <a:pt x="1105641" y="807256"/>
                  <a:pt x="1095224" y="796840"/>
                  <a:pt x="1095720" y="783447"/>
                </a:cubicBezTo>
                <a:cubicBezTo>
                  <a:pt x="1096712" y="769558"/>
                  <a:pt x="1105641" y="760630"/>
                  <a:pt x="1119033" y="760630"/>
                </a:cubicBezTo>
                <a:close/>
                <a:moveTo>
                  <a:pt x="1254449" y="760629"/>
                </a:moveTo>
                <a:cubicBezTo>
                  <a:pt x="1259409" y="762613"/>
                  <a:pt x="1264865" y="764101"/>
                  <a:pt x="1269826" y="766581"/>
                </a:cubicBezTo>
                <a:cubicBezTo>
                  <a:pt x="1272802" y="768069"/>
                  <a:pt x="1278754" y="779974"/>
                  <a:pt x="1279250" y="784438"/>
                </a:cubicBezTo>
                <a:cubicBezTo>
                  <a:pt x="1277266" y="788903"/>
                  <a:pt x="1275282" y="793863"/>
                  <a:pt x="1272802" y="798823"/>
                </a:cubicBezTo>
                <a:cubicBezTo>
                  <a:pt x="1269329" y="804775"/>
                  <a:pt x="1261393" y="804279"/>
                  <a:pt x="1256433" y="807752"/>
                </a:cubicBezTo>
                <a:cubicBezTo>
                  <a:pt x="1251473" y="805767"/>
                  <a:pt x="1246016" y="804279"/>
                  <a:pt x="1241056" y="801799"/>
                </a:cubicBezTo>
                <a:cubicBezTo>
                  <a:pt x="1234608" y="798327"/>
                  <a:pt x="1233120" y="790391"/>
                  <a:pt x="1232127" y="784438"/>
                </a:cubicBezTo>
                <a:cubicBezTo>
                  <a:pt x="1231135" y="779974"/>
                  <a:pt x="1235600" y="774022"/>
                  <a:pt x="1238080" y="769557"/>
                </a:cubicBezTo>
                <a:cubicBezTo>
                  <a:pt x="1241552" y="763109"/>
                  <a:pt x="1249488" y="764101"/>
                  <a:pt x="1254449" y="760629"/>
                </a:cubicBezTo>
                <a:close/>
                <a:moveTo>
                  <a:pt x="1185005" y="760133"/>
                </a:moveTo>
                <a:cubicBezTo>
                  <a:pt x="1196414" y="759141"/>
                  <a:pt x="1209311" y="771541"/>
                  <a:pt x="1209807" y="783446"/>
                </a:cubicBezTo>
                <a:cubicBezTo>
                  <a:pt x="1210303" y="794359"/>
                  <a:pt x="1198398" y="806759"/>
                  <a:pt x="1186989" y="807751"/>
                </a:cubicBezTo>
                <a:cubicBezTo>
                  <a:pt x="1175581" y="808247"/>
                  <a:pt x="1162684" y="796343"/>
                  <a:pt x="1162188" y="784438"/>
                </a:cubicBezTo>
                <a:cubicBezTo>
                  <a:pt x="1161692" y="773526"/>
                  <a:pt x="1173597" y="761125"/>
                  <a:pt x="1185005" y="760133"/>
                </a:cubicBezTo>
                <a:close/>
                <a:moveTo>
                  <a:pt x="1051574" y="760133"/>
                </a:moveTo>
                <a:cubicBezTo>
                  <a:pt x="1067447" y="760133"/>
                  <a:pt x="1076376" y="768565"/>
                  <a:pt x="1076376" y="783446"/>
                </a:cubicBezTo>
                <a:cubicBezTo>
                  <a:pt x="1076376" y="798823"/>
                  <a:pt x="1067447" y="807752"/>
                  <a:pt x="1052566" y="807752"/>
                </a:cubicBezTo>
                <a:cubicBezTo>
                  <a:pt x="1037212" y="807752"/>
                  <a:pt x="1028779" y="798823"/>
                  <a:pt x="1028779" y="783942"/>
                </a:cubicBezTo>
                <a:cubicBezTo>
                  <a:pt x="1028779" y="769558"/>
                  <a:pt x="1037707" y="760133"/>
                  <a:pt x="1051574" y="760133"/>
                </a:cubicBezTo>
                <a:close/>
                <a:moveTo>
                  <a:pt x="849734" y="758149"/>
                </a:moveTo>
                <a:cubicBezTo>
                  <a:pt x="864616" y="757157"/>
                  <a:pt x="876521" y="768566"/>
                  <a:pt x="876521" y="783942"/>
                </a:cubicBezTo>
                <a:cubicBezTo>
                  <a:pt x="876024" y="799319"/>
                  <a:pt x="865609" y="809736"/>
                  <a:pt x="851220" y="810232"/>
                </a:cubicBezTo>
                <a:cubicBezTo>
                  <a:pt x="835846" y="810728"/>
                  <a:pt x="824436" y="799815"/>
                  <a:pt x="824436" y="784439"/>
                </a:cubicBezTo>
                <a:cubicBezTo>
                  <a:pt x="824436" y="769062"/>
                  <a:pt x="834855" y="758645"/>
                  <a:pt x="849734" y="758149"/>
                </a:cubicBezTo>
                <a:close/>
                <a:moveTo>
                  <a:pt x="985108" y="757653"/>
                </a:moveTo>
                <a:cubicBezTo>
                  <a:pt x="988581" y="760133"/>
                  <a:pt x="993045" y="758645"/>
                  <a:pt x="996021" y="760629"/>
                </a:cubicBezTo>
                <a:cubicBezTo>
                  <a:pt x="1000485" y="763109"/>
                  <a:pt x="1004453" y="767574"/>
                  <a:pt x="1007926" y="772038"/>
                </a:cubicBezTo>
                <a:cubicBezTo>
                  <a:pt x="1010406" y="775014"/>
                  <a:pt x="1010902" y="779478"/>
                  <a:pt x="1011398" y="782950"/>
                </a:cubicBezTo>
                <a:cubicBezTo>
                  <a:pt x="1010902" y="786919"/>
                  <a:pt x="1011398" y="791383"/>
                  <a:pt x="1009414" y="794359"/>
                </a:cubicBezTo>
                <a:cubicBezTo>
                  <a:pt x="1006438" y="798823"/>
                  <a:pt x="1001973" y="802295"/>
                  <a:pt x="998005" y="806264"/>
                </a:cubicBezTo>
                <a:cubicBezTo>
                  <a:pt x="995029" y="809736"/>
                  <a:pt x="989077" y="805272"/>
                  <a:pt x="986596" y="810232"/>
                </a:cubicBezTo>
                <a:cubicBezTo>
                  <a:pt x="983124" y="809240"/>
                  <a:pt x="978660" y="808744"/>
                  <a:pt x="975684" y="807256"/>
                </a:cubicBezTo>
                <a:cubicBezTo>
                  <a:pt x="970724" y="805272"/>
                  <a:pt x="967748" y="799815"/>
                  <a:pt x="963283" y="796343"/>
                </a:cubicBezTo>
                <a:cubicBezTo>
                  <a:pt x="959315" y="793367"/>
                  <a:pt x="964275" y="787415"/>
                  <a:pt x="959315" y="784934"/>
                </a:cubicBezTo>
                <a:cubicBezTo>
                  <a:pt x="960803" y="780966"/>
                  <a:pt x="960803" y="776502"/>
                  <a:pt x="962291" y="773030"/>
                </a:cubicBezTo>
                <a:cubicBezTo>
                  <a:pt x="964771" y="768566"/>
                  <a:pt x="969236" y="764597"/>
                  <a:pt x="973700" y="761125"/>
                </a:cubicBezTo>
                <a:cubicBezTo>
                  <a:pt x="976676" y="758645"/>
                  <a:pt x="982132" y="761125"/>
                  <a:pt x="985108" y="757653"/>
                </a:cubicBezTo>
                <a:close/>
                <a:moveTo>
                  <a:pt x="918154" y="757653"/>
                </a:moveTo>
                <a:cubicBezTo>
                  <a:pt x="932539" y="758645"/>
                  <a:pt x="942956" y="770054"/>
                  <a:pt x="943452" y="783942"/>
                </a:cubicBezTo>
                <a:cubicBezTo>
                  <a:pt x="943452" y="797831"/>
                  <a:pt x="931051" y="810728"/>
                  <a:pt x="916666" y="810232"/>
                </a:cubicBezTo>
                <a:cubicBezTo>
                  <a:pt x="901785" y="809240"/>
                  <a:pt x="891369" y="797831"/>
                  <a:pt x="891369" y="783942"/>
                </a:cubicBezTo>
                <a:cubicBezTo>
                  <a:pt x="890873" y="770054"/>
                  <a:pt x="903770" y="757157"/>
                  <a:pt x="918154" y="757653"/>
                </a:cubicBezTo>
                <a:close/>
                <a:moveTo>
                  <a:pt x="783725" y="757653"/>
                </a:moveTo>
                <a:cubicBezTo>
                  <a:pt x="791166" y="757653"/>
                  <a:pt x="796622" y="760629"/>
                  <a:pt x="802078" y="765589"/>
                </a:cubicBezTo>
                <a:cubicBezTo>
                  <a:pt x="807535" y="770550"/>
                  <a:pt x="811503" y="776006"/>
                  <a:pt x="809519" y="783942"/>
                </a:cubicBezTo>
                <a:cubicBezTo>
                  <a:pt x="811007" y="791383"/>
                  <a:pt x="807039" y="796839"/>
                  <a:pt x="802078" y="802295"/>
                </a:cubicBezTo>
                <a:cubicBezTo>
                  <a:pt x="796622" y="807752"/>
                  <a:pt x="790670" y="810232"/>
                  <a:pt x="782733" y="810232"/>
                </a:cubicBezTo>
                <a:cubicBezTo>
                  <a:pt x="775293" y="810232"/>
                  <a:pt x="769837" y="807256"/>
                  <a:pt x="764380" y="802295"/>
                </a:cubicBezTo>
                <a:cubicBezTo>
                  <a:pt x="758924" y="797335"/>
                  <a:pt x="756940" y="791383"/>
                  <a:pt x="756940" y="783942"/>
                </a:cubicBezTo>
                <a:cubicBezTo>
                  <a:pt x="756940" y="776502"/>
                  <a:pt x="759420" y="771046"/>
                  <a:pt x="764380" y="765589"/>
                </a:cubicBezTo>
                <a:cubicBezTo>
                  <a:pt x="769837" y="760133"/>
                  <a:pt x="775789" y="757653"/>
                  <a:pt x="783725" y="757653"/>
                </a:cubicBezTo>
                <a:close/>
                <a:moveTo>
                  <a:pt x="711623" y="757653"/>
                </a:moveTo>
                <a:cubicBezTo>
                  <a:pt x="716149" y="757653"/>
                  <a:pt x="720737" y="758645"/>
                  <a:pt x="725202" y="758645"/>
                </a:cubicBezTo>
                <a:cubicBezTo>
                  <a:pt x="728674" y="758645"/>
                  <a:pt x="733634" y="763109"/>
                  <a:pt x="735619" y="766581"/>
                </a:cubicBezTo>
                <a:cubicBezTo>
                  <a:pt x="738098" y="771046"/>
                  <a:pt x="743058" y="774518"/>
                  <a:pt x="741074" y="780966"/>
                </a:cubicBezTo>
                <a:cubicBezTo>
                  <a:pt x="740578" y="782454"/>
                  <a:pt x="740578" y="784934"/>
                  <a:pt x="741074" y="786919"/>
                </a:cubicBezTo>
                <a:cubicBezTo>
                  <a:pt x="742562" y="794359"/>
                  <a:pt x="738098" y="799815"/>
                  <a:pt x="734130" y="803783"/>
                </a:cubicBezTo>
                <a:cubicBezTo>
                  <a:pt x="729666" y="808248"/>
                  <a:pt x="724210" y="812216"/>
                  <a:pt x="716770" y="810232"/>
                </a:cubicBezTo>
                <a:cubicBezTo>
                  <a:pt x="715777" y="809736"/>
                  <a:pt x="715281" y="810232"/>
                  <a:pt x="714289" y="810232"/>
                </a:cubicBezTo>
                <a:cubicBezTo>
                  <a:pt x="703377" y="812216"/>
                  <a:pt x="696432" y="805768"/>
                  <a:pt x="689489" y="795847"/>
                </a:cubicBezTo>
                <a:cubicBezTo>
                  <a:pt x="688497" y="794855"/>
                  <a:pt x="688497" y="792871"/>
                  <a:pt x="688497" y="791383"/>
                </a:cubicBezTo>
                <a:cubicBezTo>
                  <a:pt x="688497" y="787911"/>
                  <a:pt x="688497" y="784438"/>
                  <a:pt x="688497" y="780966"/>
                </a:cubicBezTo>
                <a:cubicBezTo>
                  <a:pt x="688497" y="773030"/>
                  <a:pt x="692961" y="768070"/>
                  <a:pt x="698417" y="762613"/>
                </a:cubicBezTo>
                <a:cubicBezTo>
                  <a:pt x="702633" y="758645"/>
                  <a:pt x="707097" y="757653"/>
                  <a:pt x="711623" y="757653"/>
                </a:cubicBezTo>
                <a:close/>
                <a:moveTo>
                  <a:pt x="43674" y="755669"/>
                </a:moveTo>
                <a:cubicBezTo>
                  <a:pt x="51610" y="755669"/>
                  <a:pt x="58554" y="757157"/>
                  <a:pt x="64507" y="763109"/>
                </a:cubicBezTo>
                <a:cubicBezTo>
                  <a:pt x="69963" y="768566"/>
                  <a:pt x="73435" y="775014"/>
                  <a:pt x="71947" y="783446"/>
                </a:cubicBezTo>
                <a:cubicBezTo>
                  <a:pt x="73435" y="792375"/>
                  <a:pt x="70459" y="798823"/>
                  <a:pt x="64507" y="805272"/>
                </a:cubicBezTo>
                <a:cubicBezTo>
                  <a:pt x="58554" y="811224"/>
                  <a:pt x="51610" y="812712"/>
                  <a:pt x="43674" y="812712"/>
                </a:cubicBezTo>
                <a:cubicBezTo>
                  <a:pt x="35737" y="812712"/>
                  <a:pt x="28793" y="810728"/>
                  <a:pt x="22840" y="805272"/>
                </a:cubicBezTo>
                <a:cubicBezTo>
                  <a:pt x="16392" y="798823"/>
                  <a:pt x="14904" y="791879"/>
                  <a:pt x="14904" y="783446"/>
                </a:cubicBezTo>
                <a:cubicBezTo>
                  <a:pt x="14904" y="775014"/>
                  <a:pt x="16888" y="768566"/>
                  <a:pt x="22840" y="763109"/>
                </a:cubicBezTo>
                <a:cubicBezTo>
                  <a:pt x="28793" y="757157"/>
                  <a:pt x="35737" y="755669"/>
                  <a:pt x="43674" y="755669"/>
                </a:cubicBezTo>
                <a:close/>
                <a:moveTo>
                  <a:pt x="648837" y="755173"/>
                </a:moveTo>
                <a:cubicBezTo>
                  <a:pt x="656276" y="755669"/>
                  <a:pt x="664212" y="758645"/>
                  <a:pt x="669668" y="765094"/>
                </a:cubicBezTo>
                <a:cubicBezTo>
                  <a:pt x="672148" y="768070"/>
                  <a:pt x="677604" y="779974"/>
                  <a:pt x="677108" y="783446"/>
                </a:cubicBezTo>
                <a:cubicBezTo>
                  <a:pt x="675620" y="790887"/>
                  <a:pt x="673636" y="797831"/>
                  <a:pt x="667685" y="803288"/>
                </a:cubicBezTo>
                <a:cubicBezTo>
                  <a:pt x="661732" y="809736"/>
                  <a:pt x="654789" y="809736"/>
                  <a:pt x="648341" y="812712"/>
                </a:cubicBezTo>
                <a:cubicBezTo>
                  <a:pt x="641892" y="809736"/>
                  <a:pt x="634453" y="809240"/>
                  <a:pt x="628996" y="803784"/>
                </a:cubicBezTo>
                <a:cubicBezTo>
                  <a:pt x="623044" y="798327"/>
                  <a:pt x="620069" y="790887"/>
                  <a:pt x="620069" y="783943"/>
                </a:cubicBezTo>
                <a:cubicBezTo>
                  <a:pt x="620069" y="776502"/>
                  <a:pt x="623044" y="769558"/>
                  <a:pt x="628500" y="763605"/>
                </a:cubicBezTo>
                <a:cubicBezTo>
                  <a:pt x="633957" y="758149"/>
                  <a:pt x="641396" y="754677"/>
                  <a:pt x="648837" y="755173"/>
                </a:cubicBezTo>
                <a:close/>
                <a:moveTo>
                  <a:pt x="581394" y="755173"/>
                </a:moveTo>
                <a:cubicBezTo>
                  <a:pt x="594787" y="755173"/>
                  <a:pt x="609173" y="768070"/>
                  <a:pt x="610165" y="783447"/>
                </a:cubicBezTo>
                <a:cubicBezTo>
                  <a:pt x="610165" y="796839"/>
                  <a:pt x="598259" y="811224"/>
                  <a:pt x="582386" y="812216"/>
                </a:cubicBezTo>
                <a:cubicBezTo>
                  <a:pt x="568496" y="813208"/>
                  <a:pt x="554606" y="800311"/>
                  <a:pt x="553118" y="784935"/>
                </a:cubicBezTo>
                <a:cubicBezTo>
                  <a:pt x="551629" y="771542"/>
                  <a:pt x="566511" y="755173"/>
                  <a:pt x="581394" y="755173"/>
                </a:cubicBezTo>
                <a:close/>
                <a:moveTo>
                  <a:pt x="513404" y="755173"/>
                </a:moveTo>
                <a:cubicBezTo>
                  <a:pt x="528782" y="754181"/>
                  <a:pt x="543166" y="769062"/>
                  <a:pt x="543166" y="783447"/>
                </a:cubicBezTo>
                <a:cubicBezTo>
                  <a:pt x="543662" y="798823"/>
                  <a:pt x="529278" y="812712"/>
                  <a:pt x="515388" y="812216"/>
                </a:cubicBezTo>
                <a:cubicBezTo>
                  <a:pt x="500506" y="812712"/>
                  <a:pt x="487113" y="799319"/>
                  <a:pt x="486121" y="784439"/>
                </a:cubicBezTo>
                <a:cubicBezTo>
                  <a:pt x="485625" y="769558"/>
                  <a:pt x="499018" y="756165"/>
                  <a:pt x="513404" y="755173"/>
                </a:cubicBezTo>
                <a:close/>
                <a:moveTo>
                  <a:pt x="445957" y="755173"/>
                </a:moveTo>
                <a:cubicBezTo>
                  <a:pt x="462327" y="755173"/>
                  <a:pt x="473737" y="768565"/>
                  <a:pt x="474729" y="784438"/>
                </a:cubicBezTo>
                <a:cubicBezTo>
                  <a:pt x="475225" y="793367"/>
                  <a:pt x="470761" y="799815"/>
                  <a:pt x="466296" y="804279"/>
                </a:cubicBezTo>
                <a:cubicBezTo>
                  <a:pt x="461335" y="809240"/>
                  <a:pt x="453894" y="813208"/>
                  <a:pt x="444965" y="812712"/>
                </a:cubicBezTo>
                <a:cubicBezTo>
                  <a:pt x="429588" y="811720"/>
                  <a:pt x="418178" y="799319"/>
                  <a:pt x="417186" y="783446"/>
                </a:cubicBezTo>
                <a:cubicBezTo>
                  <a:pt x="416690" y="774518"/>
                  <a:pt x="421154" y="768070"/>
                  <a:pt x="425619" y="763605"/>
                </a:cubicBezTo>
                <a:cubicBezTo>
                  <a:pt x="430580" y="758149"/>
                  <a:pt x="438020" y="752693"/>
                  <a:pt x="445957" y="755173"/>
                </a:cubicBezTo>
                <a:close/>
                <a:moveTo>
                  <a:pt x="378477" y="755173"/>
                </a:moveTo>
                <a:cubicBezTo>
                  <a:pt x="394845" y="753685"/>
                  <a:pt x="407246" y="769062"/>
                  <a:pt x="407742" y="782951"/>
                </a:cubicBezTo>
                <a:cubicBezTo>
                  <a:pt x="408238" y="799319"/>
                  <a:pt x="393853" y="812712"/>
                  <a:pt x="379469" y="812712"/>
                </a:cubicBezTo>
                <a:cubicBezTo>
                  <a:pt x="363099" y="812712"/>
                  <a:pt x="350202" y="798327"/>
                  <a:pt x="350202" y="783447"/>
                </a:cubicBezTo>
                <a:cubicBezTo>
                  <a:pt x="350202" y="768566"/>
                  <a:pt x="363595" y="753685"/>
                  <a:pt x="378477" y="755173"/>
                </a:cubicBezTo>
                <a:close/>
                <a:moveTo>
                  <a:pt x="312015" y="755173"/>
                </a:moveTo>
                <a:cubicBezTo>
                  <a:pt x="326896" y="753685"/>
                  <a:pt x="341281" y="768070"/>
                  <a:pt x="341281" y="783943"/>
                </a:cubicBezTo>
                <a:cubicBezTo>
                  <a:pt x="341281" y="798824"/>
                  <a:pt x="327392" y="812216"/>
                  <a:pt x="312511" y="812216"/>
                </a:cubicBezTo>
                <a:cubicBezTo>
                  <a:pt x="297630" y="812216"/>
                  <a:pt x="283245" y="799320"/>
                  <a:pt x="283245" y="782951"/>
                </a:cubicBezTo>
                <a:cubicBezTo>
                  <a:pt x="283741" y="768566"/>
                  <a:pt x="297134" y="753685"/>
                  <a:pt x="312015" y="755173"/>
                </a:cubicBezTo>
                <a:close/>
                <a:moveTo>
                  <a:pt x="243074" y="754677"/>
                </a:moveTo>
                <a:cubicBezTo>
                  <a:pt x="259442" y="754181"/>
                  <a:pt x="272836" y="768566"/>
                  <a:pt x="272836" y="783447"/>
                </a:cubicBezTo>
                <a:cubicBezTo>
                  <a:pt x="272340" y="798824"/>
                  <a:pt x="258946" y="813705"/>
                  <a:pt x="244066" y="812217"/>
                </a:cubicBezTo>
                <a:cubicBezTo>
                  <a:pt x="227698" y="813705"/>
                  <a:pt x="215297" y="798328"/>
                  <a:pt x="214801" y="784935"/>
                </a:cubicBezTo>
                <a:cubicBezTo>
                  <a:pt x="214305" y="768566"/>
                  <a:pt x="228194" y="755173"/>
                  <a:pt x="243074" y="754677"/>
                </a:cubicBezTo>
                <a:close/>
                <a:moveTo>
                  <a:pt x="177606" y="754677"/>
                </a:moveTo>
                <a:cubicBezTo>
                  <a:pt x="185542" y="754677"/>
                  <a:pt x="191494" y="756661"/>
                  <a:pt x="196951" y="762117"/>
                </a:cubicBezTo>
                <a:cubicBezTo>
                  <a:pt x="203399" y="768566"/>
                  <a:pt x="204887" y="775510"/>
                  <a:pt x="204887" y="783943"/>
                </a:cubicBezTo>
                <a:cubicBezTo>
                  <a:pt x="204887" y="792375"/>
                  <a:pt x="202903" y="798823"/>
                  <a:pt x="196951" y="804280"/>
                </a:cubicBezTo>
                <a:cubicBezTo>
                  <a:pt x="190006" y="811720"/>
                  <a:pt x="189014" y="812216"/>
                  <a:pt x="175622" y="812216"/>
                </a:cubicBezTo>
                <a:cubicBezTo>
                  <a:pt x="168677" y="813208"/>
                  <a:pt x="162229" y="810728"/>
                  <a:pt x="155780" y="804776"/>
                </a:cubicBezTo>
                <a:cubicBezTo>
                  <a:pt x="149332" y="798327"/>
                  <a:pt x="147844" y="791383"/>
                  <a:pt x="147844" y="782951"/>
                </a:cubicBezTo>
                <a:cubicBezTo>
                  <a:pt x="147844" y="774518"/>
                  <a:pt x="149828" y="768566"/>
                  <a:pt x="155780" y="762117"/>
                </a:cubicBezTo>
                <a:cubicBezTo>
                  <a:pt x="162229" y="755669"/>
                  <a:pt x="169173" y="754677"/>
                  <a:pt x="177606" y="754677"/>
                </a:cubicBezTo>
                <a:close/>
                <a:moveTo>
                  <a:pt x="111110" y="754677"/>
                </a:moveTo>
                <a:cubicBezTo>
                  <a:pt x="119046" y="754677"/>
                  <a:pt x="124998" y="756661"/>
                  <a:pt x="130455" y="762117"/>
                </a:cubicBezTo>
                <a:cubicBezTo>
                  <a:pt x="137399" y="768566"/>
                  <a:pt x="138391" y="776502"/>
                  <a:pt x="138391" y="784935"/>
                </a:cubicBezTo>
                <a:cubicBezTo>
                  <a:pt x="138391" y="792871"/>
                  <a:pt x="135911" y="798823"/>
                  <a:pt x="130455" y="804280"/>
                </a:cubicBezTo>
                <a:cubicBezTo>
                  <a:pt x="124502" y="811720"/>
                  <a:pt x="117062" y="813208"/>
                  <a:pt x="108629" y="812216"/>
                </a:cubicBezTo>
                <a:cubicBezTo>
                  <a:pt x="100693" y="813704"/>
                  <a:pt x="94741" y="810232"/>
                  <a:pt x="89284" y="804776"/>
                </a:cubicBezTo>
                <a:cubicBezTo>
                  <a:pt x="82836" y="798823"/>
                  <a:pt x="81348" y="791383"/>
                  <a:pt x="81348" y="782951"/>
                </a:cubicBezTo>
                <a:cubicBezTo>
                  <a:pt x="81348" y="774518"/>
                  <a:pt x="83332" y="768566"/>
                  <a:pt x="89284" y="762117"/>
                </a:cubicBezTo>
                <a:cubicBezTo>
                  <a:pt x="95733" y="755669"/>
                  <a:pt x="102677" y="754677"/>
                  <a:pt x="111110" y="754677"/>
                </a:cubicBezTo>
                <a:close/>
                <a:moveTo>
                  <a:pt x="2331323" y="712515"/>
                </a:moveTo>
                <a:cubicBezTo>
                  <a:pt x="2332315" y="713011"/>
                  <a:pt x="2333307" y="714003"/>
                  <a:pt x="2334795" y="714995"/>
                </a:cubicBezTo>
                <a:cubicBezTo>
                  <a:pt x="2332811" y="715987"/>
                  <a:pt x="2331819" y="716979"/>
                  <a:pt x="2331323" y="716979"/>
                </a:cubicBezTo>
                <a:cubicBezTo>
                  <a:pt x="2330331" y="716483"/>
                  <a:pt x="2329835" y="714995"/>
                  <a:pt x="2328843" y="714003"/>
                </a:cubicBezTo>
                <a:cubicBezTo>
                  <a:pt x="2329835" y="713507"/>
                  <a:pt x="2330331" y="712019"/>
                  <a:pt x="2331323" y="712515"/>
                </a:cubicBezTo>
                <a:close/>
                <a:moveTo>
                  <a:pt x="2264359" y="708547"/>
                </a:moveTo>
                <a:cubicBezTo>
                  <a:pt x="2266343" y="711027"/>
                  <a:pt x="2268327" y="712019"/>
                  <a:pt x="2269319" y="714003"/>
                </a:cubicBezTo>
                <a:cubicBezTo>
                  <a:pt x="2270312" y="715987"/>
                  <a:pt x="2266343" y="719956"/>
                  <a:pt x="2264359" y="718964"/>
                </a:cubicBezTo>
                <a:cubicBezTo>
                  <a:pt x="2262375" y="717971"/>
                  <a:pt x="2260391" y="715987"/>
                  <a:pt x="2259895" y="714499"/>
                </a:cubicBezTo>
                <a:cubicBezTo>
                  <a:pt x="2259895" y="713011"/>
                  <a:pt x="2262375" y="711523"/>
                  <a:pt x="2264359" y="708547"/>
                </a:cubicBezTo>
                <a:close/>
                <a:moveTo>
                  <a:pt x="2197892" y="708051"/>
                </a:moveTo>
                <a:cubicBezTo>
                  <a:pt x="2200372" y="708051"/>
                  <a:pt x="2203348" y="712019"/>
                  <a:pt x="2206324" y="714499"/>
                </a:cubicBezTo>
                <a:cubicBezTo>
                  <a:pt x="2203348" y="717476"/>
                  <a:pt x="2200868" y="719956"/>
                  <a:pt x="2198388" y="721940"/>
                </a:cubicBezTo>
                <a:cubicBezTo>
                  <a:pt x="2196900" y="722932"/>
                  <a:pt x="2189955" y="716483"/>
                  <a:pt x="2190948" y="714499"/>
                </a:cubicBezTo>
                <a:cubicBezTo>
                  <a:pt x="2192932" y="712019"/>
                  <a:pt x="2195412" y="708051"/>
                  <a:pt x="2197892" y="708051"/>
                </a:cubicBezTo>
                <a:close/>
                <a:moveTo>
                  <a:pt x="2128944" y="705571"/>
                </a:moveTo>
                <a:cubicBezTo>
                  <a:pt x="2133904" y="705075"/>
                  <a:pt x="2138368" y="709539"/>
                  <a:pt x="2138368" y="714499"/>
                </a:cubicBezTo>
                <a:cubicBezTo>
                  <a:pt x="2138368" y="719460"/>
                  <a:pt x="2134400" y="724420"/>
                  <a:pt x="2129936" y="724420"/>
                </a:cubicBezTo>
                <a:cubicBezTo>
                  <a:pt x="2124479" y="724916"/>
                  <a:pt x="2119519" y="720452"/>
                  <a:pt x="2119519" y="714995"/>
                </a:cubicBezTo>
                <a:cubicBezTo>
                  <a:pt x="2119519" y="710035"/>
                  <a:pt x="2123983" y="705571"/>
                  <a:pt x="2128944" y="705571"/>
                </a:cubicBezTo>
                <a:close/>
                <a:moveTo>
                  <a:pt x="2062477" y="703090"/>
                </a:moveTo>
                <a:cubicBezTo>
                  <a:pt x="2066445" y="703090"/>
                  <a:pt x="2074381" y="711523"/>
                  <a:pt x="2074381" y="714995"/>
                </a:cubicBezTo>
                <a:cubicBezTo>
                  <a:pt x="2074381" y="718963"/>
                  <a:pt x="2065949" y="726899"/>
                  <a:pt x="2062477" y="726899"/>
                </a:cubicBezTo>
                <a:cubicBezTo>
                  <a:pt x="2058508" y="726899"/>
                  <a:pt x="2050572" y="718467"/>
                  <a:pt x="2050572" y="714995"/>
                </a:cubicBezTo>
                <a:cubicBezTo>
                  <a:pt x="2050572" y="710531"/>
                  <a:pt x="2059005" y="702594"/>
                  <a:pt x="2062477" y="703090"/>
                </a:cubicBezTo>
                <a:close/>
                <a:moveTo>
                  <a:pt x="1994521" y="703090"/>
                </a:moveTo>
                <a:cubicBezTo>
                  <a:pt x="2003945" y="703090"/>
                  <a:pt x="2007417" y="706066"/>
                  <a:pt x="2007417" y="714995"/>
                </a:cubicBezTo>
                <a:cubicBezTo>
                  <a:pt x="2007417" y="723427"/>
                  <a:pt x="2004441" y="726899"/>
                  <a:pt x="1996009" y="726899"/>
                </a:cubicBezTo>
                <a:cubicBezTo>
                  <a:pt x="1987080" y="726899"/>
                  <a:pt x="1983608" y="723923"/>
                  <a:pt x="1983608" y="715491"/>
                </a:cubicBezTo>
                <a:cubicBezTo>
                  <a:pt x="1983608" y="706562"/>
                  <a:pt x="1986584" y="703090"/>
                  <a:pt x="1994521" y="703090"/>
                </a:cubicBezTo>
                <a:close/>
                <a:moveTo>
                  <a:pt x="1513" y="703090"/>
                </a:moveTo>
                <a:cubicBezTo>
                  <a:pt x="3001" y="706066"/>
                  <a:pt x="4985" y="709538"/>
                  <a:pt x="4985" y="712515"/>
                </a:cubicBezTo>
                <a:cubicBezTo>
                  <a:pt x="4985" y="716979"/>
                  <a:pt x="3497" y="720947"/>
                  <a:pt x="2505" y="725411"/>
                </a:cubicBezTo>
                <a:cubicBezTo>
                  <a:pt x="2505" y="725907"/>
                  <a:pt x="2009" y="726403"/>
                  <a:pt x="1513" y="726403"/>
                </a:cubicBezTo>
                <a:cubicBezTo>
                  <a:pt x="1017" y="725907"/>
                  <a:pt x="25" y="725411"/>
                  <a:pt x="25" y="724915"/>
                </a:cubicBezTo>
                <a:cubicBezTo>
                  <a:pt x="521" y="721443"/>
                  <a:pt x="521" y="717971"/>
                  <a:pt x="521" y="714499"/>
                </a:cubicBezTo>
                <a:cubicBezTo>
                  <a:pt x="521" y="713507"/>
                  <a:pt x="521" y="713011"/>
                  <a:pt x="521" y="712018"/>
                </a:cubicBezTo>
                <a:cubicBezTo>
                  <a:pt x="1017" y="709042"/>
                  <a:pt x="1017" y="706066"/>
                  <a:pt x="1513" y="703090"/>
                </a:cubicBezTo>
                <a:close/>
                <a:moveTo>
                  <a:pt x="1930038" y="700610"/>
                </a:moveTo>
                <a:cubicBezTo>
                  <a:pt x="1937974" y="701106"/>
                  <a:pt x="1943926" y="707058"/>
                  <a:pt x="1943430" y="715491"/>
                </a:cubicBezTo>
                <a:cubicBezTo>
                  <a:pt x="1942934" y="723427"/>
                  <a:pt x="1936982" y="728883"/>
                  <a:pt x="1928550" y="728883"/>
                </a:cubicBezTo>
                <a:cubicBezTo>
                  <a:pt x="1920613" y="727891"/>
                  <a:pt x="1914661" y="722435"/>
                  <a:pt x="1915157" y="714003"/>
                </a:cubicBezTo>
                <a:cubicBezTo>
                  <a:pt x="1915653" y="706066"/>
                  <a:pt x="1921605" y="700114"/>
                  <a:pt x="1930038" y="700610"/>
                </a:cubicBezTo>
                <a:close/>
                <a:moveTo>
                  <a:pt x="1860594" y="700114"/>
                </a:moveTo>
                <a:cubicBezTo>
                  <a:pt x="1869026" y="700114"/>
                  <a:pt x="1874482" y="706066"/>
                  <a:pt x="1874482" y="714995"/>
                </a:cubicBezTo>
                <a:cubicBezTo>
                  <a:pt x="1873986" y="723923"/>
                  <a:pt x="1868034" y="729380"/>
                  <a:pt x="1859602" y="728883"/>
                </a:cubicBezTo>
                <a:cubicBezTo>
                  <a:pt x="1851169" y="728883"/>
                  <a:pt x="1845713" y="722931"/>
                  <a:pt x="1845713" y="714003"/>
                </a:cubicBezTo>
                <a:cubicBezTo>
                  <a:pt x="1845713" y="705570"/>
                  <a:pt x="1851665" y="700114"/>
                  <a:pt x="1860594" y="700114"/>
                </a:cubicBezTo>
                <a:close/>
                <a:moveTo>
                  <a:pt x="1792638" y="698130"/>
                </a:moveTo>
                <a:cubicBezTo>
                  <a:pt x="1800574" y="697634"/>
                  <a:pt x="1809999" y="706066"/>
                  <a:pt x="1810495" y="714003"/>
                </a:cubicBezTo>
                <a:cubicBezTo>
                  <a:pt x="1810495" y="721939"/>
                  <a:pt x="1802062" y="731364"/>
                  <a:pt x="1793630" y="731364"/>
                </a:cubicBezTo>
                <a:cubicBezTo>
                  <a:pt x="1785693" y="731860"/>
                  <a:pt x="1776765" y="722931"/>
                  <a:pt x="1776765" y="714995"/>
                </a:cubicBezTo>
                <a:cubicBezTo>
                  <a:pt x="1776765" y="707554"/>
                  <a:pt x="1784701" y="698626"/>
                  <a:pt x="1792638" y="698130"/>
                </a:cubicBezTo>
                <a:close/>
                <a:moveTo>
                  <a:pt x="1727659" y="697634"/>
                </a:moveTo>
                <a:cubicBezTo>
                  <a:pt x="1737083" y="698130"/>
                  <a:pt x="1744028" y="705570"/>
                  <a:pt x="1743532" y="715491"/>
                </a:cubicBezTo>
                <a:cubicBezTo>
                  <a:pt x="1743036" y="724915"/>
                  <a:pt x="1735595" y="731860"/>
                  <a:pt x="1725675" y="731364"/>
                </a:cubicBezTo>
                <a:cubicBezTo>
                  <a:pt x="1716250" y="730868"/>
                  <a:pt x="1708810" y="723923"/>
                  <a:pt x="1709802" y="713507"/>
                </a:cubicBezTo>
                <a:cubicBezTo>
                  <a:pt x="1709306" y="704082"/>
                  <a:pt x="1717242" y="697138"/>
                  <a:pt x="1727659" y="697634"/>
                </a:cubicBezTo>
                <a:close/>
                <a:moveTo>
                  <a:pt x="1657223" y="696146"/>
                </a:moveTo>
                <a:cubicBezTo>
                  <a:pt x="1661191" y="699122"/>
                  <a:pt x="1666151" y="698626"/>
                  <a:pt x="1670120" y="702594"/>
                </a:cubicBezTo>
                <a:cubicBezTo>
                  <a:pt x="1674088" y="706067"/>
                  <a:pt x="1673592" y="711027"/>
                  <a:pt x="1676568" y="714995"/>
                </a:cubicBezTo>
                <a:cubicBezTo>
                  <a:pt x="1674088" y="719955"/>
                  <a:pt x="1673592" y="726404"/>
                  <a:pt x="1668136" y="729380"/>
                </a:cubicBezTo>
                <a:cubicBezTo>
                  <a:pt x="1664663" y="731364"/>
                  <a:pt x="1660199" y="734340"/>
                  <a:pt x="1657223" y="733844"/>
                </a:cubicBezTo>
                <a:cubicBezTo>
                  <a:pt x="1652263" y="732356"/>
                  <a:pt x="1645814" y="731364"/>
                  <a:pt x="1642838" y="725412"/>
                </a:cubicBezTo>
                <a:cubicBezTo>
                  <a:pt x="1640854" y="721939"/>
                  <a:pt x="1637878" y="717475"/>
                  <a:pt x="1638870" y="714499"/>
                </a:cubicBezTo>
                <a:cubicBezTo>
                  <a:pt x="1640358" y="710035"/>
                  <a:pt x="1641350" y="704578"/>
                  <a:pt x="1646310" y="701106"/>
                </a:cubicBezTo>
                <a:cubicBezTo>
                  <a:pt x="1649783" y="698130"/>
                  <a:pt x="1654743" y="699618"/>
                  <a:pt x="1657223" y="696146"/>
                </a:cubicBezTo>
                <a:close/>
                <a:moveTo>
                  <a:pt x="1525775" y="696146"/>
                </a:moveTo>
                <a:cubicBezTo>
                  <a:pt x="1531728" y="695650"/>
                  <a:pt x="1535200" y="698130"/>
                  <a:pt x="1539168" y="702098"/>
                </a:cubicBezTo>
                <a:cubicBezTo>
                  <a:pt x="1543632" y="706066"/>
                  <a:pt x="1544128" y="710531"/>
                  <a:pt x="1544128" y="715491"/>
                </a:cubicBezTo>
                <a:cubicBezTo>
                  <a:pt x="1544128" y="720947"/>
                  <a:pt x="1543136" y="724915"/>
                  <a:pt x="1539168" y="728884"/>
                </a:cubicBezTo>
                <a:cubicBezTo>
                  <a:pt x="1534208" y="732852"/>
                  <a:pt x="1529743" y="734836"/>
                  <a:pt x="1523791" y="733844"/>
                </a:cubicBezTo>
                <a:cubicBezTo>
                  <a:pt x="1518335" y="735332"/>
                  <a:pt x="1514863" y="732356"/>
                  <a:pt x="1510895" y="728884"/>
                </a:cubicBezTo>
                <a:cubicBezTo>
                  <a:pt x="1505934" y="724915"/>
                  <a:pt x="1505934" y="719955"/>
                  <a:pt x="1505438" y="714499"/>
                </a:cubicBezTo>
                <a:cubicBezTo>
                  <a:pt x="1504942" y="709043"/>
                  <a:pt x="1507422" y="705074"/>
                  <a:pt x="1510895" y="701106"/>
                </a:cubicBezTo>
                <a:cubicBezTo>
                  <a:pt x="1515359" y="695650"/>
                  <a:pt x="1520319" y="696642"/>
                  <a:pt x="1525775" y="696146"/>
                </a:cubicBezTo>
                <a:close/>
                <a:moveTo>
                  <a:pt x="1590259" y="695650"/>
                </a:moveTo>
                <a:cubicBezTo>
                  <a:pt x="1601667" y="696146"/>
                  <a:pt x="1609604" y="703090"/>
                  <a:pt x="1610100" y="714003"/>
                </a:cubicBezTo>
                <a:cubicBezTo>
                  <a:pt x="1610100" y="725907"/>
                  <a:pt x="1602660" y="733348"/>
                  <a:pt x="1591251" y="733844"/>
                </a:cubicBezTo>
                <a:cubicBezTo>
                  <a:pt x="1580338" y="733844"/>
                  <a:pt x="1572898" y="726403"/>
                  <a:pt x="1571906" y="715987"/>
                </a:cubicBezTo>
                <a:cubicBezTo>
                  <a:pt x="1570914" y="705074"/>
                  <a:pt x="1581330" y="695154"/>
                  <a:pt x="1590259" y="695650"/>
                </a:cubicBezTo>
                <a:close/>
                <a:moveTo>
                  <a:pt x="1387880" y="693666"/>
                </a:moveTo>
                <a:cubicBezTo>
                  <a:pt x="1399785" y="693170"/>
                  <a:pt x="1409705" y="703090"/>
                  <a:pt x="1409705" y="714995"/>
                </a:cubicBezTo>
                <a:cubicBezTo>
                  <a:pt x="1409705" y="726404"/>
                  <a:pt x="1399785" y="736324"/>
                  <a:pt x="1387880" y="736324"/>
                </a:cubicBezTo>
                <a:cubicBezTo>
                  <a:pt x="1376472" y="736324"/>
                  <a:pt x="1366551" y="725908"/>
                  <a:pt x="1366551" y="714499"/>
                </a:cubicBezTo>
                <a:cubicBezTo>
                  <a:pt x="1366551" y="703586"/>
                  <a:pt x="1376472" y="693666"/>
                  <a:pt x="1387880" y="693666"/>
                </a:cubicBezTo>
                <a:close/>
                <a:moveTo>
                  <a:pt x="1322900" y="693666"/>
                </a:moveTo>
                <a:cubicBezTo>
                  <a:pt x="1336789" y="693666"/>
                  <a:pt x="1343237" y="700610"/>
                  <a:pt x="1343237" y="715987"/>
                </a:cubicBezTo>
                <a:cubicBezTo>
                  <a:pt x="1343237" y="729876"/>
                  <a:pt x="1335797" y="736324"/>
                  <a:pt x="1320420" y="736324"/>
                </a:cubicBezTo>
                <a:cubicBezTo>
                  <a:pt x="1307027" y="736324"/>
                  <a:pt x="1300579" y="728884"/>
                  <a:pt x="1300579" y="714499"/>
                </a:cubicBezTo>
                <a:cubicBezTo>
                  <a:pt x="1300579" y="700114"/>
                  <a:pt x="1307523" y="693666"/>
                  <a:pt x="1322900" y="693666"/>
                </a:cubicBezTo>
                <a:close/>
                <a:moveTo>
                  <a:pt x="1457820" y="693665"/>
                </a:moveTo>
                <a:cubicBezTo>
                  <a:pt x="1467245" y="693169"/>
                  <a:pt x="1479149" y="705570"/>
                  <a:pt x="1479149" y="714995"/>
                </a:cubicBezTo>
                <a:cubicBezTo>
                  <a:pt x="1478653" y="724419"/>
                  <a:pt x="1466253" y="736820"/>
                  <a:pt x="1457324" y="736324"/>
                </a:cubicBezTo>
                <a:cubicBezTo>
                  <a:pt x="1447900" y="735828"/>
                  <a:pt x="1435995" y="722931"/>
                  <a:pt x="1436491" y="714002"/>
                </a:cubicBezTo>
                <a:cubicBezTo>
                  <a:pt x="1436987" y="705074"/>
                  <a:pt x="1448892" y="693665"/>
                  <a:pt x="1457820" y="693665"/>
                </a:cubicBezTo>
                <a:close/>
                <a:moveTo>
                  <a:pt x="1185501" y="691682"/>
                </a:moveTo>
                <a:cubicBezTo>
                  <a:pt x="1199390" y="690690"/>
                  <a:pt x="1209807" y="701602"/>
                  <a:pt x="1209807" y="714995"/>
                </a:cubicBezTo>
                <a:cubicBezTo>
                  <a:pt x="1209807" y="727396"/>
                  <a:pt x="1199886" y="738804"/>
                  <a:pt x="1185501" y="738804"/>
                </a:cubicBezTo>
                <a:cubicBezTo>
                  <a:pt x="1172109" y="738308"/>
                  <a:pt x="1161692" y="727892"/>
                  <a:pt x="1162188" y="714499"/>
                </a:cubicBezTo>
                <a:cubicBezTo>
                  <a:pt x="1163180" y="700610"/>
                  <a:pt x="1172109" y="691682"/>
                  <a:pt x="1185501" y="691682"/>
                </a:cubicBezTo>
                <a:close/>
                <a:moveTo>
                  <a:pt x="1255441" y="691186"/>
                </a:moveTo>
                <a:cubicBezTo>
                  <a:pt x="1266850" y="691682"/>
                  <a:pt x="1278755" y="703587"/>
                  <a:pt x="1278755" y="714995"/>
                </a:cubicBezTo>
                <a:cubicBezTo>
                  <a:pt x="1278755" y="726404"/>
                  <a:pt x="1265858" y="739300"/>
                  <a:pt x="1254449" y="738804"/>
                </a:cubicBezTo>
                <a:cubicBezTo>
                  <a:pt x="1243041" y="738308"/>
                  <a:pt x="1231136" y="725908"/>
                  <a:pt x="1231136" y="714995"/>
                </a:cubicBezTo>
                <a:cubicBezTo>
                  <a:pt x="1231136" y="703587"/>
                  <a:pt x="1244033" y="690690"/>
                  <a:pt x="1255441" y="691186"/>
                </a:cubicBezTo>
                <a:close/>
                <a:moveTo>
                  <a:pt x="1121018" y="690690"/>
                </a:moveTo>
                <a:cubicBezTo>
                  <a:pt x="1134907" y="690690"/>
                  <a:pt x="1143339" y="700115"/>
                  <a:pt x="1143339" y="714995"/>
                </a:cubicBezTo>
                <a:cubicBezTo>
                  <a:pt x="1143339" y="729876"/>
                  <a:pt x="1133915" y="737813"/>
                  <a:pt x="1118538" y="738309"/>
                </a:cubicBezTo>
                <a:cubicBezTo>
                  <a:pt x="1112090" y="738309"/>
                  <a:pt x="1107129" y="736324"/>
                  <a:pt x="1102169" y="731860"/>
                </a:cubicBezTo>
                <a:cubicBezTo>
                  <a:pt x="1096713" y="726900"/>
                  <a:pt x="1094729" y="720948"/>
                  <a:pt x="1095721" y="714499"/>
                </a:cubicBezTo>
                <a:cubicBezTo>
                  <a:pt x="1095721" y="699122"/>
                  <a:pt x="1105145" y="690690"/>
                  <a:pt x="1121018" y="690690"/>
                </a:cubicBezTo>
                <a:close/>
                <a:moveTo>
                  <a:pt x="987132" y="689201"/>
                </a:moveTo>
                <a:cubicBezTo>
                  <a:pt x="993581" y="691185"/>
                  <a:pt x="1000029" y="691681"/>
                  <a:pt x="1004989" y="697138"/>
                </a:cubicBezTo>
                <a:cubicBezTo>
                  <a:pt x="1009949" y="701602"/>
                  <a:pt x="1009949" y="708546"/>
                  <a:pt x="1012925" y="714995"/>
                </a:cubicBezTo>
                <a:cubicBezTo>
                  <a:pt x="1009949" y="721443"/>
                  <a:pt x="1009949" y="728883"/>
                  <a:pt x="1003997" y="734340"/>
                </a:cubicBezTo>
                <a:cubicBezTo>
                  <a:pt x="1001021" y="736820"/>
                  <a:pt x="989117" y="742276"/>
                  <a:pt x="985644" y="741284"/>
                </a:cubicBezTo>
                <a:cubicBezTo>
                  <a:pt x="979196" y="739300"/>
                  <a:pt x="972253" y="738804"/>
                  <a:pt x="967788" y="733348"/>
                </a:cubicBezTo>
                <a:cubicBezTo>
                  <a:pt x="962828" y="728387"/>
                  <a:pt x="960844" y="721443"/>
                  <a:pt x="960844" y="714995"/>
                </a:cubicBezTo>
                <a:cubicBezTo>
                  <a:pt x="960844" y="708050"/>
                  <a:pt x="963324" y="701106"/>
                  <a:pt x="968780" y="696146"/>
                </a:cubicBezTo>
                <a:cubicBezTo>
                  <a:pt x="971757" y="693665"/>
                  <a:pt x="983660" y="688209"/>
                  <a:pt x="987132" y="689201"/>
                </a:cubicBezTo>
                <a:close/>
                <a:moveTo>
                  <a:pt x="1053062" y="688706"/>
                </a:moveTo>
                <a:cubicBezTo>
                  <a:pt x="1059511" y="692178"/>
                  <a:pt x="1067943" y="693170"/>
                  <a:pt x="1071912" y="700115"/>
                </a:cubicBezTo>
                <a:cubicBezTo>
                  <a:pt x="1074392" y="705075"/>
                  <a:pt x="1078360" y="710531"/>
                  <a:pt x="1077864" y="714995"/>
                </a:cubicBezTo>
                <a:cubicBezTo>
                  <a:pt x="1076872" y="721444"/>
                  <a:pt x="1074888" y="729380"/>
                  <a:pt x="1067943" y="733348"/>
                </a:cubicBezTo>
                <a:cubicBezTo>
                  <a:pt x="1063479" y="736325"/>
                  <a:pt x="1058023" y="738805"/>
                  <a:pt x="1053062" y="741285"/>
                </a:cubicBezTo>
                <a:cubicBezTo>
                  <a:pt x="1046643" y="737813"/>
                  <a:pt x="1039699" y="737317"/>
                  <a:pt x="1034739" y="731860"/>
                </a:cubicBezTo>
                <a:cubicBezTo>
                  <a:pt x="1030274" y="726900"/>
                  <a:pt x="1029282" y="720452"/>
                  <a:pt x="1026306" y="714995"/>
                </a:cubicBezTo>
                <a:cubicBezTo>
                  <a:pt x="1029282" y="708547"/>
                  <a:pt x="1030274" y="701603"/>
                  <a:pt x="1036227" y="696642"/>
                </a:cubicBezTo>
                <a:cubicBezTo>
                  <a:pt x="1041187" y="692178"/>
                  <a:pt x="1047635" y="691682"/>
                  <a:pt x="1053062" y="688706"/>
                </a:cubicBezTo>
                <a:close/>
                <a:moveTo>
                  <a:pt x="917662" y="688706"/>
                </a:moveTo>
                <a:cubicBezTo>
                  <a:pt x="933038" y="688706"/>
                  <a:pt x="944447" y="700611"/>
                  <a:pt x="943455" y="715491"/>
                </a:cubicBezTo>
                <a:cubicBezTo>
                  <a:pt x="942463" y="730372"/>
                  <a:pt x="932542" y="740789"/>
                  <a:pt x="917165" y="740789"/>
                </a:cubicBezTo>
                <a:cubicBezTo>
                  <a:pt x="901789" y="740293"/>
                  <a:pt x="890381" y="728884"/>
                  <a:pt x="891372" y="714003"/>
                </a:cubicBezTo>
                <a:cubicBezTo>
                  <a:pt x="891868" y="699123"/>
                  <a:pt x="901789" y="688706"/>
                  <a:pt x="917662" y="688706"/>
                </a:cubicBezTo>
                <a:close/>
                <a:moveTo>
                  <a:pt x="776281" y="688705"/>
                </a:moveTo>
                <a:cubicBezTo>
                  <a:pt x="779752" y="688705"/>
                  <a:pt x="783720" y="689201"/>
                  <a:pt x="786696" y="688705"/>
                </a:cubicBezTo>
                <a:cubicBezTo>
                  <a:pt x="793641" y="687217"/>
                  <a:pt x="798601" y="691681"/>
                  <a:pt x="802569" y="695649"/>
                </a:cubicBezTo>
                <a:cubicBezTo>
                  <a:pt x="806538" y="699618"/>
                  <a:pt x="811002" y="704578"/>
                  <a:pt x="809514" y="711522"/>
                </a:cubicBezTo>
                <a:cubicBezTo>
                  <a:pt x="809019" y="714002"/>
                  <a:pt x="809019" y="716483"/>
                  <a:pt x="809514" y="718467"/>
                </a:cubicBezTo>
                <a:cubicBezTo>
                  <a:pt x="811002" y="725411"/>
                  <a:pt x="806538" y="730371"/>
                  <a:pt x="802569" y="734340"/>
                </a:cubicBezTo>
                <a:cubicBezTo>
                  <a:pt x="798601" y="738308"/>
                  <a:pt x="793641" y="742772"/>
                  <a:pt x="786696" y="741284"/>
                </a:cubicBezTo>
                <a:cubicBezTo>
                  <a:pt x="785208" y="740788"/>
                  <a:pt x="783720" y="740788"/>
                  <a:pt x="781736" y="741284"/>
                </a:cubicBezTo>
                <a:cubicBezTo>
                  <a:pt x="774296" y="742772"/>
                  <a:pt x="767847" y="739300"/>
                  <a:pt x="763383" y="734340"/>
                </a:cubicBezTo>
                <a:cubicBezTo>
                  <a:pt x="759415" y="729875"/>
                  <a:pt x="755448" y="724419"/>
                  <a:pt x="756935" y="716979"/>
                </a:cubicBezTo>
                <a:cubicBezTo>
                  <a:pt x="757927" y="715987"/>
                  <a:pt x="757431" y="714995"/>
                  <a:pt x="757431" y="714498"/>
                </a:cubicBezTo>
                <a:cubicBezTo>
                  <a:pt x="755448" y="703586"/>
                  <a:pt x="761895" y="696641"/>
                  <a:pt x="771816" y="689697"/>
                </a:cubicBezTo>
                <a:cubicBezTo>
                  <a:pt x="772809" y="688705"/>
                  <a:pt x="774792" y="688705"/>
                  <a:pt x="776281" y="688705"/>
                </a:cubicBezTo>
                <a:close/>
                <a:moveTo>
                  <a:pt x="850218" y="688209"/>
                </a:moveTo>
                <a:cubicBezTo>
                  <a:pt x="865596" y="688705"/>
                  <a:pt x="876012" y="699618"/>
                  <a:pt x="876509" y="715490"/>
                </a:cubicBezTo>
                <a:cubicBezTo>
                  <a:pt x="876509" y="722931"/>
                  <a:pt x="873532" y="728387"/>
                  <a:pt x="868571" y="733347"/>
                </a:cubicBezTo>
                <a:cubicBezTo>
                  <a:pt x="861627" y="740292"/>
                  <a:pt x="860138" y="740788"/>
                  <a:pt x="850218" y="740788"/>
                </a:cubicBezTo>
                <a:cubicBezTo>
                  <a:pt x="834843" y="740788"/>
                  <a:pt x="824425" y="729379"/>
                  <a:pt x="823928" y="714002"/>
                </a:cubicBezTo>
                <a:cubicBezTo>
                  <a:pt x="823928" y="706562"/>
                  <a:pt x="826905" y="701106"/>
                  <a:pt x="831866" y="695649"/>
                </a:cubicBezTo>
                <a:cubicBezTo>
                  <a:pt x="836826" y="690193"/>
                  <a:pt x="842778" y="688209"/>
                  <a:pt x="850218" y="688209"/>
                </a:cubicBezTo>
                <a:close/>
                <a:moveTo>
                  <a:pt x="715293" y="686721"/>
                </a:moveTo>
                <a:cubicBezTo>
                  <a:pt x="722732" y="687217"/>
                  <a:pt x="729677" y="689698"/>
                  <a:pt x="735133" y="695650"/>
                </a:cubicBezTo>
                <a:cubicBezTo>
                  <a:pt x="740589" y="701106"/>
                  <a:pt x="740589" y="708547"/>
                  <a:pt x="744060" y="714003"/>
                </a:cubicBezTo>
                <a:cubicBezTo>
                  <a:pt x="740589" y="721443"/>
                  <a:pt x="740589" y="728388"/>
                  <a:pt x="735133" y="733844"/>
                </a:cubicBezTo>
                <a:cubicBezTo>
                  <a:pt x="729677" y="739796"/>
                  <a:pt x="722236" y="741780"/>
                  <a:pt x="715293" y="743268"/>
                </a:cubicBezTo>
                <a:cubicBezTo>
                  <a:pt x="711821" y="743764"/>
                  <a:pt x="699917" y="738804"/>
                  <a:pt x="696941" y="736324"/>
                </a:cubicBezTo>
                <a:cubicBezTo>
                  <a:pt x="689997" y="730868"/>
                  <a:pt x="687516" y="723427"/>
                  <a:pt x="687020" y="715491"/>
                </a:cubicBezTo>
                <a:cubicBezTo>
                  <a:pt x="686524" y="708050"/>
                  <a:pt x="689500" y="701106"/>
                  <a:pt x="695453" y="695154"/>
                </a:cubicBezTo>
                <a:cubicBezTo>
                  <a:pt x="700908" y="689201"/>
                  <a:pt x="708348" y="686225"/>
                  <a:pt x="715293" y="686721"/>
                </a:cubicBezTo>
                <a:close/>
                <a:moveTo>
                  <a:pt x="582389" y="686721"/>
                </a:moveTo>
                <a:cubicBezTo>
                  <a:pt x="595783" y="686225"/>
                  <a:pt x="610665" y="700114"/>
                  <a:pt x="610169" y="714994"/>
                </a:cubicBezTo>
                <a:cubicBezTo>
                  <a:pt x="610665" y="729379"/>
                  <a:pt x="596279" y="743268"/>
                  <a:pt x="581893" y="743764"/>
                </a:cubicBezTo>
                <a:cubicBezTo>
                  <a:pt x="566516" y="743764"/>
                  <a:pt x="552625" y="728883"/>
                  <a:pt x="553122" y="714498"/>
                </a:cubicBezTo>
                <a:cubicBezTo>
                  <a:pt x="553617" y="700114"/>
                  <a:pt x="567508" y="686225"/>
                  <a:pt x="582389" y="686721"/>
                </a:cubicBezTo>
                <a:close/>
                <a:moveTo>
                  <a:pt x="378984" y="686721"/>
                </a:moveTo>
                <a:cubicBezTo>
                  <a:pt x="387913" y="685233"/>
                  <a:pt x="394361" y="688706"/>
                  <a:pt x="400315" y="694162"/>
                </a:cubicBezTo>
                <a:cubicBezTo>
                  <a:pt x="406763" y="700610"/>
                  <a:pt x="407755" y="707555"/>
                  <a:pt x="407755" y="715987"/>
                </a:cubicBezTo>
                <a:cubicBezTo>
                  <a:pt x="407755" y="723923"/>
                  <a:pt x="405771" y="729876"/>
                  <a:pt x="400315" y="735828"/>
                </a:cubicBezTo>
                <a:cubicBezTo>
                  <a:pt x="393865" y="742276"/>
                  <a:pt x="386921" y="743764"/>
                  <a:pt x="378488" y="743764"/>
                </a:cubicBezTo>
                <a:cubicBezTo>
                  <a:pt x="370055" y="743764"/>
                  <a:pt x="364102" y="741780"/>
                  <a:pt x="357653" y="735828"/>
                </a:cubicBezTo>
                <a:cubicBezTo>
                  <a:pt x="351204" y="729380"/>
                  <a:pt x="350212" y="722435"/>
                  <a:pt x="350212" y="714003"/>
                </a:cubicBezTo>
                <a:cubicBezTo>
                  <a:pt x="350212" y="706066"/>
                  <a:pt x="352196" y="700114"/>
                  <a:pt x="357653" y="694658"/>
                </a:cubicBezTo>
                <a:cubicBezTo>
                  <a:pt x="364102" y="687714"/>
                  <a:pt x="371047" y="684737"/>
                  <a:pt x="378984" y="686721"/>
                </a:cubicBezTo>
                <a:close/>
                <a:moveTo>
                  <a:pt x="646864" y="686225"/>
                </a:moveTo>
                <a:cubicBezTo>
                  <a:pt x="660255" y="684737"/>
                  <a:pt x="676623" y="699618"/>
                  <a:pt x="676623" y="714499"/>
                </a:cubicBezTo>
                <a:cubicBezTo>
                  <a:pt x="676623" y="727891"/>
                  <a:pt x="663727" y="742772"/>
                  <a:pt x="648351" y="743268"/>
                </a:cubicBezTo>
                <a:cubicBezTo>
                  <a:pt x="634960" y="743268"/>
                  <a:pt x="620577" y="731363"/>
                  <a:pt x="619585" y="715491"/>
                </a:cubicBezTo>
                <a:cubicBezTo>
                  <a:pt x="618593" y="701602"/>
                  <a:pt x="631488" y="687713"/>
                  <a:pt x="646864" y="686225"/>
                </a:cubicBezTo>
                <a:close/>
                <a:moveTo>
                  <a:pt x="514394" y="685729"/>
                </a:moveTo>
                <a:cubicBezTo>
                  <a:pt x="530764" y="685233"/>
                  <a:pt x="544157" y="699618"/>
                  <a:pt x="543661" y="714499"/>
                </a:cubicBezTo>
                <a:cubicBezTo>
                  <a:pt x="543661" y="729876"/>
                  <a:pt x="530268" y="744757"/>
                  <a:pt x="515386" y="743269"/>
                </a:cubicBezTo>
                <a:cubicBezTo>
                  <a:pt x="499017" y="744757"/>
                  <a:pt x="486616" y="729380"/>
                  <a:pt x="486120" y="715987"/>
                </a:cubicBezTo>
                <a:cubicBezTo>
                  <a:pt x="485624" y="699618"/>
                  <a:pt x="499513" y="686226"/>
                  <a:pt x="514394" y="685729"/>
                </a:cubicBezTo>
                <a:close/>
                <a:moveTo>
                  <a:pt x="445929" y="685729"/>
                </a:moveTo>
                <a:cubicBezTo>
                  <a:pt x="460810" y="685729"/>
                  <a:pt x="475195" y="699122"/>
                  <a:pt x="474699" y="714995"/>
                </a:cubicBezTo>
                <a:cubicBezTo>
                  <a:pt x="474203" y="730371"/>
                  <a:pt x="460810" y="744756"/>
                  <a:pt x="445929" y="743268"/>
                </a:cubicBezTo>
                <a:cubicBezTo>
                  <a:pt x="431048" y="744756"/>
                  <a:pt x="416663" y="730371"/>
                  <a:pt x="417159" y="714003"/>
                </a:cubicBezTo>
                <a:cubicBezTo>
                  <a:pt x="417159" y="699122"/>
                  <a:pt x="431048" y="685729"/>
                  <a:pt x="445929" y="685729"/>
                </a:cubicBezTo>
                <a:close/>
                <a:moveTo>
                  <a:pt x="242064" y="684242"/>
                </a:moveTo>
                <a:cubicBezTo>
                  <a:pt x="249008" y="683746"/>
                  <a:pt x="255953" y="686722"/>
                  <a:pt x="261409" y="691682"/>
                </a:cubicBezTo>
                <a:cubicBezTo>
                  <a:pt x="268850" y="697634"/>
                  <a:pt x="273810" y="705571"/>
                  <a:pt x="273810" y="714995"/>
                </a:cubicBezTo>
                <a:cubicBezTo>
                  <a:pt x="273810" y="721940"/>
                  <a:pt x="271329" y="728884"/>
                  <a:pt x="265874" y="734340"/>
                </a:cubicBezTo>
                <a:cubicBezTo>
                  <a:pt x="259425" y="740789"/>
                  <a:pt x="250496" y="745749"/>
                  <a:pt x="242560" y="745749"/>
                </a:cubicBezTo>
                <a:cubicBezTo>
                  <a:pt x="237104" y="743269"/>
                  <a:pt x="230160" y="742773"/>
                  <a:pt x="224208" y="737813"/>
                </a:cubicBezTo>
                <a:cubicBezTo>
                  <a:pt x="217264" y="731860"/>
                  <a:pt x="212799" y="723924"/>
                  <a:pt x="212303" y="715491"/>
                </a:cubicBezTo>
                <a:cubicBezTo>
                  <a:pt x="211807" y="708547"/>
                  <a:pt x="215279" y="702099"/>
                  <a:pt x="219744" y="696146"/>
                </a:cubicBezTo>
                <a:cubicBezTo>
                  <a:pt x="225695" y="689202"/>
                  <a:pt x="233135" y="684738"/>
                  <a:pt x="242064" y="684242"/>
                </a:cubicBezTo>
                <a:close/>
                <a:moveTo>
                  <a:pt x="313007" y="684241"/>
                </a:moveTo>
                <a:cubicBezTo>
                  <a:pt x="317471" y="683249"/>
                  <a:pt x="323423" y="686225"/>
                  <a:pt x="327392" y="688705"/>
                </a:cubicBezTo>
                <a:cubicBezTo>
                  <a:pt x="331857" y="691681"/>
                  <a:pt x="335825" y="695649"/>
                  <a:pt x="338801" y="700114"/>
                </a:cubicBezTo>
                <a:cubicBezTo>
                  <a:pt x="340785" y="704578"/>
                  <a:pt x="341281" y="710034"/>
                  <a:pt x="343266" y="714995"/>
                </a:cubicBezTo>
                <a:cubicBezTo>
                  <a:pt x="339793" y="720451"/>
                  <a:pt x="341281" y="727395"/>
                  <a:pt x="336321" y="732851"/>
                </a:cubicBezTo>
                <a:cubicBezTo>
                  <a:pt x="329873" y="740292"/>
                  <a:pt x="321439" y="743268"/>
                  <a:pt x="313007" y="745252"/>
                </a:cubicBezTo>
                <a:cubicBezTo>
                  <a:pt x="309038" y="746244"/>
                  <a:pt x="304574" y="743268"/>
                  <a:pt x="300606" y="741780"/>
                </a:cubicBezTo>
                <a:cubicBezTo>
                  <a:pt x="294654" y="739796"/>
                  <a:pt x="291678" y="734836"/>
                  <a:pt x="287213" y="730867"/>
                </a:cubicBezTo>
                <a:cubicBezTo>
                  <a:pt x="282749" y="726899"/>
                  <a:pt x="285725" y="719459"/>
                  <a:pt x="281757" y="715490"/>
                </a:cubicBezTo>
                <a:cubicBezTo>
                  <a:pt x="285229" y="709538"/>
                  <a:pt x="284237" y="702098"/>
                  <a:pt x="289197" y="696145"/>
                </a:cubicBezTo>
                <a:cubicBezTo>
                  <a:pt x="295646" y="688209"/>
                  <a:pt x="304078" y="685729"/>
                  <a:pt x="313007" y="684241"/>
                </a:cubicBezTo>
                <a:close/>
                <a:moveTo>
                  <a:pt x="42680" y="684241"/>
                </a:moveTo>
                <a:cubicBezTo>
                  <a:pt x="50121" y="684241"/>
                  <a:pt x="57065" y="687217"/>
                  <a:pt x="63017" y="692177"/>
                </a:cubicBezTo>
                <a:cubicBezTo>
                  <a:pt x="69962" y="698130"/>
                  <a:pt x="74426" y="705570"/>
                  <a:pt x="74426" y="714499"/>
                </a:cubicBezTo>
                <a:cubicBezTo>
                  <a:pt x="74426" y="721939"/>
                  <a:pt x="71450" y="728883"/>
                  <a:pt x="65498" y="734340"/>
                </a:cubicBezTo>
                <a:cubicBezTo>
                  <a:pt x="59049" y="740292"/>
                  <a:pt x="49625" y="745748"/>
                  <a:pt x="42680" y="745748"/>
                </a:cubicBezTo>
                <a:cubicBezTo>
                  <a:pt x="37224" y="743268"/>
                  <a:pt x="30280" y="742772"/>
                  <a:pt x="24327" y="737812"/>
                </a:cubicBezTo>
                <a:cubicBezTo>
                  <a:pt x="17383" y="731860"/>
                  <a:pt x="13415" y="723923"/>
                  <a:pt x="12919" y="715491"/>
                </a:cubicBezTo>
                <a:cubicBezTo>
                  <a:pt x="12423" y="708546"/>
                  <a:pt x="15399" y="701602"/>
                  <a:pt x="20359" y="696146"/>
                </a:cubicBezTo>
                <a:cubicBezTo>
                  <a:pt x="26311" y="689201"/>
                  <a:pt x="33752" y="684737"/>
                  <a:pt x="42680" y="684241"/>
                </a:cubicBezTo>
                <a:close/>
                <a:moveTo>
                  <a:pt x="176604" y="683249"/>
                </a:moveTo>
                <a:cubicBezTo>
                  <a:pt x="183549" y="686225"/>
                  <a:pt x="190989" y="687217"/>
                  <a:pt x="196445" y="692674"/>
                </a:cubicBezTo>
                <a:cubicBezTo>
                  <a:pt x="202894" y="698626"/>
                  <a:pt x="206862" y="706066"/>
                  <a:pt x="206862" y="714499"/>
                </a:cubicBezTo>
                <a:cubicBezTo>
                  <a:pt x="207358" y="722931"/>
                  <a:pt x="202894" y="729876"/>
                  <a:pt x="196445" y="736324"/>
                </a:cubicBezTo>
                <a:cubicBezTo>
                  <a:pt x="190493" y="742276"/>
                  <a:pt x="183053" y="745748"/>
                  <a:pt x="175612" y="745252"/>
                </a:cubicBezTo>
                <a:cubicBezTo>
                  <a:pt x="167180" y="744756"/>
                  <a:pt x="159243" y="740788"/>
                  <a:pt x="153291" y="733844"/>
                </a:cubicBezTo>
                <a:cubicBezTo>
                  <a:pt x="148331" y="728387"/>
                  <a:pt x="145355" y="721443"/>
                  <a:pt x="145851" y="714499"/>
                </a:cubicBezTo>
                <a:cubicBezTo>
                  <a:pt x="146347" y="706562"/>
                  <a:pt x="149819" y="699122"/>
                  <a:pt x="156267" y="692674"/>
                </a:cubicBezTo>
                <a:cubicBezTo>
                  <a:pt x="162716" y="687217"/>
                  <a:pt x="169660" y="686225"/>
                  <a:pt x="176604" y="683249"/>
                </a:cubicBezTo>
                <a:close/>
                <a:moveTo>
                  <a:pt x="109637" y="683249"/>
                </a:moveTo>
                <a:cubicBezTo>
                  <a:pt x="117077" y="683249"/>
                  <a:pt x="124022" y="686721"/>
                  <a:pt x="129478" y="692177"/>
                </a:cubicBezTo>
                <a:cubicBezTo>
                  <a:pt x="136422" y="699122"/>
                  <a:pt x="138406" y="706562"/>
                  <a:pt x="141382" y="714499"/>
                </a:cubicBezTo>
                <a:cubicBezTo>
                  <a:pt x="138406" y="720947"/>
                  <a:pt x="137910" y="727891"/>
                  <a:pt x="132950" y="733348"/>
                </a:cubicBezTo>
                <a:cubicBezTo>
                  <a:pt x="126998" y="740292"/>
                  <a:pt x="119061" y="744260"/>
                  <a:pt x="110629" y="744756"/>
                </a:cubicBezTo>
                <a:cubicBezTo>
                  <a:pt x="103684" y="745252"/>
                  <a:pt x="97236" y="742276"/>
                  <a:pt x="91284" y="737316"/>
                </a:cubicBezTo>
                <a:cubicBezTo>
                  <a:pt x="84339" y="731364"/>
                  <a:pt x="79875" y="723923"/>
                  <a:pt x="79379" y="714995"/>
                </a:cubicBezTo>
                <a:cubicBezTo>
                  <a:pt x="78883" y="707554"/>
                  <a:pt x="82355" y="700610"/>
                  <a:pt x="87316" y="694658"/>
                </a:cubicBezTo>
                <a:cubicBezTo>
                  <a:pt x="93268" y="687713"/>
                  <a:pt x="100708" y="683249"/>
                  <a:pt x="109637" y="683249"/>
                </a:cubicBezTo>
                <a:close/>
                <a:moveTo>
                  <a:pt x="2331323" y="646543"/>
                </a:moveTo>
                <a:cubicBezTo>
                  <a:pt x="2332315" y="647039"/>
                  <a:pt x="2333307" y="648527"/>
                  <a:pt x="2333803" y="649519"/>
                </a:cubicBezTo>
                <a:cubicBezTo>
                  <a:pt x="2333803" y="649023"/>
                  <a:pt x="2332315" y="650015"/>
                  <a:pt x="2330827" y="651999"/>
                </a:cubicBezTo>
                <a:cubicBezTo>
                  <a:pt x="2329835" y="650015"/>
                  <a:pt x="2329339" y="649023"/>
                  <a:pt x="2329339" y="648031"/>
                </a:cubicBezTo>
                <a:cubicBezTo>
                  <a:pt x="2329339" y="647535"/>
                  <a:pt x="2331323" y="646047"/>
                  <a:pt x="2331323" y="646543"/>
                </a:cubicBezTo>
                <a:close/>
                <a:moveTo>
                  <a:pt x="2264359" y="642079"/>
                </a:moveTo>
                <a:cubicBezTo>
                  <a:pt x="2266343" y="644559"/>
                  <a:pt x="2268327" y="645551"/>
                  <a:pt x="2269319" y="647535"/>
                </a:cubicBezTo>
                <a:cubicBezTo>
                  <a:pt x="2270312" y="649519"/>
                  <a:pt x="2266343" y="653488"/>
                  <a:pt x="2264359" y="652496"/>
                </a:cubicBezTo>
                <a:cubicBezTo>
                  <a:pt x="2262375" y="651504"/>
                  <a:pt x="2260391" y="649519"/>
                  <a:pt x="2259895" y="648031"/>
                </a:cubicBezTo>
                <a:cubicBezTo>
                  <a:pt x="2259895" y="646543"/>
                  <a:pt x="2262375" y="644559"/>
                  <a:pt x="2264359" y="642079"/>
                </a:cubicBezTo>
                <a:close/>
                <a:moveTo>
                  <a:pt x="2198387" y="641583"/>
                </a:moveTo>
                <a:cubicBezTo>
                  <a:pt x="2203348" y="641087"/>
                  <a:pt x="2205332" y="643071"/>
                  <a:pt x="2205332" y="648031"/>
                </a:cubicBezTo>
                <a:cubicBezTo>
                  <a:pt x="2205332" y="652992"/>
                  <a:pt x="2203348" y="654976"/>
                  <a:pt x="2198387" y="655472"/>
                </a:cubicBezTo>
                <a:cubicBezTo>
                  <a:pt x="2192435" y="655472"/>
                  <a:pt x="2190451" y="653488"/>
                  <a:pt x="2190947" y="648031"/>
                </a:cubicBezTo>
                <a:cubicBezTo>
                  <a:pt x="2190947" y="643071"/>
                  <a:pt x="2193427" y="641087"/>
                  <a:pt x="2198387" y="641583"/>
                </a:cubicBezTo>
                <a:close/>
                <a:moveTo>
                  <a:pt x="2129440" y="638607"/>
                </a:moveTo>
                <a:cubicBezTo>
                  <a:pt x="2134400" y="638607"/>
                  <a:pt x="2138864" y="643071"/>
                  <a:pt x="2138864" y="648032"/>
                </a:cubicBezTo>
                <a:cubicBezTo>
                  <a:pt x="2138864" y="652992"/>
                  <a:pt x="2134400" y="657456"/>
                  <a:pt x="2129440" y="657456"/>
                </a:cubicBezTo>
                <a:cubicBezTo>
                  <a:pt x="2123983" y="657456"/>
                  <a:pt x="2119519" y="652992"/>
                  <a:pt x="2119519" y="647535"/>
                </a:cubicBezTo>
                <a:cubicBezTo>
                  <a:pt x="2119519" y="642575"/>
                  <a:pt x="2124479" y="638607"/>
                  <a:pt x="2129440" y="638607"/>
                </a:cubicBezTo>
                <a:close/>
                <a:moveTo>
                  <a:pt x="2062973" y="636127"/>
                </a:moveTo>
                <a:cubicBezTo>
                  <a:pt x="2067933" y="636127"/>
                  <a:pt x="2074381" y="643567"/>
                  <a:pt x="2074381" y="648528"/>
                </a:cubicBezTo>
                <a:cubicBezTo>
                  <a:pt x="2074381" y="653488"/>
                  <a:pt x="2066941" y="659936"/>
                  <a:pt x="2061981" y="659936"/>
                </a:cubicBezTo>
                <a:cubicBezTo>
                  <a:pt x="2057020" y="659936"/>
                  <a:pt x="2050572" y="652496"/>
                  <a:pt x="2050572" y="647536"/>
                </a:cubicBezTo>
                <a:cubicBezTo>
                  <a:pt x="2050572" y="642575"/>
                  <a:pt x="2057516" y="636127"/>
                  <a:pt x="2062973" y="636127"/>
                </a:cubicBezTo>
                <a:close/>
                <a:moveTo>
                  <a:pt x="1994521" y="636127"/>
                </a:moveTo>
                <a:cubicBezTo>
                  <a:pt x="2003945" y="636127"/>
                  <a:pt x="2007417" y="639103"/>
                  <a:pt x="2007417" y="647536"/>
                </a:cubicBezTo>
                <a:cubicBezTo>
                  <a:pt x="2007417" y="656464"/>
                  <a:pt x="2004441" y="659936"/>
                  <a:pt x="1996009" y="659936"/>
                </a:cubicBezTo>
                <a:cubicBezTo>
                  <a:pt x="1987080" y="659936"/>
                  <a:pt x="1983608" y="656960"/>
                  <a:pt x="1983608" y="649024"/>
                </a:cubicBezTo>
                <a:cubicBezTo>
                  <a:pt x="1983608" y="639599"/>
                  <a:pt x="1986088" y="636623"/>
                  <a:pt x="1994521" y="636127"/>
                </a:cubicBezTo>
                <a:close/>
                <a:moveTo>
                  <a:pt x="2001" y="634638"/>
                </a:moveTo>
                <a:cubicBezTo>
                  <a:pt x="3489" y="634142"/>
                  <a:pt x="1009" y="640590"/>
                  <a:pt x="4977" y="642079"/>
                </a:cubicBezTo>
                <a:cubicBezTo>
                  <a:pt x="5969" y="648527"/>
                  <a:pt x="3489" y="654975"/>
                  <a:pt x="2497" y="660928"/>
                </a:cubicBezTo>
                <a:cubicBezTo>
                  <a:pt x="2497" y="661424"/>
                  <a:pt x="2001" y="661920"/>
                  <a:pt x="1505" y="661920"/>
                </a:cubicBezTo>
                <a:cubicBezTo>
                  <a:pt x="1009" y="661920"/>
                  <a:pt x="17" y="661424"/>
                  <a:pt x="17" y="660928"/>
                </a:cubicBezTo>
                <a:cubicBezTo>
                  <a:pt x="513" y="656959"/>
                  <a:pt x="513" y="652495"/>
                  <a:pt x="513" y="648031"/>
                </a:cubicBezTo>
                <a:cubicBezTo>
                  <a:pt x="513" y="646047"/>
                  <a:pt x="17" y="644063"/>
                  <a:pt x="513" y="642079"/>
                </a:cubicBezTo>
                <a:cubicBezTo>
                  <a:pt x="1009" y="639598"/>
                  <a:pt x="-1471" y="635134"/>
                  <a:pt x="2001" y="634638"/>
                </a:cubicBezTo>
                <a:close/>
                <a:moveTo>
                  <a:pt x="1928549" y="633647"/>
                </a:moveTo>
                <a:cubicBezTo>
                  <a:pt x="1937973" y="634143"/>
                  <a:pt x="1942934" y="640591"/>
                  <a:pt x="1942934" y="647536"/>
                </a:cubicBezTo>
                <a:cubicBezTo>
                  <a:pt x="1942934" y="656960"/>
                  <a:pt x="1935989" y="661921"/>
                  <a:pt x="1929045" y="661921"/>
                </a:cubicBezTo>
                <a:cubicBezTo>
                  <a:pt x="1919620" y="661921"/>
                  <a:pt x="1914660" y="654976"/>
                  <a:pt x="1914660" y="648032"/>
                </a:cubicBezTo>
                <a:cubicBezTo>
                  <a:pt x="1914660" y="639103"/>
                  <a:pt x="1921604" y="634639"/>
                  <a:pt x="1928549" y="633647"/>
                </a:cubicBezTo>
                <a:close/>
                <a:moveTo>
                  <a:pt x="1859602" y="633647"/>
                </a:moveTo>
                <a:cubicBezTo>
                  <a:pt x="1869522" y="633647"/>
                  <a:pt x="1873987" y="637615"/>
                  <a:pt x="1873987" y="647535"/>
                </a:cubicBezTo>
                <a:cubicBezTo>
                  <a:pt x="1873987" y="657952"/>
                  <a:pt x="1870018" y="661920"/>
                  <a:pt x="1860594" y="662416"/>
                </a:cubicBezTo>
                <a:cubicBezTo>
                  <a:pt x="1849681" y="662416"/>
                  <a:pt x="1846209" y="658448"/>
                  <a:pt x="1845217" y="648031"/>
                </a:cubicBezTo>
                <a:cubicBezTo>
                  <a:pt x="1844721" y="639599"/>
                  <a:pt x="1851665" y="632655"/>
                  <a:pt x="1859602" y="633647"/>
                </a:cubicBezTo>
                <a:close/>
                <a:moveTo>
                  <a:pt x="1794126" y="631663"/>
                </a:moveTo>
                <a:cubicBezTo>
                  <a:pt x="1801566" y="632159"/>
                  <a:pt x="1809998" y="640591"/>
                  <a:pt x="1809998" y="648032"/>
                </a:cubicBezTo>
                <a:cubicBezTo>
                  <a:pt x="1809998" y="657456"/>
                  <a:pt x="1799582" y="665393"/>
                  <a:pt x="1793134" y="664897"/>
                </a:cubicBezTo>
                <a:cubicBezTo>
                  <a:pt x="1785197" y="664897"/>
                  <a:pt x="1776269" y="655968"/>
                  <a:pt x="1776765" y="648032"/>
                </a:cubicBezTo>
                <a:cubicBezTo>
                  <a:pt x="1777261" y="639599"/>
                  <a:pt x="1786189" y="631167"/>
                  <a:pt x="1794126" y="631663"/>
                </a:cubicBezTo>
                <a:close/>
                <a:moveTo>
                  <a:pt x="1726170" y="631662"/>
                </a:moveTo>
                <a:cubicBezTo>
                  <a:pt x="1735595" y="630174"/>
                  <a:pt x="1743531" y="638607"/>
                  <a:pt x="1743531" y="648031"/>
                </a:cubicBezTo>
                <a:cubicBezTo>
                  <a:pt x="1743531" y="657456"/>
                  <a:pt x="1736587" y="665392"/>
                  <a:pt x="1727162" y="665392"/>
                </a:cubicBezTo>
                <a:cubicBezTo>
                  <a:pt x="1717738" y="665392"/>
                  <a:pt x="1709801" y="658448"/>
                  <a:pt x="1709801" y="649023"/>
                </a:cubicBezTo>
                <a:cubicBezTo>
                  <a:pt x="1709305" y="639599"/>
                  <a:pt x="1716746" y="630174"/>
                  <a:pt x="1726170" y="631662"/>
                </a:cubicBezTo>
                <a:close/>
                <a:moveTo>
                  <a:pt x="1657718" y="629182"/>
                </a:moveTo>
                <a:cubicBezTo>
                  <a:pt x="1663174" y="629182"/>
                  <a:pt x="1668135" y="632654"/>
                  <a:pt x="1671607" y="635630"/>
                </a:cubicBezTo>
                <a:cubicBezTo>
                  <a:pt x="1674583" y="638110"/>
                  <a:pt x="1675575" y="643567"/>
                  <a:pt x="1677063" y="648527"/>
                </a:cubicBezTo>
                <a:cubicBezTo>
                  <a:pt x="1675079" y="653487"/>
                  <a:pt x="1674087" y="658944"/>
                  <a:pt x="1671111" y="661424"/>
                </a:cubicBezTo>
                <a:cubicBezTo>
                  <a:pt x="1667143" y="664400"/>
                  <a:pt x="1662678" y="668368"/>
                  <a:pt x="1657222" y="666880"/>
                </a:cubicBezTo>
                <a:cubicBezTo>
                  <a:pt x="1652758" y="665888"/>
                  <a:pt x="1646806" y="664400"/>
                  <a:pt x="1644325" y="661424"/>
                </a:cubicBezTo>
                <a:cubicBezTo>
                  <a:pt x="1641349" y="657456"/>
                  <a:pt x="1637381" y="652991"/>
                  <a:pt x="1638869" y="647535"/>
                </a:cubicBezTo>
                <a:cubicBezTo>
                  <a:pt x="1639861" y="643071"/>
                  <a:pt x="1641349" y="637118"/>
                  <a:pt x="1644821" y="634638"/>
                </a:cubicBezTo>
                <a:cubicBezTo>
                  <a:pt x="1648294" y="632158"/>
                  <a:pt x="1652758" y="629182"/>
                  <a:pt x="1657718" y="629182"/>
                </a:cubicBezTo>
                <a:close/>
                <a:moveTo>
                  <a:pt x="1590755" y="628686"/>
                </a:moveTo>
                <a:cubicBezTo>
                  <a:pt x="1602164" y="629182"/>
                  <a:pt x="1610100" y="636622"/>
                  <a:pt x="1610100" y="648031"/>
                </a:cubicBezTo>
                <a:cubicBezTo>
                  <a:pt x="1610100" y="659440"/>
                  <a:pt x="1602164" y="667376"/>
                  <a:pt x="1590755" y="666880"/>
                </a:cubicBezTo>
                <a:cubicBezTo>
                  <a:pt x="1579346" y="666880"/>
                  <a:pt x="1571906" y="658944"/>
                  <a:pt x="1571906" y="647039"/>
                </a:cubicBezTo>
                <a:cubicBezTo>
                  <a:pt x="1571906" y="636126"/>
                  <a:pt x="1579842" y="628686"/>
                  <a:pt x="1590755" y="628686"/>
                </a:cubicBezTo>
                <a:close/>
                <a:moveTo>
                  <a:pt x="1523791" y="627694"/>
                </a:moveTo>
                <a:cubicBezTo>
                  <a:pt x="1528751" y="627694"/>
                  <a:pt x="1534704" y="630174"/>
                  <a:pt x="1538672" y="633646"/>
                </a:cubicBezTo>
                <a:cubicBezTo>
                  <a:pt x="1542144" y="636622"/>
                  <a:pt x="1543632" y="642575"/>
                  <a:pt x="1546112" y="648031"/>
                </a:cubicBezTo>
                <a:cubicBezTo>
                  <a:pt x="1544128" y="652991"/>
                  <a:pt x="1542640" y="658944"/>
                  <a:pt x="1539168" y="662912"/>
                </a:cubicBezTo>
                <a:cubicBezTo>
                  <a:pt x="1535696" y="666384"/>
                  <a:pt x="1529743" y="669360"/>
                  <a:pt x="1524287" y="669360"/>
                </a:cubicBezTo>
                <a:cubicBezTo>
                  <a:pt x="1519823" y="669360"/>
                  <a:pt x="1513871" y="666880"/>
                  <a:pt x="1510398" y="663904"/>
                </a:cubicBezTo>
                <a:cubicBezTo>
                  <a:pt x="1506926" y="660432"/>
                  <a:pt x="1503454" y="654479"/>
                  <a:pt x="1503454" y="649519"/>
                </a:cubicBezTo>
                <a:cubicBezTo>
                  <a:pt x="1503454" y="644559"/>
                  <a:pt x="1505934" y="638111"/>
                  <a:pt x="1509406" y="634638"/>
                </a:cubicBezTo>
                <a:cubicBezTo>
                  <a:pt x="1512878" y="630670"/>
                  <a:pt x="1518831" y="627694"/>
                  <a:pt x="1523791" y="627694"/>
                </a:cubicBezTo>
                <a:close/>
                <a:moveTo>
                  <a:pt x="1458812" y="626702"/>
                </a:moveTo>
                <a:cubicBezTo>
                  <a:pt x="1467741" y="627198"/>
                  <a:pt x="1480141" y="639599"/>
                  <a:pt x="1479149" y="649024"/>
                </a:cubicBezTo>
                <a:cubicBezTo>
                  <a:pt x="1478157" y="660432"/>
                  <a:pt x="1468733" y="669857"/>
                  <a:pt x="1456332" y="669857"/>
                </a:cubicBezTo>
                <a:cubicBezTo>
                  <a:pt x="1445419" y="669361"/>
                  <a:pt x="1435995" y="658944"/>
                  <a:pt x="1435995" y="647039"/>
                </a:cubicBezTo>
                <a:cubicBezTo>
                  <a:pt x="1435995" y="637119"/>
                  <a:pt x="1447900" y="625710"/>
                  <a:pt x="1458812" y="626702"/>
                </a:cubicBezTo>
                <a:close/>
                <a:moveTo>
                  <a:pt x="1387880" y="625711"/>
                </a:moveTo>
                <a:cubicBezTo>
                  <a:pt x="1394329" y="626207"/>
                  <a:pt x="1400777" y="627695"/>
                  <a:pt x="1404249" y="632159"/>
                </a:cubicBezTo>
                <a:cubicBezTo>
                  <a:pt x="1407721" y="636127"/>
                  <a:pt x="1412682" y="641087"/>
                  <a:pt x="1409706" y="647536"/>
                </a:cubicBezTo>
                <a:cubicBezTo>
                  <a:pt x="1412186" y="653984"/>
                  <a:pt x="1408714" y="659440"/>
                  <a:pt x="1404745" y="662913"/>
                </a:cubicBezTo>
                <a:cubicBezTo>
                  <a:pt x="1400777" y="666881"/>
                  <a:pt x="1395321" y="669361"/>
                  <a:pt x="1388376" y="669361"/>
                </a:cubicBezTo>
                <a:cubicBezTo>
                  <a:pt x="1381432" y="669361"/>
                  <a:pt x="1375976" y="666385"/>
                  <a:pt x="1372008" y="662913"/>
                </a:cubicBezTo>
                <a:cubicBezTo>
                  <a:pt x="1368535" y="659440"/>
                  <a:pt x="1366551" y="653488"/>
                  <a:pt x="1366551" y="647536"/>
                </a:cubicBezTo>
                <a:cubicBezTo>
                  <a:pt x="1366055" y="641087"/>
                  <a:pt x="1369031" y="635631"/>
                  <a:pt x="1372504" y="632159"/>
                </a:cubicBezTo>
                <a:cubicBezTo>
                  <a:pt x="1375976" y="628687"/>
                  <a:pt x="1380936" y="625214"/>
                  <a:pt x="1387880" y="625711"/>
                </a:cubicBezTo>
                <a:close/>
                <a:moveTo>
                  <a:pt x="1321908" y="624222"/>
                </a:moveTo>
                <a:cubicBezTo>
                  <a:pt x="1326868" y="626206"/>
                  <a:pt x="1331829" y="628190"/>
                  <a:pt x="1336789" y="631166"/>
                </a:cubicBezTo>
                <a:cubicBezTo>
                  <a:pt x="1342741" y="634639"/>
                  <a:pt x="1342245" y="642575"/>
                  <a:pt x="1345717" y="647535"/>
                </a:cubicBezTo>
                <a:cubicBezTo>
                  <a:pt x="1343237" y="652992"/>
                  <a:pt x="1342741" y="658944"/>
                  <a:pt x="1338773" y="663904"/>
                </a:cubicBezTo>
                <a:cubicBezTo>
                  <a:pt x="1334309" y="669360"/>
                  <a:pt x="1327861" y="670848"/>
                  <a:pt x="1321908" y="671841"/>
                </a:cubicBezTo>
                <a:cubicBezTo>
                  <a:pt x="1317444" y="672337"/>
                  <a:pt x="1311492" y="668368"/>
                  <a:pt x="1307027" y="665888"/>
                </a:cubicBezTo>
                <a:cubicBezTo>
                  <a:pt x="1301075" y="662416"/>
                  <a:pt x="1301571" y="654480"/>
                  <a:pt x="1298099" y="649519"/>
                </a:cubicBezTo>
                <a:cubicBezTo>
                  <a:pt x="1300579" y="644063"/>
                  <a:pt x="1301075" y="638111"/>
                  <a:pt x="1305043" y="633150"/>
                </a:cubicBezTo>
                <a:cubicBezTo>
                  <a:pt x="1309011" y="627198"/>
                  <a:pt x="1316452" y="627694"/>
                  <a:pt x="1321908" y="624222"/>
                </a:cubicBezTo>
                <a:close/>
                <a:moveTo>
                  <a:pt x="1255937" y="624222"/>
                </a:moveTo>
                <a:cubicBezTo>
                  <a:pt x="1267346" y="624718"/>
                  <a:pt x="1279251" y="637119"/>
                  <a:pt x="1278755" y="648527"/>
                </a:cubicBezTo>
                <a:cubicBezTo>
                  <a:pt x="1278755" y="660432"/>
                  <a:pt x="1266354" y="672337"/>
                  <a:pt x="1253953" y="671840"/>
                </a:cubicBezTo>
                <a:cubicBezTo>
                  <a:pt x="1243041" y="671840"/>
                  <a:pt x="1231136" y="658944"/>
                  <a:pt x="1231136" y="647535"/>
                </a:cubicBezTo>
                <a:cubicBezTo>
                  <a:pt x="1231136" y="635631"/>
                  <a:pt x="1243537" y="623726"/>
                  <a:pt x="1255937" y="624222"/>
                </a:cubicBezTo>
                <a:close/>
                <a:moveTo>
                  <a:pt x="1185005" y="624222"/>
                </a:moveTo>
                <a:cubicBezTo>
                  <a:pt x="1198894" y="623726"/>
                  <a:pt x="1209310" y="634143"/>
                  <a:pt x="1209806" y="647535"/>
                </a:cubicBezTo>
                <a:cubicBezTo>
                  <a:pt x="1209806" y="661424"/>
                  <a:pt x="1199390" y="671841"/>
                  <a:pt x="1186493" y="671841"/>
                </a:cubicBezTo>
                <a:cubicBezTo>
                  <a:pt x="1173596" y="671841"/>
                  <a:pt x="1162684" y="661424"/>
                  <a:pt x="1162188" y="649023"/>
                </a:cubicBezTo>
                <a:cubicBezTo>
                  <a:pt x="1161692" y="635631"/>
                  <a:pt x="1171116" y="624718"/>
                  <a:pt x="1185005" y="624222"/>
                </a:cubicBezTo>
                <a:close/>
                <a:moveTo>
                  <a:pt x="1119033" y="624222"/>
                </a:moveTo>
                <a:cubicBezTo>
                  <a:pt x="1133914" y="624222"/>
                  <a:pt x="1143339" y="633150"/>
                  <a:pt x="1143339" y="647535"/>
                </a:cubicBezTo>
                <a:cubicBezTo>
                  <a:pt x="1143339" y="662912"/>
                  <a:pt x="1134410" y="671841"/>
                  <a:pt x="1119529" y="671841"/>
                </a:cubicBezTo>
                <a:cubicBezTo>
                  <a:pt x="1104648" y="671841"/>
                  <a:pt x="1095720" y="662912"/>
                  <a:pt x="1095720" y="648031"/>
                </a:cubicBezTo>
                <a:cubicBezTo>
                  <a:pt x="1095720" y="633646"/>
                  <a:pt x="1104648" y="624222"/>
                  <a:pt x="1119033" y="624222"/>
                </a:cubicBezTo>
                <a:close/>
                <a:moveTo>
                  <a:pt x="1053062" y="621742"/>
                </a:moveTo>
                <a:cubicBezTo>
                  <a:pt x="1060007" y="621742"/>
                  <a:pt x="1065463" y="626702"/>
                  <a:pt x="1070919" y="629678"/>
                </a:cubicBezTo>
                <a:cubicBezTo>
                  <a:pt x="1074392" y="631663"/>
                  <a:pt x="1078856" y="645055"/>
                  <a:pt x="1078856" y="649023"/>
                </a:cubicBezTo>
                <a:cubicBezTo>
                  <a:pt x="1078360" y="655472"/>
                  <a:pt x="1074392" y="661424"/>
                  <a:pt x="1070423" y="666880"/>
                </a:cubicBezTo>
                <a:cubicBezTo>
                  <a:pt x="1068439" y="669361"/>
                  <a:pt x="1055047" y="674321"/>
                  <a:pt x="1052070" y="674321"/>
                </a:cubicBezTo>
                <a:cubicBezTo>
                  <a:pt x="1045139" y="674321"/>
                  <a:pt x="1038691" y="670353"/>
                  <a:pt x="1034226" y="665888"/>
                </a:cubicBezTo>
                <a:cubicBezTo>
                  <a:pt x="1029762" y="661424"/>
                  <a:pt x="1026290" y="654976"/>
                  <a:pt x="1026290" y="648031"/>
                </a:cubicBezTo>
                <a:cubicBezTo>
                  <a:pt x="1026290" y="640591"/>
                  <a:pt x="1030754" y="634639"/>
                  <a:pt x="1034723" y="629182"/>
                </a:cubicBezTo>
                <a:cubicBezTo>
                  <a:pt x="1036707" y="626702"/>
                  <a:pt x="1050086" y="621742"/>
                  <a:pt x="1053062" y="621742"/>
                </a:cubicBezTo>
                <a:close/>
                <a:moveTo>
                  <a:pt x="986145" y="621742"/>
                </a:moveTo>
                <a:cubicBezTo>
                  <a:pt x="1000034" y="622238"/>
                  <a:pt x="1011442" y="632655"/>
                  <a:pt x="1012434" y="647535"/>
                </a:cubicBezTo>
                <a:cubicBezTo>
                  <a:pt x="1013425" y="661920"/>
                  <a:pt x="1000034" y="674321"/>
                  <a:pt x="986145" y="674321"/>
                </a:cubicBezTo>
                <a:cubicBezTo>
                  <a:pt x="972753" y="674321"/>
                  <a:pt x="959360" y="661920"/>
                  <a:pt x="959856" y="647535"/>
                </a:cubicBezTo>
                <a:cubicBezTo>
                  <a:pt x="960848" y="633151"/>
                  <a:pt x="972257" y="622734"/>
                  <a:pt x="986145" y="621742"/>
                </a:cubicBezTo>
                <a:close/>
                <a:moveTo>
                  <a:pt x="918677" y="621742"/>
                </a:moveTo>
                <a:cubicBezTo>
                  <a:pt x="925622" y="620750"/>
                  <a:pt x="930582" y="624718"/>
                  <a:pt x="936038" y="629678"/>
                </a:cubicBezTo>
                <a:cubicBezTo>
                  <a:pt x="941990" y="635135"/>
                  <a:pt x="943974" y="641583"/>
                  <a:pt x="943478" y="649024"/>
                </a:cubicBezTo>
                <a:cubicBezTo>
                  <a:pt x="942982" y="663408"/>
                  <a:pt x="931574" y="673825"/>
                  <a:pt x="916693" y="674321"/>
                </a:cubicBezTo>
                <a:cubicBezTo>
                  <a:pt x="909253" y="674321"/>
                  <a:pt x="903798" y="671345"/>
                  <a:pt x="898341" y="666384"/>
                </a:cubicBezTo>
                <a:cubicBezTo>
                  <a:pt x="892389" y="660928"/>
                  <a:pt x="890405" y="654480"/>
                  <a:pt x="890901" y="647039"/>
                </a:cubicBezTo>
                <a:cubicBezTo>
                  <a:pt x="891397" y="632655"/>
                  <a:pt x="902310" y="621742"/>
                  <a:pt x="918677" y="621742"/>
                </a:cubicBezTo>
                <a:close/>
                <a:moveTo>
                  <a:pt x="850706" y="621742"/>
                </a:moveTo>
                <a:cubicBezTo>
                  <a:pt x="865093" y="621742"/>
                  <a:pt x="876501" y="633150"/>
                  <a:pt x="876997" y="647535"/>
                </a:cubicBezTo>
                <a:cubicBezTo>
                  <a:pt x="876997" y="663408"/>
                  <a:pt x="864597" y="675809"/>
                  <a:pt x="850706" y="674321"/>
                </a:cubicBezTo>
                <a:cubicBezTo>
                  <a:pt x="835331" y="675809"/>
                  <a:pt x="823921" y="662912"/>
                  <a:pt x="823921" y="648031"/>
                </a:cubicBezTo>
                <a:cubicBezTo>
                  <a:pt x="823921" y="634143"/>
                  <a:pt x="834835" y="621246"/>
                  <a:pt x="850706" y="621742"/>
                </a:cubicBezTo>
                <a:close/>
                <a:moveTo>
                  <a:pt x="784264" y="619758"/>
                </a:moveTo>
                <a:cubicBezTo>
                  <a:pt x="791704" y="621742"/>
                  <a:pt x="799143" y="623726"/>
                  <a:pt x="805093" y="630175"/>
                </a:cubicBezTo>
                <a:cubicBezTo>
                  <a:pt x="810057" y="635631"/>
                  <a:pt x="809067" y="642575"/>
                  <a:pt x="813529" y="647536"/>
                </a:cubicBezTo>
                <a:cubicBezTo>
                  <a:pt x="810057" y="655472"/>
                  <a:pt x="809067" y="662913"/>
                  <a:pt x="803110" y="668369"/>
                </a:cubicBezTo>
                <a:cubicBezTo>
                  <a:pt x="797655" y="673329"/>
                  <a:pt x="790709" y="676305"/>
                  <a:pt x="783767" y="676305"/>
                </a:cubicBezTo>
                <a:cubicBezTo>
                  <a:pt x="775829" y="676305"/>
                  <a:pt x="768388" y="673329"/>
                  <a:pt x="762932" y="666385"/>
                </a:cubicBezTo>
                <a:cubicBezTo>
                  <a:pt x="758471" y="660928"/>
                  <a:pt x="754995" y="653984"/>
                  <a:pt x="755491" y="647040"/>
                </a:cubicBezTo>
                <a:cubicBezTo>
                  <a:pt x="756483" y="639599"/>
                  <a:pt x="758963" y="631663"/>
                  <a:pt x="765911" y="626703"/>
                </a:cubicBezTo>
                <a:cubicBezTo>
                  <a:pt x="769382" y="624222"/>
                  <a:pt x="780789" y="618766"/>
                  <a:pt x="784264" y="619758"/>
                </a:cubicBezTo>
                <a:close/>
                <a:moveTo>
                  <a:pt x="714297" y="619757"/>
                </a:moveTo>
                <a:cubicBezTo>
                  <a:pt x="728184" y="619757"/>
                  <a:pt x="743064" y="633150"/>
                  <a:pt x="743064" y="648031"/>
                </a:cubicBezTo>
                <a:cubicBezTo>
                  <a:pt x="743064" y="661424"/>
                  <a:pt x="730168" y="676304"/>
                  <a:pt x="715288" y="676800"/>
                </a:cubicBezTo>
                <a:cubicBezTo>
                  <a:pt x="701896" y="677296"/>
                  <a:pt x="687512" y="665392"/>
                  <a:pt x="686024" y="649023"/>
                </a:cubicBezTo>
                <a:cubicBezTo>
                  <a:pt x="685032" y="635134"/>
                  <a:pt x="699912" y="619261"/>
                  <a:pt x="714297" y="619757"/>
                </a:cubicBezTo>
                <a:close/>
                <a:moveTo>
                  <a:pt x="648348" y="619262"/>
                </a:moveTo>
                <a:cubicBezTo>
                  <a:pt x="657275" y="619262"/>
                  <a:pt x="662730" y="623726"/>
                  <a:pt x="668187" y="629183"/>
                </a:cubicBezTo>
                <a:cubicBezTo>
                  <a:pt x="673642" y="634639"/>
                  <a:pt x="676618" y="640095"/>
                  <a:pt x="676618" y="648528"/>
                </a:cubicBezTo>
                <a:cubicBezTo>
                  <a:pt x="676618" y="657456"/>
                  <a:pt x="672651" y="662912"/>
                  <a:pt x="667195" y="668369"/>
                </a:cubicBezTo>
                <a:cubicBezTo>
                  <a:pt x="661739" y="673825"/>
                  <a:pt x="656283" y="678289"/>
                  <a:pt x="648348" y="676305"/>
                </a:cubicBezTo>
                <a:cubicBezTo>
                  <a:pt x="639915" y="677793"/>
                  <a:pt x="634460" y="673825"/>
                  <a:pt x="629004" y="668369"/>
                </a:cubicBezTo>
                <a:cubicBezTo>
                  <a:pt x="623547" y="662912"/>
                  <a:pt x="619084" y="656960"/>
                  <a:pt x="619084" y="648528"/>
                </a:cubicBezTo>
                <a:cubicBezTo>
                  <a:pt x="619084" y="640095"/>
                  <a:pt x="622556" y="634143"/>
                  <a:pt x="628011" y="628190"/>
                </a:cubicBezTo>
                <a:cubicBezTo>
                  <a:pt x="633964" y="622238"/>
                  <a:pt x="639419" y="619262"/>
                  <a:pt x="648348" y="619262"/>
                </a:cubicBezTo>
                <a:close/>
                <a:moveTo>
                  <a:pt x="581853" y="619262"/>
                </a:moveTo>
                <a:cubicBezTo>
                  <a:pt x="596734" y="619262"/>
                  <a:pt x="611615" y="633151"/>
                  <a:pt x="610127" y="648032"/>
                </a:cubicBezTo>
                <a:cubicBezTo>
                  <a:pt x="611615" y="663408"/>
                  <a:pt x="597230" y="676801"/>
                  <a:pt x="582349" y="677297"/>
                </a:cubicBezTo>
                <a:cubicBezTo>
                  <a:pt x="565980" y="677793"/>
                  <a:pt x="552587" y="663408"/>
                  <a:pt x="552587" y="648528"/>
                </a:cubicBezTo>
                <a:cubicBezTo>
                  <a:pt x="552587" y="633151"/>
                  <a:pt x="565980" y="619262"/>
                  <a:pt x="581853" y="619262"/>
                </a:cubicBezTo>
                <a:close/>
                <a:moveTo>
                  <a:pt x="514883" y="618766"/>
                </a:moveTo>
                <a:cubicBezTo>
                  <a:pt x="523315" y="618766"/>
                  <a:pt x="529764" y="620750"/>
                  <a:pt x="535717" y="626702"/>
                </a:cubicBezTo>
                <a:cubicBezTo>
                  <a:pt x="541669" y="633151"/>
                  <a:pt x="544645" y="639599"/>
                  <a:pt x="543157" y="647536"/>
                </a:cubicBezTo>
                <a:cubicBezTo>
                  <a:pt x="544149" y="655968"/>
                  <a:pt x="542165" y="662416"/>
                  <a:pt x="536213" y="668369"/>
                </a:cubicBezTo>
                <a:cubicBezTo>
                  <a:pt x="529764" y="674817"/>
                  <a:pt x="522819" y="676305"/>
                  <a:pt x="514387" y="676305"/>
                </a:cubicBezTo>
                <a:cubicBezTo>
                  <a:pt x="505954" y="676305"/>
                  <a:pt x="500002" y="674321"/>
                  <a:pt x="493553" y="668369"/>
                </a:cubicBezTo>
                <a:cubicBezTo>
                  <a:pt x="487105" y="661920"/>
                  <a:pt x="485617" y="654976"/>
                  <a:pt x="485617" y="646544"/>
                </a:cubicBezTo>
                <a:cubicBezTo>
                  <a:pt x="485617" y="639103"/>
                  <a:pt x="487601" y="632655"/>
                  <a:pt x="493057" y="626702"/>
                </a:cubicBezTo>
                <a:cubicBezTo>
                  <a:pt x="499506" y="620254"/>
                  <a:pt x="506450" y="618766"/>
                  <a:pt x="514883" y="618766"/>
                </a:cubicBezTo>
                <a:close/>
                <a:moveTo>
                  <a:pt x="379976" y="617774"/>
                </a:moveTo>
                <a:cubicBezTo>
                  <a:pt x="388904" y="617774"/>
                  <a:pt x="396346" y="622734"/>
                  <a:pt x="402298" y="629678"/>
                </a:cubicBezTo>
                <a:cubicBezTo>
                  <a:pt x="407258" y="635134"/>
                  <a:pt x="410235" y="642079"/>
                  <a:pt x="409738" y="649023"/>
                </a:cubicBezTo>
                <a:cubicBezTo>
                  <a:pt x="409242" y="657456"/>
                  <a:pt x="405274" y="665392"/>
                  <a:pt x="398330" y="671344"/>
                </a:cubicBezTo>
                <a:cubicBezTo>
                  <a:pt x="392376" y="676305"/>
                  <a:pt x="385432" y="676801"/>
                  <a:pt x="378984" y="679281"/>
                </a:cubicBezTo>
                <a:cubicBezTo>
                  <a:pt x="370550" y="676801"/>
                  <a:pt x="363110" y="674817"/>
                  <a:pt x="357156" y="667872"/>
                </a:cubicBezTo>
                <a:cubicBezTo>
                  <a:pt x="351700" y="661920"/>
                  <a:pt x="348228" y="654976"/>
                  <a:pt x="348228" y="648031"/>
                </a:cubicBezTo>
                <a:cubicBezTo>
                  <a:pt x="348228" y="639103"/>
                  <a:pt x="352692" y="631662"/>
                  <a:pt x="359638" y="625710"/>
                </a:cubicBezTo>
                <a:cubicBezTo>
                  <a:pt x="365590" y="620254"/>
                  <a:pt x="372534" y="617277"/>
                  <a:pt x="379976" y="617774"/>
                </a:cubicBezTo>
                <a:close/>
                <a:moveTo>
                  <a:pt x="42189" y="617774"/>
                </a:moveTo>
                <a:cubicBezTo>
                  <a:pt x="62029" y="618270"/>
                  <a:pt x="73933" y="628687"/>
                  <a:pt x="73437" y="648528"/>
                </a:cubicBezTo>
                <a:cubicBezTo>
                  <a:pt x="73437" y="667873"/>
                  <a:pt x="63021" y="676801"/>
                  <a:pt x="43677" y="679281"/>
                </a:cubicBezTo>
                <a:cubicBezTo>
                  <a:pt x="22844" y="677297"/>
                  <a:pt x="14411" y="667873"/>
                  <a:pt x="12427" y="649024"/>
                </a:cubicBezTo>
                <a:cubicBezTo>
                  <a:pt x="11435" y="640591"/>
                  <a:pt x="14907" y="632655"/>
                  <a:pt x="20860" y="626702"/>
                </a:cubicBezTo>
                <a:cubicBezTo>
                  <a:pt x="26812" y="620750"/>
                  <a:pt x="34252" y="617774"/>
                  <a:pt x="42189" y="617774"/>
                </a:cubicBezTo>
                <a:close/>
                <a:moveTo>
                  <a:pt x="312526" y="617402"/>
                </a:moveTo>
                <a:cubicBezTo>
                  <a:pt x="318354" y="617402"/>
                  <a:pt x="324183" y="619510"/>
                  <a:pt x="329392" y="623726"/>
                </a:cubicBezTo>
                <a:cubicBezTo>
                  <a:pt x="331872" y="625710"/>
                  <a:pt x="333857" y="628191"/>
                  <a:pt x="336337" y="630175"/>
                </a:cubicBezTo>
                <a:cubicBezTo>
                  <a:pt x="340801" y="635135"/>
                  <a:pt x="343282" y="641583"/>
                  <a:pt x="343282" y="649520"/>
                </a:cubicBezTo>
                <a:cubicBezTo>
                  <a:pt x="342289" y="654976"/>
                  <a:pt x="341297" y="661424"/>
                  <a:pt x="335841" y="666385"/>
                </a:cubicBezTo>
                <a:cubicBezTo>
                  <a:pt x="333857" y="668369"/>
                  <a:pt x="331872" y="670353"/>
                  <a:pt x="329888" y="672337"/>
                </a:cubicBezTo>
                <a:cubicBezTo>
                  <a:pt x="321950" y="681265"/>
                  <a:pt x="302604" y="681265"/>
                  <a:pt x="295165" y="672337"/>
                </a:cubicBezTo>
                <a:cubicBezTo>
                  <a:pt x="292685" y="669857"/>
                  <a:pt x="290204" y="667377"/>
                  <a:pt x="287724" y="664897"/>
                </a:cubicBezTo>
                <a:cubicBezTo>
                  <a:pt x="279788" y="655472"/>
                  <a:pt x="279292" y="641087"/>
                  <a:pt x="288220" y="631167"/>
                </a:cubicBezTo>
                <a:cubicBezTo>
                  <a:pt x="290700" y="628687"/>
                  <a:pt x="293181" y="625710"/>
                  <a:pt x="295661" y="623726"/>
                </a:cubicBezTo>
                <a:cubicBezTo>
                  <a:pt x="300868" y="619510"/>
                  <a:pt x="306697" y="617402"/>
                  <a:pt x="312526" y="617402"/>
                </a:cubicBezTo>
                <a:close/>
                <a:moveTo>
                  <a:pt x="176588" y="617278"/>
                </a:moveTo>
                <a:cubicBezTo>
                  <a:pt x="193949" y="617774"/>
                  <a:pt x="206845" y="631167"/>
                  <a:pt x="207341" y="648032"/>
                </a:cubicBezTo>
                <a:cubicBezTo>
                  <a:pt x="206349" y="665393"/>
                  <a:pt x="193949" y="678289"/>
                  <a:pt x="176588" y="678785"/>
                </a:cubicBezTo>
                <a:cubicBezTo>
                  <a:pt x="159723" y="679281"/>
                  <a:pt x="144842" y="664897"/>
                  <a:pt x="145338" y="647536"/>
                </a:cubicBezTo>
                <a:cubicBezTo>
                  <a:pt x="145834" y="629679"/>
                  <a:pt x="159723" y="617278"/>
                  <a:pt x="176588" y="617278"/>
                </a:cubicBezTo>
                <a:close/>
                <a:moveTo>
                  <a:pt x="109637" y="617278"/>
                </a:moveTo>
                <a:cubicBezTo>
                  <a:pt x="130470" y="619262"/>
                  <a:pt x="138902" y="628687"/>
                  <a:pt x="140886" y="647536"/>
                </a:cubicBezTo>
                <a:cubicBezTo>
                  <a:pt x="141879" y="655968"/>
                  <a:pt x="138406" y="663905"/>
                  <a:pt x="132454" y="669857"/>
                </a:cubicBezTo>
                <a:cubicBezTo>
                  <a:pt x="126502" y="675809"/>
                  <a:pt x="119061" y="678785"/>
                  <a:pt x="111125" y="678785"/>
                </a:cubicBezTo>
                <a:cubicBezTo>
                  <a:pt x="91284" y="678289"/>
                  <a:pt x="79379" y="667873"/>
                  <a:pt x="79875" y="648032"/>
                </a:cubicBezTo>
                <a:cubicBezTo>
                  <a:pt x="79379" y="628191"/>
                  <a:pt x="90292" y="619262"/>
                  <a:pt x="109637" y="617278"/>
                </a:cubicBezTo>
                <a:close/>
                <a:moveTo>
                  <a:pt x="244570" y="617277"/>
                </a:moveTo>
                <a:cubicBezTo>
                  <a:pt x="260939" y="617773"/>
                  <a:pt x="273339" y="630670"/>
                  <a:pt x="274331" y="648527"/>
                </a:cubicBezTo>
                <a:cubicBezTo>
                  <a:pt x="272843" y="665888"/>
                  <a:pt x="259947" y="678785"/>
                  <a:pt x="243082" y="678785"/>
                </a:cubicBezTo>
                <a:cubicBezTo>
                  <a:pt x="225721" y="678785"/>
                  <a:pt x="211832" y="664400"/>
                  <a:pt x="212824" y="647039"/>
                </a:cubicBezTo>
                <a:cubicBezTo>
                  <a:pt x="213816" y="630174"/>
                  <a:pt x="226713" y="616781"/>
                  <a:pt x="244570" y="617277"/>
                </a:cubicBezTo>
                <a:close/>
                <a:moveTo>
                  <a:pt x="443948" y="616286"/>
                </a:moveTo>
                <a:cubicBezTo>
                  <a:pt x="449900" y="619262"/>
                  <a:pt x="456844" y="618766"/>
                  <a:pt x="462797" y="622734"/>
                </a:cubicBezTo>
                <a:cubicBezTo>
                  <a:pt x="471229" y="628687"/>
                  <a:pt x="473213" y="638111"/>
                  <a:pt x="476189" y="647040"/>
                </a:cubicBezTo>
                <a:cubicBezTo>
                  <a:pt x="471725" y="650512"/>
                  <a:pt x="474701" y="655968"/>
                  <a:pt x="471725" y="660928"/>
                </a:cubicBezTo>
                <a:cubicBezTo>
                  <a:pt x="468749" y="665889"/>
                  <a:pt x="465277" y="669857"/>
                  <a:pt x="460813" y="672833"/>
                </a:cubicBezTo>
                <a:cubicBezTo>
                  <a:pt x="457340" y="676305"/>
                  <a:pt x="451388" y="677297"/>
                  <a:pt x="446924" y="678289"/>
                </a:cubicBezTo>
                <a:cubicBezTo>
                  <a:pt x="442460" y="677793"/>
                  <a:pt x="438491" y="677297"/>
                  <a:pt x="435019" y="676305"/>
                </a:cubicBezTo>
                <a:cubicBezTo>
                  <a:pt x="432539" y="675809"/>
                  <a:pt x="430059" y="674321"/>
                  <a:pt x="428571" y="672337"/>
                </a:cubicBezTo>
                <a:cubicBezTo>
                  <a:pt x="425098" y="668865"/>
                  <a:pt x="421626" y="665393"/>
                  <a:pt x="418650" y="660928"/>
                </a:cubicBezTo>
                <a:cubicBezTo>
                  <a:pt x="415673" y="656960"/>
                  <a:pt x="419146" y="651008"/>
                  <a:pt x="414185" y="648528"/>
                </a:cubicBezTo>
                <a:cubicBezTo>
                  <a:pt x="415177" y="644064"/>
                  <a:pt x="416665" y="640095"/>
                  <a:pt x="417658" y="635631"/>
                </a:cubicBezTo>
                <a:cubicBezTo>
                  <a:pt x="419642" y="629679"/>
                  <a:pt x="424602" y="626703"/>
                  <a:pt x="428571" y="622238"/>
                </a:cubicBezTo>
                <a:cubicBezTo>
                  <a:pt x="432539" y="617774"/>
                  <a:pt x="439483" y="620750"/>
                  <a:pt x="443948" y="616286"/>
                </a:cubicBezTo>
                <a:close/>
                <a:moveTo>
                  <a:pt x="2332315" y="579084"/>
                </a:moveTo>
                <a:cubicBezTo>
                  <a:pt x="2332315" y="579084"/>
                  <a:pt x="2333307" y="580572"/>
                  <a:pt x="2334795" y="582060"/>
                </a:cubicBezTo>
                <a:cubicBezTo>
                  <a:pt x="2332811" y="583052"/>
                  <a:pt x="2331819" y="583548"/>
                  <a:pt x="2330827" y="583548"/>
                </a:cubicBezTo>
                <a:cubicBezTo>
                  <a:pt x="2330331" y="583548"/>
                  <a:pt x="2328843" y="581564"/>
                  <a:pt x="2329339" y="581564"/>
                </a:cubicBezTo>
                <a:cubicBezTo>
                  <a:pt x="2329835" y="580572"/>
                  <a:pt x="2331323" y="579580"/>
                  <a:pt x="2332315" y="579084"/>
                </a:cubicBezTo>
                <a:close/>
                <a:moveTo>
                  <a:pt x="2261197" y="576479"/>
                </a:moveTo>
                <a:cubicBezTo>
                  <a:pt x="2262251" y="576231"/>
                  <a:pt x="2263615" y="576603"/>
                  <a:pt x="2264855" y="576603"/>
                </a:cubicBezTo>
                <a:cubicBezTo>
                  <a:pt x="2269816" y="576603"/>
                  <a:pt x="2269816" y="577099"/>
                  <a:pt x="2269320" y="582556"/>
                </a:cubicBezTo>
                <a:cubicBezTo>
                  <a:pt x="2269816" y="587516"/>
                  <a:pt x="2266343" y="586028"/>
                  <a:pt x="2263863" y="586028"/>
                </a:cubicBezTo>
                <a:cubicBezTo>
                  <a:pt x="2259399" y="586028"/>
                  <a:pt x="2259895" y="586028"/>
                  <a:pt x="2259399" y="580075"/>
                </a:cubicBezTo>
                <a:cubicBezTo>
                  <a:pt x="2259399" y="577595"/>
                  <a:pt x="2260143" y="576727"/>
                  <a:pt x="2261197" y="576479"/>
                </a:cubicBezTo>
                <a:close/>
                <a:moveTo>
                  <a:pt x="2128448" y="572139"/>
                </a:moveTo>
                <a:cubicBezTo>
                  <a:pt x="2133408" y="572139"/>
                  <a:pt x="2138368" y="576107"/>
                  <a:pt x="2138368" y="581067"/>
                </a:cubicBezTo>
                <a:cubicBezTo>
                  <a:pt x="2138864" y="586524"/>
                  <a:pt x="2134400" y="591484"/>
                  <a:pt x="2128944" y="591484"/>
                </a:cubicBezTo>
                <a:cubicBezTo>
                  <a:pt x="2123983" y="591484"/>
                  <a:pt x="2119519" y="587020"/>
                  <a:pt x="2119519" y="582060"/>
                </a:cubicBezTo>
                <a:cubicBezTo>
                  <a:pt x="2119519" y="576603"/>
                  <a:pt x="2123487" y="572139"/>
                  <a:pt x="2128448" y="572139"/>
                </a:cubicBezTo>
                <a:close/>
                <a:moveTo>
                  <a:pt x="2197396" y="571643"/>
                </a:moveTo>
                <a:cubicBezTo>
                  <a:pt x="2198884" y="572139"/>
                  <a:pt x="2199876" y="572635"/>
                  <a:pt x="2200372" y="572635"/>
                </a:cubicBezTo>
                <a:cubicBezTo>
                  <a:pt x="2202852" y="574619"/>
                  <a:pt x="2204836" y="577099"/>
                  <a:pt x="2206820" y="579579"/>
                </a:cubicBezTo>
                <a:cubicBezTo>
                  <a:pt x="2207316" y="580571"/>
                  <a:pt x="2207316" y="582060"/>
                  <a:pt x="2206820" y="583548"/>
                </a:cubicBezTo>
                <a:cubicBezTo>
                  <a:pt x="2206324" y="584540"/>
                  <a:pt x="2205332" y="585036"/>
                  <a:pt x="2204340" y="586028"/>
                </a:cubicBezTo>
                <a:cubicBezTo>
                  <a:pt x="2197396" y="592972"/>
                  <a:pt x="2198884" y="592972"/>
                  <a:pt x="2191940" y="586028"/>
                </a:cubicBezTo>
                <a:cubicBezTo>
                  <a:pt x="2187475" y="582060"/>
                  <a:pt x="2186979" y="581564"/>
                  <a:pt x="2191940" y="577099"/>
                </a:cubicBezTo>
                <a:cubicBezTo>
                  <a:pt x="2193924" y="575115"/>
                  <a:pt x="2195412" y="573131"/>
                  <a:pt x="2197396" y="571643"/>
                </a:cubicBezTo>
                <a:close/>
                <a:moveTo>
                  <a:pt x="2061980" y="569659"/>
                </a:moveTo>
                <a:cubicBezTo>
                  <a:pt x="2068429" y="569659"/>
                  <a:pt x="2073885" y="574619"/>
                  <a:pt x="2074381" y="581068"/>
                </a:cubicBezTo>
                <a:cubicBezTo>
                  <a:pt x="2074381" y="588508"/>
                  <a:pt x="2070413" y="592972"/>
                  <a:pt x="2063468" y="593468"/>
                </a:cubicBezTo>
                <a:cubicBezTo>
                  <a:pt x="2057020" y="593964"/>
                  <a:pt x="2052060" y="590492"/>
                  <a:pt x="2050572" y="582556"/>
                </a:cubicBezTo>
                <a:cubicBezTo>
                  <a:pt x="2049580" y="575115"/>
                  <a:pt x="2055532" y="569659"/>
                  <a:pt x="2061980" y="569659"/>
                </a:cubicBezTo>
                <a:close/>
                <a:moveTo>
                  <a:pt x="1003" y="567675"/>
                </a:moveTo>
                <a:cubicBezTo>
                  <a:pt x="1995" y="569163"/>
                  <a:pt x="3979" y="570651"/>
                  <a:pt x="3979" y="572635"/>
                </a:cubicBezTo>
                <a:cubicBezTo>
                  <a:pt x="4475" y="578588"/>
                  <a:pt x="4475" y="584540"/>
                  <a:pt x="3979" y="590988"/>
                </a:cubicBezTo>
                <a:cubicBezTo>
                  <a:pt x="3979" y="592476"/>
                  <a:pt x="2491" y="594460"/>
                  <a:pt x="1499" y="595949"/>
                </a:cubicBezTo>
                <a:cubicBezTo>
                  <a:pt x="1003" y="594460"/>
                  <a:pt x="11" y="592972"/>
                  <a:pt x="11" y="591484"/>
                </a:cubicBezTo>
                <a:cubicBezTo>
                  <a:pt x="507" y="587516"/>
                  <a:pt x="507" y="583548"/>
                  <a:pt x="507" y="580076"/>
                </a:cubicBezTo>
                <a:cubicBezTo>
                  <a:pt x="507" y="577596"/>
                  <a:pt x="507" y="575611"/>
                  <a:pt x="507" y="573131"/>
                </a:cubicBezTo>
                <a:cubicBezTo>
                  <a:pt x="507" y="571147"/>
                  <a:pt x="1003" y="569659"/>
                  <a:pt x="1003" y="567675"/>
                </a:cubicBezTo>
                <a:close/>
                <a:moveTo>
                  <a:pt x="1996009" y="567179"/>
                </a:moveTo>
                <a:cubicBezTo>
                  <a:pt x="2000473" y="567675"/>
                  <a:pt x="2009402" y="576603"/>
                  <a:pt x="2009402" y="581068"/>
                </a:cubicBezTo>
                <a:cubicBezTo>
                  <a:pt x="2010394" y="586028"/>
                  <a:pt x="2000473" y="595948"/>
                  <a:pt x="1995513" y="595948"/>
                </a:cubicBezTo>
                <a:cubicBezTo>
                  <a:pt x="1990552" y="595948"/>
                  <a:pt x="1981128" y="586028"/>
                  <a:pt x="1981128" y="581068"/>
                </a:cubicBezTo>
                <a:cubicBezTo>
                  <a:pt x="1981624" y="576107"/>
                  <a:pt x="1991545" y="566683"/>
                  <a:pt x="1996009" y="567179"/>
                </a:cubicBezTo>
                <a:close/>
                <a:moveTo>
                  <a:pt x="1929045" y="567179"/>
                </a:moveTo>
                <a:cubicBezTo>
                  <a:pt x="1937477" y="567179"/>
                  <a:pt x="1943429" y="572635"/>
                  <a:pt x="1943429" y="581068"/>
                </a:cubicBezTo>
                <a:cubicBezTo>
                  <a:pt x="1943429" y="589996"/>
                  <a:pt x="1937973" y="595453"/>
                  <a:pt x="1929541" y="595453"/>
                </a:cubicBezTo>
                <a:cubicBezTo>
                  <a:pt x="1920612" y="595453"/>
                  <a:pt x="1915156" y="589996"/>
                  <a:pt x="1915156" y="581564"/>
                </a:cubicBezTo>
                <a:cubicBezTo>
                  <a:pt x="1915156" y="572635"/>
                  <a:pt x="1920612" y="567179"/>
                  <a:pt x="1929045" y="567179"/>
                </a:cubicBezTo>
                <a:close/>
                <a:moveTo>
                  <a:pt x="1859602" y="564699"/>
                </a:moveTo>
                <a:cubicBezTo>
                  <a:pt x="1862578" y="567675"/>
                  <a:pt x="1867538" y="566683"/>
                  <a:pt x="1871011" y="569163"/>
                </a:cubicBezTo>
                <a:cubicBezTo>
                  <a:pt x="1874979" y="573131"/>
                  <a:pt x="1872995" y="578588"/>
                  <a:pt x="1876963" y="581564"/>
                </a:cubicBezTo>
                <a:cubicBezTo>
                  <a:pt x="1873491" y="585036"/>
                  <a:pt x="1875475" y="590988"/>
                  <a:pt x="1870514" y="593469"/>
                </a:cubicBezTo>
                <a:cubicBezTo>
                  <a:pt x="1867042" y="595453"/>
                  <a:pt x="1862578" y="598429"/>
                  <a:pt x="1859602" y="597933"/>
                </a:cubicBezTo>
                <a:cubicBezTo>
                  <a:pt x="1855634" y="596941"/>
                  <a:pt x="1850177" y="596941"/>
                  <a:pt x="1847697" y="591980"/>
                </a:cubicBezTo>
                <a:cubicBezTo>
                  <a:pt x="1845713" y="588508"/>
                  <a:pt x="1844721" y="584540"/>
                  <a:pt x="1843233" y="580572"/>
                </a:cubicBezTo>
                <a:cubicBezTo>
                  <a:pt x="1847201" y="578092"/>
                  <a:pt x="1844721" y="572635"/>
                  <a:pt x="1848689" y="569659"/>
                </a:cubicBezTo>
                <a:cubicBezTo>
                  <a:pt x="1852161" y="566683"/>
                  <a:pt x="1857122" y="568171"/>
                  <a:pt x="1859602" y="564699"/>
                </a:cubicBezTo>
                <a:close/>
                <a:moveTo>
                  <a:pt x="1792142" y="564203"/>
                </a:moveTo>
                <a:cubicBezTo>
                  <a:pt x="1796606" y="564699"/>
                  <a:pt x="1800574" y="565195"/>
                  <a:pt x="1803551" y="569163"/>
                </a:cubicBezTo>
                <a:cubicBezTo>
                  <a:pt x="1806527" y="573132"/>
                  <a:pt x="1811487" y="575116"/>
                  <a:pt x="1809503" y="581068"/>
                </a:cubicBezTo>
                <a:cubicBezTo>
                  <a:pt x="1810991" y="586028"/>
                  <a:pt x="1808511" y="589004"/>
                  <a:pt x="1805039" y="591981"/>
                </a:cubicBezTo>
                <a:cubicBezTo>
                  <a:pt x="1801567" y="594957"/>
                  <a:pt x="1799086" y="598925"/>
                  <a:pt x="1793134" y="597933"/>
                </a:cubicBezTo>
                <a:cubicBezTo>
                  <a:pt x="1789166" y="597437"/>
                  <a:pt x="1785694" y="596941"/>
                  <a:pt x="1782717" y="593469"/>
                </a:cubicBezTo>
                <a:cubicBezTo>
                  <a:pt x="1779741" y="589997"/>
                  <a:pt x="1775277" y="588012"/>
                  <a:pt x="1775773" y="582060"/>
                </a:cubicBezTo>
                <a:cubicBezTo>
                  <a:pt x="1776269" y="577596"/>
                  <a:pt x="1776269" y="573628"/>
                  <a:pt x="1780237" y="570651"/>
                </a:cubicBezTo>
                <a:cubicBezTo>
                  <a:pt x="1783710" y="568171"/>
                  <a:pt x="1786190" y="563707"/>
                  <a:pt x="1792142" y="564203"/>
                </a:cubicBezTo>
                <a:close/>
                <a:moveTo>
                  <a:pt x="1726170" y="562715"/>
                </a:moveTo>
                <a:cubicBezTo>
                  <a:pt x="1730138" y="565691"/>
                  <a:pt x="1735098" y="565195"/>
                  <a:pt x="1739067" y="569163"/>
                </a:cubicBezTo>
                <a:cubicBezTo>
                  <a:pt x="1743531" y="572636"/>
                  <a:pt x="1742539" y="578092"/>
                  <a:pt x="1745515" y="581564"/>
                </a:cubicBezTo>
                <a:cubicBezTo>
                  <a:pt x="1743035" y="586524"/>
                  <a:pt x="1742539" y="592973"/>
                  <a:pt x="1737083" y="595949"/>
                </a:cubicBezTo>
                <a:cubicBezTo>
                  <a:pt x="1733610" y="597933"/>
                  <a:pt x="1729146" y="600909"/>
                  <a:pt x="1726170" y="600413"/>
                </a:cubicBezTo>
                <a:cubicBezTo>
                  <a:pt x="1721210" y="598925"/>
                  <a:pt x="1714762" y="597933"/>
                  <a:pt x="1711785" y="591981"/>
                </a:cubicBezTo>
                <a:cubicBezTo>
                  <a:pt x="1709801" y="588508"/>
                  <a:pt x="1706825" y="584044"/>
                  <a:pt x="1707817" y="581068"/>
                </a:cubicBezTo>
                <a:cubicBezTo>
                  <a:pt x="1709305" y="576604"/>
                  <a:pt x="1710297" y="572140"/>
                  <a:pt x="1714265" y="568171"/>
                </a:cubicBezTo>
                <a:cubicBezTo>
                  <a:pt x="1718234" y="564699"/>
                  <a:pt x="1722698" y="565691"/>
                  <a:pt x="1726170" y="562715"/>
                </a:cubicBezTo>
                <a:close/>
                <a:moveTo>
                  <a:pt x="1657222" y="562219"/>
                </a:moveTo>
                <a:cubicBezTo>
                  <a:pt x="1668631" y="562219"/>
                  <a:pt x="1676071" y="569659"/>
                  <a:pt x="1677063" y="581068"/>
                </a:cubicBezTo>
                <a:cubicBezTo>
                  <a:pt x="1677559" y="590493"/>
                  <a:pt x="1668135" y="600413"/>
                  <a:pt x="1658710" y="600413"/>
                </a:cubicBezTo>
                <a:cubicBezTo>
                  <a:pt x="1646806" y="600413"/>
                  <a:pt x="1638869" y="592973"/>
                  <a:pt x="1638373" y="582060"/>
                </a:cubicBezTo>
                <a:cubicBezTo>
                  <a:pt x="1638373" y="570651"/>
                  <a:pt x="1645813" y="562715"/>
                  <a:pt x="1657222" y="562219"/>
                </a:cubicBezTo>
                <a:close/>
                <a:moveTo>
                  <a:pt x="1590755" y="562219"/>
                </a:moveTo>
                <a:cubicBezTo>
                  <a:pt x="1596212" y="562219"/>
                  <a:pt x="1600180" y="563211"/>
                  <a:pt x="1604148" y="567675"/>
                </a:cubicBezTo>
                <a:cubicBezTo>
                  <a:pt x="1608612" y="571643"/>
                  <a:pt x="1612085" y="575612"/>
                  <a:pt x="1609604" y="581564"/>
                </a:cubicBezTo>
                <a:cubicBezTo>
                  <a:pt x="1611588" y="588012"/>
                  <a:pt x="1608116" y="591485"/>
                  <a:pt x="1604644" y="595453"/>
                </a:cubicBezTo>
                <a:cubicBezTo>
                  <a:pt x="1600676" y="600909"/>
                  <a:pt x="1595220" y="600413"/>
                  <a:pt x="1589763" y="600909"/>
                </a:cubicBezTo>
                <a:cubicBezTo>
                  <a:pt x="1583811" y="601405"/>
                  <a:pt x="1580835" y="598429"/>
                  <a:pt x="1576371" y="595453"/>
                </a:cubicBezTo>
                <a:cubicBezTo>
                  <a:pt x="1570914" y="590989"/>
                  <a:pt x="1571906" y="586028"/>
                  <a:pt x="1571410" y="580572"/>
                </a:cubicBezTo>
                <a:cubicBezTo>
                  <a:pt x="1570914" y="574620"/>
                  <a:pt x="1573890" y="571147"/>
                  <a:pt x="1577363" y="567179"/>
                </a:cubicBezTo>
                <a:cubicBezTo>
                  <a:pt x="1581331" y="562715"/>
                  <a:pt x="1585795" y="562715"/>
                  <a:pt x="1590755" y="562219"/>
                </a:cubicBezTo>
                <a:close/>
                <a:moveTo>
                  <a:pt x="1457324" y="560235"/>
                </a:moveTo>
                <a:cubicBezTo>
                  <a:pt x="1468733" y="560235"/>
                  <a:pt x="1478653" y="570156"/>
                  <a:pt x="1478653" y="582060"/>
                </a:cubicBezTo>
                <a:cubicBezTo>
                  <a:pt x="1478653" y="593469"/>
                  <a:pt x="1468237" y="603389"/>
                  <a:pt x="1456828" y="603389"/>
                </a:cubicBezTo>
                <a:cubicBezTo>
                  <a:pt x="1445916" y="603389"/>
                  <a:pt x="1435995" y="593469"/>
                  <a:pt x="1435995" y="582060"/>
                </a:cubicBezTo>
                <a:cubicBezTo>
                  <a:pt x="1435995" y="570156"/>
                  <a:pt x="1445916" y="560235"/>
                  <a:pt x="1457324" y="560235"/>
                </a:cubicBezTo>
                <a:close/>
                <a:moveTo>
                  <a:pt x="1389368" y="560235"/>
                </a:moveTo>
                <a:cubicBezTo>
                  <a:pt x="1403257" y="560235"/>
                  <a:pt x="1410201" y="567179"/>
                  <a:pt x="1410201" y="581564"/>
                </a:cubicBezTo>
                <a:cubicBezTo>
                  <a:pt x="1410201" y="595949"/>
                  <a:pt x="1403257" y="602893"/>
                  <a:pt x="1388376" y="602893"/>
                </a:cubicBezTo>
                <a:cubicBezTo>
                  <a:pt x="1373991" y="602893"/>
                  <a:pt x="1367047" y="595949"/>
                  <a:pt x="1367047" y="581068"/>
                </a:cubicBezTo>
                <a:cubicBezTo>
                  <a:pt x="1367047" y="566683"/>
                  <a:pt x="1373991" y="559739"/>
                  <a:pt x="1389368" y="560235"/>
                </a:cubicBezTo>
                <a:close/>
                <a:moveTo>
                  <a:pt x="1524287" y="559739"/>
                </a:moveTo>
                <a:cubicBezTo>
                  <a:pt x="1533712" y="559739"/>
                  <a:pt x="1545616" y="572140"/>
                  <a:pt x="1545616" y="581564"/>
                </a:cubicBezTo>
                <a:cubicBezTo>
                  <a:pt x="1545616" y="590989"/>
                  <a:pt x="1533216" y="603389"/>
                  <a:pt x="1523791" y="602893"/>
                </a:cubicBezTo>
                <a:cubicBezTo>
                  <a:pt x="1514367" y="602397"/>
                  <a:pt x="1502462" y="589997"/>
                  <a:pt x="1502958" y="580572"/>
                </a:cubicBezTo>
                <a:cubicBezTo>
                  <a:pt x="1503454" y="571644"/>
                  <a:pt x="1515359" y="560235"/>
                  <a:pt x="1524287" y="559739"/>
                </a:cubicBezTo>
                <a:close/>
                <a:moveTo>
                  <a:pt x="1320916" y="557755"/>
                </a:moveTo>
                <a:cubicBezTo>
                  <a:pt x="1332325" y="556763"/>
                  <a:pt x="1345222" y="569163"/>
                  <a:pt x="1345717" y="581068"/>
                </a:cubicBezTo>
                <a:cubicBezTo>
                  <a:pt x="1346213" y="591981"/>
                  <a:pt x="1334309" y="604381"/>
                  <a:pt x="1322900" y="605373"/>
                </a:cubicBezTo>
                <a:cubicBezTo>
                  <a:pt x="1311492" y="605869"/>
                  <a:pt x="1298595" y="593965"/>
                  <a:pt x="1298099" y="582060"/>
                </a:cubicBezTo>
                <a:cubicBezTo>
                  <a:pt x="1297603" y="571148"/>
                  <a:pt x="1309508" y="558747"/>
                  <a:pt x="1320916" y="557755"/>
                </a:cubicBezTo>
                <a:close/>
                <a:moveTo>
                  <a:pt x="1254449" y="557755"/>
                </a:moveTo>
                <a:cubicBezTo>
                  <a:pt x="1268834" y="557259"/>
                  <a:pt x="1278754" y="568667"/>
                  <a:pt x="1278754" y="581068"/>
                </a:cubicBezTo>
                <a:cubicBezTo>
                  <a:pt x="1278754" y="594957"/>
                  <a:pt x="1267842" y="605373"/>
                  <a:pt x="1254945" y="604877"/>
                </a:cubicBezTo>
                <a:cubicBezTo>
                  <a:pt x="1241552" y="604381"/>
                  <a:pt x="1232128" y="595949"/>
                  <a:pt x="1231136" y="582060"/>
                </a:cubicBezTo>
                <a:cubicBezTo>
                  <a:pt x="1230144" y="568171"/>
                  <a:pt x="1241056" y="557755"/>
                  <a:pt x="1254449" y="557755"/>
                </a:cubicBezTo>
                <a:close/>
                <a:moveTo>
                  <a:pt x="1185501" y="557754"/>
                </a:moveTo>
                <a:cubicBezTo>
                  <a:pt x="1200878" y="557754"/>
                  <a:pt x="1209807" y="566186"/>
                  <a:pt x="1209807" y="581067"/>
                </a:cubicBezTo>
                <a:cubicBezTo>
                  <a:pt x="1209807" y="596444"/>
                  <a:pt x="1200878" y="605373"/>
                  <a:pt x="1185997" y="605373"/>
                </a:cubicBezTo>
                <a:cubicBezTo>
                  <a:pt x="1171116" y="605373"/>
                  <a:pt x="1162188" y="596444"/>
                  <a:pt x="1162188" y="581067"/>
                </a:cubicBezTo>
                <a:cubicBezTo>
                  <a:pt x="1162188" y="566682"/>
                  <a:pt x="1171116" y="557754"/>
                  <a:pt x="1185501" y="557754"/>
                </a:cubicBezTo>
                <a:close/>
                <a:moveTo>
                  <a:pt x="1119033" y="555770"/>
                </a:moveTo>
                <a:cubicBezTo>
                  <a:pt x="1127962" y="556762"/>
                  <a:pt x="1133914" y="560730"/>
                  <a:pt x="1139867" y="566683"/>
                </a:cubicBezTo>
                <a:cubicBezTo>
                  <a:pt x="1144331" y="571147"/>
                  <a:pt x="1141355" y="577099"/>
                  <a:pt x="1145323" y="581067"/>
                </a:cubicBezTo>
                <a:cubicBezTo>
                  <a:pt x="1142347" y="584540"/>
                  <a:pt x="1144331" y="589500"/>
                  <a:pt x="1141851" y="592476"/>
                </a:cubicBezTo>
                <a:cubicBezTo>
                  <a:pt x="1138378" y="596940"/>
                  <a:pt x="1134906" y="601404"/>
                  <a:pt x="1129946" y="603885"/>
                </a:cubicBezTo>
                <a:cubicBezTo>
                  <a:pt x="1126970" y="605373"/>
                  <a:pt x="1122010" y="605373"/>
                  <a:pt x="1118041" y="606861"/>
                </a:cubicBezTo>
                <a:cubicBezTo>
                  <a:pt x="1115561" y="601900"/>
                  <a:pt x="1109609" y="606365"/>
                  <a:pt x="1106633" y="602893"/>
                </a:cubicBezTo>
                <a:cubicBezTo>
                  <a:pt x="1103161" y="598924"/>
                  <a:pt x="1097704" y="595452"/>
                  <a:pt x="1095720" y="590988"/>
                </a:cubicBezTo>
                <a:cubicBezTo>
                  <a:pt x="1094232" y="588012"/>
                  <a:pt x="1094232" y="583547"/>
                  <a:pt x="1092744" y="580075"/>
                </a:cubicBezTo>
                <a:cubicBezTo>
                  <a:pt x="1096712" y="577099"/>
                  <a:pt x="1093736" y="572635"/>
                  <a:pt x="1095720" y="569659"/>
                </a:cubicBezTo>
                <a:cubicBezTo>
                  <a:pt x="1098696" y="565691"/>
                  <a:pt x="1102168" y="562714"/>
                  <a:pt x="1105641" y="559738"/>
                </a:cubicBezTo>
                <a:cubicBezTo>
                  <a:pt x="1106633" y="558746"/>
                  <a:pt x="1108121" y="557754"/>
                  <a:pt x="1109609" y="557258"/>
                </a:cubicBezTo>
                <a:cubicBezTo>
                  <a:pt x="1113081" y="556762"/>
                  <a:pt x="1116553" y="556266"/>
                  <a:pt x="1119033" y="555770"/>
                </a:cubicBezTo>
                <a:close/>
                <a:moveTo>
                  <a:pt x="1051574" y="555770"/>
                </a:moveTo>
                <a:cubicBezTo>
                  <a:pt x="1065463" y="554282"/>
                  <a:pt x="1078360" y="566186"/>
                  <a:pt x="1078856" y="581067"/>
                </a:cubicBezTo>
                <a:cubicBezTo>
                  <a:pt x="1078360" y="597436"/>
                  <a:pt x="1067447" y="606365"/>
                  <a:pt x="1054054" y="607853"/>
                </a:cubicBezTo>
                <a:cubicBezTo>
                  <a:pt x="1040213" y="608845"/>
                  <a:pt x="1026820" y="597436"/>
                  <a:pt x="1026820" y="582555"/>
                </a:cubicBezTo>
                <a:cubicBezTo>
                  <a:pt x="1026820" y="566186"/>
                  <a:pt x="1038229" y="557258"/>
                  <a:pt x="1051574" y="555770"/>
                </a:cubicBezTo>
                <a:close/>
                <a:moveTo>
                  <a:pt x="986101" y="555274"/>
                </a:moveTo>
                <a:cubicBezTo>
                  <a:pt x="993541" y="555274"/>
                  <a:pt x="998998" y="557754"/>
                  <a:pt x="1004454" y="562714"/>
                </a:cubicBezTo>
                <a:cubicBezTo>
                  <a:pt x="1009910" y="568171"/>
                  <a:pt x="1012390" y="574123"/>
                  <a:pt x="1012390" y="582059"/>
                </a:cubicBezTo>
                <a:cubicBezTo>
                  <a:pt x="1012390" y="589500"/>
                  <a:pt x="1009414" y="594956"/>
                  <a:pt x="1004454" y="600412"/>
                </a:cubicBezTo>
                <a:cubicBezTo>
                  <a:pt x="997510" y="606861"/>
                  <a:pt x="995525" y="607853"/>
                  <a:pt x="985109" y="607853"/>
                </a:cubicBezTo>
                <a:cubicBezTo>
                  <a:pt x="978164" y="609341"/>
                  <a:pt x="973204" y="605373"/>
                  <a:pt x="967748" y="600412"/>
                </a:cubicBezTo>
                <a:cubicBezTo>
                  <a:pt x="962292" y="594956"/>
                  <a:pt x="959315" y="589004"/>
                  <a:pt x="959812" y="581067"/>
                </a:cubicBezTo>
                <a:cubicBezTo>
                  <a:pt x="959812" y="573627"/>
                  <a:pt x="962788" y="568171"/>
                  <a:pt x="967748" y="562714"/>
                </a:cubicBezTo>
                <a:cubicBezTo>
                  <a:pt x="972708" y="557258"/>
                  <a:pt x="978661" y="555274"/>
                  <a:pt x="986101" y="555274"/>
                </a:cubicBezTo>
                <a:close/>
                <a:moveTo>
                  <a:pt x="917172" y="554778"/>
                </a:moveTo>
                <a:cubicBezTo>
                  <a:pt x="924612" y="554778"/>
                  <a:pt x="930069" y="557258"/>
                  <a:pt x="935525" y="562218"/>
                </a:cubicBezTo>
                <a:cubicBezTo>
                  <a:pt x="940981" y="567675"/>
                  <a:pt x="943461" y="573627"/>
                  <a:pt x="943461" y="581563"/>
                </a:cubicBezTo>
                <a:cubicBezTo>
                  <a:pt x="943461" y="589004"/>
                  <a:pt x="940485" y="594460"/>
                  <a:pt x="935525" y="599916"/>
                </a:cubicBezTo>
                <a:cubicBezTo>
                  <a:pt x="930069" y="605373"/>
                  <a:pt x="924612" y="608845"/>
                  <a:pt x="917172" y="607357"/>
                </a:cubicBezTo>
                <a:cubicBezTo>
                  <a:pt x="909731" y="608845"/>
                  <a:pt x="904275" y="605373"/>
                  <a:pt x="898819" y="599916"/>
                </a:cubicBezTo>
                <a:cubicBezTo>
                  <a:pt x="893363" y="594460"/>
                  <a:pt x="890386" y="588508"/>
                  <a:pt x="890883" y="580571"/>
                </a:cubicBezTo>
                <a:cubicBezTo>
                  <a:pt x="890883" y="573131"/>
                  <a:pt x="893859" y="567675"/>
                  <a:pt x="898819" y="562218"/>
                </a:cubicBezTo>
                <a:cubicBezTo>
                  <a:pt x="903779" y="556762"/>
                  <a:pt x="909731" y="554778"/>
                  <a:pt x="917172" y="554778"/>
                </a:cubicBezTo>
                <a:close/>
                <a:moveTo>
                  <a:pt x="851223" y="553290"/>
                </a:moveTo>
                <a:cubicBezTo>
                  <a:pt x="855192" y="556762"/>
                  <a:pt x="862136" y="554778"/>
                  <a:pt x="867593" y="558746"/>
                </a:cubicBezTo>
                <a:cubicBezTo>
                  <a:pt x="875034" y="564203"/>
                  <a:pt x="875530" y="573131"/>
                  <a:pt x="879000" y="580075"/>
                </a:cubicBezTo>
                <a:cubicBezTo>
                  <a:pt x="875530" y="586028"/>
                  <a:pt x="876522" y="593468"/>
                  <a:pt x="871563" y="599420"/>
                </a:cubicBezTo>
                <a:cubicBezTo>
                  <a:pt x="865610" y="606365"/>
                  <a:pt x="857672" y="605869"/>
                  <a:pt x="850728" y="609341"/>
                </a:cubicBezTo>
                <a:cubicBezTo>
                  <a:pt x="844770" y="605869"/>
                  <a:pt x="837334" y="606365"/>
                  <a:pt x="831385" y="601405"/>
                </a:cubicBezTo>
                <a:cubicBezTo>
                  <a:pt x="824934" y="595948"/>
                  <a:pt x="825926" y="587516"/>
                  <a:pt x="821957" y="581067"/>
                </a:cubicBezTo>
                <a:cubicBezTo>
                  <a:pt x="825430" y="575611"/>
                  <a:pt x="823942" y="568171"/>
                  <a:pt x="828903" y="562715"/>
                </a:cubicBezTo>
                <a:cubicBezTo>
                  <a:pt x="834857" y="556762"/>
                  <a:pt x="842791" y="555770"/>
                  <a:pt x="851223" y="553290"/>
                </a:cubicBezTo>
                <a:close/>
                <a:moveTo>
                  <a:pt x="784254" y="552794"/>
                </a:moveTo>
                <a:cubicBezTo>
                  <a:pt x="799134" y="553290"/>
                  <a:pt x="812528" y="568171"/>
                  <a:pt x="812528" y="581563"/>
                </a:cubicBezTo>
                <a:cubicBezTo>
                  <a:pt x="812528" y="595452"/>
                  <a:pt x="798141" y="609837"/>
                  <a:pt x="784254" y="609837"/>
                </a:cubicBezTo>
                <a:cubicBezTo>
                  <a:pt x="769867" y="609837"/>
                  <a:pt x="754491" y="594460"/>
                  <a:pt x="755482" y="580571"/>
                </a:cubicBezTo>
                <a:cubicBezTo>
                  <a:pt x="756474" y="565195"/>
                  <a:pt x="770859" y="552298"/>
                  <a:pt x="784254" y="552794"/>
                </a:cubicBezTo>
                <a:close/>
                <a:moveTo>
                  <a:pt x="714806" y="552794"/>
                </a:moveTo>
                <a:cubicBezTo>
                  <a:pt x="729686" y="552298"/>
                  <a:pt x="743574" y="566683"/>
                  <a:pt x="743574" y="581068"/>
                </a:cubicBezTo>
                <a:cubicBezTo>
                  <a:pt x="743574" y="595949"/>
                  <a:pt x="730182" y="609342"/>
                  <a:pt x="715798" y="610334"/>
                </a:cubicBezTo>
                <a:cubicBezTo>
                  <a:pt x="701414" y="610830"/>
                  <a:pt x="686534" y="596445"/>
                  <a:pt x="686534" y="581564"/>
                </a:cubicBezTo>
                <a:cubicBezTo>
                  <a:pt x="686038" y="567179"/>
                  <a:pt x="700422" y="552298"/>
                  <a:pt x="714806" y="552794"/>
                </a:cubicBezTo>
                <a:close/>
                <a:moveTo>
                  <a:pt x="648336" y="552298"/>
                </a:moveTo>
                <a:cubicBezTo>
                  <a:pt x="663216" y="552298"/>
                  <a:pt x="677601" y="565691"/>
                  <a:pt x="677105" y="582060"/>
                </a:cubicBezTo>
                <a:cubicBezTo>
                  <a:pt x="676609" y="597436"/>
                  <a:pt x="663216" y="611821"/>
                  <a:pt x="647840" y="609837"/>
                </a:cubicBezTo>
                <a:cubicBezTo>
                  <a:pt x="632960" y="611325"/>
                  <a:pt x="618576" y="596940"/>
                  <a:pt x="619072" y="580572"/>
                </a:cubicBezTo>
                <a:cubicBezTo>
                  <a:pt x="619568" y="565691"/>
                  <a:pt x="632960" y="552298"/>
                  <a:pt x="648336" y="552298"/>
                </a:cubicBezTo>
                <a:close/>
                <a:moveTo>
                  <a:pt x="582347" y="552298"/>
                </a:moveTo>
                <a:cubicBezTo>
                  <a:pt x="589787" y="552298"/>
                  <a:pt x="596236" y="553786"/>
                  <a:pt x="602189" y="559738"/>
                </a:cubicBezTo>
                <a:cubicBezTo>
                  <a:pt x="608141" y="566187"/>
                  <a:pt x="611613" y="573131"/>
                  <a:pt x="609629" y="581068"/>
                </a:cubicBezTo>
                <a:cubicBezTo>
                  <a:pt x="611117" y="589996"/>
                  <a:pt x="608141" y="596444"/>
                  <a:pt x="602189" y="602397"/>
                </a:cubicBezTo>
                <a:cubicBezTo>
                  <a:pt x="595740" y="608845"/>
                  <a:pt x="588795" y="610333"/>
                  <a:pt x="580362" y="610333"/>
                </a:cubicBezTo>
                <a:cubicBezTo>
                  <a:pt x="572922" y="610333"/>
                  <a:pt x="566474" y="608349"/>
                  <a:pt x="560521" y="602893"/>
                </a:cubicBezTo>
                <a:cubicBezTo>
                  <a:pt x="554073" y="596444"/>
                  <a:pt x="552584" y="589500"/>
                  <a:pt x="552584" y="581068"/>
                </a:cubicBezTo>
                <a:cubicBezTo>
                  <a:pt x="552584" y="572635"/>
                  <a:pt x="554569" y="566683"/>
                  <a:pt x="560521" y="560234"/>
                </a:cubicBezTo>
                <a:cubicBezTo>
                  <a:pt x="566970" y="553786"/>
                  <a:pt x="573914" y="552298"/>
                  <a:pt x="582347" y="552298"/>
                </a:cubicBezTo>
                <a:close/>
                <a:moveTo>
                  <a:pt x="445944" y="551306"/>
                </a:moveTo>
                <a:cubicBezTo>
                  <a:pt x="453880" y="551802"/>
                  <a:pt x="461320" y="555274"/>
                  <a:pt x="467770" y="561722"/>
                </a:cubicBezTo>
                <a:cubicBezTo>
                  <a:pt x="473226" y="567179"/>
                  <a:pt x="474218" y="574619"/>
                  <a:pt x="477194" y="581563"/>
                </a:cubicBezTo>
                <a:cubicBezTo>
                  <a:pt x="474218" y="588508"/>
                  <a:pt x="473226" y="595948"/>
                  <a:pt x="467770" y="601404"/>
                </a:cubicBezTo>
                <a:cubicBezTo>
                  <a:pt x="461816" y="607853"/>
                  <a:pt x="454376" y="611821"/>
                  <a:pt x="445944" y="611821"/>
                </a:cubicBezTo>
                <a:cubicBezTo>
                  <a:pt x="438007" y="611821"/>
                  <a:pt x="430566" y="607853"/>
                  <a:pt x="424117" y="601900"/>
                </a:cubicBezTo>
                <a:cubicBezTo>
                  <a:pt x="418165" y="595948"/>
                  <a:pt x="414693" y="588508"/>
                  <a:pt x="415189" y="581067"/>
                </a:cubicBezTo>
                <a:cubicBezTo>
                  <a:pt x="415685" y="572635"/>
                  <a:pt x="419653" y="564698"/>
                  <a:pt x="426597" y="558746"/>
                </a:cubicBezTo>
                <a:cubicBezTo>
                  <a:pt x="432055" y="553786"/>
                  <a:pt x="438999" y="550810"/>
                  <a:pt x="445944" y="551306"/>
                </a:cubicBezTo>
                <a:close/>
                <a:moveTo>
                  <a:pt x="378476" y="550810"/>
                </a:moveTo>
                <a:cubicBezTo>
                  <a:pt x="395837" y="550810"/>
                  <a:pt x="408734" y="563707"/>
                  <a:pt x="409727" y="581068"/>
                </a:cubicBezTo>
                <a:cubicBezTo>
                  <a:pt x="409231" y="598925"/>
                  <a:pt x="396829" y="611821"/>
                  <a:pt x="379468" y="612317"/>
                </a:cubicBezTo>
                <a:cubicBezTo>
                  <a:pt x="361610" y="612813"/>
                  <a:pt x="348714" y="599917"/>
                  <a:pt x="347721" y="582556"/>
                </a:cubicBezTo>
                <a:cubicBezTo>
                  <a:pt x="346729" y="565195"/>
                  <a:pt x="361114" y="550810"/>
                  <a:pt x="378476" y="550810"/>
                </a:cubicBezTo>
                <a:close/>
                <a:moveTo>
                  <a:pt x="515866" y="550314"/>
                </a:moveTo>
                <a:cubicBezTo>
                  <a:pt x="520330" y="554778"/>
                  <a:pt x="527274" y="551306"/>
                  <a:pt x="531243" y="555770"/>
                </a:cubicBezTo>
                <a:cubicBezTo>
                  <a:pt x="535211" y="560235"/>
                  <a:pt x="540171" y="563211"/>
                  <a:pt x="542155" y="569163"/>
                </a:cubicBezTo>
                <a:cubicBezTo>
                  <a:pt x="543643" y="573131"/>
                  <a:pt x="546123" y="578091"/>
                  <a:pt x="545627" y="581564"/>
                </a:cubicBezTo>
                <a:cubicBezTo>
                  <a:pt x="543643" y="590492"/>
                  <a:pt x="540667" y="598429"/>
                  <a:pt x="533227" y="604877"/>
                </a:cubicBezTo>
                <a:cubicBezTo>
                  <a:pt x="527274" y="610333"/>
                  <a:pt x="519834" y="608845"/>
                  <a:pt x="515370" y="611821"/>
                </a:cubicBezTo>
                <a:cubicBezTo>
                  <a:pt x="506441" y="609837"/>
                  <a:pt x="498505" y="607357"/>
                  <a:pt x="492056" y="600413"/>
                </a:cubicBezTo>
                <a:cubicBezTo>
                  <a:pt x="486600" y="594460"/>
                  <a:pt x="487592" y="587020"/>
                  <a:pt x="484120" y="581068"/>
                </a:cubicBezTo>
                <a:cubicBezTo>
                  <a:pt x="487096" y="572635"/>
                  <a:pt x="488584" y="564203"/>
                  <a:pt x="496521" y="557754"/>
                </a:cubicBezTo>
                <a:cubicBezTo>
                  <a:pt x="502473" y="552794"/>
                  <a:pt x="509913" y="553786"/>
                  <a:pt x="515866" y="550314"/>
                </a:cubicBezTo>
                <a:close/>
                <a:moveTo>
                  <a:pt x="312993" y="550314"/>
                </a:moveTo>
                <a:cubicBezTo>
                  <a:pt x="331842" y="552794"/>
                  <a:pt x="341267" y="561226"/>
                  <a:pt x="343251" y="581564"/>
                </a:cubicBezTo>
                <a:cubicBezTo>
                  <a:pt x="341267" y="601405"/>
                  <a:pt x="332338" y="611821"/>
                  <a:pt x="312497" y="611821"/>
                </a:cubicBezTo>
                <a:cubicBezTo>
                  <a:pt x="292656" y="612317"/>
                  <a:pt x="282240" y="599917"/>
                  <a:pt x="281744" y="580572"/>
                </a:cubicBezTo>
                <a:cubicBezTo>
                  <a:pt x="281248" y="572139"/>
                  <a:pt x="284720" y="564203"/>
                  <a:pt x="291168" y="558250"/>
                </a:cubicBezTo>
                <a:cubicBezTo>
                  <a:pt x="297121" y="552794"/>
                  <a:pt x="304561" y="549322"/>
                  <a:pt x="312993" y="550314"/>
                </a:cubicBezTo>
                <a:close/>
                <a:moveTo>
                  <a:pt x="176596" y="550314"/>
                </a:moveTo>
                <a:cubicBezTo>
                  <a:pt x="192965" y="548330"/>
                  <a:pt x="207845" y="566683"/>
                  <a:pt x="208341" y="580572"/>
                </a:cubicBezTo>
                <a:cubicBezTo>
                  <a:pt x="208837" y="596445"/>
                  <a:pt x="192469" y="612814"/>
                  <a:pt x="176596" y="612318"/>
                </a:cubicBezTo>
                <a:cubicBezTo>
                  <a:pt x="161715" y="612318"/>
                  <a:pt x="145346" y="596445"/>
                  <a:pt x="145346" y="581068"/>
                </a:cubicBezTo>
                <a:cubicBezTo>
                  <a:pt x="145346" y="566187"/>
                  <a:pt x="161715" y="548826"/>
                  <a:pt x="176596" y="550314"/>
                </a:cubicBezTo>
                <a:close/>
                <a:moveTo>
                  <a:pt x="110130" y="550314"/>
                </a:moveTo>
                <a:cubicBezTo>
                  <a:pt x="125010" y="550314"/>
                  <a:pt x="142866" y="566187"/>
                  <a:pt x="140882" y="581564"/>
                </a:cubicBezTo>
                <a:cubicBezTo>
                  <a:pt x="142866" y="596941"/>
                  <a:pt x="125010" y="612813"/>
                  <a:pt x="110130" y="612813"/>
                </a:cubicBezTo>
                <a:cubicBezTo>
                  <a:pt x="94257" y="612813"/>
                  <a:pt x="77888" y="596444"/>
                  <a:pt x="78384" y="581068"/>
                </a:cubicBezTo>
                <a:cubicBezTo>
                  <a:pt x="78880" y="567179"/>
                  <a:pt x="93761" y="550314"/>
                  <a:pt x="110130" y="550314"/>
                </a:cubicBezTo>
                <a:close/>
                <a:moveTo>
                  <a:pt x="44642" y="550314"/>
                </a:moveTo>
                <a:cubicBezTo>
                  <a:pt x="58035" y="549818"/>
                  <a:pt x="76388" y="565194"/>
                  <a:pt x="74404" y="582555"/>
                </a:cubicBezTo>
                <a:cubicBezTo>
                  <a:pt x="75892" y="595948"/>
                  <a:pt x="59523" y="613309"/>
                  <a:pt x="42658" y="612813"/>
                </a:cubicBezTo>
                <a:cubicBezTo>
                  <a:pt x="28273" y="612317"/>
                  <a:pt x="10912" y="596940"/>
                  <a:pt x="12401" y="581067"/>
                </a:cubicBezTo>
                <a:cubicBezTo>
                  <a:pt x="12897" y="572635"/>
                  <a:pt x="15873" y="565690"/>
                  <a:pt x="21329" y="559738"/>
                </a:cubicBezTo>
                <a:cubicBezTo>
                  <a:pt x="27777" y="553290"/>
                  <a:pt x="35218" y="550810"/>
                  <a:pt x="44642" y="550314"/>
                </a:cubicBezTo>
                <a:close/>
                <a:moveTo>
                  <a:pt x="244542" y="549818"/>
                </a:moveTo>
                <a:cubicBezTo>
                  <a:pt x="258927" y="550314"/>
                  <a:pt x="275296" y="565691"/>
                  <a:pt x="274800" y="582060"/>
                </a:cubicBezTo>
                <a:cubicBezTo>
                  <a:pt x="274304" y="595949"/>
                  <a:pt x="259423" y="614302"/>
                  <a:pt x="243054" y="612318"/>
                </a:cubicBezTo>
                <a:cubicBezTo>
                  <a:pt x="228670" y="614302"/>
                  <a:pt x="211805" y="596941"/>
                  <a:pt x="212301" y="581068"/>
                </a:cubicBezTo>
                <a:cubicBezTo>
                  <a:pt x="212301" y="566683"/>
                  <a:pt x="227678" y="549322"/>
                  <a:pt x="244542" y="549818"/>
                </a:cubicBezTo>
                <a:close/>
                <a:moveTo>
                  <a:pt x="2331323" y="512617"/>
                </a:moveTo>
                <a:cubicBezTo>
                  <a:pt x="2331819" y="512120"/>
                  <a:pt x="2333307" y="513609"/>
                  <a:pt x="2334795" y="514601"/>
                </a:cubicBezTo>
                <a:cubicBezTo>
                  <a:pt x="2333307" y="516089"/>
                  <a:pt x="2332315" y="517081"/>
                  <a:pt x="2331323" y="517081"/>
                </a:cubicBezTo>
                <a:cubicBezTo>
                  <a:pt x="2330827" y="517081"/>
                  <a:pt x="2329835" y="516089"/>
                  <a:pt x="2328843" y="515593"/>
                </a:cubicBezTo>
                <a:cubicBezTo>
                  <a:pt x="2329835" y="514601"/>
                  <a:pt x="2330331" y="513609"/>
                  <a:pt x="2331323" y="512617"/>
                </a:cubicBezTo>
                <a:close/>
                <a:moveTo>
                  <a:pt x="2264855" y="508152"/>
                </a:moveTo>
                <a:cubicBezTo>
                  <a:pt x="2267335" y="508152"/>
                  <a:pt x="2269815" y="511624"/>
                  <a:pt x="2273287" y="514600"/>
                </a:cubicBezTo>
                <a:cubicBezTo>
                  <a:pt x="2270311" y="517577"/>
                  <a:pt x="2267831" y="520057"/>
                  <a:pt x="2265351" y="522041"/>
                </a:cubicBezTo>
                <a:cubicBezTo>
                  <a:pt x="2263863" y="523033"/>
                  <a:pt x="2256918" y="516584"/>
                  <a:pt x="2257911" y="514600"/>
                </a:cubicBezTo>
                <a:cubicBezTo>
                  <a:pt x="2259895" y="512120"/>
                  <a:pt x="2262375" y="508152"/>
                  <a:pt x="2264855" y="508152"/>
                </a:cubicBezTo>
                <a:close/>
                <a:moveTo>
                  <a:pt x="2197395" y="505176"/>
                </a:moveTo>
                <a:cubicBezTo>
                  <a:pt x="2199876" y="504680"/>
                  <a:pt x="2207316" y="511128"/>
                  <a:pt x="2207812" y="513609"/>
                </a:cubicBezTo>
                <a:cubicBezTo>
                  <a:pt x="2208308" y="516585"/>
                  <a:pt x="2201860" y="524025"/>
                  <a:pt x="2198388" y="524025"/>
                </a:cubicBezTo>
                <a:cubicBezTo>
                  <a:pt x="2195907" y="524521"/>
                  <a:pt x="2188467" y="518073"/>
                  <a:pt x="2188467" y="515097"/>
                </a:cubicBezTo>
                <a:cubicBezTo>
                  <a:pt x="2188467" y="512616"/>
                  <a:pt x="2194419" y="505672"/>
                  <a:pt x="2197395" y="505176"/>
                </a:cubicBezTo>
                <a:close/>
                <a:moveTo>
                  <a:pt x="2128944" y="502696"/>
                </a:moveTo>
                <a:cubicBezTo>
                  <a:pt x="2132912" y="502696"/>
                  <a:pt x="2140848" y="511128"/>
                  <a:pt x="2140848" y="514601"/>
                </a:cubicBezTo>
                <a:cubicBezTo>
                  <a:pt x="2140848" y="518569"/>
                  <a:pt x="2132912" y="526505"/>
                  <a:pt x="2128944" y="526505"/>
                </a:cubicBezTo>
                <a:cubicBezTo>
                  <a:pt x="2124975" y="526505"/>
                  <a:pt x="2117039" y="518569"/>
                  <a:pt x="2117039" y="514601"/>
                </a:cubicBezTo>
                <a:cubicBezTo>
                  <a:pt x="2117039" y="510632"/>
                  <a:pt x="2124975" y="502696"/>
                  <a:pt x="2128944" y="502696"/>
                </a:cubicBezTo>
                <a:close/>
                <a:moveTo>
                  <a:pt x="2061981" y="502696"/>
                </a:moveTo>
                <a:cubicBezTo>
                  <a:pt x="2070909" y="502696"/>
                  <a:pt x="2074381" y="505672"/>
                  <a:pt x="2074381" y="514105"/>
                </a:cubicBezTo>
                <a:cubicBezTo>
                  <a:pt x="2074381" y="523033"/>
                  <a:pt x="2071405" y="526505"/>
                  <a:pt x="2063469" y="526505"/>
                </a:cubicBezTo>
                <a:cubicBezTo>
                  <a:pt x="2054044" y="526505"/>
                  <a:pt x="2050572" y="523529"/>
                  <a:pt x="2050572" y="514601"/>
                </a:cubicBezTo>
                <a:cubicBezTo>
                  <a:pt x="2050572" y="506168"/>
                  <a:pt x="2053548" y="503192"/>
                  <a:pt x="2061981" y="502696"/>
                </a:cubicBezTo>
                <a:close/>
                <a:moveTo>
                  <a:pt x="1929542" y="500712"/>
                </a:moveTo>
                <a:cubicBezTo>
                  <a:pt x="1937974" y="500712"/>
                  <a:pt x="1943926" y="506664"/>
                  <a:pt x="1943430" y="515097"/>
                </a:cubicBezTo>
                <a:cubicBezTo>
                  <a:pt x="1943430" y="523529"/>
                  <a:pt x="1937478" y="528985"/>
                  <a:pt x="1929046" y="528985"/>
                </a:cubicBezTo>
                <a:cubicBezTo>
                  <a:pt x="1920613" y="528985"/>
                  <a:pt x="1914661" y="523033"/>
                  <a:pt x="1915157" y="514601"/>
                </a:cubicBezTo>
                <a:cubicBezTo>
                  <a:pt x="1915157" y="506168"/>
                  <a:pt x="1921109" y="500216"/>
                  <a:pt x="1929542" y="500712"/>
                </a:cubicBezTo>
                <a:close/>
                <a:moveTo>
                  <a:pt x="1996009" y="500711"/>
                </a:moveTo>
                <a:cubicBezTo>
                  <a:pt x="2003449" y="500711"/>
                  <a:pt x="2009898" y="507655"/>
                  <a:pt x="2009898" y="515096"/>
                </a:cubicBezTo>
                <a:cubicBezTo>
                  <a:pt x="2009898" y="522536"/>
                  <a:pt x="2002953" y="529481"/>
                  <a:pt x="1995513" y="528985"/>
                </a:cubicBezTo>
                <a:cubicBezTo>
                  <a:pt x="1988072" y="528985"/>
                  <a:pt x="1981128" y="522040"/>
                  <a:pt x="1981624" y="514600"/>
                </a:cubicBezTo>
                <a:cubicBezTo>
                  <a:pt x="1981624" y="507159"/>
                  <a:pt x="1988568" y="500215"/>
                  <a:pt x="1996009" y="500711"/>
                </a:cubicBezTo>
                <a:close/>
                <a:moveTo>
                  <a:pt x="1859602" y="498231"/>
                </a:moveTo>
                <a:cubicBezTo>
                  <a:pt x="1866546" y="497735"/>
                  <a:pt x="1876467" y="505671"/>
                  <a:pt x="1876467" y="514600"/>
                </a:cubicBezTo>
                <a:cubicBezTo>
                  <a:pt x="1876467" y="523528"/>
                  <a:pt x="1866050" y="531465"/>
                  <a:pt x="1859602" y="531465"/>
                </a:cubicBezTo>
                <a:cubicBezTo>
                  <a:pt x="1851169" y="530969"/>
                  <a:pt x="1842737" y="522040"/>
                  <a:pt x="1843233" y="514104"/>
                </a:cubicBezTo>
                <a:cubicBezTo>
                  <a:pt x="1843729" y="506167"/>
                  <a:pt x="1851665" y="498231"/>
                  <a:pt x="1859602" y="498231"/>
                </a:cubicBezTo>
                <a:close/>
                <a:moveTo>
                  <a:pt x="1793134" y="498231"/>
                </a:moveTo>
                <a:cubicBezTo>
                  <a:pt x="1804542" y="498231"/>
                  <a:pt x="1809999" y="503687"/>
                  <a:pt x="1809999" y="515096"/>
                </a:cubicBezTo>
                <a:cubicBezTo>
                  <a:pt x="1809999" y="526505"/>
                  <a:pt x="1804542" y="531961"/>
                  <a:pt x="1793134" y="531961"/>
                </a:cubicBezTo>
                <a:cubicBezTo>
                  <a:pt x="1781725" y="531961"/>
                  <a:pt x="1776269" y="526505"/>
                  <a:pt x="1776269" y="515096"/>
                </a:cubicBezTo>
                <a:cubicBezTo>
                  <a:pt x="1776765" y="503687"/>
                  <a:pt x="1782221" y="498231"/>
                  <a:pt x="1793134" y="498231"/>
                </a:cubicBezTo>
                <a:close/>
                <a:moveTo>
                  <a:pt x="2013" y="498231"/>
                </a:moveTo>
                <a:cubicBezTo>
                  <a:pt x="3005" y="499719"/>
                  <a:pt x="3997" y="501207"/>
                  <a:pt x="4493" y="503191"/>
                </a:cubicBezTo>
                <a:cubicBezTo>
                  <a:pt x="4989" y="507159"/>
                  <a:pt x="4989" y="511128"/>
                  <a:pt x="4989" y="514600"/>
                </a:cubicBezTo>
                <a:cubicBezTo>
                  <a:pt x="4989" y="518072"/>
                  <a:pt x="5485" y="521544"/>
                  <a:pt x="4989" y="525016"/>
                </a:cubicBezTo>
                <a:cubicBezTo>
                  <a:pt x="4493" y="527001"/>
                  <a:pt x="2509" y="528985"/>
                  <a:pt x="1021" y="530969"/>
                </a:cubicBezTo>
                <a:cubicBezTo>
                  <a:pt x="525" y="528985"/>
                  <a:pt x="525" y="527497"/>
                  <a:pt x="525" y="525512"/>
                </a:cubicBezTo>
                <a:cubicBezTo>
                  <a:pt x="525" y="518072"/>
                  <a:pt x="525" y="510632"/>
                  <a:pt x="525" y="503191"/>
                </a:cubicBezTo>
                <a:cubicBezTo>
                  <a:pt x="525" y="501703"/>
                  <a:pt x="1517" y="500215"/>
                  <a:pt x="2013" y="498231"/>
                </a:cubicBezTo>
                <a:close/>
                <a:moveTo>
                  <a:pt x="1727162" y="496247"/>
                </a:moveTo>
                <a:cubicBezTo>
                  <a:pt x="1732122" y="497735"/>
                  <a:pt x="1738571" y="498727"/>
                  <a:pt x="1741547" y="504184"/>
                </a:cubicBezTo>
                <a:cubicBezTo>
                  <a:pt x="1743035" y="507656"/>
                  <a:pt x="1744523" y="511624"/>
                  <a:pt x="1746011" y="515096"/>
                </a:cubicBezTo>
                <a:cubicBezTo>
                  <a:pt x="1742539" y="520056"/>
                  <a:pt x="1743035" y="526505"/>
                  <a:pt x="1737083" y="529481"/>
                </a:cubicBezTo>
                <a:cubicBezTo>
                  <a:pt x="1733610" y="531465"/>
                  <a:pt x="1729146" y="534441"/>
                  <a:pt x="1726170" y="533449"/>
                </a:cubicBezTo>
                <a:cubicBezTo>
                  <a:pt x="1721210" y="531961"/>
                  <a:pt x="1714761" y="530473"/>
                  <a:pt x="1712281" y="525017"/>
                </a:cubicBezTo>
                <a:cubicBezTo>
                  <a:pt x="1710297" y="521545"/>
                  <a:pt x="1707321" y="517080"/>
                  <a:pt x="1708313" y="514104"/>
                </a:cubicBezTo>
                <a:cubicBezTo>
                  <a:pt x="1709801" y="509144"/>
                  <a:pt x="1711785" y="503192"/>
                  <a:pt x="1717242" y="500215"/>
                </a:cubicBezTo>
                <a:cubicBezTo>
                  <a:pt x="1720218" y="498231"/>
                  <a:pt x="1724186" y="495751"/>
                  <a:pt x="1727162" y="496247"/>
                </a:cubicBezTo>
                <a:close/>
                <a:moveTo>
                  <a:pt x="1658214" y="495751"/>
                </a:moveTo>
                <a:cubicBezTo>
                  <a:pt x="1668631" y="495751"/>
                  <a:pt x="1676567" y="503688"/>
                  <a:pt x="1676567" y="514600"/>
                </a:cubicBezTo>
                <a:cubicBezTo>
                  <a:pt x="1676567" y="526009"/>
                  <a:pt x="1668631" y="533945"/>
                  <a:pt x="1657222" y="533945"/>
                </a:cubicBezTo>
                <a:cubicBezTo>
                  <a:pt x="1645813" y="533945"/>
                  <a:pt x="1638373" y="526009"/>
                  <a:pt x="1638373" y="514104"/>
                </a:cubicBezTo>
                <a:cubicBezTo>
                  <a:pt x="1638373" y="502696"/>
                  <a:pt x="1646309" y="495255"/>
                  <a:pt x="1658214" y="495751"/>
                </a:cubicBezTo>
                <a:close/>
                <a:moveTo>
                  <a:pt x="1590755" y="495751"/>
                </a:moveTo>
                <a:cubicBezTo>
                  <a:pt x="1596212" y="495751"/>
                  <a:pt x="1600180" y="497239"/>
                  <a:pt x="1604148" y="500711"/>
                </a:cubicBezTo>
                <a:cubicBezTo>
                  <a:pt x="1609604" y="505176"/>
                  <a:pt x="1610596" y="509640"/>
                  <a:pt x="1609604" y="516088"/>
                </a:cubicBezTo>
                <a:cubicBezTo>
                  <a:pt x="1611588" y="521544"/>
                  <a:pt x="1607620" y="525017"/>
                  <a:pt x="1604644" y="528985"/>
                </a:cubicBezTo>
                <a:cubicBezTo>
                  <a:pt x="1600676" y="534441"/>
                  <a:pt x="1595220" y="533449"/>
                  <a:pt x="1589763" y="534441"/>
                </a:cubicBezTo>
                <a:cubicBezTo>
                  <a:pt x="1583811" y="534937"/>
                  <a:pt x="1580835" y="531961"/>
                  <a:pt x="1576371" y="528985"/>
                </a:cubicBezTo>
                <a:cubicBezTo>
                  <a:pt x="1570914" y="524521"/>
                  <a:pt x="1571906" y="519560"/>
                  <a:pt x="1571410" y="514104"/>
                </a:cubicBezTo>
                <a:cubicBezTo>
                  <a:pt x="1570914" y="508152"/>
                  <a:pt x="1573890" y="504679"/>
                  <a:pt x="1577363" y="500711"/>
                </a:cubicBezTo>
                <a:cubicBezTo>
                  <a:pt x="1581331" y="496247"/>
                  <a:pt x="1585795" y="496247"/>
                  <a:pt x="1590755" y="495751"/>
                </a:cubicBezTo>
                <a:close/>
                <a:moveTo>
                  <a:pt x="1523295" y="493767"/>
                </a:moveTo>
                <a:cubicBezTo>
                  <a:pt x="1534208" y="492279"/>
                  <a:pt x="1545121" y="502696"/>
                  <a:pt x="1545617" y="514104"/>
                </a:cubicBezTo>
                <a:cubicBezTo>
                  <a:pt x="1546113" y="525513"/>
                  <a:pt x="1536192" y="535930"/>
                  <a:pt x="1523792" y="536426"/>
                </a:cubicBezTo>
                <a:cubicBezTo>
                  <a:pt x="1519823" y="534938"/>
                  <a:pt x="1514863" y="534938"/>
                  <a:pt x="1510399" y="530969"/>
                </a:cubicBezTo>
                <a:cubicBezTo>
                  <a:pt x="1505438" y="526505"/>
                  <a:pt x="1503950" y="521049"/>
                  <a:pt x="1502958" y="515096"/>
                </a:cubicBezTo>
                <a:cubicBezTo>
                  <a:pt x="1502462" y="513608"/>
                  <a:pt x="1506926" y="502696"/>
                  <a:pt x="1507919" y="501704"/>
                </a:cubicBezTo>
                <a:cubicBezTo>
                  <a:pt x="1511887" y="496247"/>
                  <a:pt x="1517839" y="494263"/>
                  <a:pt x="1523295" y="493767"/>
                </a:cubicBezTo>
                <a:close/>
                <a:moveTo>
                  <a:pt x="1456828" y="493271"/>
                </a:moveTo>
                <a:cubicBezTo>
                  <a:pt x="1468733" y="492775"/>
                  <a:pt x="1479149" y="502695"/>
                  <a:pt x="1479149" y="514104"/>
                </a:cubicBezTo>
                <a:cubicBezTo>
                  <a:pt x="1479149" y="526009"/>
                  <a:pt x="1469725" y="535929"/>
                  <a:pt x="1458316" y="536425"/>
                </a:cubicBezTo>
                <a:cubicBezTo>
                  <a:pt x="1446412" y="536425"/>
                  <a:pt x="1436491" y="527001"/>
                  <a:pt x="1436491" y="515096"/>
                </a:cubicBezTo>
                <a:cubicBezTo>
                  <a:pt x="1436491" y="504183"/>
                  <a:pt x="1445915" y="493767"/>
                  <a:pt x="1456828" y="493271"/>
                </a:cubicBezTo>
                <a:close/>
                <a:moveTo>
                  <a:pt x="1386888" y="493271"/>
                </a:moveTo>
                <a:cubicBezTo>
                  <a:pt x="1402761" y="493271"/>
                  <a:pt x="1409705" y="499719"/>
                  <a:pt x="1409705" y="514104"/>
                </a:cubicBezTo>
                <a:cubicBezTo>
                  <a:pt x="1409705" y="528985"/>
                  <a:pt x="1403257" y="535929"/>
                  <a:pt x="1388376" y="535929"/>
                </a:cubicBezTo>
                <a:cubicBezTo>
                  <a:pt x="1373495" y="535929"/>
                  <a:pt x="1366551" y="528985"/>
                  <a:pt x="1366551" y="514600"/>
                </a:cubicBezTo>
                <a:cubicBezTo>
                  <a:pt x="1366551" y="500215"/>
                  <a:pt x="1373495" y="493271"/>
                  <a:pt x="1386888" y="493271"/>
                </a:cubicBezTo>
                <a:close/>
                <a:moveTo>
                  <a:pt x="1322900" y="490791"/>
                </a:moveTo>
                <a:cubicBezTo>
                  <a:pt x="1334309" y="491783"/>
                  <a:pt x="1346213" y="504184"/>
                  <a:pt x="1345717" y="515096"/>
                </a:cubicBezTo>
                <a:cubicBezTo>
                  <a:pt x="1345222" y="527001"/>
                  <a:pt x="1331829" y="539402"/>
                  <a:pt x="1320916" y="538410"/>
                </a:cubicBezTo>
                <a:cubicBezTo>
                  <a:pt x="1309508" y="537417"/>
                  <a:pt x="1297603" y="525017"/>
                  <a:pt x="1298099" y="514104"/>
                </a:cubicBezTo>
                <a:cubicBezTo>
                  <a:pt x="1298595" y="502200"/>
                  <a:pt x="1311988" y="490295"/>
                  <a:pt x="1322900" y="490791"/>
                </a:cubicBezTo>
                <a:close/>
                <a:moveTo>
                  <a:pt x="1253953" y="490791"/>
                </a:moveTo>
                <a:cubicBezTo>
                  <a:pt x="1267842" y="490295"/>
                  <a:pt x="1278258" y="500712"/>
                  <a:pt x="1278754" y="514104"/>
                </a:cubicBezTo>
                <a:cubicBezTo>
                  <a:pt x="1278754" y="527993"/>
                  <a:pt x="1267842" y="538410"/>
                  <a:pt x="1254945" y="538410"/>
                </a:cubicBezTo>
                <a:cubicBezTo>
                  <a:pt x="1242048" y="538410"/>
                  <a:pt x="1231136" y="527993"/>
                  <a:pt x="1231136" y="515592"/>
                </a:cubicBezTo>
                <a:cubicBezTo>
                  <a:pt x="1230640" y="502200"/>
                  <a:pt x="1240064" y="491287"/>
                  <a:pt x="1253953" y="490791"/>
                </a:cubicBezTo>
                <a:close/>
                <a:moveTo>
                  <a:pt x="1186493" y="490791"/>
                </a:moveTo>
                <a:cubicBezTo>
                  <a:pt x="1201374" y="490791"/>
                  <a:pt x="1209807" y="500216"/>
                  <a:pt x="1209807" y="515096"/>
                </a:cubicBezTo>
                <a:cubicBezTo>
                  <a:pt x="1209807" y="521545"/>
                  <a:pt x="1207822" y="527001"/>
                  <a:pt x="1203358" y="531465"/>
                </a:cubicBezTo>
                <a:cubicBezTo>
                  <a:pt x="1198398" y="536921"/>
                  <a:pt x="1191950" y="538410"/>
                  <a:pt x="1185005" y="538410"/>
                </a:cubicBezTo>
                <a:cubicBezTo>
                  <a:pt x="1171116" y="537914"/>
                  <a:pt x="1162188" y="528985"/>
                  <a:pt x="1162188" y="514600"/>
                </a:cubicBezTo>
                <a:cubicBezTo>
                  <a:pt x="1162188" y="499719"/>
                  <a:pt x="1171612" y="490791"/>
                  <a:pt x="1186493" y="490791"/>
                </a:cubicBezTo>
                <a:close/>
                <a:moveTo>
                  <a:pt x="913186" y="489303"/>
                </a:moveTo>
                <a:cubicBezTo>
                  <a:pt x="915666" y="489799"/>
                  <a:pt x="918643" y="489799"/>
                  <a:pt x="921619" y="489303"/>
                </a:cubicBezTo>
                <a:cubicBezTo>
                  <a:pt x="929555" y="488311"/>
                  <a:pt x="934515" y="493271"/>
                  <a:pt x="938980" y="498231"/>
                </a:cubicBezTo>
                <a:cubicBezTo>
                  <a:pt x="942452" y="502199"/>
                  <a:pt x="944932" y="508152"/>
                  <a:pt x="943444" y="514104"/>
                </a:cubicBezTo>
                <a:cubicBezTo>
                  <a:pt x="945428" y="527993"/>
                  <a:pt x="937492" y="533945"/>
                  <a:pt x="928563" y="540393"/>
                </a:cubicBezTo>
                <a:cubicBezTo>
                  <a:pt x="927571" y="541385"/>
                  <a:pt x="925587" y="541385"/>
                  <a:pt x="924099" y="541385"/>
                </a:cubicBezTo>
                <a:cubicBezTo>
                  <a:pt x="920627" y="541385"/>
                  <a:pt x="917154" y="540889"/>
                  <a:pt x="913682" y="541385"/>
                </a:cubicBezTo>
                <a:cubicBezTo>
                  <a:pt x="906738" y="542378"/>
                  <a:pt x="901778" y="538409"/>
                  <a:pt x="897809" y="534441"/>
                </a:cubicBezTo>
                <a:cubicBezTo>
                  <a:pt x="893841" y="530473"/>
                  <a:pt x="889377" y="525513"/>
                  <a:pt x="890865" y="518568"/>
                </a:cubicBezTo>
                <a:cubicBezTo>
                  <a:pt x="891361" y="516088"/>
                  <a:pt x="891361" y="513608"/>
                  <a:pt x="890865" y="511624"/>
                </a:cubicBezTo>
                <a:cubicBezTo>
                  <a:pt x="889377" y="504679"/>
                  <a:pt x="894337" y="499719"/>
                  <a:pt x="898306" y="495751"/>
                </a:cubicBezTo>
                <a:cubicBezTo>
                  <a:pt x="901778" y="492279"/>
                  <a:pt x="906242" y="487319"/>
                  <a:pt x="913186" y="489303"/>
                </a:cubicBezTo>
                <a:close/>
                <a:moveTo>
                  <a:pt x="1053062" y="488807"/>
                </a:moveTo>
                <a:cubicBezTo>
                  <a:pt x="1066951" y="488311"/>
                  <a:pt x="1079848" y="501208"/>
                  <a:pt x="1079352" y="515592"/>
                </a:cubicBezTo>
                <a:cubicBezTo>
                  <a:pt x="1078360" y="529977"/>
                  <a:pt x="1066455" y="540394"/>
                  <a:pt x="1053062" y="540890"/>
                </a:cubicBezTo>
                <a:cubicBezTo>
                  <a:pt x="1039179" y="540890"/>
                  <a:pt x="1026282" y="528489"/>
                  <a:pt x="1026778" y="514104"/>
                </a:cubicBezTo>
                <a:cubicBezTo>
                  <a:pt x="1027770" y="499223"/>
                  <a:pt x="1039179" y="488807"/>
                  <a:pt x="1053062" y="488807"/>
                </a:cubicBezTo>
                <a:close/>
                <a:moveTo>
                  <a:pt x="987628" y="488807"/>
                </a:moveTo>
                <a:cubicBezTo>
                  <a:pt x="994572" y="487815"/>
                  <a:pt x="999532" y="491783"/>
                  <a:pt x="1004987" y="496743"/>
                </a:cubicBezTo>
                <a:cubicBezTo>
                  <a:pt x="1010940" y="502200"/>
                  <a:pt x="1012924" y="508648"/>
                  <a:pt x="1012428" y="516088"/>
                </a:cubicBezTo>
                <a:cubicBezTo>
                  <a:pt x="1011932" y="530473"/>
                  <a:pt x="1000524" y="540890"/>
                  <a:pt x="985643" y="541386"/>
                </a:cubicBezTo>
                <a:cubicBezTo>
                  <a:pt x="978203" y="541386"/>
                  <a:pt x="972747" y="538410"/>
                  <a:pt x="967290" y="533449"/>
                </a:cubicBezTo>
                <a:cubicBezTo>
                  <a:pt x="961339" y="527993"/>
                  <a:pt x="959355" y="521545"/>
                  <a:pt x="959851" y="514104"/>
                </a:cubicBezTo>
                <a:cubicBezTo>
                  <a:pt x="960347" y="499224"/>
                  <a:pt x="971755" y="488807"/>
                  <a:pt x="987628" y="488807"/>
                </a:cubicBezTo>
                <a:close/>
                <a:moveTo>
                  <a:pt x="1120025" y="488311"/>
                </a:moveTo>
                <a:cubicBezTo>
                  <a:pt x="1126970" y="489303"/>
                  <a:pt x="1132922" y="492775"/>
                  <a:pt x="1138378" y="496743"/>
                </a:cubicBezTo>
                <a:cubicBezTo>
                  <a:pt x="1141355" y="498728"/>
                  <a:pt x="1145819" y="512120"/>
                  <a:pt x="1145819" y="515096"/>
                </a:cubicBezTo>
                <a:cubicBezTo>
                  <a:pt x="1145819" y="522041"/>
                  <a:pt x="1141851" y="528489"/>
                  <a:pt x="1137386" y="532953"/>
                </a:cubicBezTo>
                <a:cubicBezTo>
                  <a:pt x="1132922" y="537418"/>
                  <a:pt x="1126474" y="540890"/>
                  <a:pt x="1119529" y="540890"/>
                </a:cubicBezTo>
                <a:cubicBezTo>
                  <a:pt x="1112089" y="540890"/>
                  <a:pt x="1106137" y="536426"/>
                  <a:pt x="1100680" y="532457"/>
                </a:cubicBezTo>
                <a:cubicBezTo>
                  <a:pt x="1097704" y="530473"/>
                  <a:pt x="1093240" y="517081"/>
                  <a:pt x="1093240" y="514104"/>
                </a:cubicBezTo>
                <a:cubicBezTo>
                  <a:pt x="1093240" y="507160"/>
                  <a:pt x="1097208" y="500712"/>
                  <a:pt x="1101673" y="496247"/>
                </a:cubicBezTo>
                <a:cubicBezTo>
                  <a:pt x="1106137" y="492279"/>
                  <a:pt x="1112585" y="488807"/>
                  <a:pt x="1120025" y="488311"/>
                </a:cubicBezTo>
                <a:close/>
                <a:moveTo>
                  <a:pt x="782266" y="486327"/>
                </a:moveTo>
                <a:cubicBezTo>
                  <a:pt x="797643" y="485335"/>
                  <a:pt x="812028" y="500216"/>
                  <a:pt x="812028" y="514601"/>
                </a:cubicBezTo>
                <a:cubicBezTo>
                  <a:pt x="812524" y="529481"/>
                  <a:pt x="798138" y="543370"/>
                  <a:pt x="784251" y="543370"/>
                </a:cubicBezTo>
                <a:cubicBezTo>
                  <a:pt x="769370" y="543866"/>
                  <a:pt x="755975" y="530473"/>
                  <a:pt x="754983" y="515593"/>
                </a:cubicBezTo>
                <a:cubicBezTo>
                  <a:pt x="754487" y="500712"/>
                  <a:pt x="767880" y="487319"/>
                  <a:pt x="782266" y="486327"/>
                </a:cubicBezTo>
                <a:close/>
                <a:moveTo>
                  <a:pt x="648321" y="486327"/>
                </a:moveTo>
                <a:cubicBezTo>
                  <a:pt x="656256" y="485335"/>
                  <a:pt x="662704" y="487815"/>
                  <a:pt x="669153" y="493767"/>
                </a:cubicBezTo>
                <a:cubicBezTo>
                  <a:pt x="675601" y="500215"/>
                  <a:pt x="677089" y="507160"/>
                  <a:pt x="677089" y="515592"/>
                </a:cubicBezTo>
                <a:cubicBezTo>
                  <a:pt x="677089" y="524025"/>
                  <a:pt x="675105" y="529977"/>
                  <a:pt x="669153" y="535929"/>
                </a:cubicBezTo>
                <a:cubicBezTo>
                  <a:pt x="662704" y="542378"/>
                  <a:pt x="655760" y="543370"/>
                  <a:pt x="647328" y="543370"/>
                </a:cubicBezTo>
                <a:cubicBezTo>
                  <a:pt x="639392" y="543370"/>
                  <a:pt x="633440" y="541386"/>
                  <a:pt x="627983" y="535929"/>
                </a:cubicBezTo>
                <a:cubicBezTo>
                  <a:pt x="621535" y="529481"/>
                  <a:pt x="620047" y="522537"/>
                  <a:pt x="620047" y="514104"/>
                </a:cubicBezTo>
                <a:cubicBezTo>
                  <a:pt x="620047" y="505672"/>
                  <a:pt x="622031" y="499223"/>
                  <a:pt x="627983" y="493767"/>
                </a:cubicBezTo>
                <a:cubicBezTo>
                  <a:pt x="633440" y="487815"/>
                  <a:pt x="639888" y="485335"/>
                  <a:pt x="648321" y="486327"/>
                </a:cubicBezTo>
                <a:close/>
                <a:moveTo>
                  <a:pt x="851678" y="486326"/>
                </a:moveTo>
                <a:cubicBezTo>
                  <a:pt x="859118" y="487318"/>
                  <a:pt x="867054" y="489798"/>
                  <a:pt x="872511" y="496743"/>
                </a:cubicBezTo>
                <a:cubicBezTo>
                  <a:pt x="874991" y="500215"/>
                  <a:pt x="880447" y="511624"/>
                  <a:pt x="879455" y="515096"/>
                </a:cubicBezTo>
                <a:cubicBezTo>
                  <a:pt x="877471" y="522536"/>
                  <a:pt x="875487" y="530473"/>
                  <a:pt x="869039" y="535929"/>
                </a:cubicBezTo>
                <a:cubicBezTo>
                  <a:pt x="863087" y="540393"/>
                  <a:pt x="856143" y="541385"/>
                  <a:pt x="850189" y="543865"/>
                </a:cubicBezTo>
                <a:cubicBezTo>
                  <a:pt x="843245" y="540889"/>
                  <a:pt x="835805" y="539897"/>
                  <a:pt x="830348" y="533945"/>
                </a:cubicBezTo>
                <a:cubicBezTo>
                  <a:pt x="825388" y="528489"/>
                  <a:pt x="822412" y="521544"/>
                  <a:pt x="822412" y="514600"/>
                </a:cubicBezTo>
                <a:cubicBezTo>
                  <a:pt x="822412" y="506663"/>
                  <a:pt x="825388" y="499223"/>
                  <a:pt x="832333" y="493767"/>
                </a:cubicBezTo>
                <a:cubicBezTo>
                  <a:pt x="837789" y="489302"/>
                  <a:pt x="844733" y="485830"/>
                  <a:pt x="851678" y="486326"/>
                </a:cubicBezTo>
                <a:close/>
                <a:moveTo>
                  <a:pt x="714317" y="486326"/>
                </a:moveTo>
                <a:cubicBezTo>
                  <a:pt x="729692" y="484838"/>
                  <a:pt x="743084" y="499223"/>
                  <a:pt x="743580" y="514104"/>
                </a:cubicBezTo>
                <a:cubicBezTo>
                  <a:pt x="744076" y="530473"/>
                  <a:pt x="729692" y="543865"/>
                  <a:pt x="714813" y="543865"/>
                </a:cubicBezTo>
                <a:cubicBezTo>
                  <a:pt x="699934" y="543865"/>
                  <a:pt x="685550" y="530969"/>
                  <a:pt x="685550" y="514600"/>
                </a:cubicBezTo>
                <a:cubicBezTo>
                  <a:pt x="686046" y="499719"/>
                  <a:pt x="699438" y="484838"/>
                  <a:pt x="714317" y="486326"/>
                </a:cubicBezTo>
                <a:close/>
                <a:moveTo>
                  <a:pt x="581888" y="484342"/>
                </a:moveTo>
                <a:cubicBezTo>
                  <a:pt x="590817" y="486326"/>
                  <a:pt x="598755" y="489303"/>
                  <a:pt x="605203" y="496743"/>
                </a:cubicBezTo>
                <a:cubicBezTo>
                  <a:pt x="610164" y="502199"/>
                  <a:pt x="608676" y="509144"/>
                  <a:pt x="612148" y="514600"/>
                </a:cubicBezTo>
                <a:cubicBezTo>
                  <a:pt x="609668" y="522536"/>
                  <a:pt x="608179" y="530473"/>
                  <a:pt x="601731" y="536921"/>
                </a:cubicBezTo>
                <a:cubicBezTo>
                  <a:pt x="595778" y="542377"/>
                  <a:pt x="587841" y="542377"/>
                  <a:pt x="581392" y="545850"/>
                </a:cubicBezTo>
                <a:cubicBezTo>
                  <a:pt x="572959" y="542873"/>
                  <a:pt x="564030" y="541385"/>
                  <a:pt x="558076" y="533449"/>
                </a:cubicBezTo>
                <a:cubicBezTo>
                  <a:pt x="553116" y="527497"/>
                  <a:pt x="553612" y="520056"/>
                  <a:pt x="550636" y="514104"/>
                </a:cubicBezTo>
                <a:cubicBezTo>
                  <a:pt x="555100" y="509640"/>
                  <a:pt x="551628" y="502695"/>
                  <a:pt x="556092" y="498727"/>
                </a:cubicBezTo>
                <a:cubicBezTo>
                  <a:pt x="560558" y="494759"/>
                  <a:pt x="563534" y="489799"/>
                  <a:pt x="569487" y="487815"/>
                </a:cubicBezTo>
                <a:cubicBezTo>
                  <a:pt x="573455" y="486326"/>
                  <a:pt x="578415" y="483350"/>
                  <a:pt x="581888" y="484342"/>
                </a:cubicBezTo>
                <a:close/>
                <a:moveTo>
                  <a:pt x="514409" y="483908"/>
                </a:moveTo>
                <a:cubicBezTo>
                  <a:pt x="521478" y="483846"/>
                  <a:pt x="528547" y="486078"/>
                  <a:pt x="532267" y="490791"/>
                </a:cubicBezTo>
                <a:cubicBezTo>
                  <a:pt x="533755" y="492775"/>
                  <a:pt x="536235" y="494759"/>
                  <a:pt x="538219" y="496743"/>
                </a:cubicBezTo>
                <a:cubicBezTo>
                  <a:pt x="543676" y="501703"/>
                  <a:pt x="546157" y="508152"/>
                  <a:pt x="545661" y="516584"/>
                </a:cubicBezTo>
                <a:cubicBezTo>
                  <a:pt x="544668" y="521544"/>
                  <a:pt x="544172" y="527993"/>
                  <a:pt x="538715" y="532457"/>
                </a:cubicBezTo>
                <a:cubicBezTo>
                  <a:pt x="536731" y="534441"/>
                  <a:pt x="534747" y="535929"/>
                  <a:pt x="532763" y="538409"/>
                </a:cubicBezTo>
                <a:cubicBezTo>
                  <a:pt x="525323" y="547834"/>
                  <a:pt x="503992" y="547834"/>
                  <a:pt x="496054" y="538409"/>
                </a:cubicBezTo>
                <a:cubicBezTo>
                  <a:pt x="492086" y="532953"/>
                  <a:pt x="486134" y="529481"/>
                  <a:pt x="484148" y="522040"/>
                </a:cubicBezTo>
                <a:cubicBezTo>
                  <a:pt x="482164" y="513112"/>
                  <a:pt x="483652" y="504679"/>
                  <a:pt x="490102" y="497735"/>
                </a:cubicBezTo>
                <a:cubicBezTo>
                  <a:pt x="492086" y="495255"/>
                  <a:pt x="494566" y="493271"/>
                  <a:pt x="496551" y="490791"/>
                </a:cubicBezTo>
                <a:cubicBezTo>
                  <a:pt x="500271" y="486326"/>
                  <a:pt x="507340" y="483970"/>
                  <a:pt x="514409" y="483908"/>
                </a:cubicBezTo>
                <a:close/>
                <a:moveTo>
                  <a:pt x="44649" y="483847"/>
                </a:moveTo>
                <a:cubicBezTo>
                  <a:pt x="53577" y="481862"/>
                  <a:pt x="59530" y="487319"/>
                  <a:pt x="65978" y="492775"/>
                </a:cubicBezTo>
                <a:cubicBezTo>
                  <a:pt x="72922" y="499223"/>
                  <a:pt x="74410" y="506664"/>
                  <a:pt x="74906" y="515592"/>
                </a:cubicBezTo>
                <a:cubicBezTo>
                  <a:pt x="74906" y="524521"/>
                  <a:pt x="71434" y="530969"/>
                  <a:pt x="65978" y="536921"/>
                </a:cubicBezTo>
                <a:cubicBezTo>
                  <a:pt x="59530" y="543866"/>
                  <a:pt x="52585" y="545850"/>
                  <a:pt x="43161" y="545850"/>
                </a:cubicBezTo>
                <a:cubicBezTo>
                  <a:pt x="34232" y="545850"/>
                  <a:pt x="27784" y="542874"/>
                  <a:pt x="21831" y="536921"/>
                </a:cubicBezTo>
                <a:cubicBezTo>
                  <a:pt x="14391" y="529977"/>
                  <a:pt x="12903" y="522537"/>
                  <a:pt x="12903" y="513112"/>
                </a:cubicBezTo>
                <a:cubicBezTo>
                  <a:pt x="12903" y="504184"/>
                  <a:pt x="16375" y="498231"/>
                  <a:pt x="22328" y="491783"/>
                </a:cubicBezTo>
                <a:cubicBezTo>
                  <a:pt x="28280" y="485335"/>
                  <a:pt x="35224" y="482854"/>
                  <a:pt x="44649" y="483847"/>
                </a:cubicBezTo>
                <a:close/>
                <a:moveTo>
                  <a:pt x="446457" y="483846"/>
                </a:moveTo>
                <a:cubicBezTo>
                  <a:pt x="453402" y="484342"/>
                  <a:pt x="460842" y="486326"/>
                  <a:pt x="466796" y="492278"/>
                </a:cubicBezTo>
                <a:cubicBezTo>
                  <a:pt x="473245" y="498231"/>
                  <a:pt x="476221" y="506167"/>
                  <a:pt x="476221" y="514600"/>
                </a:cubicBezTo>
                <a:cubicBezTo>
                  <a:pt x="476221" y="523032"/>
                  <a:pt x="473740" y="530969"/>
                  <a:pt x="467788" y="536921"/>
                </a:cubicBezTo>
                <a:cubicBezTo>
                  <a:pt x="461835" y="542873"/>
                  <a:pt x="454394" y="546345"/>
                  <a:pt x="446457" y="545849"/>
                </a:cubicBezTo>
                <a:cubicBezTo>
                  <a:pt x="426615" y="545353"/>
                  <a:pt x="414709" y="534937"/>
                  <a:pt x="414709" y="515096"/>
                </a:cubicBezTo>
                <a:cubicBezTo>
                  <a:pt x="415205" y="494759"/>
                  <a:pt x="426119" y="486326"/>
                  <a:pt x="446457" y="483846"/>
                </a:cubicBezTo>
                <a:close/>
                <a:moveTo>
                  <a:pt x="177594" y="483846"/>
                </a:moveTo>
                <a:cubicBezTo>
                  <a:pt x="186522" y="483846"/>
                  <a:pt x="192970" y="487318"/>
                  <a:pt x="198923" y="493271"/>
                </a:cubicBezTo>
                <a:cubicBezTo>
                  <a:pt x="205371" y="499223"/>
                  <a:pt x="208843" y="505671"/>
                  <a:pt x="207355" y="514600"/>
                </a:cubicBezTo>
                <a:cubicBezTo>
                  <a:pt x="209339" y="524024"/>
                  <a:pt x="204875" y="530473"/>
                  <a:pt x="198427" y="537417"/>
                </a:cubicBezTo>
                <a:cubicBezTo>
                  <a:pt x="191978" y="544361"/>
                  <a:pt x="185034" y="546345"/>
                  <a:pt x="175609" y="546345"/>
                </a:cubicBezTo>
                <a:cubicBezTo>
                  <a:pt x="166681" y="546345"/>
                  <a:pt x="160233" y="543369"/>
                  <a:pt x="154280" y="537417"/>
                </a:cubicBezTo>
                <a:cubicBezTo>
                  <a:pt x="147336" y="530969"/>
                  <a:pt x="145352" y="524024"/>
                  <a:pt x="145352" y="514600"/>
                </a:cubicBezTo>
                <a:cubicBezTo>
                  <a:pt x="144856" y="505175"/>
                  <a:pt x="148824" y="498727"/>
                  <a:pt x="154776" y="492278"/>
                </a:cubicBezTo>
                <a:cubicBezTo>
                  <a:pt x="161225" y="485334"/>
                  <a:pt x="168665" y="483846"/>
                  <a:pt x="177594" y="483846"/>
                </a:cubicBezTo>
                <a:close/>
                <a:moveTo>
                  <a:pt x="111632" y="483846"/>
                </a:moveTo>
                <a:cubicBezTo>
                  <a:pt x="120560" y="483846"/>
                  <a:pt x="127009" y="487318"/>
                  <a:pt x="132961" y="493271"/>
                </a:cubicBezTo>
                <a:cubicBezTo>
                  <a:pt x="138913" y="499223"/>
                  <a:pt x="142385" y="505671"/>
                  <a:pt x="140897" y="514600"/>
                </a:cubicBezTo>
                <a:cubicBezTo>
                  <a:pt x="142881" y="524024"/>
                  <a:pt x="138417" y="530473"/>
                  <a:pt x="132465" y="537417"/>
                </a:cubicBezTo>
                <a:cubicBezTo>
                  <a:pt x="126017" y="544361"/>
                  <a:pt x="119072" y="546345"/>
                  <a:pt x="109648" y="546345"/>
                </a:cubicBezTo>
                <a:cubicBezTo>
                  <a:pt x="100719" y="546345"/>
                  <a:pt x="94271" y="543369"/>
                  <a:pt x="88318" y="537417"/>
                </a:cubicBezTo>
                <a:cubicBezTo>
                  <a:pt x="81374" y="530969"/>
                  <a:pt x="79390" y="524024"/>
                  <a:pt x="79390" y="514600"/>
                </a:cubicBezTo>
                <a:cubicBezTo>
                  <a:pt x="79390" y="505175"/>
                  <a:pt x="82366" y="498727"/>
                  <a:pt x="88815" y="492278"/>
                </a:cubicBezTo>
                <a:cubicBezTo>
                  <a:pt x="95263" y="485334"/>
                  <a:pt x="102703" y="483846"/>
                  <a:pt x="111632" y="483846"/>
                </a:cubicBezTo>
                <a:close/>
                <a:moveTo>
                  <a:pt x="378990" y="483350"/>
                </a:moveTo>
                <a:cubicBezTo>
                  <a:pt x="393872" y="483350"/>
                  <a:pt x="411730" y="499223"/>
                  <a:pt x="409745" y="514600"/>
                </a:cubicBezTo>
                <a:cubicBezTo>
                  <a:pt x="411730" y="529977"/>
                  <a:pt x="393872" y="545849"/>
                  <a:pt x="378990" y="545849"/>
                </a:cubicBezTo>
                <a:cubicBezTo>
                  <a:pt x="363116" y="545849"/>
                  <a:pt x="346746" y="529480"/>
                  <a:pt x="347242" y="514104"/>
                </a:cubicBezTo>
                <a:cubicBezTo>
                  <a:pt x="347738" y="500215"/>
                  <a:pt x="362620" y="483350"/>
                  <a:pt x="378990" y="483350"/>
                </a:cubicBezTo>
                <a:close/>
                <a:moveTo>
                  <a:pt x="312525" y="483350"/>
                </a:moveTo>
                <a:cubicBezTo>
                  <a:pt x="327407" y="483350"/>
                  <a:pt x="345265" y="499223"/>
                  <a:pt x="343280" y="514600"/>
                </a:cubicBezTo>
                <a:cubicBezTo>
                  <a:pt x="345265" y="529977"/>
                  <a:pt x="327407" y="545849"/>
                  <a:pt x="312525" y="545849"/>
                </a:cubicBezTo>
                <a:cubicBezTo>
                  <a:pt x="296651" y="545849"/>
                  <a:pt x="280283" y="529480"/>
                  <a:pt x="280779" y="514104"/>
                </a:cubicBezTo>
                <a:cubicBezTo>
                  <a:pt x="281275" y="500215"/>
                  <a:pt x="296155" y="483350"/>
                  <a:pt x="312525" y="483350"/>
                </a:cubicBezTo>
                <a:close/>
                <a:moveTo>
                  <a:pt x="244548" y="483350"/>
                </a:moveTo>
                <a:cubicBezTo>
                  <a:pt x="253476" y="483350"/>
                  <a:pt x="259925" y="486326"/>
                  <a:pt x="265877" y="492278"/>
                </a:cubicBezTo>
                <a:cubicBezTo>
                  <a:pt x="271829" y="499223"/>
                  <a:pt x="276293" y="505671"/>
                  <a:pt x="273813" y="514600"/>
                </a:cubicBezTo>
                <a:cubicBezTo>
                  <a:pt x="275797" y="524520"/>
                  <a:pt x="270837" y="530969"/>
                  <a:pt x="264885" y="537417"/>
                </a:cubicBezTo>
                <a:cubicBezTo>
                  <a:pt x="258436" y="544361"/>
                  <a:pt x="250996" y="545849"/>
                  <a:pt x="242068" y="545849"/>
                </a:cubicBezTo>
                <a:cubicBezTo>
                  <a:pt x="233139" y="545849"/>
                  <a:pt x="227187" y="542377"/>
                  <a:pt x="220738" y="536425"/>
                </a:cubicBezTo>
                <a:cubicBezTo>
                  <a:pt x="213794" y="529977"/>
                  <a:pt x="212306" y="522536"/>
                  <a:pt x="212306" y="513608"/>
                </a:cubicBezTo>
                <a:cubicBezTo>
                  <a:pt x="212306" y="504679"/>
                  <a:pt x="215778" y="498231"/>
                  <a:pt x="221731" y="492278"/>
                </a:cubicBezTo>
                <a:cubicBezTo>
                  <a:pt x="228179" y="485334"/>
                  <a:pt x="235123" y="483350"/>
                  <a:pt x="244548" y="483350"/>
                </a:cubicBezTo>
                <a:close/>
                <a:moveTo>
                  <a:pt x="2331323" y="441188"/>
                </a:moveTo>
                <a:cubicBezTo>
                  <a:pt x="2332811" y="441188"/>
                  <a:pt x="2334795" y="443668"/>
                  <a:pt x="2337275" y="445652"/>
                </a:cubicBezTo>
                <a:cubicBezTo>
                  <a:pt x="2334795" y="447636"/>
                  <a:pt x="2333803" y="449620"/>
                  <a:pt x="2331819" y="450613"/>
                </a:cubicBezTo>
                <a:cubicBezTo>
                  <a:pt x="2329835" y="451605"/>
                  <a:pt x="2325867" y="447636"/>
                  <a:pt x="2326859" y="445652"/>
                </a:cubicBezTo>
                <a:cubicBezTo>
                  <a:pt x="2327851" y="443668"/>
                  <a:pt x="2329835" y="441684"/>
                  <a:pt x="2331323" y="441188"/>
                </a:cubicBezTo>
                <a:close/>
                <a:moveTo>
                  <a:pt x="2264855" y="439204"/>
                </a:moveTo>
                <a:cubicBezTo>
                  <a:pt x="2267335" y="439204"/>
                  <a:pt x="2269815" y="442676"/>
                  <a:pt x="2273287" y="445652"/>
                </a:cubicBezTo>
                <a:cubicBezTo>
                  <a:pt x="2270311" y="448629"/>
                  <a:pt x="2267831" y="451109"/>
                  <a:pt x="2265351" y="453093"/>
                </a:cubicBezTo>
                <a:cubicBezTo>
                  <a:pt x="2263863" y="454085"/>
                  <a:pt x="2256918" y="447140"/>
                  <a:pt x="2257911" y="445652"/>
                </a:cubicBezTo>
                <a:cubicBezTo>
                  <a:pt x="2259895" y="443172"/>
                  <a:pt x="2262375" y="439204"/>
                  <a:pt x="2264855" y="439204"/>
                </a:cubicBezTo>
                <a:close/>
                <a:moveTo>
                  <a:pt x="2198388" y="436228"/>
                </a:moveTo>
                <a:cubicBezTo>
                  <a:pt x="2203348" y="436228"/>
                  <a:pt x="2207812" y="441188"/>
                  <a:pt x="2207316" y="446149"/>
                </a:cubicBezTo>
                <a:cubicBezTo>
                  <a:pt x="2207316" y="451109"/>
                  <a:pt x="2202852" y="455573"/>
                  <a:pt x="2197891" y="455573"/>
                </a:cubicBezTo>
                <a:cubicBezTo>
                  <a:pt x="2192931" y="455573"/>
                  <a:pt x="2188467" y="451109"/>
                  <a:pt x="2188467" y="446149"/>
                </a:cubicBezTo>
                <a:cubicBezTo>
                  <a:pt x="2188467" y="440692"/>
                  <a:pt x="2192931" y="436228"/>
                  <a:pt x="2198388" y="436228"/>
                </a:cubicBezTo>
                <a:close/>
                <a:moveTo>
                  <a:pt x="2128944" y="433748"/>
                </a:moveTo>
                <a:cubicBezTo>
                  <a:pt x="2132912" y="433748"/>
                  <a:pt x="2140848" y="441684"/>
                  <a:pt x="2140848" y="445653"/>
                </a:cubicBezTo>
                <a:cubicBezTo>
                  <a:pt x="2140848" y="449621"/>
                  <a:pt x="2132912" y="457557"/>
                  <a:pt x="2128944" y="457557"/>
                </a:cubicBezTo>
                <a:cubicBezTo>
                  <a:pt x="2124975" y="457557"/>
                  <a:pt x="2117039" y="449621"/>
                  <a:pt x="2117039" y="445653"/>
                </a:cubicBezTo>
                <a:cubicBezTo>
                  <a:pt x="2117039" y="441684"/>
                  <a:pt x="2124975" y="433748"/>
                  <a:pt x="2128944" y="433748"/>
                </a:cubicBezTo>
                <a:close/>
                <a:moveTo>
                  <a:pt x="2061485" y="433748"/>
                </a:moveTo>
                <a:cubicBezTo>
                  <a:pt x="2070909" y="433748"/>
                  <a:pt x="2074381" y="436724"/>
                  <a:pt x="2074381" y="445653"/>
                </a:cubicBezTo>
                <a:cubicBezTo>
                  <a:pt x="2074381" y="454085"/>
                  <a:pt x="2070909" y="457557"/>
                  <a:pt x="2062973" y="457557"/>
                </a:cubicBezTo>
                <a:cubicBezTo>
                  <a:pt x="2054044" y="457557"/>
                  <a:pt x="2050572" y="454581"/>
                  <a:pt x="2050572" y="446149"/>
                </a:cubicBezTo>
                <a:cubicBezTo>
                  <a:pt x="2050572" y="437220"/>
                  <a:pt x="2053548" y="433748"/>
                  <a:pt x="2061485" y="433748"/>
                </a:cubicBezTo>
                <a:close/>
                <a:moveTo>
                  <a:pt x="1996009" y="431764"/>
                </a:moveTo>
                <a:cubicBezTo>
                  <a:pt x="2003449" y="431764"/>
                  <a:pt x="2009898" y="438212"/>
                  <a:pt x="2009898" y="446149"/>
                </a:cubicBezTo>
                <a:cubicBezTo>
                  <a:pt x="2009898" y="453589"/>
                  <a:pt x="2002953" y="460534"/>
                  <a:pt x="1995513" y="460038"/>
                </a:cubicBezTo>
                <a:cubicBezTo>
                  <a:pt x="1988072" y="460038"/>
                  <a:pt x="1981128" y="453093"/>
                  <a:pt x="1981624" y="445653"/>
                </a:cubicBezTo>
                <a:cubicBezTo>
                  <a:pt x="1981624" y="438212"/>
                  <a:pt x="1988568" y="431268"/>
                  <a:pt x="1996009" y="431764"/>
                </a:cubicBezTo>
                <a:close/>
                <a:moveTo>
                  <a:pt x="1929045" y="431268"/>
                </a:moveTo>
                <a:cubicBezTo>
                  <a:pt x="1938965" y="431268"/>
                  <a:pt x="1943429" y="435236"/>
                  <a:pt x="1943429" y="445157"/>
                </a:cubicBezTo>
                <a:cubicBezTo>
                  <a:pt x="1943429" y="455573"/>
                  <a:pt x="1939461" y="459542"/>
                  <a:pt x="1930037" y="460038"/>
                </a:cubicBezTo>
                <a:cubicBezTo>
                  <a:pt x="1919124" y="460038"/>
                  <a:pt x="1915156" y="456069"/>
                  <a:pt x="1915156" y="445653"/>
                </a:cubicBezTo>
                <a:cubicBezTo>
                  <a:pt x="1914660" y="435732"/>
                  <a:pt x="1918628" y="431764"/>
                  <a:pt x="1929045" y="431268"/>
                </a:cubicBezTo>
                <a:close/>
                <a:moveTo>
                  <a:pt x="1793630" y="429284"/>
                </a:moveTo>
                <a:cubicBezTo>
                  <a:pt x="1804542" y="429284"/>
                  <a:pt x="1809999" y="434740"/>
                  <a:pt x="1809999" y="446149"/>
                </a:cubicBezTo>
                <a:cubicBezTo>
                  <a:pt x="1809999" y="457061"/>
                  <a:pt x="1804542" y="462518"/>
                  <a:pt x="1793134" y="462518"/>
                </a:cubicBezTo>
                <a:cubicBezTo>
                  <a:pt x="1782221" y="462518"/>
                  <a:pt x="1776765" y="457061"/>
                  <a:pt x="1776765" y="445653"/>
                </a:cubicBezTo>
                <a:cubicBezTo>
                  <a:pt x="1776765" y="434740"/>
                  <a:pt x="1782221" y="429284"/>
                  <a:pt x="1793630" y="429284"/>
                </a:cubicBezTo>
                <a:close/>
                <a:moveTo>
                  <a:pt x="1492" y="429284"/>
                </a:moveTo>
                <a:cubicBezTo>
                  <a:pt x="1988" y="429780"/>
                  <a:pt x="2484" y="430276"/>
                  <a:pt x="2980" y="430772"/>
                </a:cubicBezTo>
                <a:cubicBezTo>
                  <a:pt x="4468" y="435732"/>
                  <a:pt x="7444" y="440693"/>
                  <a:pt x="7444" y="445653"/>
                </a:cubicBezTo>
                <a:cubicBezTo>
                  <a:pt x="7444" y="449621"/>
                  <a:pt x="4964" y="454085"/>
                  <a:pt x="3972" y="458054"/>
                </a:cubicBezTo>
                <a:cubicBezTo>
                  <a:pt x="3476" y="459542"/>
                  <a:pt x="2980" y="460534"/>
                  <a:pt x="2484" y="462022"/>
                </a:cubicBezTo>
                <a:cubicBezTo>
                  <a:pt x="1988" y="460534"/>
                  <a:pt x="996" y="459046"/>
                  <a:pt x="996" y="457061"/>
                </a:cubicBezTo>
                <a:cubicBezTo>
                  <a:pt x="500" y="453589"/>
                  <a:pt x="500" y="449621"/>
                  <a:pt x="500" y="445653"/>
                </a:cubicBezTo>
                <a:cubicBezTo>
                  <a:pt x="500" y="440693"/>
                  <a:pt x="500" y="436228"/>
                  <a:pt x="500" y="431268"/>
                </a:cubicBezTo>
                <a:cubicBezTo>
                  <a:pt x="500" y="430772"/>
                  <a:pt x="996" y="429780"/>
                  <a:pt x="1492" y="429284"/>
                </a:cubicBezTo>
                <a:close/>
                <a:moveTo>
                  <a:pt x="1858610" y="429283"/>
                </a:moveTo>
                <a:cubicBezTo>
                  <a:pt x="1866546" y="428787"/>
                  <a:pt x="1875971" y="436723"/>
                  <a:pt x="1876467" y="445156"/>
                </a:cubicBezTo>
                <a:cubicBezTo>
                  <a:pt x="1876963" y="453092"/>
                  <a:pt x="1868530" y="462021"/>
                  <a:pt x="1860594" y="462517"/>
                </a:cubicBezTo>
                <a:cubicBezTo>
                  <a:pt x="1852657" y="463013"/>
                  <a:pt x="1843729" y="454580"/>
                  <a:pt x="1843233" y="446148"/>
                </a:cubicBezTo>
                <a:cubicBezTo>
                  <a:pt x="1843233" y="438708"/>
                  <a:pt x="1851169" y="429779"/>
                  <a:pt x="1858610" y="429283"/>
                </a:cubicBezTo>
                <a:close/>
                <a:moveTo>
                  <a:pt x="1656726" y="427299"/>
                </a:moveTo>
                <a:cubicBezTo>
                  <a:pt x="1668631" y="427299"/>
                  <a:pt x="1676567" y="434739"/>
                  <a:pt x="1676567" y="445652"/>
                </a:cubicBezTo>
                <a:cubicBezTo>
                  <a:pt x="1676567" y="457061"/>
                  <a:pt x="1669127" y="464501"/>
                  <a:pt x="1657718" y="464997"/>
                </a:cubicBezTo>
                <a:cubicBezTo>
                  <a:pt x="1646309" y="464997"/>
                  <a:pt x="1638373" y="457557"/>
                  <a:pt x="1638373" y="446148"/>
                </a:cubicBezTo>
                <a:cubicBezTo>
                  <a:pt x="1638373" y="435235"/>
                  <a:pt x="1645813" y="427299"/>
                  <a:pt x="1656726" y="427299"/>
                </a:cubicBezTo>
                <a:close/>
                <a:moveTo>
                  <a:pt x="1726666" y="426803"/>
                </a:moveTo>
                <a:cubicBezTo>
                  <a:pt x="1734107" y="426307"/>
                  <a:pt x="1746011" y="438212"/>
                  <a:pt x="1745515" y="446148"/>
                </a:cubicBezTo>
                <a:cubicBezTo>
                  <a:pt x="1745515" y="454580"/>
                  <a:pt x="1734107" y="465493"/>
                  <a:pt x="1726170" y="464997"/>
                </a:cubicBezTo>
                <a:cubicBezTo>
                  <a:pt x="1717738" y="464501"/>
                  <a:pt x="1706825" y="453092"/>
                  <a:pt x="1707817" y="445156"/>
                </a:cubicBezTo>
                <a:cubicBezTo>
                  <a:pt x="1708809" y="436228"/>
                  <a:pt x="1718730" y="427299"/>
                  <a:pt x="1726666" y="426803"/>
                </a:cubicBezTo>
                <a:close/>
                <a:moveTo>
                  <a:pt x="1589763" y="424323"/>
                </a:moveTo>
                <a:cubicBezTo>
                  <a:pt x="1594723" y="424323"/>
                  <a:pt x="1601172" y="426803"/>
                  <a:pt x="1604644" y="430275"/>
                </a:cubicBezTo>
                <a:cubicBezTo>
                  <a:pt x="1608612" y="434244"/>
                  <a:pt x="1610100" y="440196"/>
                  <a:pt x="1612580" y="445652"/>
                </a:cubicBezTo>
                <a:cubicBezTo>
                  <a:pt x="1610596" y="450612"/>
                  <a:pt x="1609604" y="456565"/>
                  <a:pt x="1605636" y="460037"/>
                </a:cubicBezTo>
                <a:cubicBezTo>
                  <a:pt x="1602164" y="463509"/>
                  <a:pt x="1596211" y="466485"/>
                  <a:pt x="1591251" y="466485"/>
                </a:cubicBezTo>
                <a:cubicBezTo>
                  <a:pt x="1586291" y="466485"/>
                  <a:pt x="1580339" y="464005"/>
                  <a:pt x="1576370" y="460037"/>
                </a:cubicBezTo>
                <a:cubicBezTo>
                  <a:pt x="1572898" y="456565"/>
                  <a:pt x="1569922" y="450612"/>
                  <a:pt x="1569922" y="445156"/>
                </a:cubicBezTo>
                <a:cubicBezTo>
                  <a:pt x="1569922" y="440692"/>
                  <a:pt x="1572402" y="434740"/>
                  <a:pt x="1575378" y="431267"/>
                </a:cubicBezTo>
                <a:cubicBezTo>
                  <a:pt x="1578850" y="427795"/>
                  <a:pt x="1584803" y="424323"/>
                  <a:pt x="1589763" y="424323"/>
                </a:cubicBezTo>
                <a:close/>
                <a:moveTo>
                  <a:pt x="1524783" y="424323"/>
                </a:moveTo>
                <a:cubicBezTo>
                  <a:pt x="1536192" y="424323"/>
                  <a:pt x="1546112" y="434740"/>
                  <a:pt x="1545616" y="446644"/>
                </a:cubicBezTo>
                <a:cubicBezTo>
                  <a:pt x="1545616" y="458053"/>
                  <a:pt x="1535200" y="467477"/>
                  <a:pt x="1523295" y="467477"/>
                </a:cubicBezTo>
                <a:cubicBezTo>
                  <a:pt x="1512382" y="467477"/>
                  <a:pt x="1502958" y="457061"/>
                  <a:pt x="1502958" y="446148"/>
                </a:cubicBezTo>
                <a:cubicBezTo>
                  <a:pt x="1502958" y="434244"/>
                  <a:pt x="1512879" y="424323"/>
                  <a:pt x="1524783" y="424323"/>
                </a:cubicBezTo>
                <a:close/>
                <a:moveTo>
                  <a:pt x="1456828" y="423332"/>
                </a:moveTo>
                <a:cubicBezTo>
                  <a:pt x="1463276" y="423828"/>
                  <a:pt x="1469724" y="425316"/>
                  <a:pt x="1473196" y="429780"/>
                </a:cubicBezTo>
                <a:cubicBezTo>
                  <a:pt x="1476669" y="433748"/>
                  <a:pt x="1481629" y="438708"/>
                  <a:pt x="1478653" y="445157"/>
                </a:cubicBezTo>
                <a:cubicBezTo>
                  <a:pt x="1481133" y="451605"/>
                  <a:pt x="1477661" y="457061"/>
                  <a:pt x="1473692" y="460534"/>
                </a:cubicBezTo>
                <a:cubicBezTo>
                  <a:pt x="1469724" y="464502"/>
                  <a:pt x="1464268" y="466982"/>
                  <a:pt x="1457323" y="466982"/>
                </a:cubicBezTo>
                <a:cubicBezTo>
                  <a:pt x="1450379" y="466982"/>
                  <a:pt x="1444923" y="464006"/>
                  <a:pt x="1440955" y="460534"/>
                </a:cubicBezTo>
                <a:cubicBezTo>
                  <a:pt x="1437482" y="457061"/>
                  <a:pt x="1435498" y="451109"/>
                  <a:pt x="1435498" y="445157"/>
                </a:cubicBezTo>
                <a:cubicBezTo>
                  <a:pt x="1435002" y="438708"/>
                  <a:pt x="1437978" y="433252"/>
                  <a:pt x="1441451" y="429780"/>
                </a:cubicBezTo>
                <a:cubicBezTo>
                  <a:pt x="1444923" y="426308"/>
                  <a:pt x="1449883" y="422835"/>
                  <a:pt x="1456828" y="423332"/>
                </a:cubicBezTo>
                <a:close/>
                <a:moveTo>
                  <a:pt x="1388872" y="422835"/>
                </a:moveTo>
                <a:cubicBezTo>
                  <a:pt x="1394825" y="423331"/>
                  <a:pt x="1401273" y="425315"/>
                  <a:pt x="1405737" y="430772"/>
                </a:cubicBezTo>
                <a:cubicBezTo>
                  <a:pt x="1409705" y="435236"/>
                  <a:pt x="1410201" y="441684"/>
                  <a:pt x="1412681" y="446645"/>
                </a:cubicBezTo>
                <a:cubicBezTo>
                  <a:pt x="1409209" y="451605"/>
                  <a:pt x="1409705" y="459541"/>
                  <a:pt x="1403753" y="463014"/>
                </a:cubicBezTo>
                <a:cubicBezTo>
                  <a:pt x="1398793" y="465494"/>
                  <a:pt x="1393336" y="467478"/>
                  <a:pt x="1388872" y="469958"/>
                </a:cubicBezTo>
                <a:cubicBezTo>
                  <a:pt x="1382920" y="466982"/>
                  <a:pt x="1376472" y="466486"/>
                  <a:pt x="1372007" y="461525"/>
                </a:cubicBezTo>
                <a:cubicBezTo>
                  <a:pt x="1368039" y="456565"/>
                  <a:pt x="1367543" y="450613"/>
                  <a:pt x="1365063" y="445653"/>
                </a:cubicBezTo>
                <a:cubicBezTo>
                  <a:pt x="1368535" y="440692"/>
                  <a:pt x="1368039" y="432756"/>
                  <a:pt x="1373991" y="429284"/>
                </a:cubicBezTo>
                <a:cubicBezTo>
                  <a:pt x="1378456" y="426308"/>
                  <a:pt x="1384408" y="422339"/>
                  <a:pt x="1388872" y="422835"/>
                </a:cubicBezTo>
                <a:close/>
                <a:moveTo>
                  <a:pt x="1321908" y="421843"/>
                </a:moveTo>
                <a:cubicBezTo>
                  <a:pt x="1333813" y="421843"/>
                  <a:pt x="1345717" y="434244"/>
                  <a:pt x="1345717" y="446148"/>
                </a:cubicBezTo>
                <a:cubicBezTo>
                  <a:pt x="1345717" y="457557"/>
                  <a:pt x="1333317" y="469462"/>
                  <a:pt x="1321908" y="469462"/>
                </a:cubicBezTo>
                <a:cubicBezTo>
                  <a:pt x="1310004" y="469462"/>
                  <a:pt x="1298099" y="457061"/>
                  <a:pt x="1298099" y="445156"/>
                </a:cubicBezTo>
                <a:cubicBezTo>
                  <a:pt x="1298099" y="433748"/>
                  <a:pt x="1310500" y="421843"/>
                  <a:pt x="1321908" y="421843"/>
                </a:cubicBezTo>
                <a:close/>
                <a:moveTo>
                  <a:pt x="1254449" y="421843"/>
                </a:moveTo>
                <a:cubicBezTo>
                  <a:pt x="1269826" y="421843"/>
                  <a:pt x="1278755" y="430771"/>
                  <a:pt x="1278755" y="445652"/>
                </a:cubicBezTo>
                <a:cubicBezTo>
                  <a:pt x="1278755" y="461029"/>
                  <a:pt x="1269826" y="469462"/>
                  <a:pt x="1254945" y="469462"/>
                </a:cubicBezTo>
                <a:cubicBezTo>
                  <a:pt x="1240064" y="469462"/>
                  <a:pt x="1231136" y="460533"/>
                  <a:pt x="1231136" y="445156"/>
                </a:cubicBezTo>
                <a:cubicBezTo>
                  <a:pt x="1231136" y="430771"/>
                  <a:pt x="1240064" y="421843"/>
                  <a:pt x="1254449" y="421843"/>
                </a:cubicBezTo>
                <a:close/>
                <a:moveTo>
                  <a:pt x="1186989" y="419363"/>
                </a:moveTo>
                <a:cubicBezTo>
                  <a:pt x="1193438" y="422835"/>
                  <a:pt x="1201870" y="423827"/>
                  <a:pt x="1205838" y="430772"/>
                </a:cubicBezTo>
                <a:cubicBezTo>
                  <a:pt x="1208319" y="435732"/>
                  <a:pt x="1210303" y="441188"/>
                  <a:pt x="1212287" y="445652"/>
                </a:cubicBezTo>
                <a:cubicBezTo>
                  <a:pt x="1208815" y="452597"/>
                  <a:pt x="1207823" y="459541"/>
                  <a:pt x="1201870" y="464501"/>
                </a:cubicBezTo>
                <a:cubicBezTo>
                  <a:pt x="1196910" y="468470"/>
                  <a:pt x="1190958" y="468966"/>
                  <a:pt x="1185997" y="471942"/>
                </a:cubicBezTo>
                <a:cubicBezTo>
                  <a:pt x="1179053" y="468966"/>
                  <a:pt x="1171613" y="467478"/>
                  <a:pt x="1166652" y="461029"/>
                </a:cubicBezTo>
                <a:cubicBezTo>
                  <a:pt x="1162684" y="456069"/>
                  <a:pt x="1162188" y="450117"/>
                  <a:pt x="1159708" y="444660"/>
                </a:cubicBezTo>
                <a:cubicBezTo>
                  <a:pt x="1163676" y="438212"/>
                  <a:pt x="1164172" y="429780"/>
                  <a:pt x="1171613" y="425811"/>
                </a:cubicBezTo>
                <a:cubicBezTo>
                  <a:pt x="1176573" y="423331"/>
                  <a:pt x="1181533" y="421347"/>
                  <a:pt x="1186989" y="419363"/>
                </a:cubicBezTo>
                <a:close/>
                <a:moveTo>
                  <a:pt x="1120025" y="419363"/>
                </a:moveTo>
                <a:cubicBezTo>
                  <a:pt x="1134906" y="420355"/>
                  <a:pt x="1145323" y="431764"/>
                  <a:pt x="1145819" y="445653"/>
                </a:cubicBezTo>
                <a:cubicBezTo>
                  <a:pt x="1145323" y="459542"/>
                  <a:pt x="1134906" y="470950"/>
                  <a:pt x="1120025" y="471942"/>
                </a:cubicBezTo>
                <a:cubicBezTo>
                  <a:pt x="1105641" y="472934"/>
                  <a:pt x="1093240" y="459542"/>
                  <a:pt x="1093240" y="445653"/>
                </a:cubicBezTo>
                <a:cubicBezTo>
                  <a:pt x="1093240" y="432260"/>
                  <a:pt x="1105641" y="418867"/>
                  <a:pt x="1120025" y="419363"/>
                </a:cubicBezTo>
                <a:close/>
                <a:moveTo>
                  <a:pt x="1053062" y="419363"/>
                </a:moveTo>
                <a:cubicBezTo>
                  <a:pt x="1060503" y="419363"/>
                  <a:pt x="1065959" y="422339"/>
                  <a:pt x="1071415" y="427299"/>
                </a:cubicBezTo>
                <a:cubicBezTo>
                  <a:pt x="1076872" y="432756"/>
                  <a:pt x="1080344" y="438212"/>
                  <a:pt x="1078856" y="445652"/>
                </a:cubicBezTo>
                <a:cubicBezTo>
                  <a:pt x="1080344" y="453093"/>
                  <a:pt x="1076376" y="458549"/>
                  <a:pt x="1071415" y="464005"/>
                </a:cubicBezTo>
                <a:cubicBezTo>
                  <a:pt x="1065959" y="469462"/>
                  <a:pt x="1060007" y="471942"/>
                  <a:pt x="1052070" y="471942"/>
                </a:cubicBezTo>
                <a:cubicBezTo>
                  <a:pt x="1044643" y="471942"/>
                  <a:pt x="1039187" y="468966"/>
                  <a:pt x="1033730" y="464005"/>
                </a:cubicBezTo>
                <a:cubicBezTo>
                  <a:pt x="1028274" y="459045"/>
                  <a:pt x="1026290" y="453093"/>
                  <a:pt x="1026290" y="445652"/>
                </a:cubicBezTo>
                <a:cubicBezTo>
                  <a:pt x="1026290" y="438212"/>
                  <a:pt x="1028770" y="432756"/>
                  <a:pt x="1033730" y="427299"/>
                </a:cubicBezTo>
                <a:cubicBezTo>
                  <a:pt x="1039187" y="421843"/>
                  <a:pt x="1045139" y="419363"/>
                  <a:pt x="1053062" y="419363"/>
                </a:cubicBezTo>
                <a:close/>
                <a:moveTo>
                  <a:pt x="986131" y="419363"/>
                </a:moveTo>
                <a:cubicBezTo>
                  <a:pt x="993572" y="419363"/>
                  <a:pt x="999524" y="421843"/>
                  <a:pt x="1004484" y="427299"/>
                </a:cubicBezTo>
                <a:cubicBezTo>
                  <a:pt x="1011429" y="434244"/>
                  <a:pt x="1012421" y="436228"/>
                  <a:pt x="1012421" y="445652"/>
                </a:cubicBezTo>
                <a:cubicBezTo>
                  <a:pt x="1012421" y="461525"/>
                  <a:pt x="1001508" y="471942"/>
                  <a:pt x="985635" y="471942"/>
                </a:cubicBezTo>
                <a:cubicBezTo>
                  <a:pt x="978196" y="471942"/>
                  <a:pt x="972740" y="469462"/>
                  <a:pt x="967283" y="464005"/>
                </a:cubicBezTo>
                <a:cubicBezTo>
                  <a:pt x="962323" y="459045"/>
                  <a:pt x="959347" y="453093"/>
                  <a:pt x="959347" y="445652"/>
                </a:cubicBezTo>
                <a:cubicBezTo>
                  <a:pt x="959843" y="429780"/>
                  <a:pt x="970260" y="419363"/>
                  <a:pt x="986131" y="419363"/>
                </a:cubicBezTo>
                <a:close/>
                <a:moveTo>
                  <a:pt x="849720" y="417379"/>
                </a:moveTo>
                <a:cubicBezTo>
                  <a:pt x="863610" y="416387"/>
                  <a:pt x="878986" y="431268"/>
                  <a:pt x="878986" y="446149"/>
                </a:cubicBezTo>
                <a:cubicBezTo>
                  <a:pt x="878986" y="459541"/>
                  <a:pt x="864602" y="474422"/>
                  <a:pt x="850713" y="474422"/>
                </a:cubicBezTo>
                <a:cubicBezTo>
                  <a:pt x="837319" y="474422"/>
                  <a:pt x="822439" y="461525"/>
                  <a:pt x="821942" y="446149"/>
                </a:cubicBezTo>
                <a:cubicBezTo>
                  <a:pt x="821446" y="432756"/>
                  <a:pt x="833354" y="418371"/>
                  <a:pt x="849720" y="417379"/>
                </a:cubicBezTo>
                <a:close/>
                <a:moveTo>
                  <a:pt x="783266" y="417379"/>
                </a:moveTo>
                <a:cubicBezTo>
                  <a:pt x="800130" y="417379"/>
                  <a:pt x="811540" y="430771"/>
                  <a:pt x="812531" y="446644"/>
                </a:cubicBezTo>
                <a:cubicBezTo>
                  <a:pt x="813028" y="455573"/>
                  <a:pt x="808567" y="462021"/>
                  <a:pt x="804097" y="466485"/>
                </a:cubicBezTo>
                <a:cubicBezTo>
                  <a:pt x="799139" y="471445"/>
                  <a:pt x="791699" y="475414"/>
                  <a:pt x="782770" y="474918"/>
                </a:cubicBezTo>
                <a:cubicBezTo>
                  <a:pt x="767390" y="473926"/>
                  <a:pt x="755982" y="461525"/>
                  <a:pt x="754991" y="445652"/>
                </a:cubicBezTo>
                <a:cubicBezTo>
                  <a:pt x="754494" y="436724"/>
                  <a:pt x="760446" y="431763"/>
                  <a:pt x="763424" y="425315"/>
                </a:cubicBezTo>
                <a:cubicBezTo>
                  <a:pt x="770367" y="422339"/>
                  <a:pt x="775824" y="413410"/>
                  <a:pt x="783266" y="417379"/>
                </a:cubicBezTo>
                <a:close/>
                <a:moveTo>
                  <a:pt x="917195" y="416883"/>
                </a:moveTo>
                <a:cubicBezTo>
                  <a:pt x="924635" y="418867"/>
                  <a:pt x="932571" y="420851"/>
                  <a:pt x="938027" y="427300"/>
                </a:cubicBezTo>
                <a:cubicBezTo>
                  <a:pt x="942987" y="433252"/>
                  <a:pt x="943483" y="439700"/>
                  <a:pt x="945963" y="446149"/>
                </a:cubicBezTo>
                <a:cubicBezTo>
                  <a:pt x="942987" y="453093"/>
                  <a:pt x="941995" y="460534"/>
                  <a:pt x="936043" y="465990"/>
                </a:cubicBezTo>
                <a:cubicBezTo>
                  <a:pt x="930587" y="470950"/>
                  <a:pt x="923643" y="473926"/>
                  <a:pt x="916699" y="473926"/>
                </a:cubicBezTo>
                <a:cubicBezTo>
                  <a:pt x="908762" y="473926"/>
                  <a:pt x="901322" y="470950"/>
                  <a:pt x="895866" y="464006"/>
                </a:cubicBezTo>
                <a:cubicBezTo>
                  <a:pt x="891401" y="458549"/>
                  <a:pt x="887929" y="451605"/>
                  <a:pt x="888425" y="444661"/>
                </a:cubicBezTo>
                <a:cubicBezTo>
                  <a:pt x="889417" y="437220"/>
                  <a:pt x="891897" y="429284"/>
                  <a:pt x="898842" y="423828"/>
                </a:cubicBezTo>
                <a:cubicBezTo>
                  <a:pt x="902314" y="421347"/>
                  <a:pt x="913723" y="415891"/>
                  <a:pt x="917195" y="416883"/>
                </a:cubicBezTo>
                <a:close/>
                <a:moveTo>
                  <a:pt x="715293" y="416882"/>
                </a:moveTo>
                <a:cubicBezTo>
                  <a:pt x="730668" y="417378"/>
                  <a:pt x="745053" y="430771"/>
                  <a:pt x="743069" y="446148"/>
                </a:cubicBezTo>
                <a:cubicBezTo>
                  <a:pt x="744557" y="461029"/>
                  <a:pt x="730172" y="475414"/>
                  <a:pt x="713805" y="474918"/>
                </a:cubicBezTo>
                <a:cubicBezTo>
                  <a:pt x="698925" y="474422"/>
                  <a:pt x="685532" y="461029"/>
                  <a:pt x="685532" y="445652"/>
                </a:cubicBezTo>
                <a:cubicBezTo>
                  <a:pt x="685532" y="430771"/>
                  <a:pt x="698925" y="416386"/>
                  <a:pt x="715293" y="416882"/>
                </a:cubicBezTo>
                <a:close/>
                <a:moveTo>
                  <a:pt x="514886" y="415891"/>
                </a:moveTo>
                <a:cubicBezTo>
                  <a:pt x="534727" y="415395"/>
                  <a:pt x="543159" y="425811"/>
                  <a:pt x="545640" y="445653"/>
                </a:cubicBezTo>
                <a:cubicBezTo>
                  <a:pt x="543655" y="466486"/>
                  <a:pt x="534231" y="474918"/>
                  <a:pt x="515382" y="476902"/>
                </a:cubicBezTo>
                <a:cubicBezTo>
                  <a:pt x="506948" y="477894"/>
                  <a:pt x="499012" y="474422"/>
                  <a:pt x="493059" y="468470"/>
                </a:cubicBezTo>
                <a:cubicBezTo>
                  <a:pt x="487107" y="462517"/>
                  <a:pt x="484131" y="455077"/>
                  <a:pt x="484131" y="447141"/>
                </a:cubicBezTo>
                <a:cubicBezTo>
                  <a:pt x="484627" y="427300"/>
                  <a:pt x="495044" y="415395"/>
                  <a:pt x="514886" y="415891"/>
                </a:cubicBezTo>
                <a:close/>
                <a:moveTo>
                  <a:pt x="581344" y="415395"/>
                </a:moveTo>
                <a:cubicBezTo>
                  <a:pt x="590272" y="415395"/>
                  <a:pt x="597713" y="419859"/>
                  <a:pt x="603665" y="426804"/>
                </a:cubicBezTo>
                <a:cubicBezTo>
                  <a:pt x="609121" y="432756"/>
                  <a:pt x="612097" y="439700"/>
                  <a:pt x="611601" y="447141"/>
                </a:cubicBezTo>
                <a:cubicBezTo>
                  <a:pt x="611601" y="456069"/>
                  <a:pt x="606641" y="463510"/>
                  <a:pt x="599697" y="469462"/>
                </a:cubicBezTo>
                <a:cubicBezTo>
                  <a:pt x="594240" y="474422"/>
                  <a:pt x="587296" y="477398"/>
                  <a:pt x="580352" y="476902"/>
                </a:cubicBezTo>
                <a:cubicBezTo>
                  <a:pt x="571919" y="476406"/>
                  <a:pt x="563983" y="471942"/>
                  <a:pt x="558030" y="464998"/>
                </a:cubicBezTo>
                <a:cubicBezTo>
                  <a:pt x="553566" y="459045"/>
                  <a:pt x="552574" y="452101"/>
                  <a:pt x="550094" y="445653"/>
                </a:cubicBezTo>
                <a:cubicBezTo>
                  <a:pt x="552574" y="437220"/>
                  <a:pt x="554558" y="429780"/>
                  <a:pt x="561503" y="423827"/>
                </a:cubicBezTo>
                <a:cubicBezTo>
                  <a:pt x="567455" y="418371"/>
                  <a:pt x="574399" y="414899"/>
                  <a:pt x="581344" y="415395"/>
                </a:cubicBezTo>
                <a:close/>
                <a:moveTo>
                  <a:pt x="648355" y="415394"/>
                </a:moveTo>
                <a:cubicBezTo>
                  <a:pt x="656786" y="417378"/>
                  <a:pt x="665218" y="419859"/>
                  <a:pt x="671666" y="427795"/>
                </a:cubicBezTo>
                <a:cubicBezTo>
                  <a:pt x="676625" y="433251"/>
                  <a:pt x="675633" y="440196"/>
                  <a:pt x="678609" y="445652"/>
                </a:cubicBezTo>
                <a:cubicBezTo>
                  <a:pt x="676129" y="453588"/>
                  <a:pt x="674641" y="461525"/>
                  <a:pt x="668194" y="467973"/>
                </a:cubicBezTo>
                <a:cubicBezTo>
                  <a:pt x="662241" y="473429"/>
                  <a:pt x="654802" y="473429"/>
                  <a:pt x="647859" y="476902"/>
                </a:cubicBezTo>
                <a:cubicBezTo>
                  <a:pt x="639427" y="473925"/>
                  <a:pt x="630499" y="472437"/>
                  <a:pt x="624547" y="464501"/>
                </a:cubicBezTo>
                <a:cubicBezTo>
                  <a:pt x="619587" y="458549"/>
                  <a:pt x="620579" y="451108"/>
                  <a:pt x="617107" y="445156"/>
                </a:cubicBezTo>
                <a:cubicBezTo>
                  <a:pt x="621571" y="440692"/>
                  <a:pt x="618099" y="433747"/>
                  <a:pt x="622563" y="429779"/>
                </a:cubicBezTo>
                <a:cubicBezTo>
                  <a:pt x="627028" y="425811"/>
                  <a:pt x="630003" y="420851"/>
                  <a:pt x="635955" y="418867"/>
                </a:cubicBezTo>
                <a:cubicBezTo>
                  <a:pt x="639922" y="417378"/>
                  <a:pt x="644882" y="414402"/>
                  <a:pt x="648355" y="415394"/>
                </a:cubicBezTo>
                <a:close/>
                <a:moveTo>
                  <a:pt x="445964" y="414899"/>
                </a:moveTo>
                <a:cubicBezTo>
                  <a:pt x="460349" y="412914"/>
                  <a:pt x="477215" y="430275"/>
                  <a:pt x="476719" y="446148"/>
                </a:cubicBezTo>
                <a:cubicBezTo>
                  <a:pt x="476719" y="460533"/>
                  <a:pt x="461342" y="477894"/>
                  <a:pt x="444476" y="477398"/>
                </a:cubicBezTo>
                <a:cubicBezTo>
                  <a:pt x="430089" y="476902"/>
                  <a:pt x="413719" y="461525"/>
                  <a:pt x="414215" y="445156"/>
                </a:cubicBezTo>
                <a:cubicBezTo>
                  <a:pt x="414711" y="431267"/>
                  <a:pt x="429593" y="412914"/>
                  <a:pt x="445964" y="414899"/>
                </a:cubicBezTo>
                <a:close/>
                <a:moveTo>
                  <a:pt x="378980" y="414899"/>
                </a:moveTo>
                <a:cubicBezTo>
                  <a:pt x="395350" y="413411"/>
                  <a:pt x="410231" y="429283"/>
                  <a:pt x="410231" y="445652"/>
                </a:cubicBezTo>
                <a:cubicBezTo>
                  <a:pt x="410231" y="463013"/>
                  <a:pt x="394854" y="477398"/>
                  <a:pt x="377988" y="477398"/>
                </a:cubicBezTo>
                <a:cubicBezTo>
                  <a:pt x="362115" y="476902"/>
                  <a:pt x="347233" y="462517"/>
                  <a:pt x="347233" y="445652"/>
                </a:cubicBezTo>
                <a:cubicBezTo>
                  <a:pt x="347729" y="429779"/>
                  <a:pt x="362115" y="412915"/>
                  <a:pt x="378980" y="414899"/>
                </a:cubicBezTo>
                <a:close/>
                <a:moveTo>
                  <a:pt x="312992" y="414403"/>
                </a:moveTo>
                <a:cubicBezTo>
                  <a:pt x="321920" y="414403"/>
                  <a:pt x="328369" y="416883"/>
                  <a:pt x="334321" y="423331"/>
                </a:cubicBezTo>
                <a:cubicBezTo>
                  <a:pt x="340769" y="429780"/>
                  <a:pt x="344737" y="436724"/>
                  <a:pt x="343249" y="446149"/>
                </a:cubicBezTo>
                <a:cubicBezTo>
                  <a:pt x="345233" y="455573"/>
                  <a:pt x="340769" y="462022"/>
                  <a:pt x="334321" y="468470"/>
                </a:cubicBezTo>
                <a:cubicBezTo>
                  <a:pt x="327872" y="475414"/>
                  <a:pt x="320432" y="476902"/>
                  <a:pt x="311504" y="476902"/>
                </a:cubicBezTo>
                <a:cubicBezTo>
                  <a:pt x="302575" y="476902"/>
                  <a:pt x="296127" y="473430"/>
                  <a:pt x="290174" y="467478"/>
                </a:cubicBezTo>
                <a:cubicBezTo>
                  <a:pt x="283230" y="461030"/>
                  <a:pt x="281246" y="454085"/>
                  <a:pt x="281246" y="444661"/>
                </a:cubicBezTo>
                <a:cubicBezTo>
                  <a:pt x="281246" y="435732"/>
                  <a:pt x="284222" y="429284"/>
                  <a:pt x="290174" y="423331"/>
                </a:cubicBezTo>
                <a:cubicBezTo>
                  <a:pt x="296623" y="416387"/>
                  <a:pt x="303567" y="414403"/>
                  <a:pt x="312992" y="414403"/>
                </a:cubicBezTo>
                <a:close/>
                <a:moveTo>
                  <a:pt x="210344" y="386129"/>
                </a:moveTo>
                <a:cubicBezTo>
                  <a:pt x="209352" y="387121"/>
                  <a:pt x="207864" y="387617"/>
                  <a:pt x="207368" y="388609"/>
                </a:cubicBezTo>
                <a:cubicBezTo>
                  <a:pt x="203895" y="400018"/>
                  <a:pt x="197943" y="405970"/>
                  <a:pt x="186534" y="409938"/>
                </a:cubicBezTo>
                <a:cubicBezTo>
                  <a:pt x="185542" y="410434"/>
                  <a:pt x="184550" y="410434"/>
                  <a:pt x="183558" y="411426"/>
                </a:cubicBezTo>
                <a:cubicBezTo>
                  <a:pt x="182566" y="411922"/>
                  <a:pt x="182070" y="412914"/>
                  <a:pt x="181574" y="413906"/>
                </a:cubicBezTo>
                <a:cubicBezTo>
                  <a:pt x="182070" y="414402"/>
                  <a:pt x="183062" y="414402"/>
                  <a:pt x="183558" y="414898"/>
                </a:cubicBezTo>
                <a:cubicBezTo>
                  <a:pt x="201415" y="420851"/>
                  <a:pt x="201415" y="421843"/>
                  <a:pt x="207368" y="438212"/>
                </a:cubicBezTo>
                <a:cubicBezTo>
                  <a:pt x="207864" y="439700"/>
                  <a:pt x="208856" y="440692"/>
                  <a:pt x="209352" y="442180"/>
                </a:cubicBezTo>
                <a:cubicBezTo>
                  <a:pt x="209848" y="442676"/>
                  <a:pt x="210344" y="443172"/>
                  <a:pt x="210840" y="443668"/>
                </a:cubicBezTo>
                <a:cubicBezTo>
                  <a:pt x="211336" y="443172"/>
                  <a:pt x="211832" y="442180"/>
                  <a:pt x="211832" y="441684"/>
                </a:cubicBezTo>
                <a:cubicBezTo>
                  <a:pt x="215304" y="422339"/>
                  <a:pt x="221752" y="418371"/>
                  <a:pt x="238121" y="414898"/>
                </a:cubicBezTo>
                <a:cubicBezTo>
                  <a:pt x="239609" y="414898"/>
                  <a:pt x="240105" y="414402"/>
                  <a:pt x="240601" y="413906"/>
                </a:cubicBezTo>
                <a:cubicBezTo>
                  <a:pt x="240105" y="413410"/>
                  <a:pt x="239609" y="412914"/>
                  <a:pt x="239113" y="412418"/>
                </a:cubicBezTo>
                <a:cubicBezTo>
                  <a:pt x="237129" y="411426"/>
                  <a:pt x="235145" y="410434"/>
                  <a:pt x="233161" y="409938"/>
                </a:cubicBezTo>
                <a:cubicBezTo>
                  <a:pt x="222248" y="406466"/>
                  <a:pt x="214808" y="400018"/>
                  <a:pt x="212328" y="388609"/>
                </a:cubicBezTo>
                <a:cubicBezTo>
                  <a:pt x="212328" y="387617"/>
                  <a:pt x="211336" y="387121"/>
                  <a:pt x="210344" y="386129"/>
                </a:cubicBezTo>
                <a:close/>
                <a:moveTo>
                  <a:pt x="142389" y="385633"/>
                </a:moveTo>
                <a:cubicBezTo>
                  <a:pt x="141893" y="386625"/>
                  <a:pt x="140405" y="387121"/>
                  <a:pt x="140405" y="388113"/>
                </a:cubicBezTo>
                <a:cubicBezTo>
                  <a:pt x="140405" y="393569"/>
                  <a:pt x="137429" y="397041"/>
                  <a:pt x="133957" y="401010"/>
                </a:cubicBezTo>
                <a:cubicBezTo>
                  <a:pt x="129492" y="405970"/>
                  <a:pt x="124532" y="409938"/>
                  <a:pt x="117588" y="410434"/>
                </a:cubicBezTo>
                <a:cubicBezTo>
                  <a:pt x="116596" y="410434"/>
                  <a:pt x="115604" y="412418"/>
                  <a:pt x="114612" y="413410"/>
                </a:cubicBezTo>
                <a:cubicBezTo>
                  <a:pt x="115604" y="413906"/>
                  <a:pt x="116596" y="413906"/>
                  <a:pt x="117588" y="414402"/>
                </a:cubicBezTo>
                <a:cubicBezTo>
                  <a:pt x="127012" y="417379"/>
                  <a:pt x="135941" y="420851"/>
                  <a:pt x="138421" y="432259"/>
                </a:cubicBezTo>
                <a:cubicBezTo>
                  <a:pt x="138917" y="434243"/>
                  <a:pt x="140405" y="436228"/>
                  <a:pt x="140405" y="438708"/>
                </a:cubicBezTo>
                <a:cubicBezTo>
                  <a:pt x="140901" y="439700"/>
                  <a:pt x="142389" y="440692"/>
                  <a:pt x="143381" y="442180"/>
                </a:cubicBezTo>
                <a:cubicBezTo>
                  <a:pt x="144373" y="440196"/>
                  <a:pt x="145365" y="439204"/>
                  <a:pt x="145365" y="437716"/>
                </a:cubicBezTo>
                <a:cubicBezTo>
                  <a:pt x="148341" y="424819"/>
                  <a:pt x="155782" y="416883"/>
                  <a:pt x="169175" y="414402"/>
                </a:cubicBezTo>
                <a:cubicBezTo>
                  <a:pt x="169671" y="414402"/>
                  <a:pt x="170662" y="413906"/>
                  <a:pt x="171158" y="413410"/>
                </a:cubicBezTo>
                <a:cubicBezTo>
                  <a:pt x="170662" y="412418"/>
                  <a:pt x="170167" y="411426"/>
                  <a:pt x="169175" y="410930"/>
                </a:cubicBezTo>
                <a:cubicBezTo>
                  <a:pt x="168183" y="410434"/>
                  <a:pt x="167190" y="409938"/>
                  <a:pt x="166198" y="409442"/>
                </a:cubicBezTo>
                <a:cubicBezTo>
                  <a:pt x="154790" y="406466"/>
                  <a:pt x="147845" y="399522"/>
                  <a:pt x="144869" y="388113"/>
                </a:cubicBezTo>
                <a:cubicBezTo>
                  <a:pt x="144373" y="387121"/>
                  <a:pt x="142885" y="386129"/>
                  <a:pt x="142389" y="385633"/>
                </a:cubicBezTo>
                <a:close/>
                <a:moveTo>
                  <a:pt x="76915" y="385137"/>
                </a:moveTo>
                <a:cubicBezTo>
                  <a:pt x="75427" y="387121"/>
                  <a:pt x="74434" y="388113"/>
                  <a:pt x="74434" y="389105"/>
                </a:cubicBezTo>
                <a:cubicBezTo>
                  <a:pt x="70962" y="401010"/>
                  <a:pt x="65506" y="406466"/>
                  <a:pt x="53601" y="410434"/>
                </a:cubicBezTo>
                <a:cubicBezTo>
                  <a:pt x="53105" y="410434"/>
                  <a:pt x="52113" y="410434"/>
                  <a:pt x="51617" y="410930"/>
                </a:cubicBezTo>
                <a:cubicBezTo>
                  <a:pt x="50625" y="411922"/>
                  <a:pt x="49633" y="412914"/>
                  <a:pt x="48641" y="414402"/>
                </a:cubicBezTo>
                <a:cubicBezTo>
                  <a:pt x="49633" y="414898"/>
                  <a:pt x="50625" y="414898"/>
                  <a:pt x="51617" y="415394"/>
                </a:cubicBezTo>
                <a:cubicBezTo>
                  <a:pt x="60546" y="418867"/>
                  <a:pt x="69474" y="421843"/>
                  <a:pt x="71954" y="432259"/>
                </a:cubicBezTo>
                <a:cubicBezTo>
                  <a:pt x="72450" y="434739"/>
                  <a:pt x="73442" y="437220"/>
                  <a:pt x="74434" y="439700"/>
                </a:cubicBezTo>
                <a:cubicBezTo>
                  <a:pt x="74930" y="440692"/>
                  <a:pt x="75923" y="441188"/>
                  <a:pt x="76915" y="441188"/>
                </a:cubicBezTo>
                <a:cubicBezTo>
                  <a:pt x="77907" y="441188"/>
                  <a:pt x="78899" y="440196"/>
                  <a:pt x="79395" y="439204"/>
                </a:cubicBezTo>
                <a:cubicBezTo>
                  <a:pt x="84851" y="422835"/>
                  <a:pt x="85347" y="420851"/>
                  <a:pt x="103203" y="414898"/>
                </a:cubicBezTo>
                <a:cubicBezTo>
                  <a:pt x="103699" y="414898"/>
                  <a:pt x="104691" y="414402"/>
                  <a:pt x="105187" y="413906"/>
                </a:cubicBezTo>
                <a:cubicBezTo>
                  <a:pt x="104691" y="412914"/>
                  <a:pt x="104195" y="411922"/>
                  <a:pt x="103203" y="411426"/>
                </a:cubicBezTo>
                <a:cubicBezTo>
                  <a:pt x="102211" y="410930"/>
                  <a:pt x="101219" y="410434"/>
                  <a:pt x="100227" y="409938"/>
                </a:cubicBezTo>
                <a:cubicBezTo>
                  <a:pt x="89315" y="406962"/>
                  <a:pt x="81875" y="400018"/>
                  <a:pt x="79395" y="388609"/>
                </a:cubicBezTo>
                <a:cubicBezTo>
                  <a:pt x="78899" y="387617"/>
                  <a:pt x="77907" y="387121"/>
                  <a:pt x="76915" y="385137"/>
                </a:cubicBezTo>
                <a:close/>
                <a:moveTo>
                  <a:pt x="2398286" y="376705"/>
                </a:moveTo>
                <a:cubicBezTo>
                  <a:pt x="2398782" y="376705"/>
                  <a:pt x="2399774" y="377697"/>
                  <a:pt x="2401758" y="378689"/>
                </a:cubicBezTo>
                <a:cubicBezTo>
                  <a:pt x="2400270" y="380177"/>
                  <a:pt x="2399278" y="381169"/>
                  <a:pt x="2398286" y="381169"/>
                </a:cubicBezTo>
                <a:cubicBezTo>
                  <a:pt x="2397790" y="381169"/>
                  <a:pt x="2396798" y="380177"/>
                  <a:pt x="2395806" y="379681"/>
                </a:cubicBezTo>
                <a:cubicBezTo>
                  <a:pt x="2396798" y="378689"/>
                  <a:pt x="2397294" y="377697"/>
                  <a:pt x="2398286" y="376705"/>
                </a:cubicBezTo>
                <a:close/>
                <a:moveTo>
                  <a:pt x="2331819" y="373233"/>
                </a:moveTo>
                <a:cubicBezTo>
                  <a:pt x="2333803" y="375713"/>
                  <a:pt x="2335787" y="377697"/>
                  <a:pt x="2335787" y="379185"/>
                </a:cubicBezTo>
                <a:cubicBezTo>
                  <a:pt x="2335787" y="380673"/>
                  <a:pt x="2333307" y="382658"/>
                  <a:pt x="2331323" y="383650"/>
                </a:cubicBezTo>
                <a:cubicBezTo>
                  <a:pt x="2329339" y="384642"/>
                  <a:pt x="2325371" y="380177"/>
                  <a:pt x="2326363" y="378193"/>
                </a:cubicBezTo>
                <a:cubicBezTo>
                  <a:pt x="2327851" y="376705"/>
                  <a:pt x="2329835" y="375217"/>
                  <a:pt x="2331819" y="373233"/>
                </a:cubicBezTo>
                <a:close/>
                <a:moveTo>
                  <a:pt x="2264359" y="371744"/>
                </a:moveTo>
                <a:cubicBezTo>
                  <a:pt x="2269815" y="371744"/>
                  <a:pt x="2271799" y="373728"/>
                  <a:pt x="2271799" y="378688"/>
                </a:cubicBezTo>
                <a:cubicBezTo>
                  <a:pt x="2271799" y="383649"/>
                  <a:pt x="2269815" y="386129"/>
                  <a:pt x="2265351" y="386129"/>
                </a:cubicBezTo>
                <a:cubicBezTo>
                  <a:pt x="2260391" y="386129"/>
                  <a:pt x="2257911" y="384641"/>
                  <a:pt x="2257414" y="379680"/>
                </a:cubicBezTo>
                <a:cubicBezTo>
                  <a:pt x="2256918" y="374224"/>
                  <a:pt x="2258902" y="371744"/>
                  <a:pt x="2264359" y="371744"/>
                </a:cubicBezTo>
                <a:close/>
                <a:moveTo>
                  <a:pt x="2197892" y="369760"/>
                </a:moveTo>
                <a:cubicBezTo>
                  <a:pt x="2203348" y="369760"/>
                  <a:pt x="2207316" y="374224"/>
                  <a:pt x="2207316" y="379185"/>
                </a:cubicBezTo>
                <a:cubicBezTo>
                  <a:pt x="2207316" y="384145"/>
                  <a:pt x="2202852" y="388609"/>
                  <a:pt x="2197892" y="388609"/>
                </a:cubicBezTo>
                <a:cubicBezTo>
                  <a:pt x="2192435" y="388609"/>
                  <a:pt x="2187971" y="384145"/>
                  <a:pt x="2187971" y="378688"/>
                </a:cubicBezTo>
                <a:cubicBezTo>
                  <a:pt x="2187971" y="373728"/>
                  <a:pt x="2192931" y="369760"/>
                  <a:pt x="2197892" y="369760"/>
                </a:cubicBezTo>
                <a:close/>
                <a:moveTo>
                  <a:pt x="2129440" y="367280"/>
                </a:moveTo>
                <a:cubicBezTo>
                  <a:pt x="2134400" y="367280"/>
                  <a:pt x="2141345" y="374224"/>
                  <a:pt x="2140849" y="379681"/>
                </a:cubicBezTo>
                <a:cubicBezTo>
                  <a:pt x="2140849" y="384641"/>
                  <a:pt x="2133904" y="391585"/>
                  <a:pt x="2128448" y="391089"/>
                </a:cubicBezTo>
                <a:cubicBezTo>
                  <a:pt x="2123488" y="391089"/>
                  <a:pt x="2116543" y="384145"/>
                  <a:pt x="2117039" y="378689"/>
                </a:cubicBezTo>
                <a:cubicBezTo>
                  <a:pt x="2117039" y="373728"/>
                  <a:pt x="2123984" y="367280"/>
                  <a:pt x="2129440" y="367280"/>
                </a:cubicBezTo>
                <a:close/>
                <a:moveTo>
                  <a:pt x="2062973" y="367280"/>
                </a:moveTo>
                <a:cubicBezTo>
                  <a:pt x="2071405" y="367280"/>
                  <a:pt x="2074381" y="370752"/>
                  <a:pt x="2074381" y="379185"/>
                </a:cubicBezTo>
                <a:cubicBezTo>
                  <a:pt x="2074381" y="387617"/>
                  <a:pt x="2070909" y="391089"/>
                  <a:pt x="2062477" y="391089"/>
                </a:cubicBezTo>
                <a:cubicBezTo>
                  <a:pt x="2054044" y="391089"/>
                  <a:pt x="2050572" y="388113"/>
                  <a:pt x="2050572" y="379681"/>
                </a:cubicBezTo>
                <a:cubicBezTo>
                  <a:pt x="2050572" y="370752"/>
                  <a:pt x="2053548" y="367280"/>
                  <a:pt x="2062973" y="367280"/>
                </a:cubicBezTo>
                <a:close/>
                <a:moveTo>
                  <a:pt x="1995513" y="365296"/>
                </a:moveTo>
                <a:cubicBezTo>
                  <a:pt x="2002953" y="365296"/>
                  <a:pt x="2009898" y="371744"/>
                  <a:pt x="2009898" y="379185"/>
                </a:cubicBezTo>
                <a:cubicBezTo>
                  <a:pt x="2009898" y="386625"/>
                  <a:pt x="2003449" y="393073"/>
                  <a:pt x="1996009" y="393570"/>
                </a:cubicBezTo>
                <a:cubicBezTo>
                  <a:pt x="1988568" y="393570"/>
                  <a:pt x="1981624" y="387121"/>
                  <a:pt x="1981624" y="379681"/>
                </a:cubicBezTo>
                <a:cubicBezTo>
                  <a:pt x="1981624" y="372240"/>
                  <a:pt x="1988072" y="365296"/>
                  <a:pt x="1995513" y="365296"/>
                </a:cubicBezTo>
                <a:close/>
                <a:moveTo>
                  <a:pt x="1922597" y="365296"/>
                </a:moveTo>
                <a:cubicBezTo>
                  <a:pt x="1927061" y="364304"/>
                  <a:pt x="1931525" y="364800"/>
                  <a:pt x="1935989" y="365792"/>
                </a:cubicBezTo>
                <a:cubicBezTo>
                  <a:pt x="1941446" y="367280"/>
                  <a:pt x="1943430" y="371744"/>
                  <a:pt x="1943430" y="380177"/>
                </a:cubicBezTo>
                <a:cubicBezTo>
                  <a:pt x="1943430" y="389105"/>
                  <a:pt x="1938966" y="393073"/>
                  <a:pt x="1929541" y="393073"/>
                </a:cubicBezTo>
                <a:cubicBezTo>
                  <a:pt x="1920117" y="393073"/>
                  <a:pt x="1915156" y="389105"/>
                  <a:pt x="1915156" y="380673"/>
                </a:cubicBezTo>
                <a:cubicBezTo>
                  <a:pt x="1915156" y="378192"/>
                  <a:pt x="1914660" y="375712"/>
                  <a:pt x="1915156" y="373728"/>
                </a:cubicBezTo>
                <a:cubicBezTo>
                  <a:pt x="1916148" y="369760"/>
                  <a:pt x="1919125" y="366288"/>
                  <a:pt x="1922597" y="365296"/>
                </a:cubicBezTo>
                <a:close/>
                <a:moveTo>
                  <a:pt x="1859105" y="362320"/>
                </a:moveTo>
                <a:cubicBezTo>
                  <a:pt x="1868530" y="362320"/>
                  <a:pt x="1875971" y="370752"/>
                  <a:pt x="1876466" y="379681"/>
                </a:cubicBezTo>
                <a:cubicBezTo>
                  <a:pt x="1876962" y="385633"/>
                  <a:pt x="1872994" y="387617"/>
                  <a:pt x="1870018" y="391585"/>
                </a:cubicBezTo>
                <a:cubicBezTo>
                  <a:pt x="1867042" y="395554"/>
                  <a:pt x="1863074" y="395554"/>
                  <a:pt x="1858610" y="396050"/>
                </a:cubicBezTo>
                <a:cubicBezTo>
                  <a:pt x="1852657" y="396546"/>
                  <a:pt x="1850673" y="392081"/>
                  <a:pt x="1847201" y="389601"/>
                </a:cubicBezTo>
                <a:cubicBezTo>
                  <a:pt x="1843729" y="387121"/>
                  <a:pt x="1843233" y="383649"/>
                  <a:pt x="1842737" y="379185"/>
                </a:cubicBezTo>
                <a:cubicBezTo>
                  <a:pt x="1842241" y="373232"/>
                  <a:pt x="1845713" y="370752"/>
                  <a:pt x="1848689" y="367280"/>
                </a:cubicBezTo>
                <a:cubicBezTo>
                  <a:pt x="1852161" y="363808"/>
                  <a:pt x="1855137" y="360832"/>
                  <a:pt x="1859105" y="362320"/>
                </a:cubicBezTo>
                <a:close/>
                <a:moveTo>
                  <a:pt x="1786685" y="361824"/>
                </a:moveTo>
                <a:cubicBezTo>
                  <a:pt x="1791646" y="361328"/>
                  <a:pt x="1797598" y="359840"/>
                  <a:pt x="1802062" y="361824"/>
                </a:cubicBezTo>
                <a:cubicBezTo>
                  <a:pt x="1806030" y="363808"/>
                  <a:pt x="1811983" y="367280"/>
                  <a:pt x="1810495" y="374720"/>
                </a:cubicBezTo>
                <a:cubicBezTo>
                  <a:pt x="1809998" y="376705"/>
                  <a:pt x="1809998" y="378689"/>
                  <a:pt x="1810495" y="380673"/>
                </a:cubicBezTo>
                <a:cubicBezTo>
                  <a:pt x="1810991" y="385137"/>
                  <a:pt x="1809502" y="388113"/>
                  <a:pt x="1806526" y="391089"/>
                </a:cubicBezTo>
                <a:cubicBezTo>
                  <a:pt x="1803550" y="394065"/>
                  <a:pt x="1800574" y="396050"/>
                  <a:pt x="1796110" y="395058"/>
                </a:cubicBezTo>
                <a:cubicBezTo>
                  <a:pt x="1794622" y="395554"/>
                  <a:pt x="1794126" y="395554"/>
                  <a:pt x="1792141" y="395554"/>
                </a:cubicBezTo>
                <a:cubicBezTo>
                  <a:pt x="1787677" y="396546"/>
                  <a:pt x="1783213" y="395058"/>
                  <a:pt x="1779741" y="390593"/>
                </a:cubicBezTo>
                <a:cubicBezTo>
                  <a:pt x="1777261" y="388113"/>
                  <a:pt x="1775773" y="385633"/>
                  <a:pt x="1776765" y="382161"/>
                </a:cubicBezTo>
                <a:cubicBezTo>
                  <a:pt x="1777757" y="377201"/>
                  <a:pt x="1774285" y="371248"/>
                  <a:pt x="1780237" y="366784"/>
                </a:cubicBezTo>
                <a:cubicBezTo>
                  <a:pt x="1782221" y="365296"/>
                  <a:pt x="1784205" y="362320"/>
                  <a:pt x="1786685" y="361824"/>
                </a:cubicBezTo>
                <a:close/>
                <a:moveTo>
                  <a:pt x="1725674" y="360832"/>
                </a:moveTo>
                <a:cubicBezTo>
                  <a:pt x="1731130" y="359344"/>
                  <a:pt x="1736090" y="363808"/>
                  <a:pt x="1739563" y="366288"/>
                </a:cubicBezTo>
                <a:cubicBezTo>
                  <a:pt x="1743035" y="368768"/>
                  <a:pt x="1744523" y="374721"/>
                  <a:pt x="1745019" y="379185"/>
                </a:cubicBezTo>
                <a:cubicBezTo>
                  <a:pt x="1745019" y="383649"/>
                  <a:pt x="1743531" y="389105"/>
                  <a:pt x="1740555" y="392578"/>
                </a:cubicBezTo>
                <a:cubicBezTo>
                  <a:pt x="1737083" y="395554"/>
                  <a:pt x="1731626" y="396546"/>
                  <a:pt x="1726666" y="399026"/>
                </a:cubicBezTo>
                <a:cubicBezTo>
                  <a:pt x="1721706" y="396546"/>
                  <a:pt x="1715257" y="395554"/>
                  <a:pt x="1712777" y="392082"/>
                </a:cubicBezTo>
                <a:cubicBezTo>
                  <a:pt x="1710297" y="388609"/>
                  <a:pt x="1706329" y="384145"/>
                  <a:pt x="1707321" y="379185"/>
                </a:cubicBezTo>
                <a:cubicBezTo>
                  <a:pt x="1708313" y="374721"/>
                  <a:pt x="1709801" y="369264"/>
                  <a:pt x="1712777" y="366288"/>
                </a:cubicBezTo>
                <a:cubicBezTo>
                  <a:pt x="1715753" y="363312"/>
                  <a:pt x="1721210" y="361824"/>
                  <a:pt x="1725674" y="360832"/>
                </a:cubicBezTo>
                <a:close/>
                <a:moveTo>
                  <a:pt x="1490" y="360336"/>
                </a:moveTo>
                <a:cubicBezTo>
                  <a:pt x="3970" y="363312"/>
                  <a:pt x="4466" y="367776"/>
                  <a:pt x="5954" y="370753"/>
                </a:cubicBezTo>
                <a:cubicBezTo>
                  <a:pt x="10915" y="380673"/>
                  <a:pt x="4962" y="388113"/>
                  <a:pt x="2978" y="396546"/>
                </a:cubicBezTo>
                <a:cubicBezTo>
                  <a:pt x="2978" y="397042"/>
                  <a:pt x="1986" y="397042"/>
                  <a:pt x="1490" y="397538"/>
                </a:cubicBezTo>
                <a:cubicBezTo>
                  <a:pt x="994" y="397042"/>
                  <a:pt x="498" y="396050"/>
                  <a:pt x="498" y="395554"/>
                </a:cubicBezTo>
                <a:cubicBezTo>
                  <a:pt x="498" y="389602"/>
                  <a:pt x="498" y="383649"/>
                  <a:pt x="498" y="377697"/>
                </a:cubicBezTo>
                <a:cubicBezTo>
                  <a:pt x="498" y="375713"/>
                  <a:pt x="498" y="373729"/>
                  <a:pt x="498" y="371745"/>
                </a:cubicBezTo>
                <a:cubicBezTo>
                  <a:pt x="498" y="367776"/>
                  <a:pt x="994" y="363808"/>
                  <a:pt x="1490" y="360336"/>
                </a:cubicBezTo>
                <a:close/>
                <a:moveTo>
                  <a:pt x="1657222" y="359840"/>
                </a:moveTo>
                <a:cubicBezTo>
                  <a:pt x="1668631" y="359840"/>
                  <a:pt x="1676567" y="367776"/>
                  <a:pt x="1676567" y="379185"/>
                </a:cubicBezTo>
                <a:cubicBezTo>
                  <a:pt x="1676567" y="390594"/>
                  <a:pt x="1668631" y="398530"/>
                  <a:pt x="1657222" y="398034"/>
                </a:cubicBezTo>
                <a:cubicBezTo>
                  <a:pt x="1645813" y="398034"/>
                  <a:pt x="1638373" y="390098"/>
                  <a:pt x="1638373" y="378193"/>
                </a:cubicBezTo>
                <a:cubicBezTo>
                  <a:pt x="1638373" y="367280"/>
                  <a:pt x="1646309" y="359840"/>
                  <a:pt x="1657222" y="359840"/>
                </a:cubicBezTo>
                <a:close/>
                <a:moveTo>
                  <a:pt x="1590259" y="358848"/>
                </a:moveTo>
                <a:cubicBezTo>
                  <a:pt x="1595219" y="358848"/>
                  <a:pt x="1601172" y="361328"/>
                  <a:pt x="1605140" y="365296"/>
                </a:cubicBezTo>
                <a:cubicBezTo>
                  <a:pt x="1609108" y="367776"/>
                  <a:pt x="1610100" y="374225"/>
                  <a:pt x="1612580" y="379185"/>
                </a:cubicBezTo>
                <a:cubicBezTo>
                  <a:pt x="1610100" y="384145"/>
                  <a:pt x="1609108" y="390098"/>
                  <a:pt x="1605140" y="394066"/>
                </a:cubicBezTo>
                <a:cubicBezTo>
                  <a:pt x="1601668" y="397538"/>
                  <a:pt x="1595219" y="400514"/>
                  <a:pt x="1590259" y="400514"/>
                </a:cubicBezTo>
                <a:cubicBezTo>
                  <a:pt x="1585299" y="400514"/>
                  <a:pt x="1579346" y="397538"/>
                  <a:pt x="1575874" y="394066"/>
                </a:cubicBezTo>
                <a:cubicBezTo>
                  <a:pt x="1572402" y="390594"/>
                  <a:pt x="1569922" y="384145"/>
                  <a:pt x="1569922" y="379185"/>
                </a:cubicBezTo>
                <a:cubicBezTo>
                  <a:pt x="1569922" y="374721"/>
                  <a:pt x="1572402" y="368769"/>
                  <a:pt x="1575874" y="365296"/>
                </a:cubicBezTo>
                <a:cubicBezTo>
                  <a:pt x="1579843" y="361824"/>
                  <a:pt x="1585299" y="358848"/>
                  <a:pt x="1590259" y="358848"/>
                </a:cubicBezTo>
                <a:close/>
                <a:moveTo>
                  <a:pt x="1524287" y="357360"/>
                </a:moveTo>
                <a:cubicBezTo>
                  <a:pt x="1535696" y="357856"/>
                  <a:pt x="1545616" y="367777"/>
                  <a:pt x="1545616" y="379185"/>
                </a:cubicBezTo>
                <a:cubicBezTo>
                  <a:pt x="1545616" y="390594"/>
                  <a:pt x="1535696" y="400514"/>
                  <a:pt x="1523791" y="400514"/>
                </a:cubicBezTo>
                <a:cubicBezTo>
                  <a:pt x="1512382" y="400514"/>
                  <a:pt x="1502462" y="390098"/>
                  <a:pt x="1502958" y="378193"/>
                </a:cubicBezTo>
                <a:cubicBezTo>
                  <a:pt x="1502958" y="367281"/>
                  <a:pt x="1513374" y="357360"/>
                  <a:pt x="1524287" y="357360"/>
                </a:cubicBezTo>
                <a:close/>
                <a:moveTo>
                  <a:pt x="1458316" y="356864"/>
                </a:moveTo>
                <a:cubicBezTo>
                  <a:pt x="1464765" y="357360"/>
                  <a:pt x="1469725" y="359840"/>
                  <a:pt x="1473197" y="363312"/>
                </a:cubicBezTo>
                <a:cubicBezTo>
                  <a:pt x="1476669" y="366785"/>
                  <a:pt x="1478653" y="372737"/>
                  <a:pt x="1478653" y="378689"/>
                </a:cubicBezTo>
                <a:cubicBezTo>
                  <a:pt x="1479149" y="385138"/>
                  <a:pt x="1476173" y="390594"/>
                  <a:pt x="1472701" y="394066"/>
                </a:cubicBezTo>
                <a:cubicBezTo>
                  <a:pt x="1469725" y="398530"/>
                  <a:pt x="1463773" y="402994"/>
                  <a:pt x="1456828" y="400018"/>
                </a:cubicBezTo>
                <a:cubicBezTo>
                  <a:pt x="1449884" y="403491"/>
                  <a:pt x="1445420" y="398034"/>
                  <a:pt x="1441451" y="394562"/>
                </a:cubicBezTo>
                <a:cubicBezTo>
                  <a:pt x="1437483" y="391090"/>
                  <a:pt x="1435499" y="384641"/>
                  <a:pt x="1435499" y="378193"/>
                </a:cubicBezTo>
                <a:cubicBezTo>
                  <a:pt x="1435499" y="371745"/>
                  <a:pt x="1438475" y="366289"/>
                  <a:pt x="1441947" y="362816"/>
                </a:cubicBezTo>
                <a:cubicBezTo>
                  <a:pt x="1445916" y="358848"/>
                  <a:pt x="1451868" y="356864"/>
                  <a:pt x="1458316" y="356864"/>
                </a:cubicBezTo>
                <a:close/>
                <a:moveTo>
                  <a:pt x="1321412" y="355872"/>
                </a:moveTo>
                <a:cubicBezTo>
                  <a:pt x="1335301" y="354880"/>
                  <a:pt x="1345717" y="365792"/>
                  <a:pt x="1345717" y="379185"/>
                </a:cubicBezTo>
                <a:cubicBezTo>
                  <a:pt x="1345717" y="392082"/>
                  <a:pt x="1335797" y="402994"/>
                  <a:pt x="1321412" y="402994"/>
                </a:cubicBezTo>
                <a:cubicBezTo>
                  <a:pt x="1308020" y="402498"/>
                  <a:pt x="1297603" y="392082"/>
                  <a:pt x="1298099" y="378689"/>
                </a:cubicBezTo>
                <a:cubicBezTo>
                  <a:pt x="1299091" y="364800"/>
                  <a:pt x="1308020" y="355872"/>
                  <a:pt x="1321412" y="355872"/>
                </a:cubicBezTo>
                <a:close/>
                <a:moveTo>
                  <a:pt x="1387880" y="355375"/>
                </a:moveTo>
                <a:cubicBezTo>
                  <a:pt x="1399289" y="354879"/>
                  <a:pt x="1412186" y="367280"/>
                  <a:pt x="1412186" y="379185"/>
                </a:cubicBezTo>
                <a:cubicBezTo>
                  <a:pt x="1412186" y="390097"/>
                  <a:pt x="1400281" y="402498"/>
                  <a:pt x="1388872" y="402994"/>
                </a:cubicBezTo>
                <a:cubicBezTo>
                  <a:pt x="1377464" y="403490"/>
                  <a:pt x="1364567" y="391089"/>
                  <a:pt x="1364567" y="379185"/>
                </a:cubicBezTo>
                <a:cubicBezTo>
                  <a:pt x="1364567" y="368272"/>
                  <a:pt x="1376472" y="355871"/>
                  <a:pt x="1387880" y="355375"/>
                </a:cubicBezTo>
                <a:close/>
                <a:moveTo>
                  <a:pt x="1254945" y="354384"/>
                </a:moveTo>
                <a:cubicBezTo>
                  <a:pt x="1270322" y="355376"/>
                  <a:pt x="1279251" y="364305"/>
                  <a:pt x="1278755" y="379185"/>
                </a:cubicBezTo>
                <a:cubicBezTo>
                  <a:pt x="1278755" y="394066"/>
                  <a:pt x="1269826" y="402995"/>
                  <a:pt x="1254449" y="402499"/>
                </a:cubicBezTo>
                <a:cubicBezTo>
                  <a:pt x="1239568" y="402499"/>
                  <a:pt x="1231136" y="393074"/>
                  <a:pt x="1231136" y="377697"/>
                </a:cubicBezTo>
                <a:cubicBezTo>
                  <a:pt x="1231136" y="371249"/>
                  <a:pt x="1233120" y="365793"/>
                  <a:pt x="1237584" y="361328"/>
                </a:cubicBezTo>
                <a:cubicBezTo>
                  <a:pt x="1242545" y="356368"/>
                  <a:pt x="1248001" y="354384"/>
                  <a:pt x="1254945" y="354384"/>
                </a:cubicBezTo>
                <a:close/>
                <a:moveTo>
                  <a:pt x="1186989" y="353392"/>
                </a:moveTo>
                <a:cubicBezTo>
                  <a:pt x="1200382" y="353888"/>
                  <a:pt x="1211295" y="366785"/>
                  <a:pt x="1212287" y="379681"/>
                </a:cubicBezTo>
                <a:cubicBezTo>
                  <a:pt x="1210799" y="392578"/>
                  <a:pt x="1198894" y="405475"/>
                  <a:pt x="1185997" y="404979"/>
                </a:cubicBezTo>
                <a:cubicBezTo>
                  <a:pt x="1172605" y="404979"/>
                  <a:pt x="1159212" y="390594"/>
                  <a:pt x="1160204" y="378193"/>
                </a:cubicBezTo>
                <a:cubicBezTo>
                  <a:pt x="1161196" y="364304"/>
                  <a:pt x="1174589" y="352400"/>
                  <a:pt x="1186989" y="353392"/>
                </a:cubicBezTo>
                <a:close/>
                <a:moveTo>
                  <a:pt x="1120026" y="353391"/>
                </a:moveTo>
                <a:cubicBezTo>
                  <a:pt x="1133915" y="353391"/>
                  <a:pt x="1146812" y="366288"/>
                  <a:pt x="1145820" y="380176"/>
                </a:cubicBezTo>
                <a:cubicBezTo>
                  <a:pt x="1144828" y="395057"/>
                  <a:pt x="1132923" y="404978"/>
                  <a:pt x="1119530" y="405474"/>
                </a:cubicBezTo>
                <a:cubicBezTo>
                  <a:pt x="1105641" y="405474"/>
                  <a:pt x="1092745" y="392577"/>
                  <a:pt x="1093737" y="378688"/>
                </a:cubicBezTo>
                <a:cubicBezTo>
                  <a:pt x="1094729" y="363808"/>
                  <a:pt x="1106137" y="353391"/>
                  <a:pt x="1120026" y="353391"/>
                </a:cubicBezTo>
                <a:close/>
                <a:moveTo>
                  <a:pt x="1052070" y="353391"/>
                </a:moveTo>
                <a:cubicBezTo>
                  <a:pt x="1060007" y="353391"/>
                  <a:pt x="1065959" y="355871"/>
                  <a:pt x="1071415" y="361327"/>
                </a:cubicBezTo>
                <a:cubicBezTo>
                  <a:pt x="1076376" y="366784"/>
                  <a:pt x="1078856" y="372240"/>
                  <a:pt x="1078856" y="379680"/>
                </a:cubicBezTo>
                <a:cubicBezTo>
                  <a:pt x="1078856" y="387121"/>
                  <a:pt x="1076376" y="393073"/>
                  <a:pt x="1071415" y="398033"/>
                </a:cubicBezTo>
                <a:cubicBezTo>
                  <a:pt x="1066455" y="402498"/>
                  <a:pt x="1060999" y="406466"/>
                  <a:pt x="1054055" y="405474"/>
                </a:cubicBezTo>
                <a:cubicBezTo>
                  <a:pt x="1038207" y="405474"/>
                  <a:pt x="1026798" y="394561"/>
                  <a:pt x="1026302" y="380672"/>
                </a:cubicBezTo>
                <a:cubicBezTo>
                  <a:pt x="1026302" y="372736"/>
                  <a:pt x="1028286" y="366784"/>
                  <a:pt x="1033742" y="361327"/>
                </a:cubicBezTo>
                <a:cubicBezTo>
                  <a:pt x="1039199" y="356367"/>
                  <a:pt x="1044158" y="353391"/>
                  <a:pt x="1052070" y="353391"/>
                </a:cubicBezTo>
                <a:close/>
                <a:moveTo>
                  <a:pt x="984160" y="352895"/>
                </a:moveTo>
                <a:cubicBezTo>
                  <a:pt x="985152" y="353391"/>
                  <a:pt x="986640" y="352895"/>
                  <a:pt x="987632" y="352895"/>
                </a:cubicBezTo>
                <a:cubicBezTo>
                  <a:pt x="995073" y="351407"/>
                  <a:pt x="1001521" y="354879"/>
                  <a:pt x="1005985" y="359839"/>
                </a:cubicBezTo>
                <a:cubicBezTo>
                  <a:pt x="1009953" y="364304"/>
                  <a:pt x="1013921" y="370256"/>
                  <a:pt x="1012433" y="377200"/>
                </a:cubicBezTo>
                <a:cubicBezTo>
                  <a:pt x="1012433" y="378192"/>
                  <a:pt x="1012433" y="378688"/>
                  <a:pt x="1012433" y="379681"/>
                </a:cubicBezTo>
                <a:cubicBezTo>
                  <a:pt x="1014417" y="390593"/>
                  <a:pt x="1007969" y="397537"/>
                  <a:pt x="998049" y="403986"/>
                </a:cubicBezTo>
                <a:cubicBezTo>
                  <a:pt x="997057" y="404978"/>
                  <a:pt x="995073" y="404978"/>
                  <a:pt x="993585" y="404978"/>
                </a:cubicBezTo>
                <a:cubicBezTo>
                  <a:pt x="989616" y="404978"/>
                  <a:pt x="985648" y="404482"/>
                  <a:pt x="981680" y="404978"/>
                </a:cubicBezTo>
                <a:cubicBezTo>
                  <a:pt x="974736" y="405970"/>
                  <a:pt x="970272" y="401506"/>
                  <a:pt x="965808" y="397537"/>
                </a:cubicBezTo>
                <a:cubicBezTo>
                  <a:pt x="957376" y="389601"/>
                  <a:pt x="959360" y="378192"/>
                  <a:pt x="960352" y="368272"/>
                </a:cubicBezTo>
                <a:cubicBezTo>
                  <a:pt x="960848" y="364304"/>
                  <a:pt x="964816" y="360335"/>
                  <a:pt x="968288" y="357855"/>
                </a:cubicBezTo>
                <a:cubicBezTo>
                  <a:pt x="972753" y="354879"/>
                  <a:pt x="977712" y="350911"/>
                  <a:pt x="984160" y="352895"/>
                </a:cubicBezTo>
                <a:close/>
                <a:moveTo>
                  <a:pt x="917177" y="350911"/>
                </a:moveTo>
                <a:cubicBezTo>
                  <a:pt x="925113" y="350911"/>
                  <a:pt x="932553" y="353887"/>
                  <a:pt x="938010" y="360832"/>
                </a:cubicBezTo>
                <a:cubicBezTo>
                  <a:pt x="942474" y="366288"/>
                  <a:pt x="945946" y="373232"/>
                  <a:pt x="945450" y="380177"/>
                </a:cubicBezTo>
                <a:cubicBezTo>
                  <a:pt x="944458" y="387617"/>
                  <a:pt x="941978" y="395553"/>
                  <a:pt x="935034" y="401010"/>
                </a:cubicBezTo>
                <a:cubicBezTo>
                  <a:pt x="931561" y="403490"/>
                  <a:pt x="920153" y="408946"/>
                  <a:pt x="916681" y="407954"/>
                </a:cubicBezTo>
                <a:cubicBezTo>
                  <a:pt x="909240" y="405970"/>
                  <a:pt x="901304" y="403986"/>
                  <a:pt x="895848" y="397538"/>
                </a:cubicBezTo>
                <a:cubicBezTo>
                  <a:pt x="891384" y="391585"/>
                  <a:pt x="890888" y="385137"/>
                  <a:pt x="887911" y="378689"/>
                </a:cubicBezTo>
                <a:cubicBezTo>
                  <a:pt x="890888" y="371744"/>
                  <a:pt x="891879" y="364304"/>
                  <a:pt x="897833" y="358847"/>
                </a:cubicBezTo>
                <a:cubicBezTo>
                  <a:pt x="903288" y="353887"/>
                  <a:pt x="910232" y="350911"/>
                  <a:pt x="917177" y="350911"/>
                </a:cubicBezTo>
                <a:close/>
                <a:moveTo>
                  <a:pt x="849204" y="350415"/>
                </a:moveTo>
                <a:cubicBezTo>
                  <a:pt x="864085" y="349423"/>
                  <a:pt x="878964" y="364304"/>
                  <a:pt x="878964" y="378689"/>
                </a:cubicBezTo>
                <a:cubicBezTo>
                  <a:pt x="878964" y="394065"/>
                  <a:pt x="865077" y="407954"/>
                  <a:pt x="850691" y="407458"/>
                </a:cubicBezTo>
                <a:cubicBezTo>
                  <a:pt x="835810" y="407954"/>
                  <a:pt x="821921" y="394065"/>
                  <a:pt x="821425" y="379681"/>
                </a:cubicBezTo>
                <a:cubicBezTo>
                  <a:pt x="820929" y="364800"/>
                  <a:pt x="834323" y="351407"/>
                  <a:pt x="849204" y="350415"/>
                </a:cubicBezTo>
                <a:close/>
                <a:moveTo>
                  <a:pt x="784739" y="350415"/>
                </a:moveTo>
                <a:cubicBezTo>
                  <a:pt x="799122" y="350415"/>
                  <a:pt x="814003" y="364304"/>
                  <a:pt x="812516" y="379185"/>
                </a:cubicBezTo>
                <a:cubicBezTo>
                  <a:pt x="814003" y="394066"/>
                  <a:pt x="799618" y="408451"/>
                  <a:pt x="783250" y="407955"/>
                </a:cubicBezTo>
                <a:cubicBezTo>
                  <a:pt x="768368" y="407459"/>
                  <a:pt x="754975" y="394066"/>
                  <a:pt x="754975" y="379185"/>
                </a:cubicBezTo>
                <a:cubicBezTo>
                  <a:pt x="754975" y="364304"/>
                  <a:pt x="768368" y="349919"/>
                  <a:pt x="784739" y="350415"/>
                </a:cubicBezTo>
                <a:close/>
                <a:moveTo>
                  <a:pt x="715795" y="350415"/>
                </a:moveTo>
                <a:cubicBezTo>
                  <a:pt x="723731" y="350415"/>
                  <a:pt x="729683" y="352399"/>
                  <a:pt x="735635" y="357855"/>
                </a:cubicBezTo>
                <a:cubicBezTo>
                  <a:pt x="742083" y="364304"/>
                  <a:pt x="743570" y="371248"/>
                  <a:pt x="743570" y="379681"/>
                </a:cubicBezTo>
                <a:cubicBezTo>
                  <a:pt x="743570" y="388113"/>
                  <a:pt x="741587" y="394561"/>
                  <a:pt x="735635" y="400514"/>
                </a:cubicBezTo>
                <a:cubicBezTo>
                  <a:pt x="729683" y="405970"/>
                  <a:pt x="723235" y="408946"/>
                  <a:pt x="714803" y="407458"/>
                </a:cubicBezTo>
                <a:cubicBezTo>
                  <a:pt x="706867" y="408450"/>
                  <a:pt x="699923" y="405970"/>
                  <a:pt x="693971" y="400514"/>
                </a:cubicBezTo>
                <a:cubicBezTo>
                  <a:pt x="687523" y="394065"/>
                  <a:pt x="686035" y="387121"/>
                  <a:pt x="686035" y="378689"/>
                </a:cubicBezTo>
                <a:cubicBezTo>
                  <a:pt x="686035" y="370256"/>
                  <a:pt x="688019" y="364304"/>
                  <a:pt x="693971" y="357855"/>
                </a:cubicBezTo>
                <a:cubicBezTo>
                  <a:pt x="700419" y="351407"/>
                  <a:pt x="707363" y="350415"/>
                  <a:pt x="715795" y="350415"/>
                </a:cubicBezTo>
                <a:close/>
                <a:moveTo>
                  <a:pt x="648351" y="348927"/>
                </a:moveTo>
                <a:cubicBezTo>
                  <a:pt x="655790" y="349423"/>
                  <a:pt x="663230" y="352399"/>
                  <a:pt x="669182" y="358351"/>
                </a:cubicBezTo>
                <a:cubicBezTo>
                  <a:pt x="675134" y="364304"/>
                  <a:pt x="676622" y="371744"/>
                  <a:pt x="679597" y="379185"/>
                </a:cubicBezTo>
                <a:cubicBezTo>
                  <a:pt x="676622" y="385633"/>
                  <a:pt x="676126" y="392577"/>
                  <a:pt x="671166" y="398530"/>
                </a:cubicBezTo>
                <a:cubicBezTo>
                  <a:pt x="665213" y="405474"/>
                  <a:pt x="657278" y="409442"/>
                  <a:pt x="648847" y="409938"/>
                </a:cubicBezTo>
                <a:cubicBezTo>
                  <a:pt x="641903" y="410434"/>
                  <a:pt x="635455" y="407458"/>
                  <a:pt x="629504" y="402498"/>
                </a:cubicBezTo>
                <a:cubicBezTo>
                  <a:pt x="622559" y="396546"/>
                  <a:pt x="618096" y="388609"/>
                  <a:pt x="617600" y="380177"/>
                </a:cubicBezTo>
                <a:cubicBezTo>
                  <a:pt x="617104" y="372736"/>
                  <a:pt x="620575" y="365296"/>
                  <a:pt x="626527" y="359344"/>
                </a:cubicBezTo>
                <a:cubicBezTo>
                  <a:pt x="632479" y="352895"/>
                  <a:pt x="639919" y="348927"/>
                  <a:pt x="648351" y="348927"/>
                </a:cubicBezTo>
                <a:close/>
                <a:moveTo>
                  <a:pt x="580366" y="348431"/>
                </a:moveTo>
                <a:cubicBezTo>
                  <a:pt x="597727" y="347439"/>
                  <a:pt x="612113" y="361824"/>
                  <a:pt x="612113" y="379185"/>
                </a:cubicBezTo>
                <a:cubicBezTo>
                  <a:pt x="612113" y="396050"/>
                  <a:pt x="598719" y="408947"/>
                  <a:pt x="581854" y="409939"/>
                </a:cubicBezTo>
                <a:cubicBezTo>
                  <a:pt x="564988" y="409443"/>
                  <a:pt x="551099" y="397042"/>
                  <a:pt x="550603" y="379681"/>
                </a:cubicBezTo>
                <a:cubicBezTo>
                  <a:pt x="550107" y="361824"/>
                  <a:pt x="563500" y="348927"/>
                  <a:pt x="580366" y="348431"/>
                </a:cubicBezTo>
                <a:close/>
                <a:moveTo>
                  <a:pt x="378502" y="348431"/>
                </a:moveTo>
                <a:cubicBezTo>
                  <a:pt x="387927" y="345455"/>
                  <a:pt x="395369" y="350415"/>
                  <a:pt x="401322" y="355871"/>
                </a:cubicBezTo>
                <a:cubicBezTo>
                  <a:pt x="407274" y="361328"/>
                  <a:pt x="410250" y="369760"/>
                  <a:pt x="410250" y="379185"/>
                </a:cubicBezTo>
                <a:cubicBezTo>
                  <a:pt x="410250" y="388609"/>
                  <a:pt x="407274" y="396050"/>
                  <a:pt x="401817" y="402002"/>
                </a:cubicBezTo>
                <a:cubicBezTo>
                  <a:pt x="395865" y="407954"/>
                  <a:pt x="387927" y="410930"/>
                  <a:pt x="378006" y="410930"/>
                </a:cubicBezTo>
                <a:cubicBezTo>
                  <a:pt x="369076" y="410930"/>
                  <a:pt x="361635" y="407954"/>
                  <a:pt x="356674" y="402994"/>
                </a:cubicBezTo>
                <a:cubicBezTo>
                  <a:pt x="350721" y="397042"/>
                  <a:pt x="347745" y="389105"/>
                  <a:pt x="347745" y="379681"/>
                </a:cubicBezTo>
                <a:cubicBezTo>
                  <a:pt x="347745" y="370256"/>
                  <a:pt x="350721" y="362320"/>
                  <a:pt x="356178" y="357359"/>
                </a:cubicBezTo>
                <a:cubicBezTo>
                  <a:pt x="361635" y="350911"/>
                  <a:pt x="369076" y="345455"/>
                  <a:pt x="378502" y="348431"/>
                </a:cubicBezTo>
                <a:close/>
                <a:moveTo>
                  <a:pt x="515914" y="347935"/>
                </a:moveTo>
                <a:cubicBezTo>
                  <a:pt x="529309" y="346447"/>
                  <a:pt x="546671" y="362816"/>
                  <a:pt x="546176" y="379681"/>
                </a:cubicBezTo>
                <a:cubicBezTo>
                  <a:pt x="545679" y="394066"/>
                  <a:pt x="530301" y="411427"/>
                  <a:pt x="514426" y="409939"/>
                </a:cubicBezTo>
                <a:cubicBezTo>
                  <a:pt x="505993" y="409443"/>
                  <a:pt x="499048" y="406466"/>
                  <a:pt x="493095" y="401010"/>
                </a:cubicBezTo>
                <a:cubicBezTo>
                  <a:pt x="486646" y="394562"/>
                  <a:pt x="484166" y="387121"/>
                  <a:pt x="483670" y="377697"/>
                </a:cubicBezTo>
                <a:cubicBezTo>
                  <a:pt x="483174" y="364304"/>
                  <a:pt x="498551" y="345951"/>
                  <a:pt x="515914" y="347935"/>
                </a:cubicBezTo>
                <a:close/>
                <a:moveTo>
                  <a:pt x="446459" y="347935"/>
                </a:moveTo>
                <a:cubicBezTo>
                  <a:pt x="461837" y="346447"/>
                  <a:pt x="477216" y="361824"/>
                  <a:pt x="477216" y="379184"/>
                </a:cubicBezTo>
                <a:cubicBezTo>
                  <a:pt x="477216" y="395057"/>
                  <a:pt x="462830" y="410930"/>
                  <a:pt x="444475" y="410434"/>
                </a:cubicBezTo>
                <a:cubicBezTo>
                  <a:pt x="429097" y="409938"/>
                  <a:pt x="413720" y="395553"/>
                  <a:pt x="414215" y="378192"/>
                </a:cubicBezTo>
                <a:cubicBezTo>
                  <a:pt x="414711" y="362320"/>
                  <a:pt x="429594" y="346447"/>
                  <a:pt x="446459" y="347935"/>
                </a:cubicBezTo>
                <a:close/>
                <a:moveTo>
                  <a:pt x="142885" y="321645"/>
                </a:moveTo>
                <a:cubicBezTo>
                  <a:pt x="141893" y="322637"/>
                  <a:pt x="140901" y="323630"/>
                  <a:pt x="140405" y="324622"/>
                </a:cubicBezTo>
                <a:cubicBezTo>
                  <a:pt x="139413" y="326110"/>
                  <a:pt x="139413" y="328590"/>
                  <a:pt x="138421" y="329582"/>
                </a:cubicBezTo>
                <a:cubicBezTo>
                  <a:pt x="132469" y="334542"/>
                  <a:pt x="128500" y="342975"/>
                  <a:pt x="119572" y="343967"/>
                </a:cubicBezTo>
                <a:cubicBezTo>
                  <a:pt x="118580" y="343967"/>
                  <a:pt x="118084" y="345455"/>
                  <a:pt x="117092" y="346447"/>
                </a:cubicBezTo>
                <a:cubicBezTo>
                  <a:pt x="118084" y="346943"/>
                  <a:pt x="118580" y="347439"/>
                  <a:pt x="119572" y="347935"/>
                </a:cubicBezTo>
                <a:cubicBezTo>
                  <a:pt x="121060" y="348431"/>
                  <a:pt x="122548" y="348431"/>
                  <a:pt x="124036" y="348927"/>
                </a:cubicBezTo>
                <a:cubicBezTo>
                  <a:pt x="132469" y="353391"/>
                  <a:pt x="138917" y="359343"/>
                  <a:pt x="140901" y="368768"/>
                </a:cubicBezTo>
                <a:cubicBezTo>
                  <a:pt x="141397" y="370752"/>
                  <a:pt x="142389" y="371248"/>
                  <a:pt x="143381" y="373232"/>
                </a:cubicBezTo>
                <a:cubicBezTo>
                  <a:pt x="144373" y="371248"/>
                  <a:pt x="145365" y="370256"/>
                  <a:pt x="145365" y="369264"/>
                </a:cubicBezTo>
                <a:cubicBezTo>
                  <a:pt x="147845" y="357855"/>
                  <a:pt x="155286" y="350911"/>
                  <a:pt x="166198" y="347935"/>
                </a:cubicBezTo>
                <a:cubicBezTo>
                  <a:pt x="167190" y="347439"/>
                  <a:pt x="168183" y="346943"/>
                  <a:pt x="169175" y="346447"/>
                </a:cubicBezTo>
                <a:cubicBezTo>
                  <a:pt x="168183" y="345455"/>
                  <a:pt x="167686" y="344463"/>
                  <a:pt x="166694" y="343967"/>
                </a:cubicBezTo>
                <a:cubicBezTo>
                  <a:pt x="166198" y="343471"/>
                  <a:pt x="165206" y="343471"/>
                  <a:pt x="164710" y="342975"/>
                </a:cubicBezTo>
                <a:cubicBezTo>
                  <a:pt x="155286" y="339006"/>
                  <a:pt x="148837" y="333054"/>
                  <a:pt x="145365" y="323630"/>
                </a:cubicBezTo>
                <a:cubicBezTo>
                  <a:pt x="144869" y="322637"/>
                  <a:pt x="143877" y="322141"/>
                  <a:pt x="142885" y="321645"/>
                </a:cubicBezTo>
                <a:close/>
                <a:moveTo>
                  <a:pt x="76915" y="321645"/>
                </a:moveTo>
                <a:cubicBezTo>
                  <a:pt x="76419" y="321645"/>
                  <a:pt x="74930" y="322141"/>
                  <a:pt x="74930" y="322637"/>
                </a:cubicBezTo>
                <a:cubicBezTo>
                  <a:pt x="75427" y="330078"/>
                  <a:pt x="68482" y="333054"/>
                  <a:pt x="64514" y="337518"/>
                </a:cubicBezTo>
                <a:cubicBezTo>
                  <a:pt x="62530" y="339998"/>
                  <a:pt x="60050" y="342479"/>
                  <a:pt x="57570" y="342975"/>
                </a:cubicBezTo>
                <a:cubicBezTo>
                  <a:pt x="54593" y="343471"/>
                  <a:pt x="52609" y="344463"/>
                  <a:pt x="50625" y="346943"/>
                </a:cubicBezTo>
                <a:cubicBezTo>
                  <a:pt x="52609" y="347439"/>
                  <a:pt x="54593" y="347935"/>
                  <a:pt x="56577" y="348431"/>
                </a:cubicBezTo>
                <a:cubicBezTo>
                  <a:pt x="57074" y="348431"/>
                  <a:pt x="57074" y="348927"/>
                  <a:pt x="57570" y="349423"/>
                </a:cubicBezTo>
                <a:cubicBezTo>
                  <a:pt x="66002" y="353887"/>
                  <a:pt x="72450" y="359839"/>
                  <a:pt x="74434" y="369760"/>
                </a:cubicBezTo>
                <a:cubicBezTo>
                  <a:pt x="74434" y="370752"/>
                  <a:pt x="76419" y="371248"/>
                  <a:pt x="77411" y="372240"/>
                </a:cubicBezTo>
                <a:cubicBezTo>
                  <a:pt x="77907" y="371248"/>
                  <a:pt x="78899" y="370752"/>
                  <a:pt x="79395" y="369760"/>
                </a:cubicBezTo>
                <a:cubicBezTo>
                  <a:pt x="81875" y="358351"/>
                  <a:pt x="89315" y="351407"/>
                  <a:pt x="100227" y="348431"/>
                </a:cubicBezTo>
                <a:cubicBezTo>
                  <a:pt x="100723" y="347935"/>
                  <a:pt x="101715" y="347439"/>
                  <a:pt x="103203" y="346943"/>
                </a:cubicBezTo>
                <a:cubicBezTo>
                  <a:pt x="102211" y="345951"/>
                  <a:pt x="101219" y="344463"/>
                  <a:pt x="100227" y="343967"/>
                </a:cubicBezTo>
                <a:cubicBezTo>
                  <a:pt x="97748" y="342975"/>
                  <a:pt x="94772" y="342975"/>
                  <a:pt x="93283" y="341486"/>
                </a:cubicBezTo>
                <a:cubicBezTo>
                  <a:pt x="88323" y="335534"/>
                  <a:pt x="79395" y="332062"/>
                  <a:pt x="78899" y="322637"/>
                </a:cubicBezTo>
                <a:cubicBezTo>
                  <a:pt x="78899" y="322141"/>
                  <a:pt x="77411" y="321645"/>
                  <a:pt x="76915" y="321645"/>
                </a:cubicBezTo>
                <a:close/>
                <a:moveTo>
                  <a:pt x="210840" y="320157"/>
                </a:moveTo>
                <a:cubicBezTo>
                  <a:pt x="210344" y="320653"/>
                  <a:pt x="209352" y="321149"/>
                  <a:pt x="209352" y="321645"/>
                </a:cubicBezTo>
                <a:cubicBezTo>
                  <a:pt x="208360" y="322637"/>
                  <a:pt x="208360" y="324126"/>
                  <a:pt x="207368" y="325614"/>
                </a:cubicBezTo>
                <a:cubicBezTo>
                  <a:pt x="203399" y="333054"/>
                  <a:pt x="197447" y="339006"/>
                  <a:pt x="190007" y="342975"/>
                </a:cubicBezTo>
                <a:cubicBezTo>
                  <a:pt x="188519" y="343967"/>
                  <a:pt x="186534" y="344463"/>
                  <a:pt x="185046" y="345455"/>
                </a:cubicBezTo>
                <a:cubicBezTo>
                  <a:pt x="184550" y="345951"/>
                  <a:pt x="184054" y="346447"/>
                  <a:pt x="184054" y="346943"/>
                </a:cubicBezTo>
                <a:cubicBezTo>
                  <a:pt x="184550" y="347439"/>
                  <a:pt x="185542" y="347439"/>
                  <a:pt x="186038" y="347935"/>
                </a:cubicBezTo>
                <a:cubicBezTo>
                  <a:pt x="197943" y="350415"/>
                  <a:pt x="204887" y="357855"/>
                  <a:pt x="207864" y="369760"/>
                </a:cubicBezTo>
                <a:cubicBezTo>
                  <a:pt x="207864" y="370752"/>
                  <a:pt x="208856" y="371744"/>
                  <a:pt x="209848" y="372736"/>
                </a:cubicBezTo>
                <a:cubicBezTo>
                  <a:pt x="210840" y="371744"/>
                  <a:pt x="212328" y="370752"/>
                  <a:pt x="212328" y="370256"/>
                </a:cubicBezTo>
                <a:cubicBezTo>
                  <a:pt x="212328" y="363808"/>
                  <a:pt x="216296" y="359839"/>
                  <a:pt x="220264" y="355871"/>
                </a:cubicBezTo>
                <a:cubicBezTo>
                  <a:pt x="224233" y="351903"/>
                  <a:pt x="227705" y="348431"/>
                  <a:pt x="233657" y="348431"/>
                </a:cubicBezTo>
                <a:cubicBezTo>
                  <a:pt x="234649" y="348431"/>
                  <a:pt x="235145" y="347439"/>
                  <a:pt x="236137" y="346447"/>
                </a:cubicBezTo>
                <a:cubicBezTo>
                  <a:pt x="235145" y="345455"/>
                  <a:pt x="234649" y="344463"/>
                  <a:pt x="233657" y="343967"/>
                </a:cubicBezTo>
                <a:cubicBezTo>
                  <a:pt x="232665" y="343471"/>
                  <a:pt x="231177" y="343967"/>
                  <a:pt x="230185" y="343471"/>
                </a:cubicBezTo>
                <a:cubicBezTo>
                  <a:pt x="222248" y="338510"/>
                  <a:pt x="214312" y="333054"/>
                  <a:pt x="212328" y="322637"/>
                </a:cubicBezTo>
                <a:cubicBezTo>
                  <a:pt x="212328" y="321645"/>
                  <a:pt x="211336" y="321149"/>
                  <a:pt x="210840" y="320157"/>
                </a:cubicBezTo>
                <a:close/>
                <a:moveTo>
                  <a:pt x="2398286" y="310238"/>
                </a:moveTo>
                <a:cubicBezTo>
                  <a:pt x="2398782" y="309742"/>
                  <a:pt x="2399774" y="311230"/>
                  <a:pt x="2401758" y="312222"/>
                </a:cubicBezTo>
                <a:cubicBezTo>
                  <a:pt x="2400270" y="313710"/>
                  <a:pt x="2399278" y="314702"/>
                  <a:pt x="2398286" y="314702"/>
                </a:cubicBezTo>
                <a:cubicBezTo>
                  <a:pt x="2397790" y="314702"/>
                  <a:pt x="2396798" y="313710"/>
                  <a:pt x="2395806" y="313214"/>
                </a:cubicBezTo>
                <a:cubicBezTo>
                  <a:pt x="2396798" y="312222"/>
                  <a:pt x="2397294" y="311230"/>
                  <a:pt x="2398286" y="310238"/>
                </a:cubicBezTo>
                <a:close/>
                <a:moveTo>
                  <a:pt x="2332315" y="308253"/>
                </a:moveTo>
                <a:cubicBezTo>
                  <a:pt x="2332811" y="307757"/>
                  <a:pt x="2335291" y="310733"/>
                  <a:pt x="2337771" y="312717"/>
                </a:cubicBezTo>
                <a:cubicBezTo>
                  <a:pt x="2335291" y="314701"/>
                  <a:pt x="2333307" y="317181"/>
                  <a:pt x="2331819" y="317181"/>
                </a:cubicBezTo>
                <a:cubicBezTo>
                  <a:pt x="2330331" y="317181"/>
                  <a:pt x="2328347" y="314701"/>
                  <a:pt x="2326859" y="313213"/>
                </a:cubicBezTo>
                <a:cubicBezTo>
                  <a:pt x="2328843" y="311725"/>
                  <a:pt x="2330331" y="309245"/>
                  <a:pt x="2332315" y="308253"/>
                </a:cubicBezTo>
                <a:close/>
                <a:moveTo>
                  <a:pt x="2264359" y="305277"/>
                </a:moveTo>
                <a:cubicBezTo>
                  <a:pt x="2269319" y="305277"/>
                  <a:pt x="2271304" y="307261"/>
                  <a:pt x="2271800" y="312221"/>
                </a:cubicBezTo>
                <a:cubicBezTo>
                  <a:pt x="2271800" y="318174"/>
                  <a:pt x="2269816" y="320158"/>
                  <a:pt x="2264359" y="319662"/>
                </a:cubicBezTo>
                <a:cubicBezTo>
                  <a:pt x="2259399" y="319662"/>
                  <a:pt x="2257415" y="317182"/>
                  <a:pt x="2257911" y="312221"/>
                </a:cubicBezTo>
                <a:cubicBezTo>
                  <a:pt x="2257415" y="307261"/>
                  <a:pt x="2259895" y="305277"/>
                  <a:pt x="2264359" y="305277"/>
                </a:cubicBezTo>
                <a:close/>
                <a:moveTo>
                  <a:pt x="2197395" y="302797"/>
                </a:moveTo>
                <a:cubicBezTo>
                  <a:pt x="2202356" y="302797"/>
                  <a:pt x="2207316" y="306765"/>
                  <a:pt x="2207316" y="311725"/>
                </a:cubicBezTo>
                <a:cubicBezTo>
                  <a:pt x="2207812" y="317182"/>
                  <a:pt x="2203348" y="322142"/>
                  <a:pt x="2197891" y="322142"/>
                </a:cubicBezTo>
                <a:cubicBezTo>
                  <a:pt x="2192931" y="322142"/>
                  <a:pt x="2188467" y="317678"/>
                  <a:pt x="2188467" y="312718"/>
                </a:cubicBezTo>
                <a:cubicBezTo>
                  <a:pt x="2188467" y="307757"/>
                  <a:pt x="2192435" y="303293"/>
                  <a:pt x="2197395" y="302797"/>
                </a:cubicBezTo>
                <a:close/>
                <a:moveTo>
                  <a:pt x="2128448" y="300317"/>
                </a:moveTo>
                <a:cubicBezTo>
                  <a:pt x="2133408" y="300317"/>
                  <a:pt x="2140352" y="306765"/>
                  <a:pt x="2140848" y="311726"/>
                </a:cubicBezTo>
                <a:cubicBezTo>
                  <a:pt x="2140848" y="316686"/>
                  <a:pt x="2134400" y="323630"/>
                  <a:pt x="2129440" y="324126"/>
                </a:cubicBezTo>
                <a:cubicBezTo>
                  <a:pt x="2124479" y="324126"/>
                  <a:pt x="2117535" y="317678"/>
                  <a:pt x="2117039" y="312718"/>
                </a:cubicBezTo>
                <a:cubicBezTo>
                  <a:pt x="2117039" y="307757"/>
                  <a:pt x="2123487" y="300813"/>
                  <a:pt x="2128448" y="300317"/>
                </a:cubicBezTo>
                <a:close/>
                <a:moveTo>
                  <a:pt x="2062477" y="300317"/>
                </a:moveTo>
                <a:cubicBezTo>
                  <a:pt x="2070909" y="300813"/>
                  <a:pt x="2074381" y="303789"/>
                  <a:pt x="2074381" y="312222"/>
                </a:cubicBezTo>
                <a:cubicBezTo>
                  <a:pt x="2074381" y="320654"/>
                  <a:pt x="2071405" y="324126"/>
                  <a:pt x="2062973" y="324126"/>
                </a:cubicBezTo>
                <a:cubicBezTo>
                  <a:pt x="2054044" y="324126"/>
                  <a:pt x="2050572" y="321150"/>
                  <a:pt x="2050572" y="311726"/>
                </a:cubicBezTo>
                <a:cubicBezTo>
                  <a:pt x="2050572" y="303293"/>
                  <a:pt x="2054044" y="300317"/>
                  <a:pt x="2062477" y="300317"/>
                </a:cubicBezTo>
                <a:close/>
                <a:moveTo>
                  <a:pt x="1995513" y="297836"/>
                </a:moveTo>
                <a:cubicBezTo>
                  <a:pt x="2004441" y="298332"/>
                  <a:pt x="2009898" y="303788"/>
                  <a:pt x="2009898" y="312221"/>
                </a:cubicBezTo>
                <a:cubicBezTo>
                  <a:pt x="2009898" y="321149"/>
                  <a:pt x="2004441" y="326606"/>
                  <a:pt x="1995513" y="326606"/>
                </a:cubicBezTo>
                <a:cubicBezTo>
                  <a:pt x="1986584" y="326606"/>
                  <a:pt x="1981128" y="321149"/>
                  <a:pt x="1981128" y="312221"/>
                </a:cubicBezTo>
                <a:cubicBezTo>
                  <a:pt x="1981128" y="303292"/>
                  <a:pt x="1986584" y="297836"/>
                  <a:pt x="1995513" y="297836"/>
                </a:cubicBezTo>
                <a:close/>
                <a:moveTo>
                  <a:pt x="1860593" y="295852"/>
                </a:moveTo>
                <a:cubicBezTo>
                  <a:pt x="1866050" y="295356"/>
                  <a:pt x="1868530" y="298333"/>
                  <a:pt x="1871506" y="301309"/>
                </a:cubicBezTo>
                <a:cubicBezTo>
                  <a:pt x="1874482" y="304285"/>
                  <a:pt x="1877458" y="306765"/>
                  <a:pt x="1876962" y="312221"/>
                </a:cubicBezTo>
                <a:cubicBezTo>
                  <a:pt x="1876962" y="317182"/>
                  <a:pt x="1875474" y="320158"/>
                  <a:pt x="1872002" y="323134"/>
                </a:cubicBezTo>
                <a:cubicBezTo>
                  <a:pt x="1868530" y="326110"/>
                  <a:pt x="1866050" y="331070"/>
                  <a:pt x="1860097" y="328590"/>
                </a:cubicBezTo>
                <a:cubicBezTo>
                  <a:pt x="1854145" y="331070"/>
                  <a:pt x="1851665" y="326110"/>
                  <a:pt x="1848193" y="323134"/>
                </a:cubicBezTo>
                <a:cubicBezTo>
                  <a:pt x="1844720" y="320158"/>
                  <a:pt x="1842736" y="317182"/>
                  <a:pt x="1843232" y="312221"/>
                </a:cubicBezTo>
                <a:cubicBezTo>
                  <a:pt x="1843728" y="303789"/>
                  <a:pt x="1851665" y="296349"/>
                  <a:pt x="1860593" y="295852"/>
                </a:cubicBezTo>
                <a:close/>
                <a:moveTo>
                  <a:pt x="1793134" y="295852"/>
                </a:moveTo>
                <a:cubicBezTo>
                  <a:pt x="1805534" y="295852"/>
                  <a:pt x="1809999" y="300316"/>
                  <a:pt x="1809999" y="312221"/>
                </a:cubicBezTo>
                <a:cubicBezTo>
                  <a:pt x="1809999" y="324126"/>
                  <a:pt x="1805534" y="329086"/>
                  <a:pt x="1793630" y="329086"/>
                </a:cubicBezTo>
                <a:cubicBezTo>
                  <a:pt x="1781229" y="329086"/>
                  <a:pt x="1776765" y="324622"/>
                  <a:pt x="1776765" y="312717"/>
                </a:cubicBezTo>
                <a:cubicBezTo>
                  <a:pt x="1776765" y="300316"/>
                  <a:pt x="1781229" y="295852"/>
                  <a:pt x="1793134" y="295852"/>
                </a:cubicBezTo>
                <a:close/>
                <a:moveTo>
                  <a:pt x="1929045" y="295356"/>
                </a:moveTo>
                <a:cubicBezTo>
                  <a:pt x="1932517" y="298828"/>
                  <a:pt x="1937477" y="297340"/>
                  <a:pt x="1940949" y="300812"/>
                </a:cubicBezTo>
                <a:cubicBezTo>
                  <a:pt x="1943926" y="304781"/>
                  <a:pt x="1941942" y="309741"/>
                  <a:pt x="1945910" y="312221"/>
                </a:cubicBezTo>
                <a:cubicBezTo>
                  <a:pt x="1942438" y="316189"/>
                  <a:pt x="1944422" y="322141"/>
                  <a:pt x="1939461" y="324126"/>
                </a:cubicBezTo>
                <a:cubicBezTo>
                  <a:pt x="1935989" y="326110"/>
                  <a:pt x="1931525" y="329086"/>
                  <a:pt x="1928549" y="328590"/>
                </a:cubicBezTo>
                <a:cubicBezTo>
                  <a:pt x="1924581" y="327598"/>
                  <a:pt x="1919124" y="327598"/>
                  <a:pt x="1916644" y="322637"/>
                </a:cubicBezTo>
                <a:cubicBezTo>
                  <a:pt x="1914660" y="319165"/>
                  <a:pt x="1913668" y="315197"/>
                  <a:pt x="1912180" y="311229"/>
                </a:cubicBezTo>
                <a:cubicBezTo>
                  <a:pt x="1916148" y="308749"/>
                  <a:pt x="1913668" y="303292"/>
                  <a:pt x="1917636" y="300316"/>
                </a:cubicBezTo>
                <a:cubicBezTo>
                  <a:pt x="1921108" y="297340"/>
                  <a:pt x="1926069" y="298828"/>
                  <a:pt x="1929045" y="295356"/>
                </a:cubicBezTo>
                <a:close/>
                <a:moveTo>
                  <a:pt x="1725675" y="293372"/>
                </a:moveTo>
                <a:cubicBezTo>
                  <a:pt x="1731131" y="291884"/>
                  <a:pt x="1736091" y="295852"/>
                  <a:pt x="1740059" y="298828"/>
                </a:cubicBezTo>
                <a:cubicBezTo>
                  <a:pt x="1743532" y="301309"/>
                  <a:pt x="1744524" y="307261"/>
                  <a:pt x="1745516" y="311725"/>
                </a:cubicBezTo>
                <a:cubicBezTo>
                  <a:pt x="1747004" y="317181"/>
                  <a:pt x="1742540" y="322142"/>
                  <a:pt x="1740059" y="325614"/>
                </a:cubicBezTo>
                <a:cubicBezTo>
                  <a:pt x="1737579" y="329086"/>
                  <a:pt x="1731627" y="330078"/>
                  <a:pt x="1726667" y="332062"/>
                </a:cubicBezTo>
                <a:cubicBezTo>
                  <a:pt x="1722203" y="330078"/>
                  <a:pt x="1716250" y="329582"/>
                  <a:pt x="1713770" y="326110"/>
                </a:cubicBezTo>
                <a:cubicBezTo>
                  <a:pt x="1710794" y="322638"/>
                  <a:pt x="1707818" y="317677"/>
                  <a:pt x="1707322" y="312221"/>
                </a:cubicBezTo>
                <a:cubicBezTo>
                  <a:pt x="1706826" y="306765"/>
                  <a:pt x="1710298" y="302797"/>
                  <a:pt x="1712778" y="299324"/>
                </a:cubicBezTo>
                <a:cubicBezTo>
                  <a:pt x="1715258" y="295852"/>
                  <a:pt x="1720714" y="294364"/>
                  <a:pt x="1725675" y="293372"/>
                </a:cubicBezTo>
                <a:close/>
                <a:moveTo>
                  <a:pt x="1488" y="293372"/>
                </a:moveTo>
                <a:cubicBezTo>
                  <a:pt x="1984" y="294364"/>
                  <a:pt x="1984" y="295852"/>
                  <a:pt x="2480" y="296348"/>
                </a:cubicBezTo>
                <a:cubicBezTo>
                  <a:pt x="8432" y="302797"/>
                  <a:pt x="7440" y="310733"/>
                  <a:pt x="6944" y="318173"/>
                </a:cubicBezTo>
                <a:cubicBezTo>
                  <a:pt x="6448" y="322142"/>
                  <a:pt x="3968" y="326110"/>
                  <a:pt x="1984" y="330574"/>
                </a:cubicBezTo>
                <a:cubicBezTo>
                  <a:pt x="1984" y="331070"/>
                  <a:pt x="1488" y="331070"/>
                  <a:pt x="992" y="331566"/>
                </a:cubicBezTo>
                <a:cubicBezTo>
                  <a:pt x="496" y="331070"/>
                  <a:pt x="0" y="330574"/>
                  <a:pt x="0" y="330078"/>
                </a:cubicBezTo>
                <a:cubicBezTo>
                  <a:pt x="496" y="323630"/>
                  <a:pt x="496" y="317677"/>
                  <a:pt x="496" y="311725"/>
                </a:cubicBezTo>
                <a:cubicBezTo>
                  <a:pt x="496" y="306765"/>
                  <a:pt x="496" y="301308"/>
                  <a:pt x="496" y="296348"/>
                </a:cubicBezTo>
                <a:cubicBezTo>
                  <a:pt x="496" y="295356"/>
                  <a:pt x="1488" y="294364"/>
                  <a:pt x="1488" y="293372"/>
                </a:cubicBezTo>
                <a:close/>
                <a:moveTo>
                  <a:pt x="1658710" y="292876"/>
                </a:moveTo>
                <a:cubicBezTo>
                  <a:pt x="1664662" y="292380"/>
                  <a:pt x="1667639" y="295357"/>
                  <a:pt x="1672103" y="298333"/>
                </a:cubicBezTo>
                <a:cubicBezTo>
                  <a:pt x="1677559" y="302797"/>
                  <a:pt x="1676567" y="307757"/>
                  <a:pt x="1677063" y="313214"/>
                </a:cubicBezTo>
                <a:cubicBezTo>
                  <a:pt x="1677559" y="319166"/>
                  <a:pt x="1674583" y="322638"/>
                  <a:pt x="1671111" y="326606"/>
                </a:cubicBezTo>
                <a:cubicBezTo>
                  <a:pt x="1667143" y="331071"/>
                  <a:pt x="1662678" y="331071"/>
                  <a:pt x="1657718" y="331567"/>
                </a:cubicBezTo>
                <a:cubicBezTo>
                  <a:pt x="1652262" y="331567"/>
                  <a:pt x="1648294" y="330078"/>
                  <a:pt x="1644325" y="326606"/>
                </a:cubicBezTo>
                <a:cubicBezTo>
                  <a:pt x="1638869" y="322142"/>
                  <a:pt x="1637877" y="317678"/>
                  <a:pt x="1638869" y="311229"/>
                </a:cubicBezTo>
                <a:cubicBezTo>
                  <a:pt x="1636885" y="305773"/>
                  <a:pt x="1640853" y="302301"/>
                  <a:pt x="1643829" y="298333"/>
                </a:cubicBezTo>
                <a:cubicBezTo>
                  <a:pt x="1647798" y="292876"/>
                  <a:pt x="1653254" y="293373"/>
                  <a:pt x="1658710" y="292876"/>
                </a:cubicBezTo>
                <a:close/>
                <a:moveTo>
                  <a:pt x="1458316" y="291388"/>
                </a:moveTo>
                <a:cubicBezTo>
                  <a:pt x="1472205" y="291388"/>
                  <a:pt x="1478653" y="298828"/>
                  <a:pt x="1478653" y="312717"/>
                </a:cubicBezTo>
                <a:cubicBezTo>
                  <a:pt x="1479149" y="327102"/>
                  <a:pt x="1472205" y="334046"/>
                  <a:pt x="1457324" y="334046"/>
                </a:cubicBezTo>
                <a:cubicBezTo>
                  <a:pt x="1442939" y="334046"/>
                  <a:pt x="1435995" y="327102"/>
                  <a:pt x="1435995" y="312221"/>
                </a:cubicBezTo>
                <a:cubicBezTo>
                  <a:pt x="1435995" y="297836"/>
                  <a:pt x="1442939" y="291388"/>
                  <a:pt x="1458316" y="291388"/>
                </a:cubicBezTo>
                <a:close/>
                <a:moveTo>
                  <a:pt x="1590259" y="290892"/>
                </a:moveTo>
                <a:cubicBezTo>
                  <a:pt x="1600179" y="290892"/>
                  <a:pt x="1612084" y="302797"/>
                  <a:pt x="1612084" y="312221"/>
                </a:cubicBezTo>
                <a:cubicBezTo>
                  <a:pt x="1612084" y="321646"/>
                  <a:pt x="1599683" y="334046"/>
                  <a:pt x="1590259" y="333550"/>
                </a:cubicBezTo>
                <a:cubicBezTo>
                  <a:pt x="1580834" y="333550"/>
                  <a:pt x="1568434" y="320654"/>
                  <a:pt x="1568929" y="311725"/>
                </a:cubicBezTo>
                <a:cubicBezTo>
                  <a:pt x="1569425" y="302797"/>
                  <a:pt x="1581330" y="290892"/>
                  <a:pt x="1590259" y="290892"/>
                </a:cubicBezTo>
                <a:close/>
                <a:moveTo>
                  <a:pt x="1523791" y="290892"/>
                </a:moveTo>
                <a:cubicBezTo>
                  <a:pt x="1535696" y="290892"/>
                  <a:pt x="1545616" y="300813"/>
                  <a:pt x="1545616" y="312221"/>
                </a:cubicBezTo>
                <a:cubicBezTo>
                  <a:pt x="1545616" y="323630"/>
                  <a:pt x="1535696" y="334046"/>
                  <a:pt x="1524287" y="334046"/>
                </a:cubicBezTo>
                <a:cubicBezTo>
                  <a:pt x="1513375" y="334046"/>
                  <a:pt x="1502958" y="324126"/>
                  <a:pt x="1502958" y="313213"/>
                </a:cubicBezTo>
                <a:cubicBezTo>
                  <a:pt x="1502958" y="301309"/>
                  <a:pt x="1512382" y="290892"/>
                  <a:pt x="1523791" y="290892"/>
                </a:cubicBezTo>
                <a:close/>
                <a:moveTo>
                  <a:pt x="1320917" y="288908"/>
                </a:moveTo>
                <a:cubicBezTo>
                  <a:pt x="1334805" y="287916"/>
                  <a:pt x="1345222" y="298828"/>
                  <a:pt x="1345718" y="312221"/>
                </a:cubicBezTo>
                <a:cubicBezTo>
                  <a:pt x="1345718" y="326606"/>
                  <a:pt x="1334309" y="336526"/>
                  <a:pt x="1321909" y="336526"/>
                </a:cubicBezTo>
                <a:cubicBezTo>
                  <a:pt x="1308020" y="336030"/>
                  <a:pt x="1299091" y="327598"/>
                  <a:pt x="1298099" y="313709"/>
                </a:cubicBezTo>
                <a:cubicBezTo>
                  <a:pt x="1297107" y="299820"/>
                  <a:pt x="1307524" y="289404"/>
                  <a:pt x="1320917" y="288908"/>
                </a:cubicBezTo>
                <a:close/>
                <a:moveTo>
                  <a:pt x="1388376" y="288412"/>
                </a:moveTo>
                <a:cubicBezTo>
                  <a:pt x="1399785" y="288412"/>
                  <a:pt x="1412681" y="301309"/>
                  <a:pt x="1412185" y="312717"/>
                </a:cubicBezTo>
                <a:cubicBezTo>
                  <a:pt x="1411689" y="324622"/>
                  <a:pt x="1399785" y="336527"/>
                  <a:pt x="1388376" y="336031"/>
                </a:cubicBezTo>
                <a:cubicBezTo>
                  <a:pt x="1376968" y="336031"/>
                  <a:pt x="1364071" y="323134"/>
                  <a:pt x="1364567" y="311725"/>
                </a:cubicBezTo>
                <a:cubicBezTo>
                  <a:pt x="1365063" y="300317"/>
                  <a:pt x="1377464" y="288412"/>
                  <a:pt x="1388376" y="288412"/>
                </a:cubicBezTo>
                <a:close/>
                <a:moveTo>
                  <a:pt x="1254945" y="288412"/>
                </a:moveTo>
                <a:cubicBezTo>
                  <a:pt x="1270322" y="288908"/>
                  <a:pt x="1279251" y="297340"/>
                  <a:pt x="1278755" y="312717"/>
                </a:cubicBezTo>
                <a:cubicBezTo>
                  <a:pt x="1278755" y="327598"/>
                  <a:pt x="1269826" y="336527"/>
                  <a:pt x="1254449" y="336527"/>
                </a:cubicBezTo>
                <a:cubicBezTo>
                  <a:pt x="1239568" y="336527"/>
                  <a:pt x="1231136" y="327102"/>
                  <a:pt x="1231136" y="311725"/>
                </a:cubicBezTo>
                <a:cubicBezTo>
                  <a:pt x="1231136" y="305277"/>
                  <a:pt x="1233120" y="299821"/>
                  <a:pt x="1237584" y="295356"/>
                </a:cubicBezTo>
                <a:cubicBezTo>
                  <a:pt x="1242545" y="290396"/>
                  <a:pt x="1248001" y="288412"/>
                  <a:pt x="1254945" y="288412"/>
                </a:cubicBezTo>
                <a:close/>
                <a:moveTo>
                  <a:pt x="1186493" y="286428"/>
                </a:moveTo>
                <a:cubicBezTo>
                  <a:pt x="1198894" y="286428"/>
                  <a:pt x="1213279" y="301309"/>
                  <a:pt x="1212287" y="313213"/>
                </a:cubicBezTo>
                <a:cubicBezTo>
                  <a:pt x="1212287" y="316190"/>
                  <a:pt x="1206334" y="330078"/>
                  <a:pt x="1204350" y="331070"/>
                </a:cubicBezTo>
                <a:cubicBezTo>
                  <a:pt x="1198398" y="334047"/>
                  <a:pt x="1192942" y="338511"/>
                  <a:pt x="1187485" y="338511"/>
                </a:cubicBezTo>
                <a:cubicBezTo>
                  <a:pt x="1173597" y="338511"/>
                  <a:pt x="1159708" y="323630"/>
                  <a:pt x="1160204" y="311725"/>
                </a:cubicBezTo>
                <a:cubicBezTo>
                  <a:pt x="1160204" y="308749"/>
                  <a:pt x="1166156" y="294860"/>
                  <a:pt x="1168140" y="293868"/>
                </a:cubicBezTo>
                <a:cubicBezTo>
                  <a:pt x="1174093" y="290892"/>
                  <a:pt x="1179549" y="286428"/>
                  <a:pt x="1186493" y="286428"/>
                </a:cubicBezTo>
                <a:close/>
                <a:moveTo>
                  <a:pt x="1121017" y="286428"/>
                </a:moveTo>
                <a:cubicBezTo>
                  <a:pt x="1133914" y="287420"/>
                  <a:pt x="1144827" y="296844"/>
                  <a:pt x="1145819" y="312717"/>
                </a:cubicBezTo>
                <a:cubicBezTo>
                  <a:pt x="1145323" y="327102"/>
                  <a:pt x="1132426" y="339503"/>
                  <a:pt x="1118537" y="338510"/>
                </a:cubicBezTo>
                <a:cubicBezTo>
                  <a:pt x="1104649" y="337518"/>
                  <a:pt x="1093736" y="328094"/>
                  <a:pt x="1093736" y="312221"/>
                </a:cubicBezTo>
                <a:cubicBezTo>
                  <a:pt x="1093736" y="297836"/>
                  <a:pt x="1107129" y="285436"/>
                  <a:pt x="1121017" y="286428"/>
                </a:cubicBezTo>
                <a:close/>
                <a:moveTo>
                  <a:pt x="1053062" y="285436"/>
                </a:moveTo>
                <a:cubicBezTo>
                  <a:pt x="1060502" y="285436"/>
                  <a:pt x="1065959" y="287916"/>
                  <a:pt x="1071415" y="292876"/>
                </a:cubicBezTo>
                <a:cubicBezTo>
                  <a:pt x="1076871" y="298333"/>
                  <a:pt x="1079847" y="304285"/>
                  <a:pt x="1079351" y="312221"/>
                </a:cubicBezTo>
                <a:cubicBezTo>
                  <a:pt x="1079351" y="319662"/>
                  <a:pt x="1076375" y="325118"/>
                  <a:pt x="1071415" y="330574"/>
                </a:cubicBezTo>
                <a:cubicBezTo>
                  <a:pt x="1063975" y="337519"/>
                  <a:pt x="1062486" y="338511"/>
                  <a:pt x="1052070" y="338511"/>
                </a:cubicBezTo>
                <a:cubicBezTo>
                  <a:pt x="1045630" y="339999"/>
                  <a:pt x="1040173" y="336031"/>
                  <a:pt x="1034717" y="331070"/>
                </a:cubicBezTo>
                <a:cubicBezTo>
                  <a:pt x="1029261" y="325614"/>
                  <a:pt x="1026284" y="319662"/>
                  <a:pt x="1026781" y="311725"/>
                </a:cubicBezTo>
                <a:cubicBezTo>
                  <a:pt x="1026781" y="304285"/>
                  <a:pt x="1029757" y="298829"/>
                  <a:pt x="1034717" y="293372"/>
                </a:cubicBezTo>
                <a:cubicBezTo>
                  <a:pt x="1039677" y="288412"/>
                  <a:pt x="1045630" y="285436"/>
                  <a:pt x="1053062" y="285436"/>
                </a:cubicBezTo>
                <a:close/>
                <a:moveTo>
                  <a:pt x="986598" y="284444"/>
                </a:moveTo>
                <a:cubicBezTo>
                  <a:pt x="989574" y="288412"/>
                  <a:pt x="994038" y="285436"/>
                  <a:pt x="997014" y="287420"/>
                </a:cubicBezTo>
                <a:cubicBezTo>
                  <a:pt x="1000486" y="289404"/>
                  <a:pt x="1003462" y="291388"/>
                  <a:pt x="1005943" y="294365"/>
                </a:cubicBezTo>
                <a:cubicBezTo>
                  <a:pt x="1008423" y="296845"/>
                  <a:pt x="1010407" y="299325"/>
                  <a:pt x="1011895" y="302797"/>
                </a:cubicBezTo>
                <a:cubicBezTo>
                  <a:pt x="1013383" y="305277"/>
                  <a:pt x="1013383" y="309245"/>
                  <a:pt x="1013879" y="313710"/>
                </a:cubicBezTo>
                <a:cubicBezTo>
                  <a:pt x="1012391" y="319662"/>
                  <a:pt x="1010903" y="327102"/>
                  <a:pt x="1004951" y="332559"/>
                </a:cubicBezTo>
                <a:cubicBezTo>
                  <a:pt x="999494" y="337519"/>
                  <a:pt x="992550" y="340495"/>
                  <a:pt x="986102" y="340495"/>
                </a:cubicBezTo>
                <a:cubicBezTo>
                  <a:pt x="979157" y="340495"/>
                  <a:pt x="971717" y="337519"/>
                  <a:pt x="966260" y="332063"/>
                </a:cubicBezTo>
                <a:cubicBezTo>
                  <a:pt x="960804" y="326606"/>
                  <a:pt x="960308" y="318670"/>
                  <a:pt x="957332" y="311725"/>
                </a:cubicBezTo>
                <a:cubicBezTo>
                  <a:pt x="961300" y="309245"/>
                  <a:pt x="958324" y="304285"/>
                  <a:pt x="960308" y="301309"/>
                </a:cubicBezTo>
                <a:cubicBezTo>
                  <a:pt x="962292" y="298333"/>
                  <a:pt x="964276" y="294861"/>
                  <a:pt x="967253" y="292380"/>
                </a:cubicBezTo>
                <a:cubicBezTo>
                  <a:pt x="969733" y="289900"/>
                  <a:pt x="972709" y="287420"/>
                  <a:pt x="975685" y="286924"/>
                </a:cubicBezTo>
                <a:cubicBezTo>
                  <a:pt x="979653" y="286428"/>
                  <a:pt x="983125" y="285932"/>
                  <a:pt x="986598" y="284444"/>
                </a:cubicBezTo>
                <a:close/>
                <a:moveTo>
                  <a:pt x="916685" y="283948"/>
                </a:moveTo>
                <a:cubicBezTo>
                  <a:pt x="930078" y="283948"/>
                  <a:pt x="944958" y="296845"/>
                  <a:pt x="945454" y="311725"/>
                </a:cubicBezTo>
                <a:cubicBezTo>
                  <a:pt x="945950" y="325118"/>
                  <a:pt x="934046" y="339503"/>
                  <a:pt x="917677" y="340991"/>
                </a:cubicBezTo>
                <a:cubicBezTo>
                  <a:pt x="903789" y="341983"/>
                  <a:pt x="887916" y="327102"/>
                  <a:pt x="888412" y="312718"/>
                </a:cubicBezTo>
                <a:cubicBezTo>
                  <a:pt x="888412" y="298829"/>
                  <a:pt x="902301" y="284444"/>
                  <a:pt x="916685" y="283948"/>
                </a:cubicBezTo>
                <a:close/>
                <a:moveTo>
                  <a:pt x="783265" y="283948"/>
                </a:moveTo>
                <a:cubicBezTo>
                  <a:pt x="799632" y="282460"/>
                  <a:pt x="812034" y="297837"/>
                  <a:pt x="812530" y="311726"/>
                </a:cubicBezTo>
                <a:cubicBezTo>
                  <a:pt x="813026" y="328094"/>
                  <a:pt x="798639" y="341487"/>
                  <a:pt x="784257" y="341487"/>
                </a:cubicBezTo>
                <a:cubicBezTo>
                  <a:pt x="767886" y="341487"/>
                  <a:pt x="754989" y="327102"/>
                  <a:pt x="754989" y="312222"/>
                </a:cubicBezTo>
                <a:cubicBezTo>
                  <a:pt x="754989" y="297341"/>
                  <a:pt x="768382" y="282460"/>
                  <a:pt x="783265" y="283948"/>
                </a:cubicBezTo>
                <a:close/>
                <a:moveTo>
                  <a:pt x="851227" y="283452"/>
                </a:moveTo>
                <a:cubicBezTo>
                  <a:pt x="866607" y="284940"/>
                  <a:pt x="879006" y="296845"/>
                  <a:pt x="879006" y="313710"/>
                </a:cubicBezTo>
                <a:cubicBezTo>
                  <a:pt x="881488" y="321646"/>
                  <a:pt x="873551" y="326110"/>
                  <a:pt x="871072" y="333055"/>
                </a:cubicBezTo>
                <a:cubicBezTo>
                  <a:pt x="864127" y="336031"/>
                  <a:pt x="858175" y="341487"/>
                  <a:pt x="849245" y="340991"/>
                </a:cubicBezTo>
                <a:cubicBezTo>
                  <a:pt x="833871" y="339999"/>
                  <a:pt x="822459" y="327598"/>
                  <a:pt x="821466" y="311725"/>
                </a:cubicBezTo>
                <a:cubicBezTo>
                  <a:pt x="820972" y="302797"/>
                  <a:pt x="825435" y="296349"/>
                  <a:pt x="829901" y="291884"/>
                </a:cubicBezTo>
                <a:cubicBezTo>
                  <a:pt x="834862" y="286924"/>
                  <a:pt x="842299" y="282956"/>
                  <a:pt x="851227" y="283452"/>
                </a:cubicBezTo>
                <a:close/>
                <a:moveTo>
                  <a:pt x="714292" y="282460"/>
                </a:moveTo>
                <a:cubicBezTo>
                  <a:pt x="717764" y="282956"/>
                  <a:pt x="721732" y="282956"/>
                  <a:pt x="725204" y="283948"/>
                </a:cubicBezTo>
                <a:cubicBezTo>
                  <a:pt x="727684" y="284444"/>
                  <a:pt x="730163" y="285932"/>
                  <a:pt x="731652" y="287916"/>
                </a:cubicBezTo>
                <a:cubicBezTo>
                  <a:pt x="735124" y="291388"/>
                  <a:pt x="738596" y="294861"/>
                  <a:pt x="741572" y="299325"/>
                </a:cubicBezTo>
                <a:cubicBezTo>
                  <a:pt x="744548" y="303293"/>
                  <a:pt x="741076" y="309245"/>
                  <a:pt x="746036" y="311726"/>
                </a:cubicBezTo>
                <a:cubicBezTo>
                  <a:pt x="745044" y="316190"/>
                  <a:pt x="743556" y="320158"/>
                  <a:pt x="742564" y="324622"/>
                </a:cubicBezTo>
                <a:cubicBezTo>
                  <a:pt x="740580" y="330575"/>
                  <a:pt x="735620" y="333551"/>
                  <a:pt x="731652" y="338015"/>
                </a:cubicBezTo>
                <a:cubicBezTo>
                  <a:pt x="727684" y="342479"/>
                  <a:pt x="720740" y="339503"/>
                  <a:pt x="716276" y="343967"/>
                </a:cubicBezTo>
                <a:cubicBezTo>
                  <a:pt x="710323" y="340991"/>
                  <a:pt x="703379" y="341487"/>
                  <a:pt x="697427" y="337519"/>
                </a:cubicBezTo>
                <a:cubicBezTo>
                  <a:pt x="688995" y="331071"/>
                  <a:pt x="687011" y="322142"/>
                  <a:pt x="684035" y="313214"/>
                </a:cubicBezTo>
                <a:cubicBezTo>
                  <a:pt x="687507" y="307757"/>
                  <a:pt x="686515" y="300317"/>
                  <a:pt x="691475" y="294861"/>
                </a:cubicBezTo>
                <a:cubicBezTo>
                  <a:pt x="697427" y="286924"/>
                  <a:pt x="705363" y="283948"/>
                  <a:pt x="714292" y="282460"/>
                </a:cubicBezTo>
                <a:close/>
                <a:moveTo>
                  <a:pt x="648346" y="281468"/>
                </a:moveTo>
                <a:cubicBezTo>
                  <a:pt x="665706" y="281964"/>
                  <a:pt x="678105" y="295357"/>
                  <a:pt x="679097" y="312222"/>
                </a:cubicBezTo>
                <a:cubicBezTo>
                  <a:pt x="678105" y="329583"/>
                  <a:pt x="665706" y="342479"/>
                  <a:pt x="648346" y="342975"/>
                </a:cubicBezTo>
                <a:cubicBezTo>
                  <a:pt x="631482" y="343471"/>
                  <a:pt x="616603" y="329087"/>
                  <a:pt x="617099" y="311726"/>
                </a:cubicBezTo>
                <a:cubicBezTo>
                  <a:pt x="617595" y="293869"/>
                  <a:pt x="631482" y="281468"/>
                  <a:pt x="648346" y="281468"/>
                </a:cubicBezTo>
                <a:close/>
                <a:moveTo>
                  <a:pt x="581378" y="281468"/>
                </a:moveTo>
                <a:cubicBezTo>
                  <a:pt x="596756" y="279484"/>
                  <a:pt x="612629" y="297341"/>
                  <a:pt x="612629" y="312221"/>
                </a:cubicBezTo>
                <a:cubicBezTo>
                  <a:pt x="612629" y="327598"/>
                  <a:pt x="596756" y="343967"/>
                  <a:pt x="580386" y="343967"/>
                </a:cubicBezTo>
                <a:cubicBezTo>
                  <a:pt x="566496" y="343471"/>
                  <a:pt x="549630" y="328590"/>
                  <a:pt x="549630" y="312221"/>
                </a:cubicBezTo>
                <a:cubicBezTo>
                  <a:pt x="550126" y="297341"/>
                  <a:pt x="565504" y="279484"/>
                  <a:pt x="581378" y="281468"/>
                </a:cubicBezTo>
                <a:close/>
                <a:moveTo>
                  <a:pt x="515402" y="281468"/>
                </a:moveTo>
                <a:cubicBezTo>
                  <a:pt x="530781" y="279979"/>
                  <a:pt x="546159" y="295356"/>
                  <a:pt x="546159" y="312717"/>
                </a:cubicBezTo>
                <a:cubicBezTo>
                  <a:pt x="546159" y="328590"/>
                  <a:pt x="531773" y="344463"/>
                  <a:pt x="513418" y="343471"/>
                </a:cubicBezTo>
                <a:cubicBezTo>
                  <a:pt x="498040" y="342975"/>
                  <a:pt x="482663" y="328590"/>
                  <a:pt x="483159" y="311229"/>
                </a:cubicBezTo>
                <a:cubicBezTo>
                  <a:pt x="483655" y="295356"/>
                  <a:pt x="498537" y="279483"/>
                  <a:pt x="515402" y="281468"/>
                </a:cubicBezTo>
                <a:close/>
                <a:moveTo>
                  <a:pt x="445443" y="281468"/>
                </a:moveTo>
                <a:cubicBezTo>
                  <a:pt x="454867" y="279483"/>
                  <a:pt x="461316" y="283948"/>
                  <a:pt x="467765" y="290396"/>
                </a:cubicBezTo>
                <a:cubicBezTo>
                  <a:pt x="474709" y="296844"/>
                  <a:pt x="476197" y="304285"/>
                  <a:pt x="476693" y="313213"/>
                </a:cubicBezTo>
                <a:cubicBezTo>
                  <a:pt x="476693" y="322142"/>
                  <a:pt x="473717" y="328590"/>
                  <a:pt x="467765" y="334542"/>
                </a:cubicBezTo>
                <a:cubicBezTo>
                  <a:pt x="461316" y="341487"/>
                  <a:pt x="454371" y="343471"/>
                  <a:pt x="444947" y="343471"/>
                </a:cubicBezTo>
                <a:cubicBezTo>
                  <a:pt x="436018" y="343471"/>
                  <a:pt x="429569" y="340495"/>
                  <a:pt x="423617" y="334542"/>
                </a:cubicBezTo>
                <a:cubicBezTo>
                  <a:pt x="416672" y="328094"/>
                  <a:pt x="414688" y="321150"/>
                  <a:pt x="414192" y="312221"/>
                </a:cubicBezTo>
                <a:cubicBezTo>
                  <a:pt x="414192" y="302797"/>
                  <a:pt x="417168" y="296348"/>
                  <a:pt x="423617" y="289900"/>
                </a:cubicBezTo>
                <a:cubicBezTo>
                  <a:pt x="430065" y="283452"/>
                  <a:pt x="436514" y="279980"/>
                  <a:pt x="445443" y="281468"/>
                </a:cubicBezTo>
                <a:close/>
                <a:moveTo>
                  <a:pt x="310021" y="278987"/>
                </a:moveTo>
                <a:cubicBezTo>
                  <a:pt x="323911" y="278987"/>
                  <a:pt x="341767" y="288412"/>
                  <a:pt x="343256" y="302796"/>
                </a:cubicBezTo>
                <a:cubicBezTo>
                  <a:pt x="343256" y="304284"/>
                  <a:pt x="344744" y="305277"/>
                  <a:pt x="345736" y="306269"/>
                </a:cubicBezTo>
                <a:cubicBezTo>
                  <a:pt x="346232" y="306765"/>
                  <a:pt x="347720" y="306269"/>
                  <a:pt x="347720" y="306269"/>
                </a:cubicBezTo>
                <a:cubicBezTo>
                  <a:pt x="348216" y="304284"/>
                  <a:pt x="348216" y="302796"/>
                  <a:pt x="348712" y="300812"/>
                </a:cubicBezTo>
                <a:cubicBezTo>
                  <a:pt x="352680" y="286924"/>
                  <a:pt x="364585" y="283451"/>
                  <a:pt x="375994" y="278987"/>
                </a:cubicBezTo>
                <a:cubicBezTo>
                  <a:pt x="379963" y="277499"/>
                  <a:pt x="383435" y="280475"/>
                  <a:pt x="386907" y="281467"/>
                </a:cubicBezTo>
                <a:cubicBezTo>
                  <a:pt x="392859" y="282955"/>
                  <a:pt x="399308" y="285435"/>
                  <a:pt x="403277" y="290892"/>
                </a:cubicBezTo>
                <a:cubicBezTo>
                  <a:pt x="407741" y="296844"/>
                  <a:pt x="410221" y="303788"/>
                  <a:pt x="411709" y="311229"/>
                </a:cubicBezTo>
                <a:cubicBezTo>
                  <a:pt x="412205" y="315197"/>
                  <a:pt x="410717" y="319165"/>
                  <a:pt x="409725" y="323133"/>
                </a:cubicBezTo>
                <a:cubicBezTo>
                  <a:pt x="406253" y="333054"/>
                  <a:pt x="399308" y="339502"/>
                  <a:pt x="388891" y="343471"/>
                </a:cubicBezTo>
                <a:cubicBezTo>
                  <a:pt x="373514" y="349423"/>
                  <a:pt x="352184" y="339006"/>
                  <a:pt x="347720" y="321645"/>
                </a:cubicBezTo>
                <a:cubicBezTo>
                  <a:pt x="347224" y="320157"/>
                  <a:pt x="346728" y="318669"/>
                  <a:pt x="346232" y="317677"/>
                </a:cubicBezTo>
                <a:cubicBezTo>
                  <a:pt x="345240" y="319165"/>
                  <a:pt x="342760" y="320653"/>
                  <a:pt x="342760" y="322141"/>
                </a:cubicBezTo>
                <a:cubicBezTo>
                  <a:pt x="342263" y="331070"/>
                  <a:pt x="335815" y="335534"/>
                  <a:pt x="329863" y="340494"/>
                </a:cubicBezTo>
                <a:cubicBezTo>
                  <a:pt x="327383" y="342479"/>
                  <a:pt x="322918" y="342975"/>
                  <a:pt x="319446" y="343967"/>
                </a:cubicBezTo>
                <a:cubicBezTo>
                  <a:pt x="317958" y="344463"/>
                  <a:pt x="317462" y="345951"/>
                  <a:pt x="316470" y="347439"/>
                </a:cubicBezTo>
                <a:cubicBezTo>
                  <a:pt x="317462" y="347935"/>
                  <a:pt x="318454" y="348431"/>
                  <a:pt x="319446" y="348431"/>
                </a:cubicBezTo>
                <a:cubicBezTo>
                  <a:pt x="331351" y="350911"/>
                  <a:pt x="338295" y="358847"/>
                  <a:pt x="342263" y="370256"/>
                </a:cubicBezTo>
                <a:cubicBezTo>
                  <a:pt x="348216" y="385633"/>
                  <a:pt x="336807" y="405474"/>
                  <a:pt x="320438" y="410434"/>
                </a:cubicBezTo>
                <a:cubicBezTo>
                  <a:pt x="304564" y="415394"/>
                  <a:pt x="285219" y="404978"/>
                  <a:pt x="279764" y="388609"/>
                </a:cubicBezTo>
                <a:cubicBezTo>
                  <a:pt x="274308" y="372240"/>
                  <a:pt x="286211" y="351407"/>
                  <a:pt x="302580" y="348431"/>
                </a:cubicBezTo>
                <a:cubicBezTo>
                  <a:pt x="303572" y="348431"/>
                  <a:pt x="304564" y="347935"/>
                  <a:pt x="305557" y="347439"/>
                </a:cubicBezTo>
                <a:cubicBezTo>
                  <a:pt x="304564" y="346447"/>
                  <a:pt x="303572" y="344463"/>
                  <a:pt x="302580" y="344463"/>
                </a:cubicBezTo>
                <a:cubicBezTo>
                  <a:pt x="295636" y="343967"/>
                  <a:pt x="290676" y="339998"/>
                  <a:pt x="286211" y="335038"/>
                </a:cubicBezTo>
                <a:cubicBezTo>
                  <a:pt x="280260" y="328590"/>
                  <a:pt x="277284" y="321149"/>
                  <a:pt x="277284" y="312717"/>
                </a:cubicBezTo>
                <a:cubicBezTo>
                  <a:pt x="277284" y="300316"/>
                  <a:pt x="287204" y="283947"/>
                  <a:pt x="301092" y="281963"/>
                </a:cubicBezTo>
                <a:cubicBezTo>
                  <a:pt x="306053" y="280971"/>
                  <a:pt x="309029" y="279483"/>
                  <a:pt x="310021" y="278987"/>
                </a:cubicBezTo>
                <a:close/>
                <a:moveTo>
                  <a:pt x="43681" y="278987"/>
                </a:moveTo>
                <a:cubicBezTo>
                  <a:pt x="52113" y="278491"/>
                  <a:pt x="59554" y="280971"/>
                  <a:pt x="65506" y="287916"/>
                </a:cubicBezTo>
                <a:cubicBezTo>
                  <a:pt x="68978" y="292380"/>
                  <a:pt x="74930" y="294860"/>
                  <a:pt x="74930" y="301804"/>
                </a:cubicBezTo>
                <a:cubicBezTo>
                  <a:pt x="74930" y="301804"/>
                  <a:pt x="76419" y="302300"/>
                  <a:pt x="76915" y="302300"/>
                </a:cubicBezTo>
                <a:cubicBezTo>
                  <a:pt x="77411" y="302300"/>
                  <a:pt x="78899" y="301804"/>
                  <a:pt x="78899" y="301308"/>
                </a:cubicBezTo>
                <a:cubicBezTo>
                  <a:pt x="79395" y="291884"/>
                  <a:pt x="88323" y="288412"/>
                  <a:pt x="93283" y="282459"/>
                </a:cubicBezTo>
                <a:cubicBezTo>
                  <a:pt x="94772" y="280971"/>
                  <a:pt x="97748" y="280475"/>
                  <a:pt x="100227" y="279979"/>
                </a:cubicBezTo>
                <a:cubicBezTo>
                  <a:pt x="111635" y="277499"/>
                  <a:pt x="122548" y="277499"/>
                  <a:pt x="130980" y="286924"/>
                </a:cubicBezTo>
                <a:cubicBezTo>
                  <a:pt x="134949" y="291388"/>
                  <a:pt x="141893" y="293868"/>
                  <a:pt x="140901" y="301804"/>
                </a:cubicBezTo>
                <a:cubicBezTo>
                  <a:pt x="142389" y="301804"/>
                  <a:pt x="144373" y="302300"/>
                  <a:pt x="144869" y="301804"/>
                </a:cubicBezTo>
                <a:cubicBezTo>
                  <a:pt x="146853" y="297340"/>
                  <a:pt x="148837" y="293372"/>
                  <a:pt x="152310" y="289404"/>
                </a:cubicBezTo>
                <a:cubicBezTo>
                  <a:pt x="160742" y="280475"/>
                  <a:pt x="171158" y="277003"/>
                  <a:pt x="182566" y="278987"/>
                </a:cubicBezTo>
                <a:cubicBezTo>
                  <a:pt x="191991" y="280971"/>
                  <a:pt x="199927" y="286924"/>
                  <a:pt x="204887" y="295356"/>
                </a:cubicBezTo>
                <a:cubicBezTo>
                  <a:pt x="205880" y="297340"/>
                  <a:pt x="206376" y="299324"/>
                  <a:pt x="207368" y="301308"/>
                </a:cubicBezTo>
                <a:cubicBezTo>
                  <a:pt x="208360" y="302796"/>
                  <a:pt x="209352" y="303788"/>
                  <a:pt x="210840" y="304781"/>
                </a:cubicBezTo>
                <a:cubicBezTo>
                  <a:pt x="211336" y="303292"/>
                  <a:pt x="211832" y="302300"/>
                  <a:pt x="212328" y="300812"/>
                </a:cubicBezTo>
                <a:cubicBezTo>
                  <a:pt x="218776" y="281467"/>
                  <a:pt x="245065" y="270059"/>
                  <a:pt x="264907" y="287420"/>
                </a:cubicBezTo>
                <a:cubicBezTo>
                  <a:pt x="272347" y="293868"/>
                  <a:pt x="276314" y="302300"/>
                  <a:pt x="276314" y="312221"/>
                </a:cubicBezTo>
                <a:cubicBezTo>
                  <a:pt x="276314" y="324622"/>
                  <a:pt x="266395" y="341486"/>
                  <a:pt x="252505" y="342975"/>
                </a:cubicBezTo>
                <a:cubicBezTo>
                  <a:pt x="251513" y="342975"/>
                  <a:pt x="251017" y="343967"/>
                  <a:pt x="250025" y="344959"/>
                </a:cubicBezTo>
                <a:cubicBezTo>
                  <a:pt x="251017" y="345951"/>
                  <a:pt x="251513" y="347439"/>
                  <a:pt x="252505" y="347935"/>
                </a:cubicBezTo>
                <a:cubicBezTo>
                  <a:pt x="266395" y="350415"/>
                  <a:pt x="272843" y="361328"/>
                  <a:pt x="275818" y="373232"/>
                </a:cubicBezTo>
                <a:cubicBezTo>
                  <a:pt x="278298" y="383649"/>
                  <a:pt x="274331" y="394065"/>
                  <a:pt x="266395" y="402498"/>
                </a:cubicBezTo>
                <a:cubicBezTo>
                  <a:pt x="260937" y="408450"/>
                  <a:pt x="253993" y="409442"/>
                  <a:pt x="248041" y="412418"/>
                </a:cubicBezTo>
                <a:cubicBezTo>
                  <a:pt x="247049" y="412914"/>
                  <a:pt x="246553" y="413410"/>
                  <a:pt x="246057" y="413906"/>
                </a:cubicBezTo>
                <a:cubicBezTo>
                  <a:pt x="246553" y="414402"/>
                  <a:pt x="247545" y="414402"/>
                  <a:pt x="248041" y="414898"/>
                </a:cubicBezTo>
                <a:cubicBezTo>
                  <a:pt x="264907" y="417875"/>
                  <a:pt x="271355" y="423827"/>
                  <a:pt x="274331" y="440692"/>
                </a:cubicBezTo>
                <a:cubicBezTo>
                  <a:pt x="277306" y="458053"/>
                  <a:pt x="269371" y="472934"/>
                  <a:pt x="250025" y="477398"/>
                </a:cubicBezTo>
                <a:cubicBezTo>
                  <a:pt x="239609" y="479878"/>
                  <a:pt x="231177" y="476406"/>
                  <a:pt x="223240" y="471941"/>
                </a:cubicBezTo>
                <a:cubicBezTo>
                  <a:pt x="216296" y="467973"/>
                  <a:pt x="212824" y="460037"/>
                  <a:pt x="212328" y="451604"/>
                </a:cubicBezTo>
                <a:cubicBezTo>
                  <a:pt x="212328" y="450612"/>
                  <a:pt x="211336" y="449620"/>
                  <a:pt x="211336" y="448628"/>
                </a:cubicBezTo>
                <a:cubicBezTo>
                  <a:pt x="210344" y="449620"/>
                  <a:pt x="209352" y="450116"/>
                  <a:pt x="208856" y="451108"/>
                </a:cubicBezTo>
                <a:cubicBezTo>
                  <a:pt x="207368" y="454581"/>
                  <a:pt x="206872" y="458053"/>
                  <a:pt x="205384" y="461525"/>
                </a:cubicBezTo>
                <a:cubicBezTo>
                  <a:pt x="202407" y="467477"/>
                  <a:pt x="198439" y="472438"/>
                  <a:pt x="191991" y="474422"/>
                </a:cubicBezTo>
                <a:cubicBezTo>
                  <a:pt x="188023" y="475910"/>
                  <a:pt x="184550" y="477398"/>
                  <a:pt x="180582" y="478886"/>
                </a:cubicBezTo>
                <a:cubicBezTo>
                  <a:pt x="176118" y="480374"/>
                  <a:pt x="172646" y="477894"/>
                  <a:pt x="168679" y="476902"/>
                </a:cubicBezTo>
                <a:cubicBezTo>
                  <a:pt x="154294" y="472438"/>
                  <a:pt x="150326" y="467973"/>
                  <a:pt x="145861" y="453589"/>
                </a:cubicBezTo>
                <a:cubicBezTo>
                  <a:pt x="145365" y="452596"/>
                  <a:pt x="144373" y="451604"/>
                  <a:pt x="143381" y="450612"/>
                </a:cubicBezTo>
                <a:cubicBezTo>
                  <a:pt x="142389" y="451604"/>
                  <a:pt x="141397" y="452596"/>
                  <a:pt x="140901" y="453589"/>
                </a:cubicBezTo>
                <a:cubicBezTo>
                  <a:pt x="137925" y="469461"/>
                  <a:pt x="125524" y="475414"/>
                  <a:pt x="111635" y="478886"/>
                </a:cubicBezTo>
                <a:cubicBezTo>
                  <a:pt x="108659" y="479878"/>
                  <a:pt x="106179" y="477894"/>
                  <a:pt x="103203" y="476902"/>
                </a:cubicBezTo>
                <a:cubicBezTo>
                  <a:pt x="88323" y="471445"/>
                  <a:pt x="85347" y="472934"/>
                  <a:pt x="78899" y="452596"/>
                </a:cubicBezTo>
                <a:cubicBezTo>
                  <a:pt x="78403" y="451604"/>
                  <a:pt x="77411" y="450612"/>
                  <a:pt x="76915" y="450612"/>
                </a:cubicBezTo>
                <a:cubicBezTo>
                  <a:pt x="75923" y="450612"/>
                  <a:pt x="74930" y="451108"/>
                  <a:pt x="74434" y="452100"/>
                </a:cubicBezTo>
                <a:cubicBezTo>
                  <a:pt x="73938" y="453092"/>
                  <a:pt x="74434" y="454581"/>
                  <a:pt x="74434" y="455573"/>
                </a:cubicBezTo>
                <a:cubicBezTo>
                  <a:pt x="70466" y="469957"/>
                  <a:pt x="58562" y="474918"/>
                  <a:pt x="45665" y="478886"/>
                </a:cubicBezTo>
                <a:cubicBezTo>
                  <a:pt x="42193" y="479878"/>
                  <a:pt x="39217" y="477398"/>
                  <a:pt x="35744" y="476902"/>
                </a:cubicBezTo>
                <a:cubicBezTo>
                  <a:pt x="19377" y="473926"/>
                  <a:pt x="14416" y="461525"/>
                  <a:pt x="9952" y="448132"/>
                </a:cubicBezTo>
                <a:cubicBezTo>
                  <a:pt x="8960" y="444660"/>
                  <a:pt x="11440" y="441684"/>
                  <a:pt x="11936" y="438212"/>
                </a:cubicBezTo>
                <a:cubicBezTo>
                  <a:pt x="14912" y="425315"/>
                  <a:pt x="22353" y="417379"/>
                  <a:pt x="35744" y="414898"/>
                </a:cubicBezTo>
                <a:cubicBezTo>
                  <a:pt x="36736" y="414898"/>
                  <a:pt x="37232" y="413906"/>
                  <a:pt x="37728" y="413410"/>
                </a:cubicBezTo>
                <a:cubicBezTo>
                  <a:pt x="37232" y="412914"/>
                  <a:pt x="36736" y="411922"/>
                  <a:pt x="36240" y="411922"/>
                </a:cubicBezTo>
                <a:cubicBezTo>
                  <a:pt x="34752" y="411426"/>
                  <a:pt x="33760" y="410930"/>
                  <a:pt x="32272" y="410434"/>
                </a:cubicBezTo>
                <a:cubicBezTo>
                  <a:pt x="12928" y="404482"/>
                  <a:pt x="527" y="377200"/>
                  <a:pt x="19377" y="357359"/>
                </a:cubicBezTo>
                <a:cubicBezTo>
                  <a:pt x="23345" y="353391"/>
                  <a:pt x="27312" y="348927"/>
                  <a:pt x="33760" y="348431"/>
                </a:cubicBezTo>
                <a:cubicBezTo>
                  <a:pt x="34752" y="348431"/>
                  <a:pt x="35248" y="347439"/>
                  <a:pt x="36240" y="346943"/>
                </a:cubicBezTo>
                <a:cubicBezTo>
                  <a:pt x="35248" y="345951"/>
                  <a:pt x="34752" y="344463"/>
                  <a:pt x="33760" y="344463"/>
                </a:cubicBezTo>
                <a:cubicBezTo>
                  <a:pt x="24337" y="343471"/>
                  <a:pt x="20369" y="335534"/>
                  <a:pt x="14912" y="330078"/>
                </a:cubicBezTo>
                <a:cubicBezTo>
                  <a:pt x="12432" y="327598"/>
                  <a:pt x="11440" y="323630"/>
                  <a:pt x="10448" y="320157"/>
                </a:cubicBezTo>
                <a:cubicBezTo>
                  <a:pt x="9456" y="315197"/>
                  <a:pt x="10448" y="302796"/>
                  <a:pt x="12928" y="298828"/>
                </a:cubicBezTo>
                <a:cubicBezTo>
                  <a:pt x="14912" y="295356"/>
                  <a:pt x="18384" y="292380"/>
                  <a:pt x="21361" y="288908"/>
                </a:cubicBezTo>
                <a:cubicBezTo>
                  <a:pt x="26817" y="281467"/>
                  <a:pt x="34256" y="278491"/>
                  <a:pt x="43681" y="278987"/>
                </a:cubicBezTo>
                <a:close/>
                <a:moveTo>
                  <a:pt x="2397294" y="241289"/>
                </a:moveTo>
                <a:cubicBezTo>
                  <a:pt x="2398286" y="242281"/>
                  <a:pt x="2399278" y="242777"/>
                  <a:pt x="2400270" y="243769"/>
                </a:cubicBezTo>
                <a:cubicBezTo>
                  <a:pt x="2400766" y="243769"/>
                  <a:pt x="2399278" y="245257"/>
                  <a:pt x="2398286" y="247241"/>
                </a:cubicBezTo>
                <a:cubicBezTo>
                  <a:pt x="2396798" y="245753"/>
                  <a:pt x="2395806" y="244761"/>
                  <a:pt x="2395806" y="243769"/>
                </a:cubicBezTo>
                <a:cubicBezTo>
                  <a:pt x="2395806" y="243273"/>
                  <a:pt x="2396798" y="242281"/>
                  <a:pt x="2397294" y="241289"/>
                </a:cubicBezTo>
                <a:close/>
                <a:moveTo>
                  <a:pt x="2331819" y="238313"/>
                </a:moveTo>
                <a:cubicBezTo>
                  <a:pt x="2336780" y="238313"/>
                  <a:pt x="2336283" y="238313"/>
                  <a:pt x="2336780" y="243769"/>
                </a:cubicBezTo>
                <a:cubicBezTo>
                  <a:pt x="2336283" y="247738"/>
                  <a:pt x="2334795" y="248730"/>
                  <a:pt x="2331819" y="248234"/>
                </a:cubicBezTo>
                <a:cubicBezTo>
                  <a:pt x="2326859" y="248234"/>
                  <a:pt x="2326859" y="248234"/>
                  <a:pt x="2326859" y="242777"/>
                </a:cubicBezTo>
                <a:cubicBezTo>
                  <a:pt x="2326859" y="238809"/>
                  <a:pt x="2328347" y="238313"/>
                  <a:pt x="2331819" y="238313"/>
                </a:cubicBezTo>
                <a:close/>
                <a:moveTo>
                  <a:pt x="2264855" y="235833"/>
                </a:moveTo>
                <a:cubicBezTo>
                  <a:pt x="2269816" y="236329"/>
                  <a:pt x="2271800" y="238313"/>
                  <a:pt x="2271800" y="243273"/>
                </a:cubicBezTo>
                <a:cubicBezTo>
                  <a:pt x="2271800" y="248234"/>
                  <a:pt x="2269816" y="250218"/>
                  <a:pt x="2264855" y="250218"/>
                </a:cubicBezTo>
                <a:cubicBezTo>
                  <a:pt x="2259399" y="250218"/>
                  <a:pt x="2256919" y="248234"/>
                  <a:pt x="2257415" y="242281"/>
                </a:cubicBezTo>
                <a:cubicBezTo>
                  <a:pt x="2257415" y="237321"/>
                  <a:pt x="2259895" y="235833"/>
                  <a:pt x="2264855" y="235833"/>
                </a:cubicBezTo>
                <a:close/>
                <a:moveTo>
                  <a:pt x="2198388" y="233849"/>
                </a:moveTo>
                <a:cubicBezTo>
                  <a:pt x="2203844" y="234345"/>
                  <a:pt x="2207812" y="238809"/>
                  <a:pt x="2207316" y="243770"/>
                </a:cubicBezTo>
                <a:cubicBezTo>
                  <a:pt x="2207316" y="248730"/>
                  <a:pt x="2202852" y="253194"/>
                  <a:pt x="2197891" y="253194"/>
                </a:cubicBezTo>
                <a:cubicBezTo>
                  <a:pt x="2192931" y="253194"/>
                  <a:pt x="2188467" y="248730"/>
                  <a:pt x="2188467" y="243770"/>
                </a:cubicBezTo>
                <a:cubicBezTo>
                  <a:pt x="2188467" y="238313"/>
                  <a:pt x="2192931" y="233849"/>
                  <a:pt x="2198388" y="233849"/>
                </a:cubicBezTo>
                <a:close/>
                <a:moveTo>
                  <a:pt x="2128944" y="231369"/>
                </a:moveTo>
                <a:cubicBezTo>
                  <a:pt x="2135392" y="231369"/>
                  <a:pt x="2140849" y="237321"/>
                  <a:pt x="2140849" y="243274"/>
                </a:cubicBezTo>
                <a:cubicBezTo>
                  <a:pt x="2140849" y="249722"/>
                  <a:pt x="2135888" y="255178"/>
                  <a:pt x="2129440" y="255178"/>
                </a:cubicBezTo>
                <a:cubicBezTo>
                  <a:pt x="2123488" y="255178"/>
                  <a:pt x="2117535" y="250218"/>
                  <a:pt x="2117039" y="244266"/>
                </a:cubicBezTo>
                <a:cubicBezTo>
                  <a:pt x="2116543" y="237321"/>
                  <a:pt x="2122000" y="231865"/>
                  <a:pt x="2128944" y="231369"/>
                </a:cubicBezTo>
                <a:close/>
                <a:moveTo>
                  <a:pt x="2062415" y="230563"/>
                </a:moveTo>
                <a:cubicBezTo>
                  <a:pt x="2066445" y="230625"/>
                  <a:pt x="2070413" y="232857"/>
                  <a:pt x="2073389" y="237322"/>
                </a:cubicBezTo>
                <a:cubicBezTo>
                  <a:pt x="2074877" y="238810"/>
                  <a:pt x="2075373" y="240794"/>
                  <a:pt x="2076366" y="243274"/>
                </a:cubicBezTo>
                <a:cubicBezTo>
                  <a:pt x="2075373" y="245258"/>
                  <a:pt x="2074877" y="247738"/>
                  <a:pt x="2073389" y="250218"/>
                </a:cubicBezTo>
                <a:cubicBezTo>
                  <a:pt x="2067437" y="259147"/>
                  <a:pt x="2057516" y="259147"/>
                  <a:pt x="2051068" y="250714"/>
                </a:cubicBezTo>
                <a:cubicBezTo>
                  <a:pt x="2047596" y="245754"/>
                  <a:pt x="2047596" y="241786"/>
                  <a:pt x="2051068" y="236826"/>
                </a:cubicBezTo>
                <a:cubicBezTo>
                  <a:pt x="2054292" y="232609"/>
                  <a:pt x="2058384" y="230501"/>
                  <a:pt x="2062415" y="230563"/>
                </a:cubicBezTo>
                <a:close/>
                <a:moveTo>
                  <a:pt x="1996009" y="229385"/>
                </a:moveTo>
                <a:cubicBezTo>
                  <a:pt x="2004441" y="229385"/>
                  <a:pt x="2010393" y="235337"/>
                  <a:pt x="2009897" y="243770"/>
                </a:cubicBezTo>
                <a:cubicBezTo>
                  <a:pt x="2009897" y="252202"/>
                  <a:pt x="2004441" y="257658"/>
                  <a:pt x="1995513" y="257658"/>
                </a:cubicBezTo>
                <a:cubicBezTo>
                  <a:pt x="1987080" y="257658"/>
                  <a:pt x="1981128" y="251706"/>
                  <a:pt x="1981624" y="243274"/>
                </a:cubicBezTo>
                <a:cubicBezTo>
                  <a:pt x="1981624" y="234841"/>
                  <a:pt x="1987576" y="228889"/>
                  <a:pt x="1996009" y="229385"/>
                </a:cubicBezTo>
                <a:close/>
                <a:moveTo>
                  <a:pt x="1859601" y="226904"/>
                </a:moveTo>
                <a:cubicBezTo>
                  <a:pt x="1869026" y="225416"/>
                  <a:pt x="1876962" y="233849"/>
                  <a:pt x="1876962" y="243273"/>
                </a:cubicBezTo>
                <a:cubicBezTo>
                  <a:pt x="1876962" y="252698"/>
                  <a:pt x="1870018" y="260634"/>
                  <a:pt x="1860593" y="260634"/>
                </a:cubicBezTo>
                <a:cubicBezTo>
                  <a:pt x="1851169" y="260634"/>
                  <a:pt x="1843232" y="253690"/>
                  <a:pt x="1843232" y="244265"/>
                </a:cubicBezTo>
                <a:cubicBezTo>
                  <a:pt x="1842736" y="234841"/>
                  <a:pt x="1850177" y="225416"/>
                  <a:pt x="1859601" y="226904"/>
                </a:cubicBezTo>
                <a:close/>
                <a:moveTo>
                  <a:pt x="1929045" y="225913"/>
                </a:moveTo>
                <a:cubicBezTo>
                  <a:pt x="1932517" y="229385"/>
                  <a:pt x="1938469" y="226905"/>
                  <a:pt x="1940949" y="231865"/>
                </a:cubicBezTo>
                <a:cubicBezTo>
                  <a:pt x="1942438" y="236330"/>
                  <a:pt x="1944422" y="239802"/>
                  <a:pt x="1945910" y="243274"/>
                </a:cubicBezTo>
                <a:cubicBezTo>
                  <a:pt x="1942438" y="246746"/>
                  <a:pt x="1944422" y="252698"/>
                  <a:pt x="1939461" y="255179"/>
                </a:cubicBezTo>
                <a:cubicBezTo>
                  <a:pt x="1935989" y="257163"/>
                  <a:pt x="1931525" y="260139"/>
                  <a:pt x="1928549" y="259147"/>
                </a:cubicBezTo>
                <a:cubicBezTo>
                  <a:pt x="1924581" y="257659"/>
                  <a:pt x="1919124" y="258155"/>
                  <a:pt x="1916644" y="253194"/>
                </a:cubicBezTo>
                <a:cubicBezTo>
                  <a:pt x="1914660" y="249722"/>
                  <a:pt x="1913668" y="245754"/>
                  <a:pt x="1912180" y="241786"/>
                </a:cubicBezTo>
                <a:cubicBezTo>
                  <a:pt x="1916148" y="239306"/>
                  <a:pt x="1913668" y="233849"/>
                  <a:pt x="1917636" y="230873"/>
                </a:cubicBezTo>
                <a:cubicBezTo>
                  <a:pt x="1921108" y="227897"/>
                  <a:pt x="1926069" y="229385"/>
                  <a:pt x="1929045" y="225913"/>
                </a:cubicBezTo>
                <a:close/>
                <a:moveTo>
                  <a:pt x="1793630" y="224425"/>
                </a:moveTo>
                <a:cubicBezTo>
                  <a:pt x="1798590" y="225913"/>
                  <a:pt x="1805039" y="226905"/>
                  <a:pt x="1808015" y="232857"/>
                </a:cubicBezTo>
                <a:cubicBezTo>
                  <a:pt x="1809999" y="236330"/>
                  <a:pt x="1812975" y="240794"/>
                  <a:pt x="1811983" y="243770"/>
                </a:cubicBezTo>
                <a:cubicBezTo>
                  <a:pt x="1810495" y="248234"/>
                  <a:pt x="1809503" y="252698"/>
                  <a:pt x="1805535" y="256667"/>
                </a:cubicBezTo>
                <a:cubicBezTo>
                  <a:pt x="1801566" y="260139"/>
                  <a:pt x="1797102" y="259147"/>
                  <a:pt x="1793630" y="262123"/>
                </a:cubicBezTo>
                <a:cubicBezTo>
                  <a:pt x="1789662" y="259147"/>
                  <a:pt x="1784701" y="259643"/>
                  <a:pt x="1780733" y="255675"/>
                </a:cubicBezTo>
                <a:cubicBezTo>
                  <a:pt x="1776765" y="252202"/>
                  <a:pt x="1777261" y="246746"/>
                  <a:pt x="1774285" y="243274"/>
                </a:cubicBezTo>
                <a:cubicBezTo>
                  <a:pt x="1776765" y="238314"/>
                  <a:pt x="1777261" y="231865"/>
                  <a:pt x="1782717" y="228889"/>
                </a:cubicBezTo>
                <a:cubicBezTo>
                  <a:pt x="1786190" y="226905"/>
                  <a:pt x="1790654" y="223929"/>
                  <a:pt x="1793630" y="224425"/>
                </a:cubicBezTo>
                <a:close/>
                <a:moveTo>
                  <a:pt x="1727162" y="224424"/>
                </a:moveTo>
                <a:cubicBezTo>
                  <a:pt x="1737579" y="224424"/>
                  <a:pt x="1745515" y="232361"/>
                  <a:pt x="1745515" y="243273"/>
                </a:cubicBezTo>
                <a:cubicBezTo>
                  <a:pt x="1745515" y="254682"/>
                  <a:pt x="1737579" y="262618"/>
                  <a:pt x="1726170" y="262618"/>
                </a:cubicBezTo>
                <a:cubicBezTo>
                  <a:pt x="1714761" y="262618"/>
                  <a:pt x="1707321" y="254682"/>
                  <a:pt x="1707321" y="242777"/>
                </a:cubicBezTo>
                <a:cubicBezTo>
                  <a:pt x="1707321" y="231369"/>
                  <a:pt x="1715257" y="223928"/>
                  <a:pt x="1727162" y="224424"/>
                </a:cubicBezTo>
                <a:close/>
                <a:moveTo>
                  <a:pt x="1658710" y="224424"/>
                </a:moveTo>
                <a:cubicBezTo>
                  <a:pt x="1664663" y="223928"/>
                  <a:pt x="1668135" y="226408"/>
                  <a:pt x="1672103" y="229880"/>
                </a:cubicBezTo>
                <a:cubicBezTo>
                  <a:pt x="1676071" y="233849"/>
                  <a:pt x="1677559" y="237817"/>
                  <a:pt x="1677063" y="243273"/>
                </a:cubicBezTo>
                <a:cubicBezTo>
                  <a:pt x="1677063" y="248730"/>
                  <a:pt x="1676567" y="252698"/>
                  <a:pt x="1672103" y="256666"/>
                </a:cubicBezTo>
                <a:cubicBezTo>
                  <a:pt x="1667639" y="260634"/>
                  <a:pt x="1663670" y="264602"/>
                  <a:pt x="1658214" y="262122"/>
                </a:cubicBezTo>
                <a:cubicBezTo>
                  <a:pt x="1651766" y="263610"/>
                  <a:pt x="1648294" y="261130"/>
                  <a:pt x="1643829" y="257658"/>
                </a:cubicBezTo>
                <a:cubicBezTo>
                  <a:pt x="1638869" y="253690"/>
                  <a:pt x="1638373" y="248730"/>
                  <a:pt x="1638373" y="243273"/>
                </a:cubicBezTo>
                <a:cubicBezTo>
                  <a:pt x="1638373" y="237817"/>
                  <a:pt x="1640357" y="233849"/>
                  <a:pt x="1643829" y="229880"/>
                </a:cubicBezTo>
                <a:cubicBezTo>
                  <a:pt x="1648294" y="224920"/>
                  <a:pt x="1652758" y="224920"/>
                  <a:pt x="1658710" y="224424"/>
                </a:cubicBezTo>
                <a:close/>
                <a:moveTo>
                  <a:pt x="1590755" y="222440"/>
                </a:moveTo>
                <a:cubicBezTo>
                  <a:pt x="1600180" y="221944"/>
                  <a:pt x="1612580" y="234345"/>
                  <a:pt x="1612084" y="243770"/>
                </a:cubicBezTo>
                <a:cubicBezTo>
                  <a:pt x="1612084" y="253194"/>
                  <a:pt x="1599188" y="265595"/>
                  <a:pt x="1590259" y="265099"/>
                </a:cubicBezTo>
                <a:cubicBezTo>
                  <a:pt x="1580835" y="264603"/>
                  <a:pt x="1568930" y="251706"/>
                  <a:pt x="1569426" y="242778"/>
                </a:cubicBezTo>
                <a:cubicBezTo>
                  <a:pt x="1569922" y="233849"/>
                  <a:pt x="1582323" y="222440"/>
                  <a:pt x="1590755" y="222440"/>
                </a:cubicBezTo>
                <a:close/>
                <a:moveTo>
                  <a:pt x="1525279" y="221945"/>
                </a:moveTo>
                <a:cubicBezTo>
                  <a:pt x="1536192" y="221945"/>
                  <a:pt x="1546112" y="232361"/>
                  <a:pt x="1546112" y="243274"/>
                </a:cubicBezTo>
                <a:cubicBezTo>
                  <a:pt x="1545616" y="254683"/>
                  <a:pt x="1535696" y="265099"/>
                  <a:pt x="1524287" y="264603"/>
                </a:cubicBezTo>
                <a:cubicBezTo>
                  <a:pt x="1512879" y="264603"/>
                  <a:pt x="1502958" y="254683"/>
                  <a:pt x="1502958" y="242778"/>
                </a:cubicBezTo>
                <a:cubicBezTo>
                  <a:pt x="1502958" y="231369"/>
                  <a:pt x="1513375" y="221449"/>
                  <a:pt x="1525279" y="221945"/>
                </a:cubicBezTo>
                <a:close/>
                <a:moveTo>
                  <a:pt x="1457324" y="221944"/>
                </a:moveTo>
                <a:cubicBezTo>
                  <a:pt x="1472205" y="221944"/>
                  <a:pt x="1479149" y="228888"/>
                  <a:pt x="1479149" y="243273"/>
                </a:cubicBezTo>
                <a:cubicBezTo>
                  <a:pt x="1479149" y="257658"/>
                  <a:pt x="1472205" y="264602"/>
                  <a:pt x="1457324" y="264602"/>
                </a:cubicBezTo>
                <a:cubicBezTo>
                  <a:pt x="1442939" y="264602"/>
                  <a:pt x="1435995" y="257658"/>
                  <a:pt x="1435995" y="242777"/>
                </a:cubicBezTo>
                <a:cubicBezTo>
                  <a:pt x="1435995" y="228888"/>
                  <a:pt x="1442939" y="221944"/>
                  <a:pt x="1457324" y="221944"/>
                </a:cubicBezTo>
                <a:close/>
                <a:moveTo>
                  <a:pt x="1388376" y="219464"/>
                </a:moveTo>
                <a:cubicBezTo>
                  <a:pt x="1399288" y="219464"/>
                  <a:pt x="1411689" y="231369"/>
                  <a:pt x="1412185" y="242281"/>
                </a:cubicBezTo>
                <a:cubicBezTo>
                  <a:pt x="1412681" y="253690"/>
                  <a:pt x="1400280" y="266587"/>
                  <a:pt x="1388376" y="267083"/>
                </a:cubicBezTo>
                <a:cubicBezTo>
                  <a:pt x="1377463" y="267083"/>
                  <a:pt x="1365062" y="255178"/>
                  <a:pt x="1364566" y="244265"/>
                </a:cubicBezTo>
                <a:cubicBezTo>
                  <a:pt x="1364070" y="232857"/>
                  <a:pt x="1376471" y="219960"/>
                  <a:pt x="1388376" y="219464"/>
                </a:cubicBezTo>
                <a:close/>
                <a:moveTo>
                  <a:pt x="1322404" y="219464"/>
                </a:moveTo>
                <a:cubicBezTo>
                  <a:pt x="1335301" y="219464"/>
                  <a:pt x="1346710" y="229881"/>
                  <a:pt x="1345717" y="243769"/>
                </a:cubicBezTo>
                <a:cubicBezTo>
                  <a:pt x="1345222" y="257658"/>
                  <a:pt x="1335797" y="266587"/>
                  <a:pt x="1322404" y="267083"/>
                </a:cubicBezTo>
                <a:cubicBezTo>
                  <a:pt x="1308020" y="267579"/>
                  <a:pt x="1298099" y="255674"/>
                  <a:pt x="1298099" y="243273"/>
                </a:cubicBezTo>
                <a:cubicBezTo>
                  <a:pt x="1298099" y="230873"/>
                  <a:pt x="1308020" y="219464"/>
                  <a:pt x="1322404" y="219464"/>
                </a:cubicBezTo>
                <a:close/>
                <a:moveTo>
                  <a:pt x="1255441" y="219464"/>
                </a:moveTo>
                <a:cubicBezTo>
                  <a:pt x="1270322" y="219464"/>
                  <a:pt x="1279251" y="228392"/>
                  <a:pt x="1278754" y="243769"/>
                </a:cubicBezTo>
                <a:cubicBezTo>
                  <a:pt x="1278754" y="258650"/>
                  <a:pt x="1269330" y="266587"/>
                  <a:pt x="1253953" y="267083"/>
                </a:cubicBezTo>
                <a:cubicBezTo>
                  <a:pt x="1247505" y="267083"/>
                  <a:pt x="1242049" y="265098"/>
                  <a:pt x="1237584" y="260634"/>
                </a:cubicBezTo>
                <a:cubicBezTo>
                  <a:pt x="1232624" y="255674"/>
                  <a:pt x="1230640" y="250218"/>
                  <a:pt x="1230640" y="243273"/>
                </a:cubicBezTo>
                <a:cubicBezTo>
                  <a:pt x="1231632" y="228392"/>
                  <a:pt x="1240561" y="219464"/>
                  <a:pt x="1255441" y="219464"/>
                </a:cubicBezTo>
                <a:close/>
                <a:moveTo>
                  <a:pt x="1186990" y="217480"/>
                </a:moveTo>
                <a:cubicBezTo>
                  <a:pt x="1193438" y="218472"/>
                  <a:pt x="1200382" y="219960"/>
                  <a:pt x="1204847" y="225417"/>
                </a:cubicBezTo>
                <a:cubicBezTo>
                  <a:pt x="1209807" y="230873"/>
                  <a:pt x="1210303" y="237321"/>
                  <a:pt x="1212783" y="243770"/>
                </a:cubicBezTo>
                <a:cubicBezTo>
                  <a:pt x="1209807" y="250218"/>
                  <a:pt x="1209807" y="257658"/>
                  <a:pt x="1203359" y="262619"/>
                </a:cubicBezTo>
                <a:cubicBezTo>
                  <a:pt x="1197902" y="266587"/>
                  <a:pt x="1191454" y="270059"/>
                  <a:pt x="1185005" y="269067"/>
                </a:cubicBezTo>
                <a:cubicBezTo>
                  <a:pt x="1178557" y="268075"/>
                  <a:pt x="1171613" y="266587"/>
                  <a:pt x="1167149" y="261131"/>
                </a:cubicBezTo>
                <a:cubicBezTo>
                  <a:pt x="1164668" y="258154"/>
                  <a:pt x="1159212" y="246250"/>
                  <a:pt x="1160204" y="242778"/>
                </a:cubicBezTo>
                <a:cubicBezTo>
                  <a:pt x="1161692" y="235833"/>
                  <a:pt x="1162684" y="228393"/>
                  <a:pt x="1168637" y="223929"/>
                </a:cubicBezTo>
                <a:cubicBezTo>
                  <a:pt x="1174093" y="219464"/>
                  <a:pt x="1180541" y="216488"/>
                  <a:pt x="1186990" y="217480"/>
                </a:cubicBezTo>
                <a:close/>
                <a:moveTo>
                  <a:pt x="1120026" y="217480"/>
                </a:moveTo>
                <a:cubicBezTo>
                  <a:pt x="1135402" y="217480"/>
                  <a:pt x="1146811" y="229385"/>
                  <a:pt x="1145819" y="244265"/>
                </a:cubicBezTo>
                <a:cubicBezTo>
                  <a:pt x="1144827" y="258650"/>
                  <a:pt x="1134906" y="269067"/>
                  <a:pt x="1119529" y="269563"/>
                </a:cubicBezTo>
                <a:cubicBezTo>
                  <a:pt x="1104153" y="269067"/>
                  <a:pt x="1092744" y="257658"/>
                  <a:pt x="1093736" y="242777"/>
                </a:cubicBezTo>
                <a:cubicBezTo>
                  <a:pt x="1094232" y="227897"/>
                  <a:pt x="1104153" y="217480"/>
                  <a:pt x="1120026" y="217480"/>
                </a:cubicBezTo>
                <a:close/>
                <a:moveTo>
                  <a:pt x="1053062" y="217480"/>
                </a:moveTo>
                <a:cubicBezTo>
                  <a:pt x="1060503" y="217480"/>
                  <a:pt x="1065959" y="219960"/>
                  <a:pt x="1071415" y="225416"/>
                </a:cubicBezTo>
                <a:cubicBezTo>
                  <a:pt x="1076872" y="230873"/>
                  <a:pt x="1079352" y="236825"/>
                  <a:pt x="1079352" y="244761"/>
                </a:cubicBezTo>
                <a:cubicBezTo>
                  <a:pt x="1078856" y="258650"/>
                  <a:pt x="1067447" y="269563"/>
                  <a:pt x="1051574" y="269563"/>
                </a:cubicBezTo>
                <a:cubicBezTo>
                  <a:pt x="1045159" y="270555"/>
                  <a:pt x="1039704" y="267083"/>
                  <a:pt x="1034247" y="262122"/>
                </a:cubicBezTo>
                <a:cubicBezTo>
                  <a:pt x="1028791" y="256666"/>
                  <a:pt x="1026311" y="250714"/>
                  <a:pt x="1026311" y="242777"/>
                </a:cubicBezTo>
                <a:cubicBezTo>
                  <a:pt x="1026807" y="228393"/>
                  <a:pt x="1037720" y="217976"/>
                  <a:pt x="1053062" y="217480"/>
                </a:cubicBezTo>
                <a:close/>
                <a:moveTo>
                  <a:pt x="917194" y="215000"/>
                </a:moveTo>
                <a:cubicBezTo>
                  <a:pt x="932075" y="214504"/>
                  <a:pt x="945963" y="228889"/>
                  <a:pt x="945963" y="243274"/>
                </a:cubicBezTo>
                <a:cubicBezTo>
                  <a:pt x="945963" y="258155"/>
                  <a:pt x="932571" y="271548"/>
                  <a:pt x="918186" y="272540"/>
                </a:cubicBezTo>
                <a:cubicBezTo>
                  <a:pt x="903801" y="273036"/>
                  <a:pt x="888921" y="258651"/>
                  <a:pt x="888921" y="243770"/>
                </a:cubicBezTo>
                <a:cubicBezTo>
                  <a:pt x="888425" y="228889"/>
                  <a:pt x="902809" y="214504"/>
                  <a:pt x="917194" y="215000"/>
                </a:cubicBezTo>
                <a:close/>
                <a:moveTo>
                  <a:pt x="851182" y="214504"/>
                </a:moveTo>
                <a:cubicBezTo>
                  <a:pt x="866063" y="215000"/>
                  <a:pt x="879952" y="227897"/>
                  <a:pt x="879456" y="244762"/>
                </a:cubicBezTo>
                <a:cubicBezTo>
                  <a:pt x="878960" y="258154"/>
                  <a:pt x="866559" y="272539"/>
                  <a:pt x="850190" y="272539"/>
                </a:cubicBezTo>
                <a:cubicBezTo>
                  <a:pt x="835309" y="272043"/>
                  <a:pt x="819932" y="258650"/>
                  <a:pt x="821917" y="242281"/>
                </a:cubicBezTo>
                <a:cubicBezTo>
                  <a:pt x="820925" y="228393"/>
                  <a:pt x="834813" y="214504"/>
                  <a:pt x="851182" y="214504"/>
                </a:cubicBezTo>
                <a:close/>
                <a:moveTo>
                  <a:pt x="986631" y="214008"/>
                </a:moveTo>
                <a:cubicBezTo>
                  <a:pt x="993575" y="217480"/>
                  <a:pt x="1002007" y="217480"/>
                  <a:pt x="1007464" y="224425"/>
                </a:cubicBezTo>
                <a:cubicBezTo>
                  <a:pt x="1012423" y="230873"/>
                  <a:pt x="1011431" y="237817"/>
                  <a:pt x="1014903" y="243274"/>
                </a:cubicBezTo>
                <a:cubicBezTo>
                  <a:pt x="1011431" y="249226"/>
                  <a:pt x="1011927" y="256666"/>
                  <a:pt x="1006472" y="262619"/>
                </a:cubicBezTo>
                <a:cubicBezTo>
                  <a:pt x="1000519" y="269067"/>
                  <a:pt x="992583" y="268075"/>
                  <a:pt x="986135" y="271547"/>
                </a:cubicBezTo>
                <a:cubicBezTo>
                  <a:pt x="979190" y="268075"/>
                  <a:pt x="970758" y="268571"/>
                  <a:pt x="965301" y="261627"/>
                </a:cubicBezTo>
                <a:cubicBezTo>
                  <a:pt x="960342" y="255674"/>
                  <a:pt x="960838" y="248234"/>
                  <a:pt x="957366" y="242282"/>
                </a:cubicBezTo>
                <a:cubicBezTo>
                  <a:pt x="960838" y="234841"/>
                  <a:pt x="960838" y="226409"/>
                  <a:pt x="968774" y="220456"/>
                </a:cubicBezTo>
                <a:cubicBezTo>
                  <a:pt x="974230" y="216488"/>
                  <a:pt x="981174" y="217480"/>
                  <a:pt x="986631" y="214008"/>
                </a:cubicBezTo>
                <a:close/>
                <a:moveTo>
                  <a:pt x="784761" y="214008"/>
                </a:moveTo>
                <a:cubicBezTo>
                  <a:pt x="792698" y="214008"/>
                  <a:pt x="798646" y="215992"/>
                  <a:pt x="804598" y="221448"/>
                </a:cubicBezTo>
                <a:cubicBezTo>
                  <a:pt x="811050" y="228393"/>
                  <a:pt x="813530" y="235337"/>
                  <a:pt x="812041" y="243770"/>
                </a:cubicBezTo>
                <a:cubicBezTo>
                  <a:pt x="813530" y="252202"/>
                  <a:pt x="810059" y="258154"/>
                  <a:pt x="804598" y="264107"/>
                </a:cubicBezTo>
                <a:cubicBezTo>
                  <a:pt x="798150" y="270555"/>
                  <a:pt x="791207" y="271547"/>
                  <a:pt x="782776" y="271547"/>
                </a:cubicBezTo>
                <a:cubicBezTo>
                  <a:pt x="774839" y="271547"/>
                  <a:pt x="768886" y="269563"/>
                  <a:pt x="762932" y="264107"/>
                </a:cubicBezTo>
                <a:cubicBezTo>
                  <a:pt x="756484" y="257658"/>
                  <a:pt x="754997" y="250714"/>
                  <a:pt x="754997" y="242282"/>
                </a:cubicBezTo>
                <a:cubicBezTo>
                  <a:pt x="754997" y="233849"/>
                  <a:pt x="756980" y="227897"/>
                  <a:pt x="762932" y="221448"/>
                </a:cubicBezTo>
                <a:cubicBezTo>
                  <a:pt x="769383" y="215000"/>
                  <a:pt x="776325" y="214008"/>
                  <a:pt x="784761" y="214008"/>
                </a:cubicBezTo>
                <a:close/>
                <a:moveTo>
                  <a:pt x="716274" y="213016"/>
                </a:moveTo>
                <a:cubicBezTo>
                  <a:pt x="724706" y="213512"/>
                  <a:pt x="732643" y="217976"/>
                  <a:pt x="738595" y="224921"/>
                </a:cubicBezTo>
                <a:cubicBezTo>
                  <a:pt x="743554" y="230377"/>
                  <a:pt x="746530" y="237321"/>
                  <a:pt x="746034" y="244266"/>
                </a:cubicBezTo>
                <a:cubicBezTo>
                  <a:pt x="745538" y="252698"/>
                  <a:pt x="741571" y="260635"/>
                  <a:pt x="734627" y="266587"/>
                </a:cubicBezTo>
                <a:cubicBezTo>
                  <a:pt x="728179" y="271051"/>
                  <a:pt x="721234" y="272043"/>
                  <a:pt x="714786" y="275019"/>
                </a:cubicBezTo>
                <a:cubicBezTo>
                  <a:pt x="707345" y="272043"/>
                  <a:pt x="699906" y="270555"/>
                  <a:pt x="693954" y="264603"/>
                </a:cubicBezTo>
                <a:cubicBezTo>
                  <a:pt x="688001" y="258650"/>
                  <a:pt x="684529" y="251210"/>
                  <a:pt x="684529" y="243770"/>
                </a:cubicBezTo>
                <a:cubicBezTo>
                  <a:pt x="684033" y="234841"/>
                  <a:pt x="688993" y="227401"/>
                  <a:pt x="695938" y="221448"/>
                </a:cubicBezTo>
                <a:cubicBezTo>
                  <a:pt x="701890" y="215992"/>
                  <a:pt x="708833" y="213016"/>
                  <a:pt x="716274" y="213016"/>
                </a:cubicBezTo>
                <a:close/>
                <a:moveTo>
                  <a:pt x="647323" y="212520"/>
                </a:moveTo>
                <a:cubicBezTo>
                  <a:pt x="665179" y="213016"/>
                  <a:pt x="678075" y="225417"/>
                  <a:pt x="678571" y="242778"/>
                </a:cubicBezTo>
                <a:cubicBezTo>
                  <a:pt x="679067" y="260635"/>
                  <a:pt x="666171" y="273531"/>
                  <a:pt x="648811" y="274523"/>
                </a:cubicBezTo>
                <a:cubicBezTo>
                  <a:pt x="631450" y="275515"/>
                  <a:pt x="617065" y="261131"/>
                  <a:pt x="617065" y="243770"/>
                </a:cubicBezTo>
                <a:cubicBezTo>
                  <a:pt x="617065" y="226409"/>
                  <a:pt x="629962" y="213512"/>
                  <a:pt x="647323" y="212520"/>
                </a:cubicBezTo>
                <a:close/>
                <a:moveTo>
                  <a:pt x="581370" y="212024"/>
                </a:moveTo>
                <a:cubicBezTo>
                  <a:pt x="596748" y="212024"/>
                  <a:pt x="614108" y="228393"/>
                  <a:pt x="612124" y="243274"/>
                </a:cubicBezTo>
                <a:cubicBezTo>
                  <a:pt x="614108" y="259643"/>
                  <a:pt x="595755" y="274523"/>
                  <a:pt x="581866" y="275019"/>
                </a:cubicBezTo>
                <a:cubicBezTo>
                  <a:pt x="565992" y="275515"/>
                  <a:pt x="549622" y="259147"/>
                  <a:pt x="550118" y="243274"/>
                </a:cubicBezTo>
                <a:cubicBezTo>
                  <a:pt x="550118" y="228393"/>
                  <a:pt x="565992" y="212024"/>
                  <a:pt x="581370" y="212024"/>
                </a:cubicBezTo>
                <a:close/>
                <a:moveTo>
                  <a:pt x="515883" y="212024"/>
                </a:moveTo>
                <a:cubicBezTo>
                  <a:pt x="524812" y="212024"/>
                  <a:pt x="531261" y="215000"/>
                  <a:pt x="537213" y="220952"/>
                </a:cubicBezTo>
                <a:cubicBezTo>
                  <a:pt x="544157" y="227401"/>
                  <a:pt x="546141" y="234345"/>
                  <a:pt x="546141" y="243770"/>
                </a:cubicBezTo>
                <a:cubicBezTo>
                  <a:pt x="546141" y="252698"/>
                  <a:pt x="543165" y="259147"/>
                  <a:pt x="537213" y="265099"/>
                </a:cubicBezTo>
                <a:cubicBezTo>
                  <a:pt x="530765" y="272043"/>
                  <a:pt x="523819" y="276011"/>
                  <a:pt x="514395" y="274027"/>
                </a:cubicBezTo>
                <a:cubicBezTo>
                  <a:pt x="504970" y="276011"/>
                  <a:pt x="498521" y="271051"/>
                  <a:pt x="492072" y="265099"/>
                </a:cubicBezTo>
                <a:cubicBezTo>
                  <a:pt x="485128" y="258650"/>
                  <a:pt x="483640" y="251210"/>
                  <a:pt x="483640" y="242282"/>
                </a:cubicBezTo>
                <a:cubicBezTo>
                  <a:pt x="483640" y="233353"/>
                  <a:pt x="487112" y="227401"/>
                  <a:pt x="493065" y="220952"/>
                </a:cubicBezTo>
                <a:cubicBezTo>
                  <a:pt x="499513" y="214008"/>
                  <a:pt x="506954" y="212520"/>
                  <a:pt x="515883" y="212024"/>
                </a:cubicBezTo>
                <a:close/>
                <a:moveTo>
                  <a:pt x="76387" y="190695"/>
                </a:moveTo>
                <a:cubicBezTo>
                  <a:pt x="75395" y="191191"/>
                  <a:pt x="74403" y="191687"/>
                  <a:pt x="74403" y="192183"/>
                </a:cubicBezTo>
                <a:cubicBezTo>
                  <a:pt x="70931" y="200120"/>
                  <a:pt x="63986" y="205080"/>
                  <a:pt x="57042" y="209544"/>
                </a:cubicBezTo>
                <a:cubicBezTo>
                  <a:pt x="56050" y="210536"/>
                  <a:pt x="54066" y="211528"/>
                  <a:pt x="57042" y="212520"/>
                </a:cubicBezTo>
                <a:cubicBezTo>
                  <a:pt x="65474" y="215001"/>
                  <a:pt x="70931" y="220953"/>
                  <a:pt x="74403" y="228889"/>
                </a:cubicBezTo>
                <a:cubicBezTo>
                  <a:pt x="74899" y="229881"/>
                  <a:pt x="76387" y="230377"/>
                  <a:pt x="77379" y="231369"/>
                </a:cubicBezTo>
                <a:cubicBezTo>
                  <a:pt x="77875" y="230377"/>
                  <a:pt x="78867" y="229881"/>
                  <a:pt x="79363" y="228889"/>
                </a:cubicBezTo>
                <a:cubicBezTo>
                  <a:pt x="82339" y="220953"/>
                  <a:pt x="87796" y="215001"/>
                  <a:pt x="95236" y="212520"/>
                </a:cubicBezTo>
                <a:cubicBezTo>
                  <a:pt x="99700" y="211032"/>
                  <a:pt x="98212" y="210040"/>
                  <a:pt x="96228" y="208552"/>
                </a:cubicBezTo>
                <a:cubicBezTo>
                  <a:pt x="89284" y="204584"/>
                  <a:pt x="83331" y="199624"/>
                  <a:pt x="79363" y="192183"/>
                </a:cubicBezTo>
                <a:cubicBezTo>
                  <a:pt x="78371" y="191687"/>
                  <a:pt x="77379" y="191191"/>
                  <a:pt x="76387" y="190695"/>
                </a:cubicBezTo>
                <a:close/>
                <a:moveTo>
                  <a:pt x="207834" y="190199"/>
                </a:moveTo>
                <a:cubicBezTo>
                  <a:pt x="205354" y="199128"/>
                  <a:pt x="198906" y="204584"/>
                  <a:pt x="190473" y="208056"/>
                </a:cubicBezTo>
                <a:cubicBezTo>
                  <a:pt x="187497" y="209048"/>
                  <a:pt x="187497" y="211528"/>
                  <a:pt x="190473" y="212520"/>
                </a:cubicBezTo>
                <a:cubicBezTo>
                  <a:pt x="198410" y="216489"/>
                  <a:pt x="204362" y="221945"/>
                  <a:pt x="207834" y="229881"/>
                </a:cubicBezTo>
                <a:cubicBezTo>
                  <a:pt x="208330" y="230873"/>
                  <a:pt x="209322" y="231865"/>
                  <a:pt x="210314" y="232361"/>
                </a:cubicBezTo>
                <a:cubicBezTo>
                  <a:pt x="210314" y="232858"/>
                  <a:pt x="210810" y="233354"/>
                  <a:pt x="211306" y="233354"/>
                </a:cubicBezTo>
                <a:cubicBezTo>
                  <a:pt x="211802" y="232858"/>
                  <a:pt x="211802" y="231865"/>
                  <a:pt x="212298" y="231369"/>
                </a:cubicBezTo>
                <a:cubicBezTo>
                  <a:pt x="214282" y="224921"/>
                  <a:pt x="224699" y="214008"/>
                  <a:pt x="230651" y="212520"/>
                </a:cubicBezTo>
                <a:cubicBezTo>
                  <a:pt x="231643" y="212024"/>
                  <a:pt x="232635" y="211528"/>
                  <a:pt x="233628" y="211528"/>
                </a:cubicBezTo>
                <a:cubicBezTo>
                  <a:pt x="232635" y="210536"/>
                  <a:pt x="232139" y="209544"/>
                  <a:pt x="231147" y="209048"/>
                </a:cubicBezTo>
                <a:cubicBezTo>
                  <a:pt x="222715" y="204584"/>
                  <a:pt x="215275" y="199624"/>
                  <a:pt x="212298" y="190199"/>
                </a:cubicBezTo>
                <a:cubicBezTo>
                  <a:pt x="211802" y="188215"/>
                  <a:pt x="208330" y="188215"/>
                  <a:pt x="207834" y="190199"/>
                </a:cubicBezTo>
                <a:close/>
                <a:moveTo>
                  <a:pt x="144343" y="188711"/>
                </a:moveTo>
                <a:cubicBezTo>
                  <a:pt x="143847" y="189207"/>
                  <a:pt x="142855" y="189703"/>
                  <a:pt x="142855" y="190199"/>
                </a:cubicBezTo>
                <a:cubicBezTo>
                  <a:pt x="138390" y="198136"/>
                  <a:pt x="131942" y="204584"/>
                  <a:pt x="124006" y="209544"/>
                </a:cubicBezTo>
                <a:cubicBezTo>
                  <a:pt x="123014" y="210040"/>
                  <a:pt x="121029" y="211528"/>
                  <a:pt x="124006" y="212520"/>
                </a:cubicBezTo>
                <a:cubicBezTo>
                  <a:pt x="132438" y="215001"/>
                  <a:pt x="137894" y="220953"/>
                  <a:pt x="141367" y="228889"/>
                </a:cubicBezTo>
                <a:cubicBezTo>
                  <a:pt x="142855" y="232858"/>
                  <a:pt x="143847" y="232858"/>
                  <a:pt x="145831" y="228889"/>
                </a:cubicBezTo>
                <a:cubicBezTo>
                  <a:pt x="149799" y="221449"/>
                  <a:pt x="155255" y="215993"/>
                  <a:pt x="162696" y="212024"/>
                </a:cubicBezTo>
                <a:cubicBezTo>
                  <a:pt x="165672" y="210536"/>
                  <a:pt x="165672" y="208552"/>
                  <a:pt x="163192" y="207560"/>
                </a:cubicBezTo>
                <a:cubicBezTo>
                  <a:pt x="154263" y="204584"/>
                  <a:pt x="148311" y="199128"/>
                  <a:pt x="145831" y="190199"/>
                </a:cubicBezTo>
                <a:cubicBezTo>
                  <a:pt x="145335" y="189703"/>
                  <a:pt x="144839" y="189207"/>
                  <a:pt x="144343" y="188711"/>
                </a:cubicBezTo>
                <a:close/>
                <a:moveTo>
                  <a:pt x="346231" y="184247"/>
                </a:moveTo>
                <a:cubicBezTo>
                  <a:pt x="345735" y="184743"/>
                  <a:pt x="345239" y="185239"/>
                  <a:pt x="344743" y="185735"/>
                </a:cubicBezTo>
                <a:cubicBezTo>
                  <a:pt x="344247" y="186727"/>
                  <a:pt x="343255" y="187719"/>
                  <a:pt x="342759" y="188711"/>
                </a:cubicBezTo>
                <a:cubicBezTo>
                  <a:pt x="338791" y="198136"/>
                  <a:pt x="332839" y="204584"/>
                  <a:pt x="323414" y="208056"/>
                </a:cubicBezTo>
                <a:cubicBezTo>
                  <a:pt x="322422" y="208552"/>
                  <a:pt x="321430" y="209544"/>
                  <a:pt x="321430" y="210536"/>
                </a:cubicBezTo>
                <a:cubicBezTo>
                  <a:pt x="321430" y="211528"/>
                  <a:pt x="322422" y="212520"/>
                  <a:pt x="322918" y="213016"/>
                </a:cubicBezTo>
                <a:cubicBezTo>
                  <a:pt x="328870" y="214008"/>
                  <a:pt x="332839" y="218969"/>
                  <a:pt x="336807" y="222937"/>
                </a:cubicBezTo>
                <a:cubicBezTo>
                  <a:pt x="339783" y="225913"/>
                  <a:pt x="341767" y="229385"/>
                  <a:pt x="342759" y="233353"/>
                </a:cubicBezTo>
                <a:cubicBezTo>
                  <a:pt x="343255" y="234842"/>
                  <a:pt x="344743" y="235834"/>
                  <a:pt x="346231" y="236826"/>
                </a:cubicBezTo>
                <a:cubicBezTo>
                  <a:pt x="346727" y="235338"/>
                  <a:pt x="347223" y="234345"/>
                  <a:pt x="347719" y="232857"/>
                </a:cubicBezTo>
                <a:cubicBezTo>
                  <a:pt x="348215" y="231865"/>
                  <a:pt x="348215" y="230873"/>
                  <a:pt x="348711" y="229881"/>
                </a:cubicBezTo>
                <a:cubicBezTo>
                  <a:pt x="353176" y="221449"/>
                  <a:pt x="359128" y="215000"/>
                  <a:pt x="369050" y="213016"/>
                </a:cubicBezTo>
                <a:cubicBezTo>
                  <a:pt x="370538" y="212024"/>
                  <a:pt x="371530" y="211032"/>
                  <a:pt x="372522" y="210536"/>
                </a:cubicBezTo>
                <a:cubicBezTo>
                  <a:pt x="371530" y="209048"/>
                  <a:pt x="371530" y="208056"/>
                  <a:pt x="370538" y="208056"/>
                </a:cubicBezTo>
                <a:cubicBezTo>
                  <a:pt x="353176" y="200120"/>
                  <a:pt x="353176" y="200120"/>
                  <a:pt x="347719" y="185735"/>
                </a:cubicBezTo>
                <a:cubicBezTo>
                  <a:pt x="347719" y="185239"/>
                  <a:pt x="346727" y="184743"/>
                  <a:pt x="346231" y="184247"/>
                </a:cubicBezTo>
                <a:close/>
                <a:moveTo>
                  <a:pt x="413693" y="181271"/>
                </a:moveTo>
                <a:cubicBezTo>
                  <a:pt x="413197" y="181767"/>
                  <a:pt x="412205" y="182263"/>
                  <a:pt x="412205" y="182759"/>
                </a:cubicBezTo>
                <a:cubicBezTo>
                  <a:pt x="411213" y="183751"/>
                  <a:pt x="410717" y="185239"/>
                  <a:pt x="410221" y="186727"/>
                </a:cubicBezTo>
                <a:cubicBezTo>
                  <a:pt x="406749" y="197640"/>
                  <a:pt x="400299" y="205080"/>
                  <a:pt x="388891" y="207560"/>
                </a:cubicBezTo>
                <a:cubicBezTo>
                  <a:pt x="387899" y="207560"/>
                  <a:pt x="387403" y="208552"/>
                  <a:pt x="386410" y="209544"/>
                </a:cubicBezTo>
                <a:cubicBezTo>
                  <a:pt x="387403" y="210536"/>
                  <a:pt x="387899" y="212024"/>
                  <a:pt x="388891" y="212024"/>
                </a:cubicBezTo>
                <a:cubicBezTo>
                  <a:pt x="394347" y="212520"/>
                  <a:pt x="397819" y="215992"/>
                  <a:pt x="401291" y="218969"/>
                </a:cubicBezTo>
                <a:cubicBezTo>
                  <a:pt x="407245" y="223929"/>
                  <a:pt x="408733" y="230873"/>
                  <a:pt x="412205" y="237322"/>
                </a:cubicBezTo>
                <a:cubicBezTo>
                  <a:pt x="412701" y="238314"/>
                  <a:pt x="413197" y="239802"/>
                  <a:pt x="413693" y="240794"/>
                </a:cubicBezTo>
                <a:cubicBezTo>
                  <a:pt x="414189" y="239802"/>
                  <a:pt x="414189" y="238810"/>
                  <a:pt x="414685" y="237818"/>
                </a:cubicBezTo>
                <a:cubicBezTo>
                  <a:pt x="416669" y="228393"/>
                  <a:pt x="419645" y="219961"/>
                  <a:pt x="429566" y="215992"/>
                </a:cubicBezTo>
                <a:cubicBezTo>
                  <a:pt x="433534" y="214504"/>
                  <a:pt x="437006" y="212024"/>
                  <a:pt x="441470" y="213016"/>
                </a:cubicBezTo>
                <a:cubicBezTo>
                  <a:pt x="441966" y="212520"/>
                  <a:pt x="442462" y="211528"/>
                  <a:pt x="443455" y="211032"/>
                </a:cubicBezTo>
                <a:cubicBezTo>
                  <a:pt x="441966" y="210040"/>
                  <a:pt x="440478" y="208056"/>
                  <a:pt x="438990" y="207560"/>
                </a:cubicBezTo>
                <a:cubicBezTo>
                  <a:pt x="422621" y="202104"/>
                  <a:pt x="421133" y="202104"/>
                  <a:pt x="414685" y="183255"/>
                </a:cubicBezTo>
                <a:cubicBezTo>
                  <a:pt x="414685" y="182759"/>
                  <a:pt x="414189" y="181767"/>
                  <a:pt x="413693" y="181271"/>
                </a:cubicBezTo>
                <a:close/>
                <a:moveTo>
                  <a:pt x="2398286" y="174822"/>
                </a:moveTo>
                <a:cubicBezTo>
                  <a:pt x="2399278" y="174822"/>
                  <a:pt x="2399774" y="175814"/>
                  <a:pt x="2401758" y="177302"/>
                </a:cubicBezTo>
                <a:cubicBezTo>
                  <a:pt x="2399774" y="178294"/>
                  <a:pt x="2398782" y="179286"/>
                  <a:pt x="2398286" y="179286"/>
                </a:cubicBezTo>
                <a:cubicBezTo>
                  <a:pt x="2397294" y="178790"/>
                  <a:pt x="2396798" y="177302"/>
                  <a:pt x="2395806" y="176310"/>
                </a:cubicBezTo>
                <a:cubicBezTo>
                  <a:pt x="2396798" y="175814"/>
                  <a:pt x="2397294" y="174326"/>
                  <a:pt x="2398286" y="174822"/>
                </a:cubicBezTo>
                <a:close/>
                <a:moveTo>
                  <a:pt x="2327975" y="171721"/>
                </a:moveTo>
                <a:cubicBezTo>
                  <a:pt x="2329091" y="171473"/>
                  <a:pt x="2330579" y="171845"/>
                  <a:pt x="2331819" y="171845"/>
                </a:cubicBezTo>
                <a:cubicBezTo>
                  <a:pt x="2336283" y="171845"/>
                  <a:pt x="2335787" y="171845"/>
                  <a:pt x="2336283" y="177798"/>
                </a:cubicBezTo>
                <a:cubicBezTo>
                  <a:pt x="2336283" y="182758"/>
                  <a:pt x="2333307" y="181270"/>
                  <a:pt x="2330827" y="181270"/>
                </a:cubicBezTo>
                <a:cubicBezTo>
                  <a:pt x="2326363" y="181270"/>
                  <a:pt x="2326363" y="181270"/>
                  <a:pt x="2326363" y="175317"/>
                </a:cubicBezTo>
                <a:cubicBezTo>
                  <a:pt x="2326115" y="172837"/>
                  <a:pt x="2326859" y="171969"/>
                  <a:pt x="2327975" y="171721"/>
                </a:cubicBezTo>
                <a:close/>
                <a:moveTo>
                  <a:pt x="2264359" y="169862"/>
                </a:moveTo>
                <a:cubicBezTo>
                  <a:pt x="2269319" y="169366"/>
                  <a:pt x="2271799" y="171350"/>
                  <a:pt x="2271799" y="176310"/>
                </a:cubicBezTo>
                <a:cubicBezTo>
                  <a:pt x="2271799" y="181271"/>
                  <a:pt x="2270311" y="183751"/>
                  <a:pt x="2265351" y="184247"/>
                </a:cubicBezTo>
                <a:cubicBezTo>
                  <a:pt x="2260391" y="184743"/>
                  <a:pt x="2257911" y="182759"/>
                  <a:pt x="2257414" y="178294"/>
                </a:cubicBezTo>
                <a:cubicBezTo>
                  <a:pt x="2256918" y="172838"/>
                  <a:pt x="2258902" y="169862"/>
                  <a:pt x="2264359" y="169862"/>
                </a:cubicBezTo>
                <a:close/>
                <a:moveTo>
                  <a:pt x="2198387" y="167382"/>
                </a:moveTo>
                <a:cubicBezTo>
                  <a:pt x="2203348" y="167382"/>
                  <a:pt x="2207316" y="171846"/>
                  <a:pt x="2207316" y="177302"/>
                </a:cubicBezTo>
                <a:cubicBezTo>
                  <a:pt x="2207316" y="182263"/>
                  <a:pt x="2202851" y="186727"/>
                  <a:pt x="2197891" y="186727"/>
                </a:cubicBezTo>
                <a:cubicBezTo>
                  <a:pt x="2192435" y="186727"/>
                  <a:pt x="2187971" y="181767"/>
                  <a:pt x="2188467" y="176310"/>
                </a:cubicBezTo>
                <a:cubicBezTo>
                  <a:pt x="2188963" y="170854"/>
                  <a:pt x="2193427" y="166886"/>
                  <a:pt x="2198387" y="167382"/>
                </a:cubicBezTo>
                <a:close/>
                <a:moveTo>
                  <a:pt x="2129440" y="164902"/>
                </a:moveTo>
                <a:cubicBezTo>
                  <a:pt x="2135888" y="164902"/>
                  <a:pt x="2140849" y="170854"/>
                  <a:pt x="2140849" y="177302"/>
                </a:cubicBezTo>
                <a:cubicBezTo>
                  <a:pt x="2140849" y="183751"/>
                  <a:pt x="2135392" y="188711"/>
                  <a:pt x="2128944" y="188711"/>
                </a:cubicBezTo>
                <a:cubicBezTo>
                  <a:pt x="2122000" y="188711"/>
                  <a:pt x="2116543" y="182758"/>
                  <a:pt x="2117039" y="175814"/>
                </a:cubicBezTo>
                <a:cubicBezTo>
                  <a:pt x="2118031" y="168374"/>
                  <a:pt x="2122496" y="164405"/>
                  <a:pt x="2129440" y="164902"/>
                </a:cubicBezTo>
                <a:close/>
                <a:moveTo>
                  <a:pt x="2061981" y="162917"/>
                </a:moveTo>
                <a:cubicBezTo>
                  <a:pt x="2066445" y="161925"/>
                  <a:pt x="2076365" y="171846"/>
                  <a:pt x="2076365" y="176806"/>
                </a:cubicBezTo>
                <a:cubicBezTo>
                  <a:pt x="2076365" y="181766"/>
                  <a:pt x="2066445" y="191687"/>
                  <a:pt x="2061981" y="191191"/>
                </a:cubicBezTo>
                <a:cubicBezTo>
                  <a:pt x="2057516" y="190695"/>
                  <a:pt x="2048588" y="182262"/>
                  <a:pt x="2048092" y="177798"/>
                </a:cubicBezTo>
                <a:cubicBezTo>
                  <a:pt x="2047596" y="173334"/>
                  <a:pt x="2057020" y="163413"/>
                  <a:pt x="2061981" y="162917"/>
                </a:cubicBezTo>
                <a:close/>
                <a:moveTo>
                  <a:pt x="1996009" y="162917"/>
                </a:moveTo>
                <a:cubicBezTo>
                  <a:pt x="2004441" y="162917"/>
                  <a:pt x="2010393" y="168869"/>
                  <a:pt x="2009897" y="177302"/>
                </a:cubicBezTo>
                <a:cubicBezTo>
                  <a:pt x="2009897" y="185238"/>
                  <a:pt x="2004441" y="191190"/>
                  <a:pt x="1995513" y="191190"/>
                </a:cubicBezTo>
                <a:cubicBezTo>
                  <a:pt x="1987080" y="191190"/>
                  <a:pt x="1981128" y="185238"/>
                  <a:pt x="1981624" y="176806"/>
                </a:cubicBezTo>
                <a:cubicBezTo>
                  <a:pt x="1981624" y="168373"/>
                  <a:pt x="1987576" y="162421"/>
                  <a:pt x="1996009" y="162917"/>
                </a:cubicBezTo>
                <a:close/>
                <a:moveTo>
                  <a:pt x="1929045" y="160437"/>
                </a:moveTo>
                <a:cubicBezTo>
                  <a:pt x="1932021" y="159445"/>
                  <a:pt x="1936485" y="162918"/>
                  <a:pt x="1939957" y="164406"/>
                </a:cubicBezTo>
                <a:cubicBezTo>
                  <a:pt x="1944422" y="166886"/>
                  <a:pt x="1942438" y="172838"/>
                  <a:pt x="1945910" y="176310"/>
                </a:cubicBezTo>
                <a:cubicBezTo>
                  <a:pt x="1944422" y="179783"/>
                  <a:pt x="1942934" y="183751"/>
                  <a:pt x="1940949" y="187223"/>
                </a:cubicBezTo>
                <a:cubicBezTo>
                  <a:pt x="1938469" y="192183"/>
                  <a:pt x="1933013" y="191191"/>
                  <a:pt x="1929045" y="192679"/>
                </a:cubicBezTo>
                <a:cubicBezTo>
                  <a:pt x="1926565" y="193671"/>
                  <a:pt x="1922597" y="190199"/>
                  <a:pt x="1919124" y="189207"/>
                </a:cubicBezTo>
                <a:cubicBezTo>
                  <a:pt x="1913668" y="187223"/>
                  <a:pt x="1916148" y="180775"/>
                  <a:pt x="1912676" y="177798"/>
                </a:cubicBezTo>
                <a:cubicBezTo>
                  <a:pt x="1914164" y="173830"/>
                  <a:pt x="1915156" y="170358"/>
                  <a:pt x="1917140" y="166390"/>
                </a:cubicBezTo>
                <a:cubicBezTo>
                  <a:pt x="1919620" y="161430"/>
                  <a:pt x="1925077" y="161926"/>
                  <a:pt x="1929045" y="160437"/>
                </a:cubicBezTo>
                <a:close/>
                <a:moveTo>
                  <a:pt x="1859602" y="159941"/>
                </a:moveTo>
                <a:cubicBezTo>
                  <a:pt x="1869026" y="159941"/>
                  <a:pt x="1877955" y="167877"/>
                  <a:pt x="1876467" y="176806"/>
                </a:cubicBezTo>
                <a:cubicBezTo>
                  <a:pt x="1877955" y="186230"/>
                  <a:pt x="1869026" y="193671"/>
                  <a:pt x="1859602" y="193671"/>
                </a:cubicBezTo>
                <a:cubicBezTo>
                  <a:pt x="1850177" y="193671"/>
                  <a:pt x="1842737" y="185734"/>
                  <a:pt x="1842737" y="176806"/>
                </a:cubicBezTo>
                <a:cubicBezTo>
                  <a:pt x="1842737" y="167381"/>
                  <a:pt x="1850673" y="159941"/>
                  <a:pt x="1859602" y="159941"/>
                </a:cubicBezTo>
                <a:close/>
                <a:moveTo>
                  <a:pt x="1793630" y="157957"/>
                </a:moveTo>
                <a:cubicBezTo>
                  <a:pt x="1798590" y="159445"/>
                  <a:pt x="1805039" y="160437"/>
                  <a:pt x="1808015" y="166389"/>
                </a:cubicBezTo>
                <a:cubicBezTo>
                  <a:pt x="1809999" y="169862"/>
                  <a:pt x="1812975" y="174326"/>
                  <a:pt x="1811983" y="177302"/>
                </a:cubicBezTo>
                <a:cubicBezTo>
                  <a:pt x="1810495" y="181766"/>
                  <a:pt x="1809503" y="187222"/>
                  <a:pt x="1804543" y="190695"/>
                </a:cubicBezTo>
                <a:cubicBezTo>
                  <a:pt x="1801070" y="193671"/>
                  <a:pt x="1796606" y="192679"/>
                  <a:pt x="1793134" y="195159"/>
                </a:cubicBezTo>
                <a:cubicBezTo>
                  <a:pt x="1791646" y="196151"/>
                  <a:pt x="1787678" y="193671"/>
                  <a:pt x="1785197" y="192679"/>
                </a:cubicBezTo>
                <a:cubicBezTo>
                  <a:pt x="1781725" y="191687"/>
                  <a:pt x="1779245" y="187718"/>
                  <a:pt x="1776765" y="184742"/>
                </a:cubicBezTo>
                <a:cubicBezTo>
                  <a:pt x="1775277" y="182758"/>
                  <a:pt x="1775277" y="179286"/>
                  <a:pt x="1774285" y="176310"/>
                </a:cubicBezTo>
                <a:cubicBezTo>
                  <a:pt x="1776765" y="171846"/>
                  <a:pt x="1776765" y="165397"/>
                  <a:pt x="1782717" y="162421"/>
                </a:cubicBezTo>
                <a:cubicBezTo>
                  <a:pt x="1786190" y="160437"/>
                  <a:pt x="1790654" y="157461"/>
                  <a:pt x="1793630" y="157957"/>
                </a:cubicBezTo>
                <a:close/>
                <a:moveTo>
                  <a:pt x="1657223" y="157957"/>
                </a:moveTo>
                <a:cubicBezTo>
                  <a:pt x="1662679" y="156965"/>
                  <a:pt x="1666648" y="158453"/>
                  <a:pt x="1671112" y="162421"/>
                </a:cubicBezTo>
                <a:cubicBezTo>
                  <a:pt x="1675576" y="166885"/>
                  <a:pt x="1677064" y="170853"/>
                  <a:pt x="1677064" y="176806"/>
                </a:cubicBezTo>
                <a:cubicBezTo>
                  <a:pt x="1677064" y="182262"/>
                  <a:pt x="1675576" y="186230"/>
                  <a:pt x="1672104" y="190198"/>
                </a:cubicBezTo>
                <a:cubicBezTo>
                  <a:pt x="1667640" y="195159"/>
                  <a:pt x="1663175" y="195655"/>
                  <a:pt x="1657719" y="195655"/>
                </a:cubicBezTo>
                <a:cubicBezTo>
                  <a:pt x="1652263" y="195655"/>
                  <a:pt x="1648294" y="194167"/>
                  <a:pt x="1644326" y="190198"/>
                </a:cubicBezTo>
                <a:cubicBezTo>
                  <a:pt x="1640358" y="186230"/>
                  <a:pt x="1638870" y="182262"/>
                  <a:pt x="1638870" y="176806"/>
                </a:cubicBezTo>
                <a:cubicBezTo>
                  <a:pt x="1638870" y="170853"/>
                  <a:pt x="1639862" y="166389"/>
                  <a:pt x="1644326" y="162421"/>
                </a:cubicBezTo>
                <a:cubicBezTo>
                  <a:pt x="1648294" y="158949"/>
                  <a:pt x="1651767" y="156468"/>
                  <a:pt x="1657223" y="157957"/>
                </a:cubicBezTo>
                <a:close/>
                <a:moveTo>
                  <a:pt x="1726666" y="157461"/>
                </a:moveTo>
                <a:cubicBezTo>
                  <a:pt x="1738075" y="157461"/>
                  <a:pt x="1745515" y="165397"/>
                  <a:pt x="1745515" y="176806"/>
                </a:cubicBezTo>
                <a:cubicBezTo>
                  <a:pt x="1745515" y="188215"/>
                  <a:pt x="1737579" y="195655"/>
                  <a:pt x="1725674" y="195159"/>
                </a:cubicBezTo>
                <a:cubicBezTo>
                  <a:pt x="1715257" y="195159"/>
                  <a:pt x="1707321" y="187223"/>
                  <a:pt x="1707321" y="176310"/>
                </a:cubicBezTo>
                <a:cubicBezTo>
                  <a:pt x="1707321" y="165397"/>
                  <a:pt x="1715257" y="157461"/>
                  <a:pt x="1726666" y="157461"/>
                </a:cubicBezTo>
                <a:close/>
                <a:moveTo>
                  <a:pt x="1523295" y="155477"/>
                </a:moveTo>
                <a:cubicBezTo>
                  <a:pt x="1535200" y="154981"/>
                  <a:pt x="1545616" y="164901"/>
                  <a:pt x="1545616" y="176310"/>
                </a:cubicBezTo>
                <a:cubicBezTo>
                  <a:pt x="1545616" y="188215"/>
                  <a:pt x="1536192" y="198135"/>
                  <a:pt x="1524287" y="198135"/>
                </a:cubicBezTo>
                <a:cubicBezTo>
                  <a:pt x="1513374" y="198135"/>
                  <a:pt x="1502958" y="188711"/>
                  <a:pt x="1502462" y="177798"/>
                </a:cubicBezTo>
                <a:cubicBezTo>
                  <a:pt x="1501966" y="165893"/>
                  <a:pt x="1511886" y="155477"/>
                  <a:pt x="1523295" y="155477"/>
                </a:cubicBezTo>
                <a:close/>
                <a:moveTo>
                  <a:pt x="1590755" y="154981"/>
                </a:moveTo>
                <a:cubicBezTo>
                  <a:pt x="1594723" y="154981"/>
                  <a:pt x="1602660" y="158949"/>
                  <a:pt x="1605636" y="161429"/>
                </a:cubicBezTo>
                <a:cubicBezTo>
                  <a:pt x="1610596" y="165894"/>
                  <a:pt x="1610596" y="171846"/>
                  <a:pt x="1612580" y="176806"/>
                </a:cubicBezTo>
                <a:cubicBezTo>
                  <a:pt x="1610100" y="182262"/>
                  <a:pt x="1609604" y="188215"/>
                  <a:pt x="1604644" y="192679"/>
                </a:cubicBezTo>
                <a:cubicBezTo>
                  <a:pt x="1600180" y="196151"/>
                  <a:pt x="1595219" y="197639"/>
                  <a:pt x="1590259" y="197639"/>
                </a:cubicBezTo>
                <a:cubicBezTo>
                  <a:pt x="1578850" y="198135"/>
                  <a:pt x="1568930" y="186727"/>
                  <a:pt x="1569426" y="175814"/>
                </a:cubicBezTo>
                <a:cubicBezTo>
                  <a:pt x="1569922" y="164902"/>
                  <a:pt x="1579842" y="155477"/>
                  <a:pt x="1590755" y="154981"/>
                </a:cubicBezTo>
                <a:close/>
                <a:moveTo>
                  <a:pt x="1458812" y="152997"/>
                </a:moveTo>
                <a:cubicBezTo>
                  <a:pt x="1463772" y="156469"/>
                  <a:pt x="1471708" y="155973"/>
                  <a:pt x="1475181" y="161925"/>
                </a:cubicBezTo>
                <a:cubicBezTo>
                  <a:pt x="1477661" y="166390"/>
                  <a:pt x="1479149" y="171846"/>
                  <a:pt x="1481629" y="176806"/>
                </a:cubicBezTo>
                <a:cubicBezTo>
                  <a:pt x="1478157" y="182263"/>
                  <a:pt x="1478157" y="189207"/>
                  <a:pt x="1473197" y="193671"/>
                </a:cubicBezTo>
                <a:cubicBezTo>
                  <a:pt x="1468236" y="197639"/>
                  <a:pt x="1462284" y="198135"/>
                  <a:pt x="1456828" y="200616"/>
                </a:cubicBezTo>
                <a:cubicBezTo>
                  <a:pt x="1451867" y="197143"/>
                  <a:pt x="1443931" y="197639"/>
                  <a:pt x="1440459" y="191687"/>
                </a:cubicBezTo>
                <a:cubicBezTo>
                  <a:pt x="1437979" y="186727"/>
                  <a:pt x="1433514" y="181271"/>
                  <a:pt x="1434506" y="176806"/>
                </a:cubicBezTo>
                <a:cubicBezTo>
                  <a:pt x="1435498" y="171350"/>
                  <a:pt x="1436987" y="164406"/>
                  <a:pt x="1442443" y="159941"/>
                </a:cubicBezTo>
                <a:cubicBezTo>
                  <a:pt x="1447403" y="155973"/>
                  <a:pt x="1453355" y="155477"/>
                  <a:pt x="1458812" y="152997"/>
                </a:cubicBezTo>
                <a:close/>
                <a:moveTo>
                  <a:pt x="1388376" y="152997"/>
                </a:moveTo>
                <a:cubicBezTo>
                  <a:pt x="1400281" y="152997"/>
                  <a:pt x="1412186" y="165398"/>
                  <a:pt x="1412186" y="177302"/>
                </a:cubicBezTo>
                <a:cubicBezTo>
                  <a:pt x="1412186" y="188711"/>
                  <a:pt x="1399785" y="200616"/>
                  <a:pt x="1388376" y="200616"/>
                </a:cubicBezTo>
                <a:cubicBezTo>
                  <a:pt x="1376472" y="200616"/>
                  <a:pt x="1364567" y="188215"/>
                  <a:pt x="1364567" y="176310"/>
                </a:cubicBezTo>
                <a:cubicBezTo>
                  <a:pt x="1365063" y="164902"/>
                  <a:pt x="1376968" y="152997"/>
                  <a:pt x="1388376" y="152997"/>
                </a:cubicBezTo>
                <a:close/>
                <a:moveTo>
                  <a:pt x="1321413" y="152997"/>
                </a:moveTo>
                <a:cubicBezTo>
                  <a:pt x="1336790" y="152997"/>
                  <a:pt x="1345718" y="161925"/>
                  <a:pt x="1345718" y="176806"/>
                </a:cubicBezTo>
                <a:cubicBezTo>
                  <a:pt x="1345718" y="191687"/>
                  <a:pt x="1336790" y="200616"/>
                  <a:pt x="1321413" y="200616"/>
                </a:cubicBezTo>
                <a:cubicBezTo>
                  <a:pt x="1306532" y="200616"/>
                  <a:pt x="1297604" y="191687"/>
                  <a:pt x="1298100" y="176310"/>
                </a:cubicBezTo>
                <a:cubicBezTo>
                  <a:pt x="1298100" y="161925"/>
                  <a:pt x="1307524" y="152997"/>
                  <a:pt x="1321413" y="152997"/>
                </a:cubicBezTo>
                <a:close/>
                <a:moveTo>
                  <a:pt x="1254945" y="152997"/>
                </a:moveTo>
                <a:cubicBezTo>
                  <a:pt x="1270322" y="152997"/>
                  <a:pt x="1279250" y="161925"/>
                  <a:pt x="1279250" y="176806"/>
                </a:cubicBezTo>
                <a:cubicBezTo>
                  <a:pt x="1279250" y="191687"/>
                  <a:pt x="1270322" y="200616"/>
                  <a:pt x="1255441" y="200616"/>
                </a:cubicBezTo>
                <a:cubicBezTo>
                  <a:pt x="1241056" y="200616"/>
                  <a:pt x="1231632" y="191687"/>
                  <a:pt x="1231632" y="177302"/>
                </a:cubicBezTo>
                <a:cubicBezTo>
                  <a:pt x="1231136" y="161925"/>
                  <a:pt x="1240064" y="152997"/>
                  <a:pt x="1254945" y="152997"/>
                </a:cubicBezTo>
                <a:close/>
                <a:moveTo>
                  <a:pt x="1187982" y="150517"/>
                </a:moveTo>
                <a:cubicBezTo>
                  <a:pt x="1193438" y="153493"/>
                  <a:pt x="1200382" y="153493"/>
                  <a:pt x="1205343" y="158949"/>
                </a:cubicBezTo>
                <a:cubicBezTo>
                  <a:pt x="1207823" y="161926"/>
                  <a:pt x="1213279" y="173830"/>
                  <a:pt x="1212287" y="177302"/>
                </a:cubicBezTo>
                <a:cubicBezTo>
                  <a:pt x="1210303" y="184247"/>
                  <a:pt x="1209311" y="191687"/>
                  <a:pt x="1203359" y="196151"/>
                </a:cubicBezTo>
                <a:cubicBezTo>
                  <a:pt x="1197902" y="200616"/>
                  <a:pt x="1191454" y="203592"/>
                  <a:pt x="1185005" y="202600"/>
                </a:cubicBezTo>
                <a:cubicBezTo>
                  <a:pt x="1178557" y="201608"/>
                  <a:pt x="1171613" y="200120"/>
                  <a:pt x="1167149" y="194663"/>
                </a:cubicBezTo>
                <a:cubicBezTo>
                  <a:pt x="1164668" y="191687"/>
                  <a:pt x="1159212" y="179783"/>
                  <a:pt x="1160204" y="176310"/>
                </a:cubicBezTo>
                <a:cubicBezTo>
                  <a:pt x="1162188" y="169366"/>
                  <a:pt x="1163180" y="162422"/>
                  <a:pt x="1169133" y="157461"/>
                </a:cubicBezTo>
                <a:cubicBezTo>
                  <a:pt x="1174093" y="152997"/>
                  <a:pt x="1180541" y="151509"/>
                  <a:pt x="1187982" y="150517"/>
                </a:cubicBezTo>
                <a:close/>
                <a:moveTo>
                  <a:pt x="1121017" y="150517"/>
                </a:moveTo>
                <a:cubicBezTo>
                  <a:pt x="1128458" y="150517"/>
                  <a:pt x="1133914" y="153493"/>
                  <a:pt x="1138874" y="158453"/>
                </a:cubicBezTo>
                <a:cubicBezTo>
                  <a:pt x="1144827" y="165398"/>
                  <a:pt x="1145819" y="166886"/>
                  <a:pt x="1145819" y="176806"/>
                </a:cubicBezTo>
                <a:cubicBezTo>
                  <a:pt x="1145819" y="192183"/>
                  <a:pt x="1134410" y="202600"/>
                  <a:pt x="1119033" y="203096"/>
                </a:cubicBezTo>
                <a:cubicBezTo>
                  <a:pt x="1111593" y="203096"/>
                  <a:pt x="1106137" y="200120"/>
                  <a:pt x="1101176" y="195159"/>
                </a:cubicBezTo>
                <a:cubicBezTo>
                  <a:pt x="1095720" y="190199"/>
                  <a:pt x="1093736" y="184247"/>
                  <a:pt x="1093736" y="176806"/>
                </a:cubicBezTo>
                <a:cubicBezTo>
                  <a:pt x="1094232" y="161430"/>
                  <a:pt x="1105145" y="151013"/>
                  <a:pt x="1121017" y="150517"/>
                </a:cubicBezTo>
                <a:close/>
                <a:moveTo>
                  <a:pt x="1053558" y="150021"/>
                </a:moveTo>
                <a:cubicBezTo>
                  <a:pt x="1068439" y="150517"/>
                  <a:pt x="1080840" y="162422"/>
                  <a:pt x="1078856" y="177798"/>
                </a:cubicBezTo>
                <a:cubicBezTo>
                  <a:pt x="1079848" y="190695"/>
                  <a:pt x="1068439" y="203592"/>
                  <a:pt x="1051078" y="203096"/>
                </a:cubicBezTo>
                <a:cubicBezTo>
                  <a:pt x="1037731" y="202600"/>
                  <a:pt x="1025826" y="191687"/>
                  <a:pt x="1026322" y="175814"/>
                </a:cubicBezTo>
                <a:cubicBezTo>
                  <a:pt x="1026322" y="161430"/>
                  <a:pt x="1038227" y="149525"/>
                  <a:pt x="1053558" y="150021"/>
                </a:cubicBezTo>
                <a:close/>
                <a:moveTo>
                  <a:pt x="916677" y="148533"/>
                </a:moveTo>
                <a:cubicBezTo>
                  <a:pt x="931557" y="148037"/>
                  <a:pt x="945942" y="161926"/>
                  <a:pt x="945446" y="176806"/>
                </a:cubicBezTo>
                <a:cubicBezTo>
                  <a:pt x="945942" y="191687"/>
                  <a:pt x="931557" y="205576"/>
                  <a:pt x="917172" y="205576"/>
                </a:cubicBezTo>
                <a:cubicBezTo>
                  <a:pt x="902292" y="205576"/>
                  <a:pt x="888900" y="192183"/>
                  <a:pt x="887907" y="177798"/>
                </a:cubicBezTo>
                <a:cubicBezTo>
                  <a:pt x="887411" y="163414"/>
                  <a:pt x="901796" y="148533"/>
                  <a:pt x="916677" y="148533"/>
                </a:cubicBezTo>
                <a:close/>
                <a:moveTo>
                  <a:pt x="988130" y="148532"/>
                </a:moveTo>
                <a:cubicBezTo>
                  <a:pt x="995570" y="150020"/>
                  <a:pt x="1003506" y="152500"/>
                  <a:pt x="1008466" y="159445"/>
                </a:cubicBezTo>
                <a:cubicBezTo>
                  <a:pt x="1011938" y="164901"/>
                  <a:pt x="1013922" y="171349"/>
                  <a:pt x="1014914" y="178294"/>
                </a:cubicBezTo>
                <a:cubicBezTo>
                  <a:pt x="1011938" y="185238"/>
                  <a:pt x="1010946" y="193175"/>
                  <a:pt x="1004002" y="198631"/>
                </a:cubicBezTo>
                <a:cubicBezTo>
                  <a:pt x="998545" y="202599"/>
                  <a:pt x="992098" y="206071"/>
                  <a:pt x="985650" y="205079"/>
                </a:cubicBezTo>
                <a:cubicBezTo>
                  <a:pt x="978209" y="204087"/>
                  <a:pt x="970274" y="201607"/>
                  <a:pt x="964818" y="194663"/>
                </a:cubicBezTo>
                <a:cubicBezTo>
                  <a:pt x="962337" y="191191"/>
                  <a:pt x="956881" y="179782"/>
                  <a:pt x="957873" y="176310"/>
                </a:cubicBezTo>
                <a:cubicBezTo>
                  <a:pt x="959857" y="168373"/>
                  <a:pt x="961841" y="159941"/>
                  <a:pt x="969281" y="154981"/>
                </a:cubicBezTo>
                <a:cubicBezTo>
                  <a:pt x="974737" y="151012"/>
                  <a:pt x="981185" y="147540"/>
                  <a:pt x="988130" y="148532"/>
                </a:cubicBezTo>
                <a:close/>
                <a:moveTo>
                  <a:pt x="851695" y="148037"/>
                </a:moveTo>
                <a:cubicBezTo>
                  <a:pt x="865585" y="147045"/>
                  <a:pt x="879473" y="160933"/>
                  <a:pt x="879473" y="177302"/>
                </a:cubicBezTo>
                <a:cubicBezTo>
                  <a:pt x="878976" y="192183"/>
                  <a:pt x="866080" y="206072"/>
                  <a:pt x="849215" y="205576"/>
                </a:cubicBezTo>
                <a:cubicBezTo>
                  <a:pt x="835823" y="205080"/>
                  <a:pt x="821437" y="192679"/>
                  <a:pt x="821437" y="176310"/>
                </a:cubicBezTo>
                <a:cubicBezTo>
                  <a:pt x="821933" y="161429"/>
                  <a:pt x="835327" y="146052"/>
                  <a:pt x="851695" y="148037"/>
                </a:cubicBezTo>
                <a:close/>
                <a:moveTo>
                  <a:pt x="785218" y="147540"/>
                </a:moveTo>
                <a:cubicBezTo>
                  <a:pt x="793154" y="147540"/>
                  <a:pt x="799106" y="149524"/>
                  <a:pt x="804562" y="154980"/>
                </a:cubicBezTo>
                <a:cubicBezTo>
                  <a:pt x="811507" y="161429"/>
                  <a:pt x="812499" y="169365"/>
                  <a:pt x="812499" y="177798"/>
                </a:cubicBezTo>
                <a:cubicBezTo>
                  <a:pt x="812499" y="185734"/>
                  <a:pt x="810019" y="191686"/>
                  <a:pt x="804562" y="197143"/>
                </a:cubicBezTo>
                <a:cubicBezTo>
                  <a:pt x="798114" y="204583"/>
                  <a:pt x="791169" y="206071"/>
                  <a:pt x="782737" y="205079"/>
                </a:cubicBezTo>
                <a:cubicBezTo>
                  <a:pt x="774801" y="206567"/>
                  <a:pt x="768849" y="203095"/>
                  <a:pt x="763391" y="197639"/>
                </a:cubicBezTo>
                <a:cubicBezTo>
                  <a:pt x="756943" y="191686"/>
                  <a:pt x="755456" y="184246"/>
                  <a:pt x="755456" y="175814"/>
                </a:cubicBezTo>
                <a:cubicBezTo>
                  <a:pt x="755456" y="167381"/>
                  <a:pt x="757439" y="161429"/>
                  <a:pt x="763391" y="154980"/>
                </a:cubicBezTo>
                <a:cubicBezTo>
                  <a:pt x="769841" y="148532"/>
                  <a:pt x="776784" y="147540"/>
                  <a:pt x="785218" y="147540"/>
                </a:cubicBezTo>
                <a:close/>
                <a:moveTo>
                  <a:pt x="514886" y="146053"/>
                </a:moveTo>
                <a:cubicBezTo>
                  <a:pt x="524310" y="144068"/>
                  <a:pt x="530760" y="148533"/>
                  <a:pt x="537208" y="154981"/>
                </a:cubicBezTo>
                <a:cubicBezTo>
                  <a:pt x="544152" y="161429"/>
                  <a:pt x="545640" y="168870"/>
                  <a:pt x="546136" y="177798"/>
                </a:cubicBezTo>
                <a:cubicBezTo>
                  <a:pt x="546136" y="186727"/>
                  <a:pt x="542664" y="193175"/>
                  <a:pt x="537208" y="199127"/>
                </a:cubicBezTo>
                <a:cubicBezTo>
                  <a:pt x="530760" y="206072"/>
                  <a:pt x="523814" y="208056"/>
                  <a:pt x="514390" y="208056"/>
                </a:cubicBezTo>
                <a:cubicBezTo>
                  <a:pt x="505461" y="208056"/>
                  <a:pt x="499013" y="205080"/>
                  <a:pt x="493060" y="199127"/>
                </a:cubicBezTo>
                <a:cubicBezTo>
                  <a:pt x="486115" y="192679"/>
                  <a:pt x="484131" y="185735"/>
                  <a:pt x="484131" y="176310"/>
                </a:cubicBezTo>
                <a:cubicBezTo>
                  <a:pt x="484131" y="167382"/>
                  <a:pt x="486611" y="160933"/>
                  <a:pt x="493060" y="154981"/>
                </a:cubicBezTo>
                <a:cubicBezTo>
                  <a:pt x="498517" y="148533"/>
                  <a:pt x="505461" y="144068"/>
                  <a:pt x="514886" y="146053"/>
                </a:cubicBezTo>
                <a:close/>
                <a:moveTo>
                  <a:pt x="714799" y="146052"/>
                </a:moveTo>
                <a:cubicBezTo>
                  <a:pt x="722238" y="146548"/>
                  <a:pt x="729679" y="149524"/>
                  <a:pt x="735631" y="155477"/>
                </a:cubicBezTo>
                <a:cubicBezTo>
                  <a:pt x="741582" y="161925"/>
                  <a:pt x="743566" y="169365"/>
                  <a:pt x="746046" y="176806"/>
                </a:cubicBezTo>
                <a:cubicBezTo>
                  <a:pt x="743070" y="183254"/>
                  <a:pt x="742574" y="190198"/>
                  <a:pt x="737615" y="196151"/>
                </a:cubicBezTo>
                <a:cubicBezTo>
                  <a:pt x="731663" y="203095"/>
                  <a:pt x="723726" y="207063"/>
                  <a:pt x="715295" y="207559"/>
                </a:cubicBezTo>
                <a:cubicBezTo>
                  <a:pt x="708350" y="208055"/>
                  <a:pt x="701902" y="205079"/>
                  <a:pt x="695951" y="200119"/>
                </a:cubicBezTo>
                <a:cubicBezTo>
                  <a:pt x="689006" y="194167"/>
                  <a:pt x="684542" y="186230"/>
                  <a:pt x="684046" y="177798"/>
                </a:cubicBezTo>
                <a:cubicBezTo>
                  <a:pt x="683551" y="170357"/>
                  <a:pt x="687022" y="163413"/>
                  <a:pt x="692479" y="157461"/>
                </a:cubicBezTo>
                <a:cubicBezTo>
                  <a:pt x="698431" y="150516"/>
                  <a:pt x="706366" y="146052"/>
                  <a:pt x="714799" y="146052"/>
                </a:cubicBezTo>
                <a:close/>
                <a:moveTo>
                  <a:pt x="648824" y="145556"/>
                </a:moveTo>
                <a:cubicBezTo>
                  <a:pt x="667673" y="148036"/>
                  <a:pt x="677097" y="156469"/>
                  <a:pt x="679081" y="176806"/>
                </a:cubicBezTo>
                <a:cubicBezTo>
                  <a:pt x="677097" y="196647"/>
                  <a:pt x="668169" y="207063"/>
                  <a:pt x="648328" y="207063"/>
                </a:cubicBezTo>
                <a:cubicBezTo>
                  <a:pt x="628488" y="207559"/>
                  <a:pt x="618073" y="195159"/>
                  <a:pt x="617577" y="175814"/>
                </a:cubicBezTo>
                <a:cubicBezTo>
                  <a:pt x="617081" y="167381"/>
                  <a:pt x="620553" y="159445"/>
                  <a:pt x="627000" y="153492"/>
                </a:cubicBezTo>
                <a:cubicBezTo>
                  <a:pt x="632953" y="148036"/>
                  <a:pt x="640393" y="144564"/>
                  <a:pt x="648824" y="145556"/>
                </a:cubicBezTo>
                <a:close/>
                <a:moveTo>
                  <a:pt x="581859" y="145060"/>
                </a:moveTo>
                <a:cubicBezTo>
                  <a:pt x="596244" y="145556"/>
                  <a:pt x="614101" y="160933"/>
                  <a:pt x="612118" y="176806"/>
                </a:cubicBezTo>
                <a:cubicBezTo>
                  <a:pt x="614101" y="191686"/>
                  <a:pt x="596244" y="208055"/>
                  <a:pt x="581363" y="208055"/>
                </a:cubicBezTo>
                <a:cubicBezTo>
                  <a:pt x="565986" y="208055"/>
                  <a:pt x="549616" y="192183"/>
                  <a:pt x="550112" y="175814"/>
                </a:cubicBezTo>
                <a:cubicBezTo>
                  <a:pt x="550608" y="161429"/>
                  <a:pt x="565986" y="145060"/>
                  <a:pt x="581859" y="145060"/>
                </a:cubicBezTo>
                <a:close/>
                <a:moveTo>
                  <a:pt x="74899" y="126212"/>
                </a:moveTo>
                <a:cubicBezTo>
                  <a:pt x="72419" y="130676"/>
                  <a:pt x="69939" y="135140"/>
                  <a:pt x="65474" y="137620"/>
                </a:cubicBezTo>
                <a:cubicBezTo>
                  <a:pt x="62994" y="139108"/>
                  <a:pt x="59522" y="140597"/>
                  <a:pt x="58530" y="142581"/>
                </a:cubicBezTo>
                <a:cubicBezTo>
                  <a:pt x="57042" y="147541"/>
                  <a:pt x="63986" y="145061"/>
                  <a:pt x="65474" y="149029"/>
                </a:cubicBezTo>
                <a:cubicBezTo>
                  <a:pt x="67459" y="153989"/>
                  <a:pt x="74403" y="155477"/>
                  <a:pt x="75395" y="161430"/>
                </a:cubicBezTo>
                <a:cubicBezTo>
                  <a:pt x="74899" y="161926"/>
                  <a:pt x="75891" y="161926"/>
                  <a:pt x="76883" y="162422"/>
                </a:cubicBezTo>
                <a:cubicBezTo>
                  <a:pt x="77379" y="161926"/>
                  <a:pt x="78371" y="161926"/>
                  <a:pt x="78867" y="161430"/>
                </a:cubicBezTo>
                <a:cubicBezTo>
                  <a:pt x="82339" y="154485"/>
                  <a:pt x="87796" y="149029"/>
                  <a:pt x="94740" y="145557"/>
                </a:cubicBezTo>
                <a:cubicBezTo>
                  <a:pt x="96724" y="144565"/>
                  <a:pt x="96724" y="142085"/>
                  <a:pt x="94740" y="141093"/>
                </a:cubicBezTo>
                <a:cubicBezTo>
                  <a:pt x="87300" y="138116"/>
                  <a:pt x="82835" y="133156"/>
                  <a:pt x="79363" y="126212"/>
                </a:cubicBezTo>
                <a:cubicBezTo>
                  <a:pt x="77875" y="123732"/>
                  <a:pt x="76387" y="123732"/>
                  <a:pt x="74899" y="126212"/>
                </a:cubicBezTo>
                <a:close/>
                <a:moveTo>
                  <a:pt x="142855" y="124228"/>
                </a:moveTo>
                <a:cubicBezTo>
                  <a:pt x="142359" y="124724"/>
                  <a:pt x="141367" y="124724"/>
                  <a:pt x="140871" y="125220"/>
                </a:cubicBezTo>
                <a:cubicBezTo>
                  <a:pt x="137894" y="132660"/>
                  <a:pt x="132934" y="138116"/>
                  <a:pt x="125494" y="141093"/>
                </a:cubicBezTo>
                <a:cubicBezTo>
                  <a:pt x="124998" y="141589"/>
                  <a:pt x="124502" y="144565"/>
                  <a:pt x="124998" y="145061"/>
                </a:cubicBezTo>
                <a:cubicBezTo>
                  <a:pt x="133430" y="149029"/>
                  <a:pt x="138390" y="155973"/>
                  <a:pt x="143351" y="163414"/>
                </a:cubicBezTo>
                <a:cubicBezTo>
                  <a:pt x="144343" y="164902"/>
                  <a:pt x="145335" y="165398"/>
                  <a:pt x="146327" y="162918"/>
                </a:cubicBezTo>
                <a:cubicBezTo>
                  <a:pt x="148807" y="154485"/>
                  <a:pt x="154759" y="149029"/>
                  <a:pt x="163192" y="146053"/>
                </a:cubicBezTo>
                <a:cubicBezTo>
                  <a:pt x="165176" y="145557"/>
                  <a:pt x="166168" y="144565"/>
                  <a:pt x="164184" y="143573"/>
                </a:cubicBezTo>
                <a:cubicBezTo>
                  <a:pt x="156743" y="138612"/>
                  <a:pt x="149799" y="133652"/>
                  <a:pt x="145831" y="125220"/>
                </a:cubicBezTo>
                <a:cubicBezTo>
                  <a:pt x="144839" y="124724"/>
                  <a:pt x="143847" y="124724"/>
                  <a:pt x="142855" y="124228"/>
                </a:cubicBezTo>
                <a:close/>
                <a:moveTo>
                  <a:pt x="210190" y="122367"/>
                </a:moveTo>
                <a:cubicBezTo>
                  <a:pt x="209570" y="122864"/>
                  <a:pt x="209074" y="123980"/>
                  <a:pt x="208826" y="124228"/>
                </a:cubicBezTo>
                <a:cubicBezTo>
                  <a:pt x="206842" y="129684"/>
                  <a:pt x="202378" y="133156"/>
                  <a:pt x="198410" y="136628"/>
                </a:cubicBezTo>
                <a:cubicBezTo>
                  <a:pt x="195433" y="139604"/>
                  <a:pt x="191961" y="141589"/>
                  <a:pt x="188489" y="144069"/>
                </a:cubicBezTo>
                <a:cubicBezTo>
                  <a:pt x="191961" y="146053"/>
                  <a:pt x="195930" y="148037"/>
                  <a:pt x="198906" y="151013"/>
                </a:cubicBezTo>
                <a:cubicBezTo>
                  <a:pt x="202874" y="153989"/>
                  <a:pt x="205850" y="157957"/>
                  <a:pt x="207338" y="162918"/>
                </a:cubicBezTo>
                <a:cubicBezTo>
                  <a:pt x="208330" y="165894"/>
                  <a:pt x="210810" y="165894"/>
                  <a:pt x="211802" y="163414"/>
                </a:cubicBezTo>
                <a:cubicBezTo>
                  <a:pt x="215771" y="155477"/>
                  <a:pt x="221227" y="149525"/>
                  <a:pt x="229163" y="146053"/>
                </a:cubicBezTo>
                <a:cubicBezTo>
                  <a:pt x="229659" y="145557"/>
                  <a:pt x="230155" y="145061"/>
                  <a:pt x="230651" y="144565"/>
                </a:cubicBezTo>
                <a:cubicBezTo>
                  <a:pt x="231643" y="144069"/>
                  <a:pt x="231147" y="143573"/>
                  <a:pt x="231147" y="142581"/>
                </a:cubicBezTo>
                <a:cubicBezTo>
                  <a:pt x="230651" y="142085"/>
                  <a:pt x="229659" y="141589"/>
                  <a:pt x="229163" y="141093"/>
                </a:cubicBezTo>
                <a:cubicBezTo>
                  <a:pt x="220731" y="138116"/>
                  <a:pt x="215275" y="132660"/>
                  <a:pt x="212298" y="124228"/>
                </a:cubicBezTo>
                <a:cubicBezTo>
                  <a:pt x="211554" y="121995"/>
                  <a:pt x="210810" y="121871"/>
                  <a:pt x="210190" y="122367"/>
                </a:cubicBezTo>
                <a:close/>
                <a:moveTo>
                  <a:pt x="346727" y="118275"/>
                </a:moveTo>
                <a:cubicBezTo>
                  <a:pt x="345735" y="119267"/>
                  <a:pt x="344743" y="119763"/>
                  <a:pt x="344247" y="120755"/>
                </a:cubicBezTo>
                <a:cubicBezTo>
                  <a:pt x="343751" y="121747"/>
                  <a:pt x="343751" y="122739"/>
                  <a:pt x="343255" y="123732"/>
                </a:cubicBezTo>
                <a:cubicBezTo>
                  <a:pt x="341271" y="129188"/>
                  <a:pt x="330358" y="139604"/>
                  <a:pt x="324902" y="141588"/>
                </a:cubicBezTo>
                <a:cubicBezTo>
                  <a:pt x="323910" y="142085"/>
                  <a:pt x="322918" y="143077"/>
                  <a:pt x="321926" y="144069"/>
                </a:cubicBezTo>
                <a:cubicBezTo>
                  <a:pt x="322422" y="145061"/>
                  <a:pt x="322918" y="146053"/>
                  <a:pt x="323910" y="146053"/>
                </a:cubicBezTo>
                <a:cubicBezTo>
                  <a:pt x="330358" y="147541"/>
                  <a:pt x="334327" y="152005"/>
                  <a:pt x="338295" y="156965"/>
                </a:cubicBezTo>
                <a:cubicBezTo>
                  <a:pt x="341271" y="160438"/>
                  <a:pt x="342759" y="164406"/>
                  <a:pt x="345239" y="168374"/>
                </a:cubicBezTo>
                <a:cubicBezTo>
                  <a:pt x="345735" y="168870"/>
                  <a:pt x="346231" y="169366"/>
                  <a:pt x="346727" y="169862"/>
                </a:cubicBezTo>
                <a:cubicBezTo>
                  <a:pt x="347223" y="169366"/>
                  <a:pt x="347719" y="168870"/>
                  <a:pt x="347719" y="167878"/>
                </a:cubicBezTo>
                <a:cubicBezTo>
                  <a:pt x="350200" y="155973"/>
                  <a:pt x="357145" y="148533"/>
                  <a:pt x="369050" y="146053"/>
                </a:cubicBezTo>
                <a:cubicBezTo>
                  <a:pt x="370538" y="145557"/>
                  <a:pt x="371034" y="144565"/>
                  <a:pt x="372026" y="144565"/>
                </a:cubicBezTo>
                <a:cubicBezTo>
                  <a:pt x="371530" y="143573"/>
                  <a:pt x="372026" y="142581"/>
                  <a:pt x="371530" y="142085"/>
                </a:cubicBezTo>
                <a:cubicBezTo>
                  <a:pt x="371034" y="141588"/>
                  <a:pt x="370042" y="141588"/>
                  <a:pt x="369546" y="141588"/>
                </a:cubicBezTo>
                <a:cubicBezTo>
                  <a:pt x="358136" y="138612"/>
                  <a:pt x="351192" y="131668"/>
                  <a:pt x="348215" y="120755"/>
                </a:cubicBezTo>
                <a:cubicBezTo>
                  <a:pt x="348215" y="119763"/>
                  <a:pt x="347223" y="119267"/>
                  <a:pt x="346727" y="118275"/>
                </a:cubicBezTo>
                <a:close/>
                <a:moveTo>
                  <a:pt x="413693" y="115299"/>
                </a:moveTo>
                <a:cubicBezTo>
                  <a:pt x="412701" y="116291"/>
                  <a:pt x="410717" y="117283"/>
                  <a:pt x="410717" y="118275"/>
                </a:cubicBezTo>
                <a:cubicBezTo>
                  <a:pt x="409725" y="123732"/>
                  <a:pt x="407741" y="128196"/>
                  <a:pt x="403772" y="132164"/>
                </a:cubicBezTo>
                <a:cubicBezTo>
                  <a:pt x="399307" y="136628"/>
                  <a:pt x="394843" y="141588"/>
                  <a:pt x="387403" y="141588"/>
                </a:cubicBezTo>
                <a:cubicBezTo>
                  <a:pt x="386907" y="141588"/>
                  <a:pt x="386410" y="142581"/>
                  <a:pt x="386410" y="143573"/>
                </a:cubicBezTo>
                <a:cubicBezTo>
                  <a:pt x="386410" y="144565"/>
                  <a:pt x="386907" y="146053"/>
                  <a:pt x="387899" y="146549"/>
                </a:cubicBezTo>
                <a:cubicBezTo>
                  <a:pt x="404268" y="153493"/>
                  <a:pt x="404268" y="153493"/>
                  <a:pt x="410221" y="168870"/>
                </a:cubicBezTo>
                <a:cubicBezTo>
                  <a:pt x="410717" y="169366"/>
                  <a:pt x="412205" y="170358"/>
                  <a:pt x="413693" y="171846"/>
                </a:cubicBezTo>
                <a:cubicBezTo>
                  <a:pt x="414189" y="170854"/>
                  <a:pt x="414685" y="170358"/>
                  <a:pt x="415181" y="169366"/>
                </a:cubicBezTo>
                <a:cubicBezTo>
                  <a:pt x="419149" y="154981"/>
                  <a:pt x="421629" y="152501"/>
                  <a:pt x="434030" y="147045"/>
                </a:cubicBezTo>
                <a:cubicBezTo>
                  <a:pt x="435518" y="146549"/>
                  <a:pt x="437502" y="146549"/>
                  <a:pt x="439486" y="145557"/>
                </a:cubicBezTo>
                <a:cubicBezTo>
                  <a:pt x="440478" y="145061"/>
                  <a:pt x="440974" y="144069"/>
                  <a:pt x="440974" y="143077"/>
                </a:cubicBezTo>
                <a:cubicBezTo>
                  <a:pt x="440974" y="142085"/>
                  <a:pt x="439486" y="140596"/>
                  <a:pt x="438990" y="141092"/>
                </a:cubicBezTo>
                <a:cubicBezTo>
                  <a:pt x="432542" y="143077"/>
                  <a:pt x="428574" y="138116"/>
                  <a:pt x="425102" y="135140"/>
                </a:cubicBezTo>
                <a:cubicBezTo>
                  <a:pt x="420141" y="131172"/>
                  <a:pt x="415181" y="125716"/>
                  <a:pt x="414685" y="118275"/>
                </a:cubicBezTo>
                <a:cubicBezTo>
                  <a:pt x="414685" y="117283"/>
                  <a:pt x="414189" y="116291"/>
                  <a:pt x="413693" y="115299"/>
                </a:cubicBezTo>
                <a:close/>
                <a:moveTo>
                  <a:pt x="2398286" y="106370"/>
                </a:moveTo>
                <a:cubicBezTo>
                  <a:pt x="2399278" y="108354"/>
                  <a:pt x="2400270" y="109346"/>
                  <a:pt x="2400270" y="109842"/>
                </a:cubicBezTo>
                <a:cubicBezTo>
                  <a:pt x="2399774" y="110834"/>
                  <a:pt x="2398286" y="111330"/>
                  <a:pt x="2397294" y="112322"/>
                </a:cubicBezTo>
                <a:cubicBezTo>
                  <a:pt x="2396798" y="111330"/>
                  <a:pt x="2395310" y="110834"/>
                  <a:pt x="2395806" y="109842"/>
                </a:cubicBezTo>
                <a:cubicBezTo>
                  <a:pt x="2396302" y="108850"/>
                  <a:pt x="2397294" y="108354"/>
                  <a:pt x="2398286" y="106370"/>
                </a:cubicBezTo>
                <a:close/>
                <a:moveTo>
                  <a:pt x="2331323" y="104882"/>
                </a:moveTo>
                <a:cubicBezTo>
                  <a:pt x="2336284" y="105378"/>
                  <a:pt x="2336284" y="105378"/>
                  <a:pt x="2336284" y="110834"/>
                </a:cubicBezTo>
                <a:cubicBezTo>
                  <a:pt x="2337276" y="114803"/>
                  <a:pt x="2334796" y="114803"/>
                  <a:pt x="2331323" y="114803"/>
                </a:cubicBezTo>
                <a:cubicBezTo>
                  <a:pt x="2326363" y="114803"/>
                  <a:pt x="2326859" y="114803"/>
                  <a:pt x="2326363" y="109346"/>
                </a:cubicBezTo>
                <a:cubicBezTo>
                  <a:pt x="2326363" y="105378"/>
                  <a:pt x="2327851" y="104882"/>
                  <a:pt x="2331323" y="104882"/>
                </a:cubicBezTo>
                <a:close/>
                <a:moveTo>
                  <a:pt x="2264359" y="100914"/>
                </a:moveTo>
                <a:cubicBezTo>
                  <a:pt x="2265351" y="99426"/>
                  <a:pt x="2274280" y="108354"/>
                  <a:pt x="2274280" y="111331"/>
                </a:cubicBezTo>
                <a:cubicBezTo>
                  <a:pt x="2271799" y="113811"/>
                  <a:pt x="2269319" y="117779"/>
                  <a:pt x="2265847" y="119267"/>
                </a:cubicBezTo>
                <a:cubicBezTo>
                  <a:pt x="2261879" y="120755"/>
                  <a:pt x="2259895" y="115299"/>
                  <a:pt x="2256919" y="112819"/>
                </a:cubicBezTo>
                <a:cubicBezTo>
                  <a:pt x="2255927" y="111827"/>
                  <a:pt x="2255431" y="109346"/>
                  <a:pt x="2255927" y="108850"/>
                </a:cubicBezTo>
                <a:cubicBezTo>
                  <a:pt x="2258407" y="105874"/>
                  <a:pt x="2261383" y="102898"/>
                  <a:pt x="2264359" y="100914"/>
                </a:cubicBezTo>
                <a:close/>
                <a:moveTo>
                  <a:pt x="2198388" y="100418"/>
                </a:moveTo>
                <a:cubicBezTo>
                  <a:pt x="2203348" y="100418"/>
                  <a:pt x="2207316" y="105378"/>
                  <a:pt x="2207316" y="110339"/>
                </a:cubicBezTo>
                <a:cubicBezTo>
                  <a:pt x="2207316" y="115299"/>
                  <a:pt x="2202852" y="119763"/>
                  <a:pt x="2197891" y="119763"/>
                </a:cubicBezTo>
                <a:cubicBezTo>
                  <a:pt x="2192931" y="119763"/>
                  <a:pt x="2188467" y="115299"/>
                  <a:pt x="2188467" y="110339"/>
                </a:cubicBezTo>
                <a:cubicBezTo>
                  <a:pt x="2188467" y="104882"/>
                  <a:pt x="2192931" y="100418"/>
                  <a:pt x="2198388" y="100418"/>
                </a:cubicBezTo>
                <a:close/>
                <a:moveTo>
                  <a:pt x="2129440" y="97938"/>
                </a:moveTo>
                <a:cubicBezTo>
                  <a:pt x="2135889" y="98434"/>
                  <a:pt x="2140849" y="103890"/>
                  <a:pt x="2140849" y="110339"/>
                </a:cubicBezTo>
                <a:cubicBezTo>
                  <a:pt x="2140849" y="116787"/>
                  <a:pt x="2135393" y="121747"/>
                  <a:pt x="2128944" y="121747"/>
                </a:cubicBezTo>
                <a:cubicBezTo>
                  <a:pt x="2122496" y="121747"/>
                  <a:pt x="2117040" y="116787"/>
                  <a:pt x="2117040" y="110339"/>
                </a:cubicBezTo>
                <a:cubicBezTo>
                  <a:pt x="2116544" y="102402"/>
                  <a:pt x="2123984" y="97442"/>
                  <a:pt x="2129440" y="97938"/>
                </a:cubicBezTo>
                <a:close/>
                <a:moveTo>
                  <a:pt x="2061980" y="95954"/>
                </a:moveTo>
                <a:cubicBezTo>
                  <a:pt x="2066444" y="95458"/>
                  <a:pt x="2076365" y="105378"/>
                  <a:pt x="2076365" y="110339"/>
                </a:cubicBezTo>
                <a:cubicBezTo>
                  <a:pt x="2076365" y="114803"/>
                  <a:pt x="2067932" y="123731"/>
                  <a:pt x="2062972" y="124723"/>
                </a:cubicBezTo>
                <a:cubicBezTo>
                  <a:pt x="2058508" y="125220"/>
                  <a:pt x="2048587" y="116291"/>
                  <a:pt x="2047595" y="110835"/>
                </a:cubicBezTo>
                <a:cubicBezTo>
                  <a:pt x="2047595" y="105874"/>
                  <a:pt x="2057020" y="95954"/>
                  <a:pt x="2061980" y="95954"/>
                </a:cubicBezTo>
                <a:close/>
                <a:moveTo>
                  <a:pt x="1995513" y="95458"/>
                </a:moveTo>
                <a:cubicBezTo>
                  <a:pt x="2004441" y="95954"/>
                  <a:pt x="2009898" y="101410"/>
                  <a:pt x="2009898" y="109843"/>
                </a:cubicBezTo>
                <a:cubicBezTo>
                  <a:pt x="2009898" y="118275"/>
                  <a:pt x="2004441" y="124228"/>
                  <a:pt x="1995513" y="124228"/>
                </a:cubicBezTo>
                <a:cubicBezTo>
                  <a:pt x="1987080" y="124228"/>
                  <a:pt x="1981128" y="118771"/>
                  <a:pt x="1981128" y="109843"/>
                </a:cubicBezTo>
                <a:cubicBezTo>
                  <a:pt x="1981128" y="101410"/>
                  <a:pt x="1986584" y="95458"/>
                  <a:pt x="1995513" y="95458"/>
                </a:cubicBezTo>
                <a:close/>
                <a:moveTo>
                  <a:pt x="1860098" y="93474"/>
                </a:moveTo>
                <a:cubicBezTo>
                  <a:pt x="1871506" y="93474"/>
                  <a:pt x="1876963" y="98930"/>
                  <a:pt x="1876467" y="110339"/>
                </a:cubicBezTo>
                <a:cubicBezTo>
                  <a:pt x="1876467" y="121251"/>
                  <a:pt x="1870514" y="126708"/>
                  <a:pt x="1859602" y="126708"/>
                </a:cubicBezTo>
                <a:cubicBezTo>
                  <a:pt x="1848689" y="126708"/>
                  <a:pt x="1843233" y="120755"/>
                  <a:pt x="1843233" y="109843"/>
                </a:cubicBezTo>
                <a:cubicBezTo>
                  <a:pt x="1843233" y="98930"/>
                  <a:pt x="1849185" y="93474"/>
                  <a:pt x="1860098" y="93474"/>
                </a:cubicBezTo>
                <a:close/>
                <a:moveTo>
                  <a:pt x="1929541" y="93473"/>
                </a:moveTo>
                <a:cubicBezTo>
                  <a:pt x="1936981" y="93969"/>
                  <a:pt x="1945414" y="102402"/>
                  <a:pt x="1945414" y="110338"/>
                </a:cubicBezTo>
                <a:cubicBezTo>
                  <a:pt x="1945414" y="119266"/>
                  <a:pt x="1935493" y="127203"/>
                  <a:pt x="1928549" y="126707"/>
                </a:cubicBezTo>
                <a:cubicBezTo>
                  <a:pt x="1920116" y="126707"/>
                  <a:pt x="1911684" y="117282"/>
                  <a:pt x="1912180" y="109346"/>
                </a:cubicBezTo>
                <a:cubicBezTo>
                  <a:pt x="1912676" y="100913"/>
                  <a:pt x="1921604" y="92977"/>
                  <a:pt x="1929541" y="93473"/>
                </a:cubicBezTo>
                <a:close/>
                <a:moveTo>
                  <a:pt x="1792142" y="91489"/>
                </a:moveTo>
                <a:cubicBezTo>
                  <a:pt x="1795118" y="90497"/>
                  <a:pt x="1799582" y="93970"/>
                  <a:pt x="1803054" y="95458"/>
                </a:cubicBezTo>
                <a:cubicBezTo>
                  <a:pt x="1809503" y="98434"/>
                  <a:pt x="1809503" y="104882"/>
                  <a:pt x="1812479" y="109842"/>
                </a:cubicBezTo>
                <a:cubicBezTo>
                  <a:pt x="1810991" y="113315"/>
                  <a:pt x="1809503" y="116787"/>
                  <a:pt x="1807519" y="120755"/>
                </a:cubicBezTo>
                <a:cubicBezTo>
                  <a:pt x="1804542" y="126211"/>
                  <a:pt x="1798590" y="127203"/>
                  <a:pt x="1793134" y="128691"/>
                </a:cubicBezTo>
                <a:cubicBezTo>
                  <a:pt x="1790158" y="129684"/>
                  <a:pt x="1786189" y="126707"/>
                  <a:pt x="1783213" y="125219"/>
                </a:cubicBezTo>
                <a:cubicBezTo>
                  <a:pt x="1777757" y="122243"/>
                  <a:pt x="1775773" y="116291"/>
                  <a:pt x="1774285" y="111331"/>
                </a:cubicBezTo>
                <a:cubicBezTo>
                  <a:pt x="1773293" y="108354"/>
                  <a:pt x="1775773" y="104386"/>
                  <a:pt x="1777261" y="100914"/>
                </a:cubicBezTo>
                <a:cubicBezTo>
                  <a:pt x="1780237" y="94962"/>
                  <a:pt x="1786686" y="92978"/>
                  <a:pt x="1792142" y="91489"/>
                </a:cubicBezTo>
                <a:close/>
                <a:moveTo>
                  <a:pt x="1726666" y="90993"/>
                </a:moveTo>
                <a:cubicBezTo>
                  <a:pt x="1738075" y="90993"/>
                  <a:pt x="1745515" y="98929"/>
                  <a:pt x="1745515" y="110834"/>
                </a:cubicBezTo>
                <a:cubicBezTo>
                  <a:pt x="1745515" y="122243"/>
                  <a:pt x="1737579" y="129683"/>
                  <a:pt x="1725674" y="129187"/>
                </a:cubicBezTo>
                <a:cubicBezTo>
                  <a:pt x="1715257" y="129187"/>
                  <a:pt x="1707321" y="121251"/>
                  <a:pt x="1707321" y="110338"/>
                </a:cubicBezTo>
                <a:cubicBezTo>
                  <a:pt x="1707321" y="98929"/>
                  <a:pt x="1715257" y="90993"/>
                  <a:pt x="1726666" y="90993"/>
                </a:cubicBezTo>
                <a:close/>
                <a:moveTo>
                  <a:pt x="1658710" y="90993"/>
                </a:moveTo>
                <a:cubicBezTo>
                  <a:pt x="1664663" y="90497"/>
                  <a:pt x="1668135" y="92977"/>
                  <a:pt x="1672103" y="96449"/>
                </a:cubicBezTo>
                <a:cubicBezTo>
                  <a:pt x="1676071" y="100418"/>
                  <a:pt x="1677559" y="104386"/>
                  <a:pt x="1677063" y="109842"/>
                </a:cubicBezTo>
                <a:cubicBezTo>
                  <a:pt x="1677063" y="115299"/>
                  <a:pt x="1676567" y="119267"/>
                  <a:pt x="1672103" y="123235"/>
                </a:cubicBezTo>
                <a:cubicBezTo>
                  <a:pt x="1667639" y="127203"/>
                  <a:pt x="1663670" y="131667"/>
                  <a:pt x="1658214" y="128691"/>
                </a:cubicBezTo>
                <a:cubicBezTo>
                  <a:pt x="1651766" y="130179"/>
                  <a:pt x="1648294" y="127699"/>
                  <a:pt x="1643829" y="124227"/>
                </a:cubicBezTo>
                <a:cubicBezTo>
                  <a:pt x="1638869" y="120259"/>
                  <a:pt x="1638373" y="115299"/>
                  <a:pt x="1638373" y="109842"/>
                </a:cubicBezTo>
                <a:cubicBezTo>
                  <a:pt x="1638373" y="104386"/>
                  <a:pt x="1640357" y="100418"/>
                  <a:pt x="1643829" y="96449"/>
                </a:cubicBezTo>
                <a:cubicBezTo>
                  <a:pt x="1648294" y="91489"/>
                  <a:pt x="1652758" y="91489"/>
                  <a:pt x="1658710" y="90993"/>
                </a:cubicBezTo>
                <a:close/>
                <a:moveTo>
                  <a:pt x="1590755" y="89009"/>
                </a:moveTo>
                <a:cubicBezTo>
                  <a:pt x="1596211" y="89009"/>
                  <a:pt x="1601667" y="90497"/>
                  <a:pt x="1605636" y="95457"/>
                </a:cubicBezTo>
                <a:cubicBezTo>
                  <a:pt x="1608612" y="98434"/>
                  <a:pt x="1612580" y="106866"/>
                  <a:pt x="1612084" y="110338"/>
                </a:cubicBezTo>
                <a:cubicBezTo>
                  <a:pt x="1611588" y="121747"/>
                  <a:pt x="1601171" y="132163"/>
                  <a:pt x="1590259" y="131667"/>
                </a:cubicBezTo>
                <a:cubicBezTo>
                  <a:pt x="1578850" y="131171"/>
                  <a:pt x="1568434" y="120259"/>
                  <a:pt x="1569426" y="109346"/>
                </a:cubicBezTo>
                <a:cubicBezTo>
                  <a:pt x="1569922" y="103890"/>
                  <a:pt x="1571410" y="98434"/>
                  <a:pt x="1576370" y="94465"/>
                </a:cubicBezTo>
                <a:cubicBezTo>
                  <a:pt x="1580834" y="90993"/>
                  <a:pt x="1585298" y="89009"/>
                  <a:pt x="1590755" y="89009"/>
                </a:cubicBezTo>
                <a:close/>
                <a:moveTo>
                  <a:pt x="1525279" y="89009"/>
                </a:moveTo>
                <a:cubicBezTo>
                  <a:pt x="1536192" y="89009"/>
                  <a:pt x="1546112" y="99425"/>
                  <a:pt x="1546112" y="110338"/>
                </a:cubicBezTo>
                <a:cubicBezTo>
                  <a:pt x="1545616" y="121251"/>
                  <a:pt x="1535696" y="131667"/>
                  <a:pt x="1524287" y="131667"/>
                </a:cubicBezTo>
                <a:cubicBezTo>
                  <a:pt x="1512879" y="131667"/>
                  <a:pt x="1502958" y="121747"/>
                  <a:pt x="1502958" y="109842"/>
                </a:cubicBezTo>
                <a:cubicBezTo>
                  <a:pt x="1502958" y="98433"/>
                  <a:pt x="1513375" y="88513"/>
                  <a:pt x="1525279" y="89009"/>
                </a:cubicBezTo>
                <a:close/>
                <a:moveTo>
                  <a:pt x="1389368" y="86529"/>
                </a:moveTo>
                <a:cubicBezTo>
                  <a:pt x="1400281" y="86529"/>
                  <a:pt x="1412186" y="98930"/>
                  <a:pt x="1412186" y="110338"/>
                </a:cubicBezTo>
                <a:cubicBezTo>
                  <a:pt x="1412186" y="122243"/>
                  <a:pt x="1399785" y="134148"/>
                  <a:pt x="1387384" y="134148"/>
                </a:cubicBezTo>
                <a:cubicBezTo>
                  <a:pt x="1375976" y="134148"/>
                  <a:pt x="1364567" y="121747"/>
                  <a:pt x="1364567" y="110338"/>
                </a:cubicBezTo>
                <a:cubicBezTo>
                  <a:pt x="1364567" y="98434"/>
                  <a:pt x="1376968" y="86529"/>
                  <a:pt x="1389368" y="86529"/>
                </a:cubicBezTo>
                <a:close/>
                <a:moveTo>
                  <a:pt x="1458316" y="86033"/>
                </a:moveTo>
                <a:cubicBezTo>
                  <a:pt x="1463276" y="89505"/>
                  <a:pt x="1471212" y="89009"/>
                  <a:pt x="1474684" y="94961"/>
                </a:cubicBezTo>
                <a:cubicBezTo>
                  <a:pt x="1477661" y="99922"/>
                  <a:pt x="1479149" y="104882"/>
                  <a:pt x="1481629" y="109842"/>
                </a:cubicBezTo>
                <a:cubicBezTo>
                  <a:pt x="1478653" y="115795"/>
                  <a:pt x="1478157" y="122243"/>
                  <a:pt x="1473196" y="126707"/>
                </a:cubicBezTo>
                <a:cubicBezTo>
                  <a:pt x="1468236" y="130675"/>
                  <a:pt x="1462284" y="131171"/>
                  <a:pt x="1457323" y="133652"/>
                </a:cubicBezTo>
                <a:cubicBezTo>
                  <a:pt x="1452363" y="130179"/>
                  <a:pt x="1444427" y="130675"/>
                  <a:pt x="1440955" y="124723"/>
                </a:cubicBezTo>
                <a:cubicBezTo>
                  <a:pt x="1437978" y="120259"/>
                  <a:pt x="1434010" y="114307"/>
                  <a:pt x="1434506" y="109842"/>
                </a:cubicBezTo>
                <a:cubicBezTo>
                  <a:pt x="1435002" y="103890"/>
                  <a:pt x="1436986" y="97442"/>
                  <a:pt x="1442443" y="92977"/>
                </a:cubicBezTo>
                <a:cubicBezTo>
                  <a:pt x="1446907" y="89009"/>
                  <a:pt x="1453355" y="88513"/>
                  <a:pt x="1458316" y="86033"/>
                </a:cubicBezTo>
                <a:close/>
                <a:moveTo>
                  <a:pt x="1321908" y="86033"/>
                </a:moveTo>
                <a:cubicBezTo>
                  <a:pt x="1336293" y="86033"/>
                  <a:pt x="1345222" y="94961"/>
                  <a:pt x="1345717" y="109346"/>
                </a:cubicBezTo>
                <a:cubicBezTo>
                  <a:pt x="1345717" y="124723"/>
                  <a:pt x="1336789" y="133652"/>
                  <a:pt x="1322404" y="133652"/>
                </a:cubicBezTo>
                <a:cubicBezTo>
                  <a:pt x="1307027" y="133652"/>
                  <a:pt x="1298099" y="124723"/>
                  <a:pt x="1298099" y="109842"/>
                </a:cubicBezTo>
                <a:cubicBezTo>
                  <a:pt x="1298099" y="94961"/>
                  <a:pt x="1307027" y="86033"/>
                  <a:pt x="1321908" y="86033"/>
                </a:cubicBezTo>
                <a:close/>
                <a:moveTo>
                  <a:pt x="1255441" y="86033"/>
                </a:moveTo>
                <a:cubicBezTo>
                  <a:pt x="1270322" y="86033"/>
                  <a:pt x="1278755" y="95458"/>
                  <a:pt x="1278755" y="110338"/>
                </a:cubicBezTo>
                <a:cubicBezTo>
                  <a:pt x="1278755" y="116787"/>
                  <a:pt x="1276770" y="122243"/>
                  <a:pt x="1272306" y="126707"/>
                </a:cubicBezTo>
                <a:cubicBezTo>
                  <a:pt x="1267346" y="132163"/>
                  <a:pt x="1260898" y="133652"/>
                  <a:pt x="1253953" y="133652"/>
                </a:cubicBezTo>
                <a:cubicBezTo>
                  <a:pt x="1240064" y="133156"/>
                  <a:pt x="1231136" y="124227"/>
                  <a:pt x="1231136" y="109842"/>
                </a:cubicBezTo>
                <a:cubicBezTo>
                  <a:pt x="1231632" y="94961"/>
                  <a:pt x="1240561" y="86033"/>
                  <a:pt x="1255441" y="86033"/>
                </a:cubicBezTo>
                <a:close/>
                <a:moveTo>
                  <a:pt x="1052566" y="84049"/>
                </a:moveTo>
                <a:cubicBezTo>
                  <a:pt x="1067943" y="82561"/>
                  <a:pt x="1079352" y="95954"/>
                  <a:pt x="1079352" y="110339"/>
                </a:cubicBezTo>
                <a:cubicBezTo>
                  <a:pt x="1079352" y="124227"/>
                  <a:pt x="1068439" y="137124"/>
                  <a:pt x="1052566" y="136628"/>
                </a:cubicBezTo>
                <a:cubicBezTo>
                  <a:pt x="1038212" y="136628"/>
                  <a:pt x="1026803" y="125219"/>
                  <a:pt x="1026307" y="110835"/>
                </a:cubicBezTo>
                <a:cubicBezTo>
                  <a:pt x="1026307" y="94962"/>
                  <a:pt x="1038708" y="82561"/>
                  <a:pt x="1052566" y="84049"/>
                </a:cubicBezTo>
                <a:close/>
                <a:moveTo>
                  <a:pt x="1186989" y="83553"/>
                </a:moveTo>
                <a:cubicBezTo>
                  <a:pt x="1201374" y="84545"/>
                  <a:pt x="1211791" y="95954"/>
                  <a:pt x="1212287" y="109842"/>
                </a:cubicBezTo>
                <a:cubicBezTo>
                  <a:pt x="1212287" y="123731"/>
                  <a:pt x="1199886" y="136628"/>
                  <a:pt x="1185501" y="136132"/>
                </a:cubicBezTo>
                <a:cubicBezTo>
                  <a:pt x="1170620" y="135140"/>
                  <a:pt x="1160204" y="123731"/>
                  <a:pt x="1160204" y="109842"/>
                </a:cubicBezTo>
                <a:cubicBezTo>
                  <a:pt x="1159708" y="95954"/>
                  <a:pt x="1172605" y="83057"/>
                  <a:pt x="1186989" y="83553"/>
                </a:cubicBezTo>
                <a:close/>
                <a:moveTo>
                  <a:pt x="1118042" y="83553"/>
                </a:moveTo>
                <a:cubicBezTo>
                  <a:pt x="1125978" y="83553"/>
                  <a:pt x="1131931" y="85537"/>
                  <a:pt x="1137387" y="90993"/>
                </a:cubicBezTo>
                <a:cubicBezTo>
                  <a:pt x="1142347" y="96450"/>
                  <a:pt x="1145323" y="101410"/>
                  <a:pt x="1145323" y="109346"/>
                </a:cubicBezTo>
                <a:cubicBezTo>
                  <a:pt x="1145323" y="117283"/>
                  <a:pt x="1142843" y="123235"/>
                  <a:pt x="1137387" y="128691"/>
                </a:cubicBezTo>
                <a:cubicBezTo>
                  <a:pt x="1131931" y="133652"/>
                  <a:pt x="1126474" y="136132"/>
                  <a:pt x="1119034" y="136132"/>
                </a:cubicBezTo>
                <a:cubicBezTo>
                  <a:pt x="1111594" y="136132"/>
                  <a:pt x="1105641" y="133652"/>
                  <a:pt x="1100681" y="128691"/>
                </a:cubicBezTo>
                <a:cubicBezTo>
                  <a:pt x="1096217" y="123731"/>
                  <a:pt x="1092249" y="118275"/>
                  <a:pt x="1093241" y="111330"/>
                </a:cubicBezTo>
                <a:cubicBezTo>
                  <a:pt x="1093241" y="95458"/>
                  <a:pt x="1104153" y="84049"/>
                  <a:pt x="1118042" y="83553"/>
                </a:cubicBezTo>
                <a:close/>
                <a:moveTo>
                  <a:pt x="917660" y="81569"/>
                </a:moveTo>
                <a:cubicBezTo>
                  <a:pt x="932044" y="82065"/>
                  <a:pt x="946429" y="95954"/>
                  <a:pt x="945437" y="111827"/>
                </a:cubicBezTo>
                <a:cubicBezTo>
                  <a:pt x="944941" y="125220"/>
                  <a:pt x="931548" y="139604"/>
                  <a:pt x="915676" y="138612"/>
                </a:cubicBezTo>
                <a:cubicBezTo>
                  <a:pt x="901291" y="137620"/>
                  <a:pt x="887402" y="124228"/>
                  <a:pt x="888394" y="109347"/>
                </a:cubicBezTo>
                <a:cubicBezTo>
                  <a:pt x="888890" y="94466"/>
                  <a:pt x="902779" y="81073"/>
                  <a:pt x="917660" y="81569"/>
                </a:cubicBezTo>
                <a:close/>
                <a:moveTo>
                  <a:pt x="850689" y="81569"/>
                </a:moveTo>
                <a:cubicBezTo>
                  <a:pt x="865569" y="81073"/>
                  <a:pt x="880450" y="94962"/>
                  <a:pt x="878962" y="109842"/>
                </a:cubicBezTo>
                <a:cubicBezTo>
                  <a:pt x="880450" y="126211"/>
                  <a:pt x="865073" y="138612"/>
                  <a:pt x="851185" y="139108"/>
                </a:cubicBezTo>
                <a:cubicBezTo>
                  <a:pt x="834816" y="139604"/>
                  <a:pt x="821423" y="125219"/>
                  <a:pt x="821423" y="110834"/>
                </a:cubicBezTo>
                <a:cubicBezTo>
                  <a:pt x="821423" y="94466"/>
                  <a:pt x="835808" y="81569"/>
                  <a:pt x="850689" y="81569"/>
                </a:cubicBezTo>
                <a:close/>
                <a:moveTo>
                  <a:pt x="986618" y="81073"/>
                </a:moveTo>
                <a:cubicBezTo>
                  <a:pt x="993562" y="84049"/>
                  <a:pt x="1001002" y="85041"/>
                  <a:pt x="1006458" y="90994"/>
                </a:cubicBezTo>
                <a:cubicBezTo>
                  <a:pt x="1011418" y="96450"/>
                  <a:pt x="1014394" y="103394"/>
                  <a:pt x="1014394" y="110339"/>
                </a:cubicBezTo>
                <a:cubicBezTo>
                  <a:pt x="1014394" y="118275"/>
                  <a:pt x="1011418" y="125715"/>
                  <a:pt x="1004474" y="131172"/>
                </a:cubicBezTo>
                <a:cubicBezTo>
                  <a:pt x="999018" y="135636"/>
                  <a:pt x="992074" y="139108"/>
                  <a:pt x="985130" y="138612"/>
                </a:cubicBezTo>
                <a:cubicBezTo>
                  <a:pt x="977689" y="137620"/>
                  <a:pt x="969753" y="135140"/>
                  <a:pt x="964793" y="128196"/>
                </a:cubicBezTo>
                <a:cubicBezTo>
                  <a:pt x="962312" y="124723"/>
                  <a:pt x="956856" y="113315"/>
                  <a:pt x="957848" y="109843"/>
                </a:cubicBezTo>
                <a:cubicBezTo>
                  <a:pt x="959832" y="102402"/>
                  <a:pt x="961816" y="94466"/>
                  <a:pt x="968265" y="89009"/>
                </a:cubicBezTo>
                <a:cubicBezTo>
                  <a:pt x="973721" y="84545"/>
                  <a:pt x="980169" y="83553"/>
                  <a:pt x="986618" y="81073"/>
                </a:cubicBezTo>
                <a:close/>
                <a:moveTo>
                  <a:pt x="784713" y="81073"/>
                </a:moveTo>
                <a:cubicBezTo>
                  <a:pt x="792649" y="81073"/>
                  <a:pt x="798601" y="83057"/>
                  <a:pt x="804555" y="88513"/>
                </a:cubicBezTo>
                <a:cubicBezTo>
                  <a:pt x="811002" y="94962"/>
                  <a:pt x="812490" y="101906"/>
                  <a:pt x="812490" y="110339"/>
                </a:cubicBezTo>
                <a:cubicBezTo>
                  <a:pt x="812490" y="118771"/>
                  <a:pt x="810506" y="125219"/>
                  <a:pt x="804555" y="131172"/>
                </a:cubicBezTo>
                <a:cubicBezTo>
                  <a:pt x="798601" y="137124"/>
                  <a:pt x="792154" y="139604"/>
                  <a:pt x="783721" y="138612"/>
                </a:cubicBezTo>
                <a:cubicBezTo>
                  <a:pt x="775784" y="139604"/>
                  <a:pt x="768840" y="137124"/>
                  <a:pt x="762887" y="131172"/>
                </a:cubicBezTo>
                <a:cubicBezTo>
                  <a:pt x="756439" y="124723"/>
                  <a:pt x="754951" y="117779"/>
                  <a:pt x="754951" y="109347"/>
                </a:cubicBezTo>
                <a:cubicBezTo>
                  <a:pt x="754951" y="100914"/>
                  <a:pt x="756935" y="94962"/>
                  <a:pt x="762887" y="88513"/>
                </a:cubicBezTo>
                <a:cubicBezTo>
                  <a:pt x="769336" y="82065"/>
                  <a:pt x="776280" y="81073"/>
                  <a:pt x="784713" y="81073"/>
                </a:cubicBezTo>
                <a:close/>
                <a:moveTo>
                  <a:pt x="714814" y="79585"/>
                </a:moveTo>
                <a:cubicBezTo>
                  <a:pt x="722749" y="80081"/>
                  <a:pt x="730188" y="83553"/>
                  <a:pt x="736637" y="90001"/>
                </a:cubicBezTo>
                <a:cubicBezTo>
                  <a:pt x="742092" y="95954"/>
                  <a:pt x="743085" y="102898"/>
                  <a:pt x="746060" y="109842"/>
                </a:cubicBezTo>
                <a:cubicBezTo>
                  <a:pt x="743085" y="116787"/>
                  <a:pt x="742092" y="124227"/>
                  <a:pt x="736637" y="129683"/>
                </a:cubicBezTo>
                <a:cubicBezTo>
                  <a:pt x="730684" y="136132"/>
                  <a:pt x="723245" y="140100"/>
                  <a:pt x="714814" y="140100"/>
                </a:cubicBezTo>
                <a:cubicBezTo>
                  <a:pt x="706877" y="140100"/>
                  <a:pt x="699438" y="136132"/>
                  <a:pt x="692990" y="130179"/>
                </a:cubicBezTo>
                <a:cubicBezTo>
                  <a:pt x="687038" y="124227"/>
                  <a:pt x="683566" y="116787"/>
                  <a:pt x="684062" y="109346"/>
                </a:cubicBezTo>
                <a:cubicBezTo>
                  <a:pt x="684558" y="100914"/>
                  <a:pt x="688526" y="92977"/>
                  <a:pt x="695469" y="87025"/>
                </a:cubicBezTo>
                <a:cubicBezTo>
                  <a:pt x="700925" y="82065"/>
                  <a:pt x="707869" y="79089"/>
                  <a:pt x="714814" y="79585"/>
                </a:cubicBezTo>
                <a:close/>
                <a:moveTo>
                  <a:pt x="648834" y="79088"/>
                </a:moveTo>
                <a:cubicBezTo>
                  <a:pt x="656770" y="79584"/>
                  <a:pt x="664209" y="82064"/>
                  <a:pt x="670162" y="88017"/>
                </a:cubicBezTo>
                <a:cubicBezTo>
                  <a:pt x="676609" y="94465"/>
                  <a:pt x="678097" y="102402"/>
                  <a:pt x="679089" y="109346"/>
                </a:cubicBezTo>
                <a:cubicBezTo>
                  <a:pt x="676609" y="129683"/>
                  <a:pt x="668178" y="140596"/>
                  <a:pt x="647842" y="140596"/>
                </a:cubicBezTo>
                <a:cubicBezTo>
                  <a:pt x="628002" y="140596"/>
                  <a:pt x="618082" y="128691"/>
                  <a:pt x="617090" y="108850"/>
                </a:cubicBezTo>
                <a:cubicBezTo>
                  <a:pt x="617090" y="100913"/>
                  <a:pt x="620066" y="93473"/>
                  <a:pt x="626017" y="87521"/>
                </a:cubicBezTo>
                <a:cubicBezTo>
                  <a:pt x="632466" y="81568"/>
                  <a:pt x="639905" y="78592"/>
                  <a:pt x="648834" y="79088"/>
                </a:cubicBezTo>
                <a:close/>
                <a:moveTo>
                  <a:pt x="581848" y="78593"/>
                </a:moveTo>
                <a:cubicBezTo>
                  <a:pt x="598217" y="79089"/>
                  <a:pt x="614090" y="93970"/>
                  <a:pt x="612106" y="110834"/>
                </a:cubicBezTo>
                <a:cubicBezTo>
                  <a:pt x="613594" y="126211"/>
                  <a:pt x="598217" y="141588"/>
                  <a:pt x="580856" y="141588"/>
                </a:cubicBezTo>
                <a:cubicBezTo>
                  <a:pt x="564982" y="141588"/>
                  <a:pt x="549109" y="127203"/>
                  <a:pt x="549605" y="108850"/>
                </a:cubicBezTo>
                <a:cubicBezTo>
                  <a:pt x="550101" y="93473"/>
                  <a:pt x="564486" y="78097"/>
                  <a:pt x="581848" y="78593"/>
                </a:cubicBezTo>
                <a:close/>
                <a:moveTo>
                  <a:pt x="515902" y="78593"/>
                </a:moveTo>
                <a:cubicBezTo>
                  <a:pt x="525328" y="78593"/>
                  <a:pt x="532769" y="82065"/>
                  <a:pt x="538226" y="87521"/>
                </a:cubicBezTo>
                <a:cubicBezTo>
                  <a:pt x="543186" y="93474"/>
                  <a:pt x="548643" y="101410"/>
                  <a:pt x="545170" y="110339"/>
                </a:cubicBezTo>
                <a:cubicBezTo>
                  <a:pt x="548643" y="119763"/>
                  <a:pt x="542690" y="127204"/>
                  <a:pt x="537234" y="132660"/>
                </a:cubicBezTo>
                <a:cubicBezTo>
                  <a:pt x="531281" y="138612"/>
                  <a:pt x="522847" y="141092"/>
                  <a:pt x="513422" y="141092"/>
                </a:cubicBezTo>
                <a:cubicBezTo>
                  <a:pt x="503996" y="141092"/>
                  <a:pt x="496556" y="137620"/>
                  <a:pt x="491099" y="132164"/>
                </a:cubicBezTo>
                <a:cubicBezTo>
                  <a:pt x="485642" y="126212"/>
                  <a:pt x="483162" y="118275"/>
                  <a:pt x="483162" y="109347"/>
                </a:cubicBezTo>
                <a:cubicBezTo>
                  <a:pt x="483162" y="99922"/>
                  <a:pt x="486635" y="92482"/>
                  <a:pt x="492091" y="87025"/>
                </a:cubicBezTo>
                <a:cubicBezTo>
                  <a:pt x="498044" y="81073"/>
                  <a:pt x="506477" y="78593"/>
                  <a:pt x="515902" y="78593"/>
                </a:cubicBezTo>
                <a:close/>
                <a:moveTo>
                  <a:pt x="77131" y="59806"/>
                </a:moveTo>
                <a:cubicBezTo>
                  <a:pt x="75767" y="59744"/>
                  <a:pt x="74403" y="61232"/>
                  <a:pt x="72419" y="64208"/>
                </a:cubicBezTo>
                <a:cubicBezTo>
                  <a:pt x="71923" y="64704"/>
                  <a:pt x="72419" y="65697"/>
                  <a:pt x="71923" y="66193"/>
                </a:cubicBezTo>
                <a:cubicBezTo>
                  <a:pt x="67459" y="70161"/>
                  <a:pt x="62994" y="74129"/>
                  <a:pt x="58530" y="78097"/>
                </a:cubicBezTo>
                <a:cubicBezTo>
                  <a:pt x="63490" y="80577"/>
                  <a:pt x="68947" y="83057"/>
                  <a:pt x="71923" y="89010"/>
                </a:cubicBezTo>
                <a:cubicBezTo>
                  <a:pt x="72915" y="90994"/>
                  <a:pt x="73907" y="92978"/>
                  <a:pt x="75395" y="94466"/>
                </a:cubicBezTo>
                <a:cubicBezTo>
                  <a:pt x="75891" y="94962"/>
                  <a:pt x="78867" y="95458"/>
                  <a:pt x="79363" y="94962"/>
                </a:cubicBezTo>
                <a:cubicBezTo>
                  <a:pt x="82835" y="87522"/>
                  <a:pt x="87796" y="82065"/>
                  <a:pt x="95236" y="79089"/>
                </a:cubicBezTo>
                <a:cubicBezTo>
                  <a:pt x="94740" y="79089"/>
                  <a:pt x="95236" y="78097"/>
                  <a:pt x="95732" y="77601"/>
                </a:cubicBezTo>
                <a:cubicBezTo>
                  <a:pt x="93748" y="75617"/>
                  <a:pt x="91764" y="72641"/>
                  <a:pt x="89780" y="72145"/>
                </a:cubicBezTo>
                <a:cubicBezTo>
                  <a:pt x="85812" y="70657"/>
                  <a:pt x="83827" y="68177"/>
                  <a:pt x="81843" y="64704"/>
                </a:cubicBezTo>
                <a:cubicBezTo>
                  <a:pt x="79859" y="61480"/>
                  <a:pt x="78495" y="59868"/>
                  <a:pt x="77131" y="59806"/>
                </a:cubicBezTo>
                <a:close/>
                <a:moveTo>
                  <a:pt x="142359" y="59744"/>
                </a:moveTo>
                <a:cubicBezTo>
                  <a:pt x="137894" y="63216"/>
                  <a:pt x="137398" y="70161"/>
                  <a:pt x="130950" y="72145"/>
                </a:cubicBezTo>
                <a:cubicBezTo>
                  <a:pt x="128470" y="72641"/>
                  <a:pt x="126982" y="76113"/>
                  <a:pt x="124998" y="78097"/>
                </a:cubicBezTo>
                <a:cubicBezTo>
                  <a:pt x="126982" y="79585"/>
                  <a:pt x="129462" y="81073"/>
                  <a:pt x="131446" y="82065"/>
                </a:cubicBezTo>
                <a:cubicBezTo>
                  <a:pt x="136902" y="84050"/>
                  <a:pt x="138390" y="89010"/>
                  <a:pt x="140871" y="93474"/>
                </a:cubicBezTo>
                <a:cubicBezTo>
                  <a:pt x="142855" y="96450"/>
                  <a:pt x="144343" y="96450"/>
                  <a:pt x="145831" y="93970"/>
                </a:cubicBezTo>
                <a:cubicBezTo>
                  <a:pt x="149303" y="87522"/>
                  <a:pt x="154263" y="82561"/>
                  <a:pt x="161208" y="79089"/>
                </a:cubicBezTo>
                <a:cubicBezTo>
                  <a:pt x="161704" y="78593"/>
                  <a:pt x="162200" y="77601"/>
                  <a:pt x="163192" y="76113"/>
                </a:cubicBezTo>
                <a:cubicBezTo>
                  <a:pt x="162200" y="75121"/>
                  <a:pt x="161208" y="74625"/>
                  <a:pt x="160216" y="74129"/>
                </a:cubicBezTo>
                <a:cubicBezTo>
                  <a:pt x="155255" y="69665"/>
                  <a:pt x="149303" y="65697"/>
                  <a:pt x="146327" y="60736"/>
                </a:cubicBezTo>
                <a:cubicBezTo>
                  <a:pt x="144343" y="57264"/>
                  <a:pt x="144343" y="58256"/>
                  <a:pt x="142359" y="59744"/>
                </a:cubicBezTo>
                <a:close/>
                <a:moveTo>
                  <a:pt x="210376" y="55714"/>
                </a:moveTo>
                <a:cubicBezTo>
                  <a:pt x="209818" y="56024"/>
                  <a:pt x="209322" y="57016"/>
                  <a:pt x="208826" y="57760"/>
                </a:cubicBezTo>
                <a:cubicBezTo>
                  <a:pt x="204362" y="65200"/>
                  <a:pt x="199402" y="71649"/>
                  <a:pt x="191465" y="75121"/>
                </a:cubicBezTo>
                <a:cubicBezTo>
                  <a:pt x="190969" y="75121"/>
                  <a:pt x="190969" y="78593"/>
                  <a:pt x="191465" y="79089"/>
                </a:cubicBezTo>
                <a:cubicBezTo>
                  <a:pt x="199402" y="83057"/>
                  <a:pt x="204362" y="89506"/>
                  <a:pt x="208826" y="96450"/>
                </a:cubicBezTo>
                <a:cubicBezTo>
                  <a:pt x="209818" y="96946"/>
                  <a:pt x="210314" y="97442"/>
                  <a:pt x="211306" y="97938"/>
                </a:cubicBezTo>
                <a:cubicBezTo>
                  <a:pt x="211802" y="97442"/>
                  <a:pt x="212298" y="96946"/>
                  <a:pt x="212298" y="96450"/>
                </a:cubicBezTo>
                <a:cubicBezTo>
                  <a:pt x="214779" y="87522"/>
                  <a:pt x="220731" y="82065"/>
                  <a:pt x="229659" y="79089"/>
                </a:cubicBezTo>
                <a:cubicBezTo>
                  <a:pt x="230651" y="78593"/>
                  <a:pt x="231147" y="77601"/>
                  <a:pt x="231147" y="76609"/>
                </a:cubicBezTo>
                <a:cubicBezTo>
                  <a:pt x="231147" y="75617"/>
                  <a:pt x="230155" y="74625"/>
                  <a:pt x="229163" y="74625"/>
                </a:cubicBezTo>
                <a:cubicBezTo>
                  <a:pt x="220731" y="71649"/>
                  <a:pt x="215275" y="66193"/>
                  <a:pt x="212298" y="57760"/>
                </a:cubicBezTo>
                <a:cubicBezTo>
                  <a:pt x="211554" y="55776"/>
                  <a:pt x="210934" y="55404"/>
                  <a:pt x="210376" y="55714"/>
                </a:cubicBezTo>
                <a:close/>
                <a:moveTo>
                  <a:pt x="346727" y="50816"/>
                </a:moveTo>
                <a:cubicBezTo>
                  <a:pt x="345735" y="51312"/>
                  <a:pt x="344743" y="51808"/>
                  <a:pt x="344247" y="52800"/>
                </a:cubicBezTo>
                <a:cubicBezTo>
                  <a:pt x="343751" y="54288"/>
                  <a:pt x="343255" y="55776"/>
                  <a:pt x="342759" y="56768"/>
                </a:cubicBezTo>
                <a:cubicBezTo>
                  <a:pt x="339783" y="64704"/>
                  <a:pt x="332839" y="71649"/>
                  <a:pt x="323910" y="74129"/>
                </a:cubicBezTo>
                <a:cubicBezTo>
                  <a:pt x="322918" y="74625"/>
                  <a:pt x="321926" y="76113"/>
                  <a:pt x="321430" y="76609"/>
                </a:cubicBezTo>
                <a:cubicBezTo>
                  <a:pt x="322422" y="77105"/>
                  <a:pt x="322918" y="78593"/>
                  <a:pt x="323910" y="78593"/>
                </a:cubicBezTo>
                <a:cubicBezTo>
                  <a:pt x="327382" y="78097"/>
                  <a:pt x="328870" y="80081"/>
                  <a:pt x="330854" y="82065"/>
                </a:cubicBezTo>
                <a:cubicBezTo>
                  <a:pt x="335815" y="87522"/>
                  <a:pt x="343255" y="91986"/>
                  <a:pt x="344247" y="100418"/>
                </a:cubicBezTo>
                <a:cubicBezTo>
                  <a:pt x="344247" y="101410"/>
                  <a:pt x="345735" y="101906"/>
                  <a:pt x="346727" y="102402"/>
                </a:cubicBezTo>
                <a:cubicBezTo>
                  <a:pt x="347223" y="101906"/>
                  <a:pt x="347719" y="100914"/>
                  <a:pt x="347719" y="100418"/>
                </a:cubicBezTo>
                <a:cubicBezTo>
                  <a:pt x="350200" y="88514"/>
                  <a:pt x="357640" y="81073"/>
                  <a:pt x="369546" y="78593"/>
                </a:cubicBezTo>
                <a:cubicBezTo>
                  <a:pt x="370538" y="79089"/>
                  <a:pt x="371530" y="77601"/>
                  <a:pt x="373018" y="76113"/>
                </a:cubicBezTo>
                <a:cubicBezTo>
                  <a:pt x="371034" y="75121"/>
                  <a:pt x="370042" y="74625"/>
                  <a:pt x="368554" y="74129"/>
                </a:cubicBezTo>
                <a:cubicBezTo>
                  <a:pt x="357640" y="70657"/>
                  <a:pt x="350200" y="64208"/>
                  <a:pt x="347719" y="52800"/>
                </a:cubicBezTo>
                <a:cubicBezTo>
                  <a:pt x="347719" y="52304"/>
                  <a:pt x="347223" y="51312"/>
                  <a:pt x="346727" y="50816"/>
                </a:cubicBezTo>
                <a:close/>
                <a:moveTo>
                  <a:pt x="413693" y="48335"/>
                </a:moveTo>
                <a:cubicBezTo>
                  <a:pt x="412701" y="48832"/>
                  <a:pt x="412205" y="49328"/>
                  <a:pt x="411709" y="49824"/>
                </a:cubicBezTo>
                <a:cubicBezTo>
                  <a:pt x="411213" y="50816"/>
                  <a:pt x="410221" y="51808"/>
                  <a:pt x="409725" y="52800"/>
                </a:cubicBezTo>
                <a:cubicBezTo>
                  <a:pt x="407245" y="64704"/>
                  <a:pt x="399803" y="72145"/>
                  <a:pt x="387899" y="74625"/>
                </a:cubicBezTo>
                <a:cubicBezTo>
                  <a:pt x="386907" y="74625"/>
                  <a:pt x="385914" y="76113"/>
                  <a:pt x="385914" y="76609"/>
                </a:cubicBezTo>
                <a:cubicBezTo>
                  <a:pt x="385914" y="77601"/>
                  <a:pt x="386907" y="78593"/>
                  <a:pt x="387403" y="79089"/>
                </a:cubicBezTo>
                <a:cubicBezTo>
                  <a:pt x="388891" y="79585"/>
                  <a:pt x="391371" y="79585"/>
                  <a:pt x="392859" y="80577"/>
                </a:cubicBezTo>
                <a:cubicBezTo>
                  <a:pt x="401291" y="85041"/>
                  <a:pt x="407741" y="90498"/>
                  <a:pt x="409725" y="100914"/>
                </a:cubicBezTo>
                <a:cubicBezTo>
                  <a:pt x="410221" y="102402"/>
                  <a:pt x="411709" y="103890"/>
                  <a:pt x="412701" y="105379"/>
                </a:cubicBezTo>
                <a:cubicBezTo>
                  <a:pt x="413197" y="103890"/>
                  <a:pt x="413693" y="101906"/>
                  <a:pt x="414189" y="100418"/>
                </a:cubicBezTo>
                <a:cubicBezTo>
                  <a:pt x="414685" y="98930"/>
                  <a:pt x="415181" y="96946"/>
                  <a:pt x="416173" y="95458"/>
                </a:cubicBezTo>
                <a:cubicBezTo>
                  <a:pt x="424110" y="83553"/>
                  <a:pt x="424110" y="83553"/>
                  <a:pt x="438990" y="79585"/>
                </a:cubicBezTo>
                <a:cubicBezTo>
                  <a:pt x="440478" y="78593"/>
                  <a:pt x="440478" y="77105"/>
                  <a:pt x="441470" y="76113"/>
                </a:cubicBezTo>
                <a:cubicBezTo>
                  <a:pt x="440478" y="75617"/>
                  <a:pt x="439486" y="74625"/>
                  <a:pt x="438494" y="74625"/>
                </a:cubicBezTo>
                <a:cubicBezTo>
                  <a:pt x="436510" y="74625"/>
                  <a:pt x="434030" y="75121"/>
                  <a:pt x="432542" y="74625"/>
                </a:cubicBezTo>
                <a:cubicBezTo>
                  <a:pt x="428574" y="72145"/>
                  <a:pt x="423613" y="69169"/>
                  <a:pt x="421133" y="65200"/>
                </a:cubicBezTo>
                <a:cubicBezTo>
                  <a:pt x="418157" y="60736"/>
                  <a:pt x="412701" y="56768"/>
                  <a:pt x="414685" y="50320"/>
                </a:cubicBezTo>
                <a:cubicBezTo>
                  <a:pt x="414685" y="49824"/>
                  <a:pt x="413693" y="49328"/>
                  <a:pt x="413693" y="48335"/>
                </a:cubicBezTo>
                <a:close/>
                <a:moveTo>
                  <a:pt x="2398286" y="41391"/>
                </a:moveTo>
                <a:cubicBezTo>
                  <a:pt x="2399278" y="41391"/>
                  <a:pt x="2399774" y="42383"/>
                  <a:pt x="2401758" y="43871"/>
                </a:cubicBezTo>
                <a:cubicBezTo>
                  <a:pt x="2399774" y="44863"/>
                  <a:pt x="2398782" y="45855"/>
                  <a:pt x="2398286" y="45855"/>
                </a:cubicBezTo>
                <a:cubicBezTo>
                  <a:pt x="2397294" y="45359"/>
                  <a:pt x="2396798" y="43871"/>
                  <a:pt x="2395806" y="42879"/>
                </a:cubicBezTo>
                <a:cubicBezTo>
                  <a:pt x="2396798" y="42383"/>
                  <a:pt x="2397294" y="40895"/>
                  <a:pt x="2398286" y="41391"/>
                </a:cubicBezTo>
                <a:close/>
                <a:moveTo>
                  <a:pt x="2331323" y="38415"/>
                </a:moveTo>
                <a:cubicBezTo>
                  <a:pt x="2336780" y="38911"/>
                  <a:pt x="2336283" y="38415"/>
                  <a:pt x="2336780" y="43375"/>
                </a:cubicBezTo>
                <a:cubicBezTo>
                  <a:pt x="2336283" y="46847"/>
                  <a:pt x="2335787" y="48832"/>
                  <a:pt x="2332315" y="48336"/>
                </a:cubicBezTo>
                <a:cubicBezTo>
                  <a:pt x="2326859" y="48336"/>
                  <a:pt x="2326859" y="48336"/>
                  <a:pt x="2326859" y="43375"/>
                </a:cubicBezTo>
                <a:cubicBezTo>
                  <a:pt x="2326859" y="39903"/>
                  <a:pt x="2327355" y="38415"/>
                  <a:pt x="2331323" y="38415"/>
                </a:cubicBezTo>
                <a:close/>
                <a:moveTo>
                  <a:pt x="2265847" y="33950"/>
                </a:moveTo>
                <a:cubicBezTo>
                  <a:pt x="2268328" y="36430"/>
                  <a:pt x="2272296" y="38910"/>
                  <a:pt x="2273784" y="42382"/>
                </a:cubicBezTo>
                <a:cubicBezTo>
                  <a:pt x="2275272" y="46351"/>
                  <a:pt x="2269816" y="48335"/>
                  <a:pt x="2267336" y="51311"/>
                </a:cubicBezTo>
                <a:cubicBezTo>
                  <a:pt x="2266343" y="52303"/>
                  <a:pt x="2263863" y="52799"/>
                  <a:pt x="2263367" y="52303"/>
                </a:cubicBezTo>
                <a:cubicBezTo>
                  <a:pt x="2260391" y="49823"/>
                  <a:pt x="2257415" y="46847"/>
                  <a:pt x="2255431" y="43870"/>
                </a:cubicBezTo>
                <a:cubicBezTo>
                  <a:pt x="2253943" y="42382"/>
                  <a:pt x="2262871" y="33454"/>
                  <a:pt x="2265847" y="33950"/>
                </a:cubicBezTo>
                <a:close/>
                <a:moveTo>
                  <a:pt x="2197891" y="33950"/>
                </a:moveTo>
                <a:cubicBezTo>
                  <a:pt x="2202852" y="33950"/>
                  <a:pt x="2207316" y="37918"/>
                  <a:pt x="2207812" y="42878"/>
                </a:cubicBezTo>
                <a:cubicBezTo>
                  <a:pt x="2207812" y="48831"/>
                  <a:pt x="2203844" y="53295"/>
                  <a:pt x="2197891" y="52799"/>
                </a:cubicBezTo>
                <a:cubicBezTo>
                  <a:pt x="2192931" y="52799"/>
                  <a:pt x="2188963" y="48335"/>
                  <a:pt x="2188963" y="43375"/>
                </a:cubicBezTo>
                <a:cubicBezTo>
                  <a:pt x="2188467" y="38414"/>
                  <a:pt x="2192931" y="33950"/>
                  <a:pt x="2197891" y="33950"/>
                </a:cubicBezTo>
                <a:close/>
                <a:moveTo>
                  <a:pt x="2127952" y="31471"/>
                </a:moveTo>
                <a:cubicBezTo>
                  <a:pt x="2134896" y="30479"/>
                  <a:pt x="2140848" y="36431"/>
                  <a:pt x="2140848" y="43375"/>
                </a:cubicBezTo>
                <a:cubicBezTo>
                  <a:pt x="2140848" y="49824"/>
                  <a:pt x="2135888" y="55280"/>
                  <a:pt x="2129440" y="55280"/>
                </a:cubicBezTo>
                <a:cubicBezTo>
                  <a:pt x="2122991" y="55280"/>
                  <a:pt x="2117535" y="50320"/>
                  <a:pt x="2117039" y="43871"/>
                </a:cubicBezTo>
                <a:cubicBezTo>
                  <a:pt x="2117039" y="36927"/>
                  <a:pt x="2121007" y="32463"/>
                  <a:pt x="2127952" y="31471"/>
                </a:cubicBezTo>
                <a:close/>
                <a:moveTo>
                  <a:pt x="2062476" y="28990"/>
                </a:moveTo>
                <a:cubicBezTo>
                  <a:pt x="2066940" y="29486"/>
                  <a:pt x="2075869" y="38414"/>
                  <a:pt x="2075869" y="42879"/>
                </a:cubicBezTo>
                <a:cubicBezTo>
                  <a:pt x="2076861" y="47839"/>
                  <a:pt x="2066940" y="57759"/>
                  <a:pt x="2061980" y="57759"/>
                </a:cubicBezTo>
                <a:cubicBezTo>
                  <a:pt x="2057020" y="57759"/>
                  <a:pt x="2047595" y="47839"/>
                  <a:pt x="2047595" y="42879"/>
                </a:cubicBezTo>
                <a:cubicBezTo>
                  <a:pt x="2048091" y="37918"/>
                  <a:pt x="2058012" y="28494"/>
                  <a:pt x="2062476" y="28990"/>
                </a:cubicBezTo>
                <a:close/>
                <a:moveTo>
                  <a:pt x="1995513" y="28990"/>
                </a:moveTo>
                <a:cubicBezTo>
                  <a:pt x="2004441" y="28990"/>
                  <a:pt x="2009898" y="34942"/>
                  <a:pt x="2009898" y="43375"/>
                </a:cubicBezTo>
                <a:cubicBezTo>
                  <a:pt x="2009898" y="51807"/>
                  <a:pt x="2004441" y="57760"/>
                  <a:pt x="1995513" y="57760"/>
                </a:cubicBezTo>
                <a:cubicBezTo>
                  <a:pt x="1987080" y="57760"/>
                  <a:pt x="1981128" y="52303"/>
                  <a:pt x="1981128" y="43375"/>
                </a:cubicBezTo>
                <a:cubicBezTo>
                  <a:pt x="1981128" y="34942"/>
                  <a:pt x="1986584" y="28990"/>
                  <a:pt x="1995513" y="28990"/>
                </a:cubicBezTo>
                <a:close/>
                <a:moveTo>
                  <a:pt x="1928549" y="27006"/>
                </a:moveTo>
                <a:cubicBezTo>
                  <a:pt x="1935493" y="26510"/>
                  <a:pt x="1945414" y="34446"/>
                  <a:pt x="1945414" y="43375"/>
                </a:cubicBezTo>
                <a:cubicBezTo>
                  <a:pt x="1945414" y="52303"/>
                  <a:pt x="1934997" y="60240"/>
                  <a:pt x="1928549" y="60240"/>
                </a:cubicBezTo>
                <a:cubicBezTo>
                  <a:pt x="1920116" y="59744"/>
                  <a:pt x="1911684" y="50815"/>
                  <a:pt x="1912180" y="42879"/>
                </a:cubicBezTo>
                <a:cubicBezTo>
                  <a:pt x="1912676" y="34943"/>
                  <a:pt x="1920612" y="27006"/>
                  <a:pt x="1928549" y="27006"/>
                </a:cubicBezTo>
                <a:close/>
                <a:moveTo>
                  <a:pt x="1860098" y="26510"/>
                </a:moveTo>
                <a:cubicBezTo>
                  <a:pt x="1871506" y="26510"/>
                  <a:pt x="1876963" y="31966"/>
                  <a:pt x="1876963" y="43375"/>
                </a:cubicBezTo>
                <a:cubicBezTo>
                  <a:pt x="1876467" y="54784"/>
                  <a:pt x="1871011" y="60240"/>
                  <a:pt x="1860098" y="60240"/>
                </a:cubicBezTo>
                <a:cubicBezTo>
                  <a:pt x="1848689" y="60240"/>
                  <a:pt x="1843233" y="54784"/>
                  <a:pt x="1843233" y="43375"/>
                </a:cubicBezTo>
                <a:cubicBezTo>
                  <a:pt x="1843233" y="31966"/>
                  <a:pt x="1848689" y="26510"/>
                  <a:pt x="1860098" y="26510"/>
                </a:cubicBezTo>
                <a:close/>
                <a:moveTo>
                  <a:pt x="1793630" y="24526"/>
                </a:moveTo>
                <a:cubicBezTo>
                  <a:pt x="1798590" y="26014"/>
                  <a:pt x="1805039" y="27006"/>
                  <a:pt x="1808015" y="32958"/>
                </a:cubicBezTo>
                <a:cubicBezTo>
                  <a:pt x="1809999" y="36431"/>
                  <a:pt x="1812975" y="40895"/>
                  <a:pt x="1811983" y="43871"/>
                </a:cubicBezTo>
                <a:cubicBezTo>
                  <a:pt x="1810495" y="48335"/>
                  <a:pt x="1809503" y="53791"/>
                  <a:pt x="1804543" y="57264"/>
                </a:cubicBezTo>
                <a:cubicBezTo>
                  <a:pt x="1801070" y="60240"/>
                  <a:pt x="1796110" y="58752"/>
                  <a:pt x="1793630" y="62224"/>
                </a:cubicBezTo>
                <a:cubicBezTo>
                  <a:pt x="1789662" y="59248"/>
                  <a:pt x="1784701" y="59744"/>
                  <a:pt x="1780733" y="55776"/>
                </a:cubicBezTo>
                <a:cubicBezTo>
                  <a:pt x="1776269" y="52303"/>
                  <a:pt x="1777261" y="46847"/>
                  <a:pt x="1774285" y="43375"/>
                </a:cubicBezTo>
                <a:cubicBezTo>
                  <a:pt x="1776765" y="38415"/>
                  <a:pt x="1777261" y="31966"/>
                  <a:pt x="1782717" y="28990"/>
                </a:cubicBezTo>
                <a:cubicBezTo>
                  <a:pt x="1786190" y="27006"/>
                  <a:pt x="1790654" y="24030"/>
                  <a:pt x="1793630" y="24526"/>
                </a:cubicBezTo>
                <a:close/>
                <a:moveTo>
                  <a:pt x="1727162" y="24029"/>
                </a:moveTo>
                <a:cubicBezTo>
                  <a:pt x="1737579" y="24029"/>
                  <a:pt x="1745515" y="31966"/>
                  <a:pt x="1745515" y="42878"/>
                </a:cubicBezTo>
                <a:cubicBezTo>
                  <a:pt x="1745515" y="54783"/>
                  <a:pt x="1737579" y="62719"/>
                  <a:pt x="1726170" y="62223"/>
                </a:cubicBezTo>
                <a:cubicBezTo>
                  <a:pt x="1714761" y="62223"/>
                  <a:pt x="1707321" y="54287"/>
                  <a:pt x="1707321" y="42382"/>
                </a:cubicBezTo>
                <a:cubicBezTo>
                  <a:pt x="1707321" y="30974"/>
                  <a:pt x="1715257" y="23533"/>
                  <a:pt x="1727162" y="24029"/>
                </a:cubicBezTo>
                <a:close/>
                <a:moveTo>
                  <a:pt x="1658711" y="23533"/>
                </a:moveTo>
                <a:cubicBezTo>
                  <a:pt x="1664663" y="23037"/>
                  <a:pt x="1668135" y="26013"/>
                  <a:pt x="1672103" y="29486"/>
                </a:cubicBezTo>
                <a:cubicBezTo>
                  <a:pt x="1676568" y="33454"/>
                  <a:pt x="1676568" y="37918"/>
                  <a:pt x="1677064" y="42878"/>
                </a:cubicBezTo>
                <a:cubicBezTo>
                  <a:pt x="1677064" y="48335"/>
                  <a:pt x="1676072" y="52303"/>
                  <a:pt x="1671607" y="56271"/>
                </a:cubicBezTo>
                <a:cubicBezTo>
                  <a:pt x="1667143" y="61231"/>
                  <a:pt x="1663175" y="64207"/>
                  <a:pt x="1657719" y="61727"/>
                </a:cubicBezTo>
                <a:cubicBezTo>
                  <a:pt x="1651270" y="63711"/>
                  <a:pt x="1647798" y="60239"/>
                  <a:pt x="1643830" y="56767"/>
                </a:cubicBezTo>
                <a:cubicBezTo>
                  <a:pt x="1638373" y="52799"/>
                  <a:pt x="1638870" y="47343"/>
                  <a:pt x="1638373" y="41886"/>
                </a:cubicBezTo>
                <a:cubicBezTo>
                  <a:pt x="1637878" y="35934"/>
                  <a:pt x="1640854" y="32958"/>
                  <a:pt x="1643830" y="28494"/>
                </a:cubicBezTo>
                <a:cubicBezTo>
                  <a:pt x="1648294" y="23037"/>
                  <a:pt x="1653254" y="24029"/>
                  <a:pt x="1658711" y="23533"/>
                </a:cubicBezTo>
                <a:close/>
                <a:moveTo>
                  <a:pt x="1591747" y="22046"/>
                </a:moveTo>
                <a:cubicBezTo>
                  <a:pt x="1602659" y="22542"/>
                  <a:pt x="1612084" y="32462"/>
                  <a:pt x="1612580" y="43375"/>
                </a:cubicBezTo>
                <a:cubicBezTo>
                  <a:pt x="1612580" y="47343"/>
                  <a:pt x="1608612" y="55280"/>
                  <a:pt x="1606132" y="58256"/>
                </a:cubicBezTo>
                <a:cubicBezTo>
                  <a:pt x="1601667" y="63216"/>
                  <a:pt x="1596211" y="63216"/>
                  <a:pt x="1590755" y="65200"/>
                </a:cubicBezTo>
                <a:cubicBezTo>
                  <a:pt x="1585298" y="62720"/>
                  <a:pt x="1579346" y="62224"/>
                  <a:pt x="1574882" y="57264"/>
                </a:cubicBezTo>
                <a:cubicBezTo>
                  <a:pt x="1571410" y="52799"/>
                  <a:pt x="1569922" y="47839"/>
                  <a:pt x="1569922" y="42879"/>
                </a:cubicBezTo>
                <a:cubicBezTo>
                  <a:pt x="1569426" y="31470"/>
                  <a:pt x="1580834" y="21550"/>
                  <a:pt x="1591747" y="22046"/>
                </a:cubicBezTo>
                <a:close/>
                <a:moveTo>
                  <a:pt x="1523791" y="22046"/>
                </a:moveTo>
                <a:cubicBezTo>
                  <a:pt x="1535696" y="22046"/>
                  <a:pt x="1545616" y="31471"/>
                  <a:pt x="1545616" y="43375"/>
                </a:cubicBezTo>
                <a:cubicBezTo>
                  <a:pt x="1545616" y="54288"/>
                  <a:pt x="1536192" y="64704"/>
                  <a:pt x="1525279" y="65200"/>
                </a:cubicBezTo>
                <a:cubicBezTo>
                  <a:pt x="1513375" y="65696"/>
                  <a:pt x="1502958" y="55776"/>
                  <a:pt x="1502462" y="44863"/>
                </a:cubicBezTo>
                <a:cubicBezTo>
                  <a:pt x="1502462" y="32463"/>
                  <a:pt x="1512383" y="22046"/>
                  <a:pt x="1523791" y="22046"/>
                </a:cubicBezTo>
                <a:close/>
                <a:moveTo>
                  <a:pt x="1456828" y="19566"/>
                </a:moveTo>
                <a:cubicBezTo>
                  <a:pt x="1461788" y="21550"/>
                  <a:pt x="1467244" y="23038"/>
                  <a:pt x="1472204" y="25518"/>
                </a:cubicBezTo>
                <a:cubicBezTo>
                  <a:pt x="1478157" y="29487"/>
                  <a:pt x="1478157" y="36927"/>
                  <a:pt x="1481629" y="43375"/>
                </a:cubicBezTo>
                <a:cubicBezTo>
                  <a:pt x="1479645" y="47840"/>
                  <a:pt x="1477661" y="53296"/>
                  <a:pt x="1475181" y="57760"/>
                </a:cubicBezTo>
                <a:cubicBezTo>
                  <a:pt x="1471708" y="64208"/>
                  <a:pt x="1463772" y="63216"/>
                  <a:pt x="1458812" y="66689"/>
                </a:cubicBezTo>
                <a:cubicBezTo>
                  <a:pt x="1453851" y="64704"/>
                  <a:pt x="1448395" y="63216"/>
                  <a:pt x="1443435" y="60736"/>
                </a:cubicBezTo>
                <a:cubicBezTo>
                  <a:pt x="1436987" y="57264"/>
                  <a:pt x="1435498" y="49328"/>
                  <a:pt x="1434506" y="43375"/>
                </a:cubicBezTo>
                <a:cubicBezTo>
                  <a:pt x="1434010" y="38911"/>
                  <a:pt x="1437979" y="32959"/>
                  <a:pt x="1440459" y="28494"/>
                </a:cubicBezTo>
                <a:cubicBezTo>
                  <a:pt x="1443931" y="22046"/>
                  <a:pt x="1451867" y="23038"/>
                  <a:pt x="1456828" y="19566"/>
                </a:cubicBezTo>
                <a:close/>
                <a:moveTo>
                  <a:pt x="1389368" y="19566"/>
                </a:moveTo>
                <a:cubicBezTo>
                  <a:pt x="1400777" y="20062"/>
                  <a:pt x="1412681" y="32463"/>
                  <a:pt x="1412186" y="43871"/>
                </a:cubicBezTo>
                <a:cubicBezTo>
                  <a:pt x="1412186" y="55776"/>
                  <a:pt x="1399289" y="67185"/>
                  <a:pt x="1387384" y="67185"/>
                </a:cubicBezTo>
                <a:cubicBezTo>
                  <a:pt x="1376472" y="66689"/>
                  <a:pt x="1364567" y="54288"/>
                  <a:pt x="1364567" y="42879"/>
                </a:cubicBezTo>
                <a:cubicBezTo>
                  <a:pt x="1364567" y="30975"/>
                  <a:pt x="1377464" y="19566"/>
                  <a:pt x="1389368" y="19566"/>
                </a:cubicBezTo>
                <a:close/>
                <a:moveTo>
                  <a:pt x="1321908" y="19566"/>
                </a:moveTo>
                <a:cubicBezTo>
                  <a:pt x="1336789" y="19566"/>
                  <a:pt x="1345717" y="28494"/>
                  <a:pt x="1345717" y="43375"/>
                </a:cubicBezTo>
                <a:cubicBezTo>
                  <a:pt x="1345717" y="58256"/>
                  <a:pt x="1336789" y="67185"/>
                  <a:pt x="1321412" y="67185"/>
                </a:cubicBezTo>
                <a:cubicBezTo>
                  <a:pt x="1306531" y="67185"/>
                  <a:pt x="1298099" y="58256"/>
                  <a:pt x="1298099" y="42879"/>
                </a:cubicBezTo>
                <a:cubicBezTo>
                  <a:pt x="1298099" y="28494"/>
                  <a:pt x="1307523" y="19566"/>
                  <a:pt x="1321908" y="19566"/>
                </a:cubicBezTo>
                <a:close/>
                <a:moveTo>
                  <a:pt x="1255441" y="19566"/>
                </a:moveTo>
                <a:cubicBezTo>
                  <a:pt x="1270322" y="19566"/>
                  <a:pt x="1278259" y="28991"/>
                  <a:pt x="1278755" y="44367"/>
                </a:cubicBezTo>
                <a:cubicBezTo>
                  <a:pt x="1278755" y="50816"/>
                  <a:pt x="1276770" y="55776"/>
                  <a:pt x="1272306" y="60736"/>
                </a:cubicBezTo>
                <a:cubicBezTo>
                  <a:pt x="1267346" y="66193"/>
                  <a:pt x="1261394" y="68177"/>
                  <a:pt x="1254945" y="67185"/>
                </a:cubicBezTo>
                <a:cubicBezTo>
                  <a:pt x="1239568" y="67185"/>
                  <a:pt x="1231136" y="57760"/>
                  <a:pt x="1231136" y="41887"/>
                </a:cubicBezTo>
                <a:cubicBezTo>
                  <a:pt x="1231136" y="27998"/>
                  <a:pt x="1240561" y="19566"/>
                  <a:pt x="1255441" y="19566"/>
                </a:cubicBezTo>
                <a:close/>
                <a:moveTo>
                  <a:pt x="1119033" y="17581"/>
                </a:moveTo>
                <a:cubicBezTo>
                  <a:pt x="1126970" y="17581"/>
                  <a:pt x="1132922" y="20061"/>
                  <a:pt x="1138378" y="25517"/>
                </a:cubicBezTo>
                <a:cubicBezTo>
                  <a:pt x="1143339" y="30974"/>
                  <a:pt x="1145819" y="36430"/>
                  <a:pt x="1145819" y="43870"/>
                </a:cubicBezTo>
                <a:cubicBezTo>
                  <a:pt x="1145819" y="51311"/>
                  <a:pt x="1143339" y="57263"/>
                  <a:pt x="1138378" y="62223"/>
                </a:cubicBezTo>
                <a:cubicBezTo>
                  <a:pt x="1132922" y="66688"/>
                  <a:pt x="1127962" y="70656"/>
                  <a:pt x="1121018" y="69664"/>
                </a:cubicBezTo>
                <a:cubicBezTo>
                  <a:pt x="1105145" y="69664"/>
                  <a:pt x="1093736" y="58751"/>
                  <a:pt x="1093240" y="44862"/>
                </a:cubicBezTo>
                <a:cubicBezTo>
                  <a:pt x="1093240" y="36926"/>
                  <a:pt x="1095224" y="30974"/>
                  <a:pt x="1100680" y="25517"/>
                </a:cubicBezTo>
                <a:cubicBezTo>
                  <a:pt x="1106137" y="20557"/>
                  <a:pt x="1111097" y="17581"/>
                  <a:pt x="1119033" y="17581"/>
                </a:cubicBezTo>
                <a:close/>
                <a:moveTo>
                  <a:pt x="1053062" y="17086"/>
                </a:moveTo>
                <a:cubicBezTo>
                  <a:pt x="1067447" y="17086"/>
                  <a:pt x="1079352" y="28494"/>
                  <a:pt x="1079352" y="44367"/>
                </a:cubicBezTo>
                <a:cubicBezTo>
                  <a:pt x="1079352" y="58752"/>
                  <a:pt x="1067447" y="70161"/>
                  <a:pt x="1053062" y="70161"/>
                </a:cubicBezTo>
                <a:cubicBezTo>
                  <a:pt x="1037236" y="70161"/>
                  <a:pt x="1025332" y="57264"/>
                  <a:pt x="1026820" y="43375"/>
                </a:cubicBezTo>
                <a:cubicBezTo>
                  <a:pt x="1025332" y="29487"/>
                  <a:pt x="1037236" y="16590"/>
                  <a:pt x="1053062" y="17086"/>
                </a:cubicBezTo>
                <a:close/>
                <a:moveTo>
                  <a:pt x="1185005" y="17085"/>
                </a:moveTo>
                <a:cubicBezTo>
                  <a:pt x="1201374" y="17085"/>
                  <a:pt x="1210303" y="28494"/>
                  <a:pt x="1211791" y="41886"/>
                </a:cubicBezTo>
                <a:cubicBezTo>
                  <a:pt x="1213279" y="56271"/>
                  <a:pt x="1201374" y="68672"/>
                  <a:pt x="1186493" y="69664"/>
                </a:cubicBezTo>
                <a:cubicBezTo>
                  <a:pt x="1170124" y="68672"/>
                  <a:pt x="1161196" y="58255"/>
                  <a:pt x="1159708" y="44366"/>
                </a:cubicBezTo>
                <a:cubicBezTo>
                  <a:pt x="1158716" y="30478"/>
                  <a:pt x="1170620" y="17085"/>
                  <a:pt x="1185005" y="17085"/>
                </a:cubicBezTo>
                <a:close/>
                <a:moveTo>
                  <a:pt x="784231" y="15102"/>
                </a:moveTo>
                <a:cubicBezTo>
                  <a:pt x="792168" y="14109"/>
                  <a:pt x="798614" y="16590"/>
                  <a:pt x="805063" y="22542"/>
                </a:cubicBezTo>
                <a:cubicBezTo>
                  <a:pt x="811512" y="28990"/>
                  <a:pt x="813000" y="35935"/>
                  <a:pt x="813000" y="44367"/>
                </a:cubicBezTo>
                <a:cubicBezTo>
                  <a:pt x="813000" y="52800"/>
                  <a:pt x="810520" y="58752"/>
                  <a:pt x="805063" y="64704"/>
                </a:cubicBezTo>
                <a:cubicBezTo>
                  <a:pt x="798614" y="71153"/>
                  <a:pt x="791671" y="72145"/>
                  <a:pt x="783238" y="72145"/>
                </a:cubicBezTo>
                <a:cubicBezTo>
                  <a:pt x="775302" y="72145"/>
                  <a:pt x="769350" y="69664"/>
                  <a:pt x="763893" y="64704"/>
                </a:cubicBezTo>
                <a:cubicBezTo>
                  <a:pt x="757444" y="58256"/>
                  <a:pt x="755956" y="51311"/>
                  <a:pt x="755956" y="42879"/>
                </a:cubicBezTo>
                <a:cubicBezTo>
                  <a:pt x="755956" y="34447"/>
                  <a:pt x="757941" y="28494"/>
                  <a:pt x="763893" y="22542"/>
                </a:cubicBezTo>
                <a:cubicBezTo>
                  <a:pt x="769350" y="16094"/>
                  <a:pt x="775798" y="14109"/>
                  <a:pt x="784231" y="15102"/>
                </a:cubicBezTo>
                <a:close/>
                <a:moveTo>
                  <a:pt x="917654" y="15101"/>
                </a:moveTo>
                <a:cubicBezTo>
                  <a:pt x="932038" y="15597"/>
                  <a:pt x="945927" y="28990"/>
                  <a:pt x="945927" y="43871"/>
                </a:cubicBezTo>
                <a:cubicBezTo>
                  <a:pt x="945431" y="57760"/>
                  <a:pt x="931542" y="72641"/>
                  <a:pt x="917157" y="72145"/>
                </a:cubicBezTo>
                <a:cubicBezTo>
                  <a:pt x="902277" y="72641"/>
                  <a:pt x="888884" y="58256"/>
                  <a:pt x="888388" y="43871"/>
                </a:cubicBezTo>
                <a:cubicBezTo>
                  <a:pt x="888388" y="28990"/>
                  <a:pt x="903269" y="14605"/>
                  <a:pt x="917654" y="15101"/>
                </a:cubicBezTo>
                <a:close/>
                <a:moveTo>
                  <a:pt x="850701" y="14605"/>
                </a:moveTo>
                <a:cubicBezTo>
                  <a:pt x="865582" y="14605"/>
                  <a:pt x="880462" y="27998"/>
                  <a:pt x="878974" y="42879"/>
                </a:cubicBezTo>
                <a:cubicBezTo>
                  <a:pt x="880462" y="59247"/>
                  <a:pt x="865086" y="71648"/>
                  <a:pt x="851196" y="72144"/>
                </a:cubicBezTo>
                <a:cubicBezTo>
                  <a:pt x="834829" y="72640"/>
                  <a:pt x="821435" y="58255"/>
                  <a:pt x="821435" y="43871"/>
                </a:cubicBezTo>
                <a:cubicBezTo>
                  <a:pt x="821435" y="27502"/>
                  <a:pt x="835820" y="14605"/>
                  <a:pt x="850701" y="14605"/>
                </a:cubicBezTo>
                <a:close/>
                <a:moveTo>
                  <a:pt x="986633" y="14109"/>
                </a:moveTo>
                <a:cubicBezTo>
                  <a:pt x="994073" y="15597"/>
                  <a:pt x="1001017" y="17581"/>
                  <a:pt x="1006474" y="23534"/>
                </a:cubicBezTo>
                <a:cubicBezTo>
                  <a:pt x="1011930" y="29982"/>
                  <a:pt x="1012426" y="36926"/>
                  <a:pt x="1015402" y="43375"/>
                </a:cubicBezTo>
                <a:cubicBezTo>
                  <a:pt x="1012426" y="50319"/>
                  <a:pt x="1011434" y="57760"/>
                  <a:pt x="1005482" y="63216"/>
                </a:cubicBezTo>
                <a:cubicBezTo>
                  <a:pt x="1000025" y="68176"/>
                  <a:pt x="993081" y="71152"/>
                  <a:pt x="986138" y="71152"/>
                </a:cubicBezTo>
                <a:cubicBezTo>
                  <a:pt x="978697" y="71152"/>
                  <a:pt x="971753" y="68176"/>
                  <a:pt x="966296" y="62224"/>
                </a:cubicBezTo>
                <a:cubicBezTo>
                  <a:pt x="960840" y="56271"/>
                  <a:pt x="957368" y="49327"/>
                  <a:pt x="957864" y="41887"/>
                </a:cubicBezTo>
                <a:cubicBezTo>
                  <a:pt x="958360" y="34446"/>
                  <a:pt x="961336" y="26510"/>
                  <a:pt x="968281" y="21054"/>
                </a:cubicBezTo>
                <a:cubicBezTo>
                  <a:pt x="971753" y="18573"/>
                  <a:pt x="983161" y="13117"/>
                  <a:pt x="986633" y="14109"/>
                </a:cubicBezTo>
                <a:close/>
                <a:moveTo>
                  <a:pt x="714809" y="13117"/>
                </a:moveTo>
                <a:cubicBezTo>
                  <a:pt x="722744" y="13613"/>
                  <a:pt x="730183" y="17085"/>
                  <a:pt x="736632" y="23533"/>
                </a:cubicBezTo>
                <a:cubicBezTo>
                  <a:pt x="742088" y="28990"/>
                  <a:pt x="743079" y="36430"/>
                  <a:pt x="746055" y="43374"/>
                </a:cubicBezTo>
                <a:cubicBezTo>
                  <a:pt x="743079" y="50319"/>
                  <a:pt x="742088" y="57759"/>
                  <a:pt x="736632" y="63215"/>
                </a:cubicBezTo>
                <a:cubicBezTo>
                  <a:pt x="730679" y="69664"/>
                  <a:pt x="723240" y="73632"/>
                  <a:pt x="714809" y="73632"/>
                </a:cubicBezTo>
                <a:cubicBezTo>
                  <a:pt x="706872" y="73632"/>
                  <a:pt x="699433" y="69664"/>
                  <a:pt x="692984" y="63711"/>
                </a:cubicBezTo>
                <a:cubicBezTo>
                  <a:pt x="687033" y="57759"/>
                  <a:pt x="683561" y="50319"/>
                  <a:pt x="684057" y="42878"/>
                </a:cubicBezTo>
                <a:cubicBezTo>
                  <a:pt x="684553" y="34446"/>
                  <a:pt x="688521" y="26509"/>
                  <a:pt x="695464" y="20557"/>
                </a:cubicBezTo>
                <a:cubicBezTo>
                  <a:pt x="700921" y="15597"/>
                  <a:pt x="707864" y="12621"/>
                  <a:pt x="714809" y="13117"/>
                </a:cubicBezTo>
                <a:close/>
                <a:moveTo>
                  <a:pt x="648816" y="12125"/>
                </a:moveTo>
                <a:cubicBezTo>
                  <a:pt x="663200" y="12621"/>
                  <a:pt x="679568" y="27998"/>
                  <a:pt x="679072" y="43870"/>
                </a:cubicBezTo>
                <a:cubicBezTo>
                  <a:pt x="679072" y="58255"/>
                  <a:pt x="664193" y="76112"/>
                  <a:pt x="647824" y="74128"/>
                </a:cubicBezTo>
                <a:cubicBezTo>
                  <a:pt x="632943" y="76112"/>
                  <a:pt x="616575" y="58751"/>
                  <a:pt x="616575" y="43374"/>
                </a:cubicBezTo>
                <a:cubicBezTo>
                  <a:pt x="616575" y="28494"/>
                  <a:pt x="632447" y="11629"/>
                  <a:pt x="648816" y="12125"/>
                </a:cubicBezTo>
                <a:close/>
                <a:moveTo>
                  <a:pt x="581847" y="12125"/>
                </a:moveTo>
                <a:cubicBezTo>
                  <a:pt x="597720" y="12125"/>
                  <a:pt x="613593" y="26510"/>
                  <a:pt x="612601" y="44863"/>
                </a:cubicBezTo>
                <a:cubicBezTo>
                  <a:pt x="612105" y="60240"/>
                  <a:pt x="597720" y="75616"/>
                  <a:pt x="580359" y="75120"/>
                </a:cubicBezTo>
                <a:cubicBezTo>
                  <a:pt x="564485" y="74128"/>
                  <a:pt x="548612" y="59744"/>
                  <a:pt x="550597" y="42879"/>
                </a:cubicBezTo>
                <a:cubicBezTo>
                  <a:pt x="549108" y="27502"/>
                  <a:pt x="564485" y="12125"/>
                  <a:pt x="581847" y="12125"/>
                </a:cubicBezTo>
                <a:close/>
                <a:moveTo>
                  <a:pt x="514397" y="11629"/>
                </a:moveTo>
                <a:cubicBezTo>
                  <a:pt x="523822" y="11629"/>
                  <a:pt x="531759" y="14605"/>
                  <a:pt x="537215" y="20061"/>
                </a:cubicBezTo>
                <a:cubicBezTo>
                  <a:pt x="542671" y="26014"/>
                  <a:pt x="548625" y="33454"/>
                  <a:pt x="545151" y="42879"/>
                </a:cubicBezTo>
                <a:cubicBezTo>
                  <a:pt x="548128" y="52303"/>
                  <a:pt x="543167" y="59743"/>
                  <a:pt x="538207" y="65696"/>
                </a:cubicBezTo>
                <a:cubicBezTo>
                  <a:pt x="532751" y="71648"/>
                  <a:pt x="524318" y="75120"/>
                  <a:pt x="514893" y="74624"/>
                </a:cubicBezTo>
                <a:cubicBezTo>
                  <a:pt x="505468" y="74624"/>
                  <a:pt x="497532" y="71648"/>
                  <a:pt x="492074" y="66192"/>
                </a:cubicBezTo>
                <a:cubicBezTo>
                  <a:pt x="486122" y="60239"/>
                  <a:pt x="483146" y="52303"/>
                  <a:pt x="483146" y="42383"/>
                </a:cubicBezTo>
                <a:cubicBezTo>
                  <a:pt x="483146" y="33454"/>
                  <a:pt x="486122" y="26014"/>
                  <a:pt x="491082" y="20557"/>
                </a:cubicBezTo>
                <a:cubicBezTo>
                  <a:pt x="496540" y="14605"/>
                  <a:pt x="504972" y="11133"/>
                  <a:pt x="514397" y="11629"/>
                </a:cubicBezTo>
                <a:close/>
                <a:moveTo>
                  <a:pt x="448912" y="10079"/>
                </a:moveTo>
                <a:cubicBezTo>
                  <a:pt x="452384" y="10886"/>
                  <a:pt x="455856" y="12374"/>
                  <a:pt x="459328" y="12126"/>
                </a:cubicBezTo>
                <a:cubicBezTo>
                  <a:pt x="462305" y="12126"/>
                  <a:pt x="474705" y="24030"/>
                  <a:pt x="475697" y="28494"/>
                </a:cubicBezTo>
                <a:cubicBezTo>
                  <a:pt x="477185" y="34943"/>
                  <a:pt x="483138" y="41391"/>
                  <a:pt x="477185" y="48832"/>
                </a:cubicBezTo>
                <a:cubicBezTo>
                  <a:pt x="477185" y="59744"/>
                  <a:pt x="470737" y="65696"/>
                  <a:pt x="462305" y="71153"/>
                </a:cubicBezTo>
                <a:cubicBezTo>
                  <a:pt x="458832" y="73633"/>
                  <a:pt x="455856" y="73633"/>
                  <a:pt x="452880" y="74129"/>
                </a:cubicBezTo>
                <a:cubicBezTo>
                  <a:pt x="452384" y="74129"/>
                  <a:pt x="451392" y="75617"/>
                  <a:pt x="451392" y="76609"/>
                </a:cubicBezTo>
                <a:cubicBezTo>
                  <a:pt x="451392" y="77601"/>
                  <a:pt x="452880" y="79089"/>
                  <a:pt x="453376" y="78593"/>
                </a:cubicBezTo>
                <a:cubicBezTo>
                  <a:pt x="459824" y="76609"/>
                  <a:pt x="463297" y="82065"/>
                  <a:pt x="467761" y="84545"/>
                </a:cubicBezTo>
                <a:cubicBezTo>
                  <a:pt x="471729" y="87026"/>
                  <a:pt x="476193" y="91986"/>
                  <a:pt x="476689" y="95954"/>
                </a:cubicBezTo>
                <a:cubicBezTo>
                  <a:pt x="477681" y="102402"/>
                  <a:pt x="482146" y="107363"/>
                  <a:pt x="478673" y="115299"/>
                </a:cubicBezTo>
                <a:cubicBezTo>
                  <a:pt x="472721" y="129684"/>
                  <a:pt x="473713" y="129684"/>
                  <a:pt x="462305" y="138116"/>
                </a:cubicBezTo>
                <a:cubicBezTo>
                  <a:pt x="459328" y="140596"/>
                  <a:pt x="456848" y="140100"/>
                  <a:pt x="453872" y="140596"/>
                </a:cubicBezTo>
                <a:cubicBezTo>
                  <a:pt x="452880" y="140596"/>
                  <a:pt x="451888" y="142085"/>
                  <a:pt x="451888" y="142581"/>
                </a:cubicBezTo>
                <a:cubicBezTo>
                  <a:pt x="451888" y="143573"/>
                  <a:pt x="452384" y="145061"/>
                  <a:pt x="453376" y="145061"/>
                </a:cubicBezTo>
                <a:cubicBezTo>
                  <a:pt x="454864" y="145557"/>
                  <a:pt x="456352" y="145061"/>
                  <a:pt x="457840" y="145557"/>
                </a:cubicBezTo>
                <a:cubicBezTo>
                  <a:pt x="471233" y="150021"/>
                  <a:pt x="476689" y="161430"/>
                  <a:pt x="480162" y="173830"/>
                </a:cubicBezTo>
                <a:cubicBezTo>
                  <a:pt x="481154" y="176806"/>
                  <a:pt x="479169" y="181271"/>
                  <a:pt x="478177" y="184743"/>
                </a:cubicBezTo>
                <a:cubicBezTo>
                  <a:pt x="475201" y="196647"/>
                  <a:pt x="467761" y="204088"/>
                  <a:pt x="455856" y="207064"/>
                </a:cubicBezTo>
                <a:cubicBezTo>
                  <a:pt x="453872" y="207560"/>
                  <a:pt x="452384" y="208552"/>
                  <a:pt x="450896" y="209544"/>
                </a:cubicBezTo>
                <a:cubicBezTo>
                  <a:pt x="450400" y="209544"/>
                  <a:pt x="450896" y="211528"/>
                  <a:pt x="451392" y="211528"/>
                </a:cubicBezTo>
                <a:cubicBezTo>
                  <a:pt x="451888" y="212024"/>
                  <a:pt x="452880" y="211528"/>
                  <a:pt x="453872" y="211528"/>
                </a:cubicBezTo>
                <a:cubicBezTo>
                  <a:pt x="466273" y="213016"/>
                  <a:pt x="476193" y="220953"/>
                  <a:pt x="478177" y="232857"/>
                </a:cubicBezTo>
                <a:cubicBezTo>
                  <a:pt x="478673" y="236330"/>
                  <a:pt x="482146" y="241290"/>
                  <a:pt x="480658" y="243274"/>
                </a:cubicBezTo>
                <a:cubicBezTo>
                  <a:pt x="477681" y="247738"/>
                  <a:pt x="478673" y="252698"/>
                  <a:pt x="476689" y="257163"/>
                </a:cubicBezTo>
                <a:cubicBezTo>
                  <a:pt x="472225" y="267083"/>
                  <a:pt x="464289" y="272044"/>
                  <a:pt x="453872" y="273036"/>
                </a:cubicBezTo>
                <a:cubicBezTo>
                  <a:pt x="450896" y="273532"/>
                  <a:pt x="449904" y="277500"/>
                  <a:pt x="445439" y="275020"/>
                </a:cubicBezTo>
                <a:cubicBezTo>
                  <a:pt x="439486" y="272044"/>
                  <a:pt x="432046" y="272044"/>
                  <a:pt x="427086" y="268075"/>
                </a:cubicBezTo>
                <a:cubicBezTo>
                  <a:pt x="420637" y="263115"/>
                  <a:pt x="416669" y="256171"/>
                  <a:pt x="416669" y="247738"/>
                </a:cubicBezTo>
                <a:cubicBezTo>
                  <a:pt x="416669" y="246746"/>
                  <a:pt x="415677" y="245754"/>
                  <a:pt x="415181" y="245258"/>
                </a:cubicBezTo>
                <a:cubicBezTo>
                  <a:pt x="414685" y="245754"/>
                  <a:pt x="414189" y="246746"/>
                  <a:pt x="414189" y="247242"/>
                </a:cubicBezTo>
                <a:cubicBezTo>
                  <a:pt x="413197" y="249722"/>
                  <a:pt x="412701" y="252202"/>
                  <a:pt x="411709" y="254683"/>
                </a:cubicBezTo>
                <a:cubicBezTo>
                  <a:pt x="404268" y="273532"/>
                  <a:pt x="379466" y="284444"/>
                  <a:pt x="359624" y="268075"/>
                </a:cubicBezTo>
                <a:cubicBezTo>
                  <a:pt x="354664" y="264107"/>
                  <a:pt x="349704" y="259643"/>
                  <a:pt x="349704" y="251706"/>
                </a:cubicBezTo>
                <a:cubicBezTo>
                  <a:pt x="349704" y="251210"/>
                  <a:pt x="348711" y="250714"/>
                  <a:pt x="348711" y="250218"/>
                </a:cubicBezTo>
                <a:cubicBezTo>
                  <a:pt x="348215" y="250714"/>
                  <a:pt x="347719" y="251210"/>
                  <a:pt x="347223" y="251706"/>
                </a:cubicBezTo>
                <a:cubicBezTo>
                  <a:pt x="343751" y="256667"/>
                  <a:pt x="341767" y="262123"/>
                  <a:pt x="337303" y="266587"/>
                </a:cubicBezTo>
                <a:cubicBezTo>
                  <a:pt x="320438" y="282956"/>
                  <a:pt x="296132" y="277500"/>
                  <a:pt x="285716" y="258155"/>
                </a:cubicBezTo>
                <a:cubicBezTo>
                  <a:pt x="280756" y="253691"/>
                  <a:pt x="278276" y="249722"/>
                  <a:pt x="278772" y="246250"/>
                </a:cubicBezTo>
                <a:cubicBezTo>
                  <a:pt x="278772" y="228889"/>
                  <a:pt x="287204" y="219465"/>
                  <a:pt x="299605" y="212520"/>
                </a:cubicBezTo>
                <a:cubicBezTo>
                  <a:pt x="300597" y="212024"/>
                  <a:pt x="301589" y="211032"/>
                  <a:pt x="302580" y="210040"/>
                </a:cubicBezTo>
                <a:cubicBezTo>
                  <a:pt x="301589" y="209048"/>
                  <a:pt x="300597" y="208056"/>
                  <a:pt x="299605" y="207560"/>
                </a:cubicBezTo>
                <a:cubicBezTo>
                  <a:pt x="292164" y="203592"/>
                  <a:pt x="285716" y="198136"/>
                  <a:pt x="281748" y="190695"/>
                </a:cubicBezTo>
                <a:cubicBezTo>
                  <a:pt x="275300" y="178294"/>
                  <a:pt x="278276" y="165894"/>
                  <a:pt x="286212" y="155973"/>
                </a:cubicBezTo>
                <a:cubicBezTo>
                  <a:pt x="289684" y="151509"/>
                  <a:pt x="294149" y="148037"/>
                  <a:pt x="299605" y="145557"/>
                </a:cubicBezTo>
                <a:cubicBezTo>
                  <a:pt x="300597" y="145061"/>
                  <a:pt x="301093" y="143573"/>
                  <a:pt x="302084" y="142581"/>
                </a:cubicBezTo>
                <a:cubicBezTo>
                  <a:pt x="301093" y="142085"/>
                  <a:pt x="300597" y="141092"/>
                  <a:pt x="299605" y="141092"/>
                </a:cubicBezTo>
                <a:cubicBezTo>
                  <a:pt x="298613" y="140596"/>
                  <a:pt x="296628" y="141588"/>
                  <a:pt x="296132" y="140596"/>
                </a:cubicBezTo>
                <a:cubicBezTo>
                  <a:pt x="290676" y="133652"/>
                  <a:pt x="282244" y="129684"/>
                  <a:pt x="279764" y="120259"/>
                </a:cubicBezTo>
                <a:cubicBezTo>
                  <a:pt x="278276" y="113811"/>
                  <a:pt x="278276" y="107859"/>
                  <a:pt x="278772" y="101906"/>
                </a:cubicBezTo>
                <a:cubicBezTo>
                  <a:pt x="279268" y="97442"/>
                  <a:pt x="281748" y="91986"/>
                  <a:pt x="286708" y="88514"/>
                </a:cubicBezTo>
                <a:cubicBezTo>
                  <a:pt x="291668" y="85041"/>
                  <a:pt x="294149" y="78593"/>
                  <a:pt x="301589" y="78593"/>
                </a:cubicBezTo>
                <a:cubicBezTo>
                  <a:pt x="301589" y="78593"/>
                  <a:pt x="302084" y="77105"/>
                  <a:pt x="302084" y="76609"/>
                </a:cubicBezTo>
                <a:cubicBezTo>
                  <a:pt x="302084" y="76113"/>
                  <a:pt x="301589" y="74625"/>
                  <a:pt x="301093" y="74625"/>
                </a:cubicBezTo>
                <a:cubicBezTo>
                  <a:pt x="292164" y="73633"/>
                  <a:pt x="287204" y="68177"/>
                  <a:pt x="282740" y="61232"/>
                </a:cubicBezTo>
                <a:cubicBezTo>
                  <a:pt x="277780" y="52800"/>
                  <a:pt x="277284" y="34943"/>
                  <a:pt x="282740" y="26510"/>
                </a:cubicBezTo>
                <a:cubicBezTo>
                  <a:pt x="294149" y="8653"/>
                  <a:pt x="312005" y="6669"/>
                  <a:pt x="326886" y="12622"/>
                </a:cubicBezTo>
                <a:cubicBezTo>
                  <a:pt x="334823" y="15598"/>
                  <a:pt x="341271" y="21550"/>
                  <a:pt x="343255" y="30975"/>
                </a:cubicBezTo>
                <a:cubicBezTo>
                  <a:pt x="343255" y="31967"/>
                  <a:pt x="344247" y="32959"/>
                  <a:pt x="344743" y="33951"/>
                </a:cubicBezTo>
                <a:cubicBezTo>
                  <a:pt x="345239" y="34447"/>
                  <a:pt x="345735" y="34943"/>
                  <a:pt x="346231" y="35439"/>
                </a:cubicBezTo>
                <a:cubicBezTo>
                  <a:pt x="347223" y="34943"/>
                  <a:pt x="347719" y="34447"/>
                  <a:pt x="348215" y="33455"/>
                </a:cubicBezTo>
                <a:cubicBezTo>
                  <a:pt x="348215" y="27998"/>
                  <a:pt x="352184" y="24030"/>
                  <a:pt x="355656" y="20062"/>
                </a:cubicBezTo>
                <a:cubicBezTo>
                  <a:pt x="361112" y="14110"/>
                  <a:pt x="368057" y="11630"/>
                  <a:pt x="375498" y="10141"/>
                </a:cubicBezTo>
                <a:cubicBezTo>
                  <a:pt x="383434" y="8157"/>
                  <a:pt x="390875" y="11630"/>
                  <a:pt x="396827" y="15102"/>
                </a:cubicBezTo>
                <a:cubicBezTo>
                  <a:pt x="402780" y="19070"/>
                  <a:pt x="409229" y="24526"/>
                  <a:pt x="410221" y="32959"/>
                </a:cubicBezTo>
                <a:cubicBezTo>
                  <a:pt x="410221" y="33951"/>
                  <a:pt x="410717" y="34943"/>
                  <a:pt x="411709" y="35935"/>
                </a:cubicBezTo>
                <a:cubicBezTo>
                  <a:pt x="412205" y="36927"/>
                  <a:pt x="413197" y="36927"/>
                  <a:pt x="414189" y="37919"/>
                </a:cubicBezTo>
                <a:cubicBezTo>
                  <a:pt x="414685" y="37423"/>
                  <a:pt x="415181" y="36431"/>
                  <a:pt x="415181" y="35935"/>
                </a:cubicBezTo>
                <a:cubicBezTo>
                  <a:pt x="414189" y="28990"/>
                  <a:pt x="419149" y="24526"/>
                  <a:pt x="423117" y="20062"/>
                </a:cubicBezTo>
                <a:cubicBezTo>
                  <a:pt x="427086" y="16094"/>
                  <a:pt x="431550" y="11133"/>
                  <a:pt x="438494" y="12126"/>
                </a:cubicBezTo>
                <a:cubicBezTo>
                  <a:pt x="441967" y="9149"/>
                  <a:pt x="445439" y="9273"/>
                  <a:pt x="448912" y="10079"/>
                </a:cubicBezTo>
                <a:close/>
                <a:moveTo>
                  <a:pt x="983171" y="717"/>
                </a:moveTo>
                <a:cubicBezTo>
                  <a:pt x="984659" y="717"/>
                  <a:pt x="986147" y="717"/>
                  <a:pt x="987635" y="717"/>
                </a:cubicBezTo>
                <a:cubicBezTo>
                  <a:pt x="988627" y="717"/>
                  <a:pt x="989619" y="1213"/>
                  <a:pt x="990611" y="1709"/>
                </a:cubicBezTo>
                <a:cubicBezTo>
                  <a:pt x="989619" y="2205"/>
                  <a:pt x="988627" y="2701"/>
                  <a:pt x="987635" y="2701"/>
                </a:cubicBezTo>
                <a:cubicBezTo>
                  <a:pt x="987139" y="3197"/>
                  <a:pt x="986147" y="2701"/>
                  <a:pt x="985651" y="2701"/>
                </a:cubicBezTo>
                <a:cubicBezTo>
                  <a:pt x="984659" y="2701"/>
                  <a:pt x="984163" y="2701"/>
                  <a:pt x="983171" y="2701"/>
                </a:cubicBezTo>
                <a:cubicBezTo>
                  <a:pt x="982675" y="2701"/>
                  <a:pt x="981683" y="1709"/>
                  <a:pt x="981187" y="1709"/>
                </a:cubicBezTo>
                <a:cubicBezTo>
                  <a:pt x="981683" y="1213"/>
                  <a:pt x="982179" y="717"/>
                  <a:pt x="983171" y="717"/>
                </a:cubicBezTo>
                <a:close/>
                <a:moveTo>
                  <a:pt x="842771" y="717"/>
                </a:moveTo>
                <a:cubicBezTo>
                  <a:pt x="847731" y="717"/>
                  <a:pt x="853189" y="717"/>
                  <a:pt x="858149" y="717"/>
                </a:cubicBezTo>
                <a:cubicBezTo>
                  <a:pt x="858644" y="717"/>
                  <a:pt x="859636" y="1213"/>
                  <a:pt x="860131" y="1709"/>
                </a:cubicBezTo>
                <a:cubicBezTo>
                  <a:pt x="859636" y="2205"/>
                  <a:pt x="859140" y="2701"/>
                  <a:pt x="858149" y="2701"/>
                </a:cubicBezTo>
                <a:cubicBezTo>
                  <a:pt x="855172" y="3197"/>
                  <a:pt x="852692" y="2701"/>
                  <a:pt x="849715" y="2701"/>
                </a:cubicBezTo>
                <a:cubicBezTo>
                  <a:pt x="847234" y="2701"/>
                  <a:pt x="844752" y="2701"/>
                  <a:pt x="842771" y="2701"/>
                </a:cubicBezTo>
                <a:cubicBezTo>
                  <a:pt x="842274" y="2701"/>
                  <a:pt x="841283" y="2205"/>
                  <a:pt x="840786" y="1709"/>
                </a:cubicBezTo>
                <a:cubicBezTo>
                  <a:pt x="841283" y="1213"/>
                  <a:pt x="841778" y="717"/>
                  <a:pt x="842771" y="717"/>
                </a:cubicBezTo>
                <a:close/>
                <a:moveTo>
                  <a:pt x="635955" y="717"/>
                </a:moveTo>
                <a:cubicBezTo>
                  <a:pt x="644387" y="717"/>
                  <a:pt x="652323" y="717"/>
                  <a:pt x="660754" y="717"/>
                </a:cubicBezTo>
                <a:cubicBezTo>
                  <a:pt x="661250" y="717"/>
                  <a:pt x="662243" y="1213"/>
                  <a:pt x="662738" y="1709"/>
                </a:cubicBezTo>
                <a:cubicBezTo>
                  <a:pt x="662243" y="2205"/>
                  <a:pt x="661745" y="2701"/>
                  <a:pt x="661250" y="3197"/>
                </a:cubicBezTo>
                <a:cubicBezTo>
                  <a:pt x="656290" y="3693"/>
                  <a:pt x="651827" y="4685"/>
                  <a:pt x="647859" y="5677"/>
                </a:cubicBezTo>
                <a:cubicBezTo>
                  <a:pt x="643394" y="4685"/>
                  <a:pt x="639427" y="3693"/>
                  <a:pt x="635955" y="2701"/>
                </a:cubicBezTo>
                <a:cubicBezTo>
                  <a:pt x="635459" y="2701"/>
                  <a:pt x="634467" y="1709"/>
                  <a:pt x="633971" y="1709"/>
                </a:cubicBezTo>
                <a:cubicBezTo>
                  <a:pt x="634467" y="1213"/>
                  <a:pt x="634963" y="717"/>
                  <a:pt x="635955" y="717"/>
                </a:cubicBezTo>
                <a:close/>
                <a:moveTo>
                  <a:pt x="565494" y="717"/>
                </a:moveTo>
                <a:cubicBezTo>
                  <a:pt x="571446" y="717"/>
                  <a:pt x="576408" y="717"/>
                  <a:pt x="581368" y="717"/>
                </a:cubicBezTo>
                <a:cubicBezTo>
                  <a:pt x="584344" y="717"/>
                  <a:pt x="586824" y="717"/>
                  <a:pt x="589800" y="717"/>
                </a:cubicBezTo>
                <a:cubicBezTo>
                  <a:pt x="592280" y="717"/>
                  <a:pt x="595257" y="1213"/>
                  <a:pt x="597737" y="1213"/>
                </a:cubicBezTo>
                <a:cubicBezTo>
                  <a:pt x="595257" y="2205"/>
                  <a:pt x="593273" y="3693"/>
                  <a:pt x="590296" y="4685"/>
                </a:cubicBezTo>
                <a:cubicBezTo>
                  <a:pt x="581864" y="7165"/>
                  <a:pt x="573926" y="4685"/>
                  <a:pt x="565494" y="3197"/>
                </a:cubicBezTo>
                <a:cubicBezTo>
                  <a:pt x="564998" y="3197"/>
                  <a:pt x="564502" y="2701"/>
                  <a:pt x="564502" y="2205"/>
                </a:cubicBezTo>
                <a:cubicBezTo>
                  <a:pt x="564998" y="1709"/>
                  <a:pt x="564998" y="717"/>
                  <a:pt x="565494" y="717"/>
                </a:cubicBezTo>
                <a:close/>
                <a:moveTo>
                  <a:pt x="363113" y="717"/>
                </a:moveTo>
                <a:cubicBezTo>
                  <a:pt x="368569" y="717"/>
                  <a:pt x="374027" y="717"/>
                  <a:pt x="379483" y="717"/>
                </a:cubicBezTo>
                <a:cubicBezTo>
                  <a:pt x="384443" y="717"/>
                  <a:pt x="389901" y="717"/>
                  <a:pt x="394861" y="717"/>
                </a:cubicBezTo>
                <a:cubicBezTo>
                  <a:pt x="395853" y="717"/>
                  <a:pt x="396845" y="1709"/>
                  <a:pt x="397837" y="1709"/>
                </a:cubicBezTo>
                <a:cubicBezTo>
                  <a:pt x="396845" y="2205"/>
                  <a:pt x="395853" y="2205"/>
                  <a:pt x="394861" y="2701"/>
                </a:cubicBezTo>
                <a:cubicBezTo>
                  <a:pt x="384443" y="9149"/>
                  <a:pt x="373531" y="9149"/>
                  <a:pt x="363113" y="2701"/>
                </a:cubicBezTo>
                <a:cubicBezTo>
                  <a:pt x="362121" y="2205"/>
                  <a:pt x="361129" y="1709"/>
                  <a:pt x="360137" y="1709"/>
                </a:cubicBezTo>
                <a:cubicBezTo>
                  <a:pt x="361129" y="1213"/>
                  <a:pt x="362121" y="717"/>
                  <a:pt x="363113" y="717"/>
                </a:cubicBezTo>
                <a:close/>
                <a:moveTo>
                  <a:pt x="312505" y="717"/>
                </a:moveTo>
                <a:cubicBezTo>
                  <a:pt x="317465" y="717"/>
                  <a:pt x="322922" y="717"/>
                  <a:pt x="327882" y="717"/>
                </a:cubicBezTo>
                <a:cubicBezTo>
                  <a:pt x="328874" y="717"/>
                  <a:pt x="329866" y="1213"/>
                  <a:pt x="330858" y="1709"/>
                </a:cubicBezTo>
                <a:cubicBezTo>
                  <a:pt x="329866" y="2701"/>
                  <a:pt x="328874" y="4189"/>
                  <a:pt x="327882" y="5181"/>
                </a:cubicBezTo>
                <a:cubicBezTo>
                  <a:pt x="325402" y="6173"/>
                  <a:pt x="322426" y="7165"/>
                  <a:pt x="319449" y="8157"/>
                </a:cubicBezTo>
                <a:cubicBezTo>
                  <a:pt x="314985" y="9149"/>
                  <a:pt x="301096" y="7661"/>
                  <a:pt x="296632" y="5677"/>
                </a:cubicBezTo>
                <a:cubicBezTo>
                  <a:pt x="295144" y="5181"/>
                  <a:pt x="294152" y="3693"/>
                  <a:pt x="293160" y="2701"/>
                </a:cubicBezTo>
                <a:cubicBezTo>
                  <a:pt x="294152" y="2205"/>
                  <a:pt x="295640" y="1213"/>
                  <a:pt x="296632" y="1213"/>
                </a:cubicBezTo>
                <a:cubicBezTo>
                  <a:pt x="302088" y="221"/>
                  <a:pt x="307545" y="717"/>
                  <a:pt x="312505" y="717"/>
                </a:cubicBezTo>
                <a:close/>
                <a:moveTo>
                  <a:pt x="785248" y="221"/>
                </a:moveTo>
                <a:cubicBezTo>
                  <a:pt x="788722" y="717"/>
                  <a:pt x="791695" y="717"/>
                  <a:pt x="795166" y="1213"/>
                </a:cubicBezTo>
                <a:cubicBezTo>
                  <a:pt x="792191" y="5181"/>
                  <a:pt x="788226" y="2205"/>
                  <a:pt x="784751" y="2701"/>
                </a:cubicBezTo>
                <a:cubicBezTo>
                  <a:pt x="780779" y="3197"/>
                  <a:pt x="776316" y="2205"/>
                  <a:pt x="771856" y="2205"/>
                </a:cubicBezTo>
                <a:cubicBezTo>
                  <a:pt x="776316" y="-1267"/>
                  <a:pt x="780779" y="1709"/>
                  <a:pt x="785248" y="221"/>
                </a:cubicBezTo>
                <a:close/>
                <a:moveTo>
                  <a:pt x="704359" y="221"/>
                </a:moveTo>
                <a:cubicBezTo>
                  <a:pt x="707831" y="717"/>
                  <a:pt x="711303" y="717"/>
                  <a:pt x="714776" y="717"/>
                </a:cubicBezTo>
                <a:cubicBezTo>
                  <a:pt x="715768" y="717"/>
                  <a:pt x="716264" y="717"/>
                  <a:pt x="717256" y="717"/>
                </a:cubicBezTo>
                <a:cubicBezTo>
                  <a:pt x="720232" y="1213"/>
                  <a:pt x="723208" y="1213"/>
                  <a:pt x="726184" y="1709"/>
                </a:cubicBezTo>
                <a:cubicBezTo>
                  <a:pt x="723208" y="3197"/>
                  <a:pt x="719736" y="5181"/>
                  <a:pt x="716760" y="5181"/>
                </a:cubicBezTo>
                <a:cubicBezTo>
                  <a:pt x="712296" y="5181"/>
                  <a:pt x="708327" y="3693"/>
                  <a:pt x="703863" y="2701"/>
                </a:cubicBezTo>
                <a:cubicBezTo>
                  <a:pt x="703367" y="2701"/>
                  <a:pt x="702871" y="2205"/>
                  <a:pt x="702871" y="1709"/>
                </a:cubicBezTo>
                <a:cubicBezTo>
                  <a:pt x="703367" y="1213"/>
                  <a:pt x="703863" y="221"/>
                  <a:pt x="704359" y="221"/>
                </a:cubicBezTo>
                <a:close/>
                <a:moveTo>
                  <a:pt x="500000" y="221"/>
                </a:moveTo>
                <a:cubicBezTo>
                  <a:pt x="504960" y="717"/>
                  <a:pt x="510418" y="717"/>
                  <a:pt x="515377" y="717"/>
                </a:cubicBezTo>
                <a:cubicBezTo>
                  <a:pt x="519842" y="717"/>
                  <a:pt x="524802" y="717"/>
                  <a:pt x="529267" y="717"/>
                </a:cubicBezTo>
                <a:cubicBezTo>
                  <a:pt x="529763" y="717"/>
                  <a:pt x="530755" y="1213"/>
                  <a:pt x="531251" y="1709"/>
                </a:cubicBezTo>
                <a:cubicBezTo>
                  <a:pt x="530755" y="2205"/>
                  <a:pt x="530259" y="2701"/>
                  <a:pt x="529267" y="2701"/>
                </a:cubicBezTo>
                <a:cubicBezTo>
                  <a:pt x="526291" y="3693"/>
                  <a:pt x="523810" y="5181"/>
                  <a:pt x="520834" y="5181"/>
                </a:cubicBezTo>
                <a:cubicBezTo>
                  <a:pt x="513889" y="5181"/>
                  <a:pt x="506448" y="6669"/>
                  <a:pt x="499504" y="2701"/>
                </a:cubicBezTo>
                <a:cubicBezTo>
                  <a:pt x="499008" y="2205"/>
                  <a:pt x="498512" y="1709"/>
                  <a:pt x="498016" y="1213"/>
                </a:cubicBezTo>
                <a:cubicBezTo>
                  <a:pt x="498512" y="717"/>
                  <a:pt x="499504" y="221"/>
                  <a:pt x="500000" y="221"/>
                </a:cubicBezTo>
                <a:close/>
                <a:moveTo>
                  <a:pt x="434058" y="221"/>
                </a:moveTo>
                <a:cubicBezTo>
                  <a:pt x="442987" y="221"/>
                  <a:pt x="451420" y="221"/>
                  <a:pt x="460349" y="221"/>
                </a:cubicBezTo>
                <a:cubicBezTo>
                  <a:pt x="460845" y="221"/>
                  <a:pt x="461837" y="717"/>
                  <a:pt x="462333" y="1213"/>
                </a:cubicBezTo>
                <a:cubicBezTo>
                  <a:pt x="461837" y="2205"/>
                  <a:pt x="461341" y="3197"/>
                  <a:pt x="460349" y="3693"/>
                </a:cubicBezTo>
                <a:cubicBezTo>
                  <a:pt x="454892" y="5181"/>
                  <a:pt x="449436" y="6669"/>
                  <a:pt x="443979" y="8157"/>
                </a:cubicBezTo>
                <a:cubicBezTo>
                  <a:pt x="443979" y="7661"/>
                  <a:pt x="443979" y="7165"/>
                  <a:pt x="443979" y="7165"/>
                </a:cubicBezTo>
                <a:cubicBezTo>
                  <a:pt x="440507" y="6173"/>
                  <a:pt x="436538" y="6173"/>
                  <a:pt x="433065" y="5181"/>
                </a:cubicBezTo>
                <a:cubicBezTo>
                  <a:pt x="431577" y="4685"/>
                  <a:pt x="430585" y="2701"/>
                  <a:pt x="429593" y="1213"/>
                </a:cubicBezTo>
                <a:cubicBezTo>
                  <a:pt x="431081" y="717"/>
                  <a:pt x="432569" y="221"/>
                  <a:pt x="434058" y="221"/>
                </a:cubicBezTo>
                <a:close/>
                <a:moveTo>
                  <a:pt x="100692" y="221"/>
                </a:moveTo>
                <a:cubicBezTo>
                  <a:pt x="103669" y="221"/>
                  <a:pt x="106645" y="717"/>
                  <a:pt x="110117" y="717"/>
                </a:cubicBezTo>
                <a:cubicBezTo>
                  <a:pt x="116069" y="717"/>
                  <a:pt x="122022" y="717"/>
                  <a:pt x="127974" y="717"/>
                </a:cubicBezTo>
                <a:cubicBezTo>
                  <a:pt x="128966" y="717"/>
                  <a:pt x="129958" y="1213"/>
                  <a:pt x="130950" y="1709"/>
                </a:cubicBezTo>
                <a:cubicBezTo>
                  <a:pt x="129958" y="2701"/>
                  <a:pt x="129462" y="4189"/>
                  <a:pt x="128470" y="5181"/>
                </a:cubicBezTo>
                <a:cubicBezTo>
                  <a:pt x="126486" y="6669"/>
                  <a:pt x="123510" y="7165"/>
                  <a:pt x="121526" y="8157"/>
                </a:cubicBezTo>
                <a:cubicBezTo>
                  <a:pt x="121029" y="8653"/>
                  <a:pt x="120533" y="9149"/>
                  <a:pt x="120037" y="9646"/>
                </a:cubicBezTo>
                <a:cubicBezTo>
                  <a:pt x="120533" y="10142"/>
                  <a:pt x="121526" y="10638"/>
                  <a:pt x="122022" y="10638"/>
                </a:cubicBezTo>
                <a:cubicBezTo>
                  <a:pt x="130454" y="13614"/>
                  <a:pt x="133926" y="16094"/>
                  <a:pt x="138886" y="23534"/>
                </a:cubicBezTo>
                <a:cubicBezTo>
                  <a:pt x="139879" y="25022"/>
                  <a:pt x="141367" y="26510"/>
                  <a:pt x="142855" y="27998"/>
                </a:cubicBezTo>
                <a:cubicBezTo>
                  <a:pt x="143847" y="27998"/>
                  <a:pt x="143847" y="29983"/>
                  <a:pt x="145831" y="27502"/>
                </a:cubicBezTo>
                <a:cubicBezTo>
                  <a:pt x="149303" y="23038"/>
                  <a:pt x="153271" y="18574"/>
                  <a:pt x="157239" y="14110"/>
                </a:cubicBezTo>
                <a:cubicBezTo>
                  <a:pt x="160216" y="10638"/>
                  <a:pt x="165672" y="11134"/>
                  <a:pt x="169144" y="8157"/>
                </a:cubicBezTo>
                <a:cubicBezTo>
                  <a:pt x="164680" y="7661"/>
                  <a:pt x="160712" y="6173"/>
                  <a:pt x="156743" y="3197"/>
                </a:cubicBezTo>
                <a:cubicBezTo>
                  <a:pt x="156247" y="2701"/>
                  <a:pt x="155751" y="2205"/>
                  <a:pt x="155255" y="1709"/>
                </a:cubicBezTo>
                <a:cubicBezTo>
                  <a:pt x="155751" y="1213"/>
                  <a:pt x="156743" y="717"/>
                  <a:pt x="157239" y="717"/>
                </a:cubicBezTo>
                <a:cubicBezTo>
                  <a:pt x="169144" y="717"/>
                  <a:pt x="181049" y="717"/>
                  <a:pt x="192953" y="717"/>
                </a:cubicBezTo>
                <a:cubicBezTo>
                  <a:pt x="194441" y="717"/>
                  <a:pt x="195930" y="1709"/>
                  <a:pt x="197914" y="2205"/>
                </a:cubicBezTo>
                <a:cubicBezTo>
                  <a:pt x="196922" y="3197"/>
                  <a:pt x="195930" y="4685"/>
                  <a:pt x="194441" y="5181"/>
                </a:cubicBezTo>
                <a:cubicBezTo>
                  <a:pt x="191961" y="6173"/>
                  <a:pt x="188985" y="6669"/>
                  <a:pt x="186009" y="7661"/>
                </a:cubicBezTo>
                <a:cubicBezTo>
                  <a:pt x="185513" y="7661"/>
                  <a:pt x="184521" y="8157"/>
                  <a:pt x="184025" y="8653"/>
                </a:cubicBezTo>
                <a:cubicBezTo>
                  <a:pt x="184521" y="9149"/>
                  <a:pt x="185017" y="10142"/>
                  <a:pt x="185513" y="10142"/>
                </a:cubicBezTo>
                <a:cubicBezTo>
                  <a:pt x="196922" y="11630"/>
                  <a:pt x="202874" y="20062"/>
                  <a:pt x="208826" y="28991"/>
                </a:cubicBezTo>
                <a:cubicBezTo>
                  <a:pt x="209322" y="29983"/>
                  <a:pt x="210810" y="34447"/>
                  <a:pt x="212794" y="28991"/>
                </a:cubicBezTo>
                <a:cubicBezTo>
                  <a:pt x="216763" y="18078"/>
                  <a:pt x="225691" y="12622"/>
                  <a:pt x="236604" y="10142"/>
                </a:cubicBezTo>
                <a:cubicBezTo>
                  <a:pt x="237100" y="10142"/>
                  <a:pt x="238092" y="9646"/>
                  <a:pt x="238588" y="9149"/>
                </a:cubicBezTo>
                <a:cubicBezTo>
                  <a:pt x="238092" y="8653"/>
                  <a:pt x="237100" y="8157"/>
                  <a:pt x="236108" y="7661"/>
                </a:cubicBezTo>
                <a:cubicBezTo>
                  <a:pt x="232139" y="6173"/>
                  <a:pt x="227675" y="4685"/>
                  <a:pt x="223707" y="2701"/>
                </a:cubicBezTo>
                <a:cubicBezTo>
                  <a:pt x="223211" y="2205"/>
                  <a:pt x="222715" y="1709"/>
                  <a:pt x="222219" y="1213"/>
                </a:cubicBezTo>
                <a:cubicBezTo>
                  <a:pt x="222715" y="717"/>
                  <a:pt x="223707" y="221"/>
                  <a:pt x="224203" y="221"/>
                </a:cubicBezTo>
                <a:cubicBezTo>
                  <a:pt x="237100" y="221"/>
                  <a:pt x="249500" y="221"/>
                  <a:pt x="262397" y="221"/>
                </a:cubicBezTo>
                <a:cubicBezTo>
                  <a:pt x="263389" y="221"/>
                  <a:pt x="263885" y="1213"/>
                  <a:pt x="264877" y="1709"/>
                </a:cubicBezTo>
                <a:cubicBezTo>
                  <a:pt x="264381" y="2205"/>
                  <a:pt x="263389" y="2701"/>
                  <a:pt x="262893" y="2701"/>
                </a:cubicBezTo>
                <a:cubicBezTo>
                  <a:pt x="258429" y="3693"/>
                  <a:pt x="255453" y="8157"/>
                  <a:pt x="250492" y="7661"/>
                </a:cubicBezTo>
                <a:cubicBezTo>
                  <a:pt x="249996" y="7661"/>
                  <a:pt x="249004" y="8157"/>
                  <a:pt x="248508" y="8653"/>
                </a:cubicBezTo>
                <a:cubicBezTo>
                  <a:pt x="249500" y="9149"/>
                  <a:pt x="249996" y="9646"/>
                  <a:pt x="250988" y="10142"/>
                </a:cubicBezTo>
                <a:cubicBezTo>
                  <a:pt x="261901" y="12622"/>
                  <a:pt x="270334" y="18574"/>
                  <a:pt x="274302" y="28991"/>
                </a:cubicBezTo>
                <a:cubicBezTo>
                  <a:pt x="280254" y="44367"/>
                  <a:pt x="277278" y="64704"/>
                  <a:pt x="259917" y="73137"/>
                </a:cubicBezTo>
                <a:cubicBezTo>
                  <a:pt x="259421" y="73633"/>
                  <a:pt x="258429" y="73633"/>
                  <a:pt x="257933" y="74129"/>
                </a:cubicBezTo>
                <a:cubicBezTo>
                  <a:pt x="256941" y="75121"/>
                  <a:pt x="255949" y="76113"/>
                  <a:pt x="255453" y="77105"/>
                </a:cubicBezTo>
                <a:cubicBezTo>
                  <a:pt x="256445" y="77601"/>
                  <a:pt x="256941" y="78593"/>
                  <a:pt x="257933" y="79089"/>
                </a:cubicBezTo>
                <a:cubicBezTo>
                  <a:pt x="260413" y="80577"/>
                  <a:pt x="263389" y="81569"/>
                  <a:pt x="265869" y="83553"/>
                </a:cubicBezTo>
                <a:cubicBezTo>
                  <a:pt x="273310" y="90002"/>
                  <a:pt x="277278" y="97938"/>
                  <a:pt x="277278" y="108355"/>
                </a:cubicBezTo>
                <a:cubicBezTo>
                  <a:pt x="277278" y="119267"/>
                  <a:pt x="274798" y="128692"/>
                  <a:pt x="266365" y="136132"/>
                </a:cubicBezTo>
                <a:cubicBezTo>
                  <a:pt x="264381" y="138116"/>
                  <a:pt x="261405" y="139604"/>
                  <a:pt x="258925" y="141093"/>
                </a:cubicBezTo>
                <a:cubicBezTo>
                  <a:pt x="254461" y="143573"/>
                  <a:pt x="254957" y="143077"/>
                  <a:pt x="257933" y="146053"/>
                </a:cubicBezTo>
                <a:cubicBezTo>
                  <a:pt x="261901" y="150021"/>
                  <a:pt x="269341" y="150021"/>
                  <a:pt x="269837" y="156965"/>
                </a:cubicBezTo>
                <a:cubicBezTo>
                  <a:pt x="279758" y="164902"/>
                  <a:pt x="277278" y="176310"/>
                  <a:pt x="276286" y="186231"/>
                </a:cubicBezTo>
                <a:cubicBezTo>
                  <a:pt x="275294" y="192679"/>
                  <a:pt x="271326" y="199128"/>
                  <a:pt x="264877" y="203096"/>
                </a:cubicBezTo>
                <a:cubicBezTo>
                  <a:pt x="261405" y="205080"/>
                  <a:pt x="257933" y="207560"/>
                  <a:pt x="254461" y="210040"/>
                </a:cubicBezTo>
                <a:cubicBezTo>
                  <a:pt x="253965" y="210536"/>
                  <a:pt x="253469" y="211032"/>
                  <a:pt x="252973" y="211528"/>
                </a:cubicBezTo>
                <a:cubicBezTo>
                  <a:pt x="253469" y="212024"/>
                  <a:pt x="254461" y="212520"/>
                  <a:pt x="254957" y="212520"/>
                </a:cubicBezTo>
                <a:cubicBezTo>
                  <a:pt x="260909" y="211528"/>
                  <a:pt x="262893" y="217481"/>
                  <a:pt x="265869" y="219961"/>
                </a:cubicBezTo>
                <a:cubicBezTo>
                  <a:pt x="278766" y="230377"/>
                  <a:pt x="278270" y="243770"/>
                  <a:pt x="273806" y="257163"/>
                </a:cubicBezTo>
                <a:cubicBezTo>
                  <a:pt x="272814" y="260635"/>
                  <a:pt x="268845" y="263115"/>
                  <a:pt x="266365" y="266091"/>
                </a:cubicBezTo>
                <a:cubicBezTo>
                  <a:pt x="255949" y="278492"/>
                  <a:pt x="242556" y="278988"/>
                  <a:pt x="229163" y="274028"/>
                </a:cubicBezTo>
                <a:cubicBezTo>
                  <a:pt x="224699" y="272540"/>
                  <a:pt x="221227" y="268075"/>
                  <a:pt x="217755" y="264603"/>
                </a:cubicBezTo>
                <a:cubicBezTo>
                  <a:pt x="215275" y="262123"/>
                  <a:pt x="211306" y="260139"/>
                  <a:pt x="212298" y="255179"/>
                </a:cubicBezTo>
                <a:cubicBezTo>
                  <a:pt x="212298" y="254683"/>
                  <a:pt x="211802" y="253691"/>
                  <a:pt x="211306" y="253195"/>
                </a:cubicBezTo>
                <a:cubicBezTo>
                  <a:pt x="210810" y="253691"/>
                  <a:pt x="210314" y="254187"/>
                  <a:pt x="209818" y="254683"/>
                </a:cubicBezTo>
                <a:cubicBezTo>
                  <a:pt x="208330" y="257163"/>
                  <a:pt x="205850" y="259643"/>
                  <a:pt x="204858" y="262123"/>
                </a:cubicBezTo>
                <a:cubicBezTo>
                  <a:pt x="202378" y="268571"/>
                  <a:pt x="195930" y="270556"/>
                  <a:pt x="190969" y="274524"/>
                </a:cubicBezTo>
                <a:cubicBezTo>
                  <a:pt x="187001" y="277500"/>
                  <a:pt x="182041" y="276012"/>
                  <a:pt x="177577" y="277004"/>
                </a:cubicBezTo>
                <a:cubicBezTo>
                  <a:pt x="167656" y="278988"/>
                  <a:pt x="160712" y="273532"/>
                  <a:pt x="153767" y="268571"/>
                </a:cubicBezTo>
                <a:cubicBezTo>
                  <a:pt x="150295" y="266091"/>
                  <a:pt x="148311" y="261627"/>
                  <a:pt x="145831" y="257659"/>
                </a:cubicBezTo>
                <a:cubicBezTo>
                  <a:pt x="143351" y="254187"/>
                  <a:pt x="142855" y="254187"/>
                  <a:pt x="141367" y="257659"/>
                </a:cubicBezTo>
                <a:cubicBezTo>
                  <a:pt x="138390" y="265595"/>
                  <a:pt x="132934" y="271052"/>
                  <a:pt x="124998" y="274028"/>
                </a:cubicBezTo>
                <a:cubicBezTo>
                  <a:pt x="112101" y="278988"/>
                  <a:pt x="93748" y="277996"/>
                  <a:pt x="83331" y="265099"/>
                </a:cubicBezTo>
                <a:cubicBezTo>
                  <a:pt x="81347" y="262619"/>
                  <a:pt x="80851" y="259147"/>
                  <a:pt x="78867" y="256171"/>
                </a:cubicBezTo>
                <a:cubicBezTo>
                  <a:pt x="78371" y="255675"/>
                  <a:pt x="75395" y="255179"/>
                  <a:pt x="74899" y="256171"/>
                </a:cubicBezTo>
                <a:cubicBezTo>
                  <a:pt x="73411" y="257659"/>
                  <a:pt x="72915" y="260139"/>
                  <a:pt x="71923" y="262123"/>
                </a:cubicBezTo>
                <a:cubicBezTo>
                  <a:pt x="66963" y="271548"/>
                  <a:pt x="58530" y="276012"/>
                  <a:pt x="48114" y="276508"/>
                </a:cubicBezTo>
                <a:cubicBezTo>
                  <a:pt x="41169" y="277004"/>
                  <a:pt x="34225" y="277500"/>
                  <a:pt x="27776" y="274028"/>
                </a:cubicBezTo>
                <a:cubicBezTo>
                  <a:pt x="17856" y="268075"/>
                  <a:pt x="10912" y="260139"/>
                  <a:pt x="9920" y="248234"/>
                </a:cubicBezTo>
                <a:cubicBezTo>
                  <a:pt x="9920" y="247242"/>
                  <a:pt x="8927" y="246746"/>
                  <a:pt x="8431" y="246250"/>
                </a:cubicBezTo>
                <a:cubicBezTo>
                  <a:pt x="7935" y="246746"/>
                  <a:pt x="7439" y="247738"/>
                  <a:pt x="7439" y="248234"/>
                </a:cubicBezTo>
                <a:cubicBezTo>
                  <a:pt x="7935" y="252699"/>
                  <a:pt x="5951" y="256171"/>
                  <a:pt x="3967" y="260139"/>
                </a:cubicBezTo>
                <a:cubicBezTo>
                  <a:pt x="3471" y="261131"/>
                  <a:pt x="2479" y="261627"/>
                  <a:pt x="1487" y="262619"/>
                </a:cubicBezTo>
                <a:cubicBezTo>
                  <a:pt x="991" y="261627"/>
                  <a:pt x="495" y="260635"/>
                  <a:pt x="495" y="259643"/>
                </a:cubicBezTo>
                <a:cubicBezTo>
                  <a:pt x="495" y="248730"/>
                  <a:pt x="495" y="238314"/>
                  <a:pt x="495" y="227401"/>
                </a:cubicBezTo>
                <a:cubicBezTo>
                  <a:pt x="495" y="226409"/>
                  <a:pt x="1487" y="225417"/>
                  <a:pt x="1983" y="224425"/>
                </a:cubicBezTo>
                <a:cubicBezTo>
                  <a:pt x="2479" y="224921"/>
                  <a:pt x="3471" y="225417"/>
                  <a:pt x="3471" y="225913"/>
                </a:cubicBezTo>
                <a:cubicBezTo>
                  <a:pt x="5455" y="228889"/>
                  <a:pt x="7935" y="231865"/>
                  <a:pt x="7935" y="235834"/>
                </a:cubicBezTo>
                <a:cubicBezTo>
                  <a:pt x="7935" y="237322"/>
                  <a:pt x="8431" y="238810"/>
                  <a:pt x="8927" y="240298"/>
                </a:cubicBezTo>
                <a:cubicBezTo>
                  <a:pt x="9423" y="238810"/>
                  <a:pt x="9920" y="237322"/>
                  <a:pt x="10416" y="235338"/>
                </a:cubicBezTo>
                <a:cubicBezTo>
                  <a:pt x="12896" y="224425"/>
                  <a:pt x="18352" y="215993"/>
                  <a:pt x="29265" y="212024"/>
                </a:cubicBezTo>
                <a:cubicBezTo>
                  <a:pt x="33233" y="210536"/>
                  <a:pt x="31249" y="209544"/>
                  <a:pt x="29761" y="208552"/>
                </a:cubicBezTo>
                <a:cubicBezTo>
                  <a:pt x="22320" y="204088"/>
                  <a:pt x="15872" y="199128"/>
                  <a:pt x="12400" y="191191"/>
                </a:cubicBezTo>
                <a:cubicBezTo>
                  <a:pt x="11408" y="190695"/>
                  <a:pt x="10416" y="189703"/>
                  <a:pt x="9920" y="188711"/>
                </a:cubicBezTo>
                <a:cubicBezTo>
                  <a:pt x="9423" y="187223"/>
                  <a:pt x="8927" y="185735"/>
                  <a:pt x="8431" y="184247"/>
                </a:cubicBezTo>
                <a:cubicBezTo>
                  <a:pt x="7935" y="185735"/>
                  <a:pt x="7439" y="187223"/>
                  <a:pt x="6943" y="188215"/>
                </a:cubicBezTo>
                <a:cubicBezTo>
                  <a:pt x="5951" y="190695"/>
                  <a:pt x="4463" y="192679"/>
                  <a:pt x="2975" y="195159"/>
                </a:cubicBezTo>
                <a:cubicBezTo>
                  <a:pt x="2479" y="196152"/>
                  <a:pt x="1983" y="197144"/>
                  <a:pt x="1983" y="198136"/>
                </a:cubicBezTo>
                <a:cubicBezTo>
                  <a:pt x="1487" y="197144"/>
                  <a:pt x="991" y="196152"/>
                  <a:pt x="991" y="195159"/>
                </a:cubicBezTo>
                <a:cubicBezTo>
                  <a:pt x="991" y="182759"/>
                  <a:pt x="991" y="170358"/>
                  <a:pt x="991" y="158454"/>
                </a:cubicBezTo>
                <a:cubicBezTo>
                  <a:pt x="991" y="157461"/>
                  <a:pt x="1983" y="156469"/>
                  <a:pt x="1983" y="155477"/>
                </a:cubicBezTo>
                <a:cubicBezTo>
                  <a:pt x="2479" y="156469"/>
                  <a:pt x="2479" y="157461"/>
                  <a:pt x="2975" y="158454"/>
                </a:cubicBezTo>
                <a:cubicBezTo>
                  <a:pt x="3967" y="159942"/>
                  <a:pt x="4463" y="161926"/>
                  <a:pt x="5455" y="163414"/>
                </a:cubicBezTo>
                <a:cubicBezTo>
                  <a:pt x="6447" y="165398"/>
                  <a:pt x="7439" y="168870"/>
                  <a:pt x="8431" y="168870"/>
                </a:cubicBezTo>
                <a:cubicBezTo>
                  <a:pt x="11904" y="168374"/>
                  <a:pt x="8927" y="165398"/>
                  <a:pt x="9920" y="163414"/>
                </a:cubicBezTo>
                <a:cubicBezTo>
                  <a:pt x="14384" y="156469"/>
                  <a:pt x="19344" y="149525"/>
                  <a:pt x="27280" y="145557"/>
                </a:cubicBezTo>
                <a:cubicBezTo>
                  <a:pt x="29761" y="144565"/>
                  <a:pt x="29761" y="142085"/>
                  <a:pt x="27776" y="141093"/>
                </a:cubicBezTo>
                <a:cubicBezTo>
                  <a:pt x="18352" y="137620"/>
                  <a:pt x="13888" y="129684"/>
                  <a:pt x="9920" y="121252"/>
                </a:cubicBezTo>
                <a:cubicBezTo>
                  <a:pt x="9423" y="120755"/>
                  <a:pt x="8927" y="119763"/>
                  <a:pt x="8927" y="119267"/>
                </a:cubicBezTo>
                <a:cubicBezTo>
                  <a:pt x="8431" y="119763"/>
                  <a:pt x="7935" y="120259"/>
                  <a:pt x="7935" y="121252"/>
                </a:cubicBezTo>
                <a:cubicBezTo>
                  <a:pt x="5951" y="124724"/>
                  <a:pt x="5951" y="129188"/>
                  <a:pt x="1487" y="131172"/>
                </a:cubicBezTo>
                <a:cubicBezTo>
                  <a:pt x="991" y="127204"/>
                  <a:pt x="991" y="123236"/>
                  <a:pt x="495" y="119763"/>
                </a:cubicBezTo>
                <a:cubicBezTo>
                  <a:pt x="495" y="110835"/>
                  <a:pt x="495" y="102402"/>
                  <a:pt x="495" y="93474"/>
                </a:cubicBezTo>
                <a:cubicBezTo>
                  <a:pt x="495" y="91986"/>
                  <a:pt x="991" y="90498"/>
                  <a:pt x="1487" y="89010"/>
                </a:cubicBezTo>
                <a:cubicBezTo>
                  <a:pt x="2975" y="90002"/>
                  <a:pt x="4463" y="91490"/>
                  <a:pt x="5455" y="92978"/>
                </a:cubicBezTo>
                <a:cubicBezTo>
                  <a:pt x="6447" y="94962"/>
                  <a:pt x="6943" y="96946"/>
                  <a:pt x="7935" y="98930"/>
                </a:cubicBezTo>
                <a:cubicBezTo>
                  <a:pt x="8431" y="99426"/>
                  <a:pt x="8927" y="99922"/>
                  <a:pt x="9423" y="100418"/>
                </a:cubicBezTo>
                <a:cubicBezTo>
                  <a:pt x="9423" y="99922"/>
                  <a:pt x="9920" y="98930"/>
                  <a:pt x="9920" y="98434"/>
                </a:cubicBezTo>
                <a:cubicBezTo>
                  <a:pt x="13392" y="90002"/>
                  <a:pt x="18352" y="83057"/>
                  <a:pt x="26784" y="79089"/>
                </a:cubicBezTo>
                <a:cubicBezTo>
                  <a:pt x="29265" y="78097"/>
                  <a:pt x="28769" y="77601"/>
                  <a:pt x="27280" y="76113"/>
                </a:cubicBezTo>
                <a:cubicBezTo>
                  <a:pt x="25792" y="74625"/>
                  <a:pt x="24800" y="72145"/>
                  <a:pt x="22816" y="72145"/>
                </a:cubicBezTo>
                <a:cubicBezTo>
                  <a:pt x="15872" y="70657"/>
                  <a:pt x="14880" y="62720"/>
                  <a:pt x="9920" y="58752"/>
                </a:cubicBezTo>
                <a:cubicBezTo>
                  <a:pt x="8927" y="57760"/>
                  <a:pt x="9423" y="55280"/>
                  <a:pt x="8927" y="53296"/>
                </a:cubicBezTo>
                <a:cubicBezTo>
                  <a:pt x="7935" y="54784"/>
                  <a:pt x="6447" y="56768"/>
                  <a:pt x="5455" y="58256"/>
                </a:cubicBezTo>
                <a:cubicBezTo>
                  <a:pt x="4463" y="59744"/>
                  <a:pt x="3967" y="61728"/>
                  <a:pt x="2975" y="63216"/>
                </a:cubicBezTo>
                <a:cubicBezTo>
                  <a:pt x="2479" y="63712"/>
                  <a:pt x="1983" y="64208"/>
                  <a:pt x="1487" y="64704"/>
                </a:cubicBezTo>
                <a:cubicBezTo>
                  <a:pt x="991" y="64208"/>
                  <a:pt x="495" y="63216"/>
                  <a:pt x="495" y="62720"/>
                </a:cubicBezTo>
                <a:cubicBezTo>
                  <a:pt x="495" y="49824"/>
                  <a:pt x="495" y="37423"/>
                  <a:pt x="495" y="24526"/>
                </a:cubicBezTo>
                <a:cubicBezTo>
                  <a:pt x="495" y="23534"/>
                  <a:pt x="1487" y="22542"/>
                  <a:pt x="1983" y="22046"/>
                </a:cubicBezTo>
                <a:cubicBezTo>
                  <a:pt x="2479" y="22542"/>
                  <a:pt x="2975" y="23038"/>
                  <a:pt x="3471" y="23534"/>
                </a:cubicBezTo>
                <a:cubicBezTo>
                  <a:pt x="4959" y="26014"/>
                  <a:pt x="6447" y="27998"/>
                  <a:pt x="7439" y="30479"/>
                </a:cubicBezTo>
                <a:cubicBezTo>
                  <a:pt x="7935" y="31471"/>
                  <a:pt x="7935" y="32463"/>
                  <a:pt x="8431" y="33455"/>
                </a:cubicBezTo>
                <a:cubicBezTo>
                  <a:pt x="8927" y="32463"/>
                  <a:pt x="9423" y="30975"/>
                  <a:pt x="9920" y="29983"/>
                </a:cubicBezTo>
                <a:cubicBezTo>
                  <a:pt x="12896" y="20558"/>
                  <a:pt x="21328" y="13118"/>
                  <a:pt x="31249" y="10142"/>
                </a:cubicBezTo>
                <a:cubicBezTo>
                  <a:pt x="31745" y="10142"/>
                  <a:pt x="32737" y="9646"/>
                  <a:pt x="33233" y="9149"/>
                </a:cubicBezTo>
                <a:cubicBezTo>
                  <a:pt x="32737" y="8653"/>
                  <a:pt x="32241" y="8157"/>
                  <a:pt x="31249" y="7661"/>
                </a:cubicBezTo>
                <a:cubicBezTo>
                  <a:pt x="28769" y="6173"/>
                  <a:pt x="26288" y="4685"/>
                  <a:pt x="23312" y="3197"/>
                </a:cubicBezTo>
                <a:cubicBezTo>
                  <a:pt x="22816" y="3197"/>
                  <a:pt x="22320" y="2205"/>
                  <a:pt x="21824" y="1709"/>
                </a:cubicBezTo>
                <a:cubicBezTo>
                  <a:pt x="22320" y="1213"/>
                  <a:pt x="23312" y="717"/>
                  <a:pt x="23808" y="717"/>
                </a:cubicBezTo>
                <a:cubicBezTo>
                  <a:pt x="36705" y="717"/>
                  <a:pt x="50098" y="717"/>
                  <a:pt x="62994" y="717"/>
                </a:cubicBezTo>
                <a:cubicBezTo>
                  <a:pt x="63490" y="717"/>
                  <a:pt x="63986" y="1709"/>
                  <a:pt x="64482" y="2205"/>
                </a:cubicBezTo>
                <a:cubicBezTo>
                  <a:pt x="63986" y="2701"/>
                  <a:pt x="63490" y="3693"/>
                  <a:pt x="62994" y="3693"/>
                </a:cubicBezTo>
                <a:cubicBezTo>
                  <a:pt x="61506" y="4685"/>
                  <a:pt x="59522" y="5181"/>
                  <a:pt x="58034" y="6173"/>
                </a:cubicBezTo>
                <a:cubicBezTo>
                  <a:pt x="56546" y="7165"/>
                  <a:pt x="54562" y="7661"/>
                  <a:pt x="53074" y="8653"/>
                </a:cubicBezTo>
                <a:cubicBezTo>
                  <a:pt x="54562" y="9149"/>
                  <a:pt x="56546" y="9149"/>
                  <a:pt x="58034" y="10142"/>
                </a:cubicBezTo>
                <a:cubicBezTo>
                  <a:pt x="62498" y="14606"/>
                  <a:pt x="69443" y="15598"/>
                  <a:pt x="72419" y="22542"/>
                </a:cubicBezTo>
                <a:cubicBezTo>
                  <a:pt x="74899" y="28495"/>
                  <a:pt x="78867" y="28495"/>
                  <a:pt x="81347" y="23038"/>
                </a:cubicBezTo>
                <a:cubicBezTo>
                  <a:pt x="84820" y="15102"/>
                  <a:pt x="91268" y="12622"/>
                  <a:pt x="98708" y="10142"/>
                </a:cubicBezTo>
                <a:cubicBezTo>
                  <a:pt x="99204" y="10142"/>
                  <a:pt x="100196" y="9646"/>
                  <a:pt x="100692" y="9149"/>
                </a:cubicBezTo>
                <a:cubicBezTo>
                  <a:pt x="100196" y="8653"/>
                  <a:pt x="99700" y="8157"/>
                  <a:pt x="99204" y="7661"/>
                </a:cubicBezTo>
                <a:cubicBezTo>
                  <a:pt x="95732" y="5677"/>
                  <a:pt x="91268" y="5677"/>
                  <a:pt x="89284" y="1213"/>
                </a:cubicBezTo>
                <a:cubicBezTo>
                  <a:pt x="93252" y="717"/>
                  <a:pt x="97220" y="717"/>
                  <a:pt x="100692" y="221"/>
                </a:cubicBezTo>
                <a:close/>
                <a:moveTo>
                  <a:pt x="911204" y="220"/>
                </a:moveTo>
                <a:cubicBezTo>
                  <a:pt x="913188" y="220"/>
                  <a:pt x="915172" y="-276"/>
                  <a:pt x="917156" y="220"/>
                </a:cubicBezTo>
                <a:cubicBezTo>
                  <a:pt x="919636" y="716"/>
                  <a:pt x="922117" y="-1268"/>
                  <a:pt x="924101" y="1709"/>
                </a:cubicBezTo>
                <a:cubicBezTo>
                  <a:pt x="921621" y="2701"/>
                  <a:pt x="919636" y="2701"/>
                  <a:pt x="919140" y="2701"/>
                </a:cubicBezTo>
                <a:cubicBezTo>
                  <a:pt x="915172" y="2701"/>
                  <a:pt x="913188" y="2701"/>
                  <a:pt x="911204" y="2701"/>
                </a:cubicBezTo>
                <a:cubicBezTo>
                  <a:pt x="910708" y="2701"/>
                  <a:pt x="910708" y="1709"/>
                  <a:pt x="910212" y="1213"/>
                </a:cubicBezTo>
                <a:cubicBezTo>
                  <a:pt x="910212" y="1213"/>
                  <a:pt x="910708" y="220"/>
                  <a:pt x="911204" y="220"/>
                </a:cubicBezTo>
                <a:close/>
              </a:path>
            </a:pathLst>
          </a:custGeom>
          <a:gradFill>
            <a:gsLst>
              <a:gs pos="0">
                <a:schemeClr val="accent1">
                  <a:alpha val="15000"/>
                </a:schemeClr>
              </a:gs>
              <a:gs pos="100000">
                <a:schemeClr val="accent1">
                  <a:lumMod val="20000"/>
                  <a:lumOff val="80000"/>
                  <a:alpha val="0"/>
                </a:schemeClr>
              </a:gs>
            </a:gsLst>
            <a:lin ang="2700000" scaled="0"/>
          </a:gradFill>
          <a:ln w="4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sp>
        <p:nvSpPr>
          <p:cNvPr id="78" name="任意多边形 31"/>
          <p:cNvSpPr/>
          <p:nvPr/>
        </p:nvSpPr>
        <p:spPr>
          <a:xfrm>
            <a:off x="9155724" y="0"/>
            <a:ext cx="3036276" cy="6858000"/>
          </a:xfrm>
          <a:custGeom>
            <a:avLst/>
            <a:gdLst>
              <a:gd name="connsiteX0" fmla="*/ 466398 w 3036276"/>
              <a:gd name="connsiteY0" fmla="*/ 0 h 6858000"/>
              <a:gd name="connsiteX1" fmla="*/ 3036276 w 3036276"/>
              <a:gd name="connsiteY1" fmla="*/ 0 h 6858000"/>
              <a:gd name="connsiteX2" fmla="*/ 3036276 w 3036276"/>
              <a:gd name="connsiteY2" fmla="*/ 6858000 h 6858000"/>
              <a:gd name="connsiteX3" fmla="*/ 466398 w 3036276"/>
              <a:gd name="connsiteY3" fmla="*/ 6858000 h 6858000"/>
              <a:gd name="connsiteX4" fmla="*/ 404504 w 3036276"/>
              <a:gd name="connsiteY4" fmla="*/ 6640040 h 6858000"/>
              <a:gd name="connsiteX5" fmla="*/ 0 w 3036276"/>
              <a:gd name="connsiteY5" fmla="*/ 3429001 h 6858000"/>
              <a:gd name="connsiteX6" fmla="*/ 404504 w 3036276"/>
              <a:gd name="connsiteY6" fmla="*/ 2179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6276" h="6858000">
                <a:moveTo>
                  <a:pt x="466398" y="0"/>
                </a:moveTo>
                <a:lnTo>
                  <a:pt x="3036276" y="0"/>
                </a:lnTo>
                <a:lnTo>
                  <a:pt x="3036276" y="6858000"/>
                </a:lnTo>
                <a:lnTo>
                  <a:pt x="466398" y="6858000"/>
                </a:lnTo>
                <a:lnTo>
                  <a:pt x="404504" y="6640040"/>
                </a:lnTo>
                <a:cubicBezTo>
                  <a:pt x="140441" y="5613708"/>
                  <a:pt x="0" y="4537755"/>
                  <a:pt x="0" y="3429001"/>
                </a:cubicBezTo>
                <a:cubicBezTo>
                  <a:pt x="0" y="2320247"/>
                  <a:pt x="140441" y="1244294"/>
                  <a:pt x="404504" y="217962"/>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33"/>
          <p:cNvSpPr/>
          <p:nvPr/>
        </p:nvSpPr>
        <p:spPr>
          <a:xfrm>
            <a:off x="8485164" y="2758439"/>
            <a:ext cx="1341120" cy="1341120"/>
          </a:xfrm>
          <a:prstGeom prst="ellipse">
            <a:avLst/>
          </a:prstGeom>
          <a:solidFill>
            <a:srgbClr val="244C89"/>
          </a:solidFill>
          <a:ln w="57150">
            <a:solidFill>
              <a:schemeClr val="bg1"/>
            </a:solidFill>
          </a:ln>
          <a:effectLst>
            <a:outerShdw blurRad="355600" dist="139700" dir="2700000" algn="tl" rotWithShape="0">
              <a:schemeClr val="accent1">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思源黑体 CN Normal" panose="020B0400000000000000" pitchFamily="34" charset="-122"/>
              <a:ea typeface="思源黑体 CN Normal" panose="020B0400000000000000" pitchFamily="34" charset="-122"/>
            </a:endParaRPr>
          </a:p>
        </p:txBody>
      </p:sp>
      <p:sp>
        <p:nvSpPr>
          <p:cNvPr id="80" name="graduation-cap_43182"/>
          <p:cNvSpPr/>
          <p:nvPr/>
        </p:nvSpPr>
        <p:spPr>
          <a:xfrm>
            <a:off x="8782322" y="3155044"/>
            <a:ext cx="746803" cy="547911"/>
          </a:xfrm>
          <a:custGeom>
            <a:avLst/>
            <a:gdLst>
              <a:gd name="T0" fmla="*/ 362 w 437"/>
              <a:gd name="T1" fmla="*/ 205 h 321"/>
              <a:gd name="T2" fmla="*/ 362 w 437"/>
              <a:gd name="T3" fmla="*/ 150 h 321"/>
              <a:gd name="T4" fmla="*/ 437 w 437"/>
              <a:gd name="T5" fmla="*/ 108 h 321"/>
              <a:gd name="T6" fmla="*/ 219 w 437"/>
              <a:gd name="T7" fmla="*/ 0 h 321"/>
              <a:gd name="T8" fmla="*/ 0 w 437"/>
              <a:gd name="T9" fmla="*/ 111 h 321"/>
              <a:gd name="T10" fmla="*/ 82 w 437"/>
              <a:gd name="T11" fmla="*/ 156 h 321"/>
              <a:gd name="T12" fmla="*/ 82 w 437"/>
              <a:gd name="T13" fmla="*/ 211 h 321"/>
              <a:gd name="T14" fmla="*/ 214 w 437"/>
              <a:gd name="T15" fmla="*/ 282 h 321"/>
              <a:gd name="T16" fmla="*/ 305 w 437"/>
              <a:gd name="T17" fmla="*/ 235 h 321"/>
              <a:gd name="T18" fmla="*/ 305 w 437"/>
              <a:gd name="T19" fmla="*/ 290 h 321"/>
              <a:gd name="T20" fmla="*/ 294 w 437"/>
              <a:gd name="T21" fmla="*/ 290 h 321"/>
              <a:gd name="T22" fmla="*/ 294 w 437"/>
              <a:gd name="T23" fmla="*/ 321 h 321"/>
              <a:gd name="T24" fmla="*/ 342 w 437"/>
              <a:gd name="T25" fmla="*/ 321 h 321"/>
              <a:gd name="T26" fmla="*/ 342 w 437"/>
              <a:gd name="T27" fmla="*/ 290 h 321"/>
              <a:gd name="T28" fmla="*/ 331 w 437"/>
              <a:gd name="T29" fmla="*/ 290 h 321"/>
              <a:gd name="T30" fmla="*/ 331 w 437"/>
              <a:gd name="T31" fmla="*/ 221 h 321"/>
              <a:gd name="T32" fmla="*/ 362 w 437"/>
              <a:gd name="T33" fmla="*/ 205 h 321"/>
              <a:gd name="T34" fmla="*/ 219 w 437"/>
              <a:gd name="T35" fmla="*/ 19 h 321"/>
              <a:gd name="T36" fmla="*/ 400 w 437"/>
              <a:gd name="T37" fmla="*/ 109 h 321"/>
              <a:gd name="T38" fmla="*/ 322 w 437"/>
              <a:gd name="T39" fmla="*/ 152 h 321"/>
              <a:gd name="T40" fmla="*/ 243 w 437"/>
              <a:gd name="T41" fmla="*/ 113 h 321"/>
              <a:gd name="T42" fmla="*/ 219 w 437"/>
              <a:gd name="T43" fmla="*/ 92 h 321"/>
              <a:gd name="T44" fmla="*/ 193 w 437"/>
              <a:gd name="T45" fmla="*/ 117 h 321"/>
              <a:gd name="T46" fmla="*/ 219 w 437"/>
              <a:gd name="T47" fmla="*/ 142 h 321"/>
              <a:gd name="T48" fmla="*/ 234 w 437"/>
              <a:gd name="T49" fmla="*/ 137 h 321"/>
              <a:gd name="T50" fmla="*/ 295 w 437"/>
              <a:gd name="T51" fmla="*/ 167 h 321"/>
              <a:gd name="T52" fmla="*/ 219 w 437"/>
              <a:gd name="T53" fmla="*/ 210 h 321"/>
              <a:gd name="T54" fmla="*/ 37 w 437"/>
              <a:gd name="T55" fmla="*/ 111 h 321"/>
              <a:gd name="T56" fmla="*/ 219 w 437"/>
              <a:gd name="T57" fmla="*/ 1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7" h="321">
                <a:moveTo>
                  <a:pt x="362" y="205"/>
                </a:moveTo>
                <a:lnTo>
                  <a:pt x="362" y="150"/>
                </a:lnTo>
                <a:lnTo>
                  <a:pt x="437" y="108"/>
                </a:lnTo>
                <a:lnTo>
                  <a:pt x="219" y="0"/>
                </a:lnTo>
                <a:lnTo>
                  <a:pt x="0" y="111"/>
                </a:lnTo>
                <a:lnTo>
                  <a:pt x="82" y="156"/>
                </a:lnTo>
                <a:lnTo>
                  <a:pt x="82" y="211"/>
                </a:lnTo>
                <a:lnTo>
                  <a:pt x="214" y="282"/>
                </a:lnTo>
                <a:lnTo>
                  <a:pt x="305" y="235"/>
                </a:lnTo>
                <a:lnTo>
                  <a:pt x="305" y="290"/>
                </a:lnTo>
                <a:lnTo>
                  <a:pt x="294" y="290"/>
                </a:lnTo>
                <a:lnTo>
                  <a:pt x="294" y="321"/>
                </a:lnTo>
                <a:lnTo>
                  <a:pt x="342" y="321"/>
                </a:lnTo>
                <a:lnTo>
                  <a:pt x="342" y="290"/>
                </a:lnTo>
                <a:lnTo>
                  <a:pt x="331" y="290"/>
                </a:lnTo>
                <a:lnTo>
                  <a:pt x="331" y="221"/>
                </a:lnTo>
                <a:lnTo>
                  <a:pt x="362" y="205"/>
                </a:lnTo>
                <a:close/>
                <a:moveTo>
                  <a:pt x="219" y="19"/>
                </a:moveTo>
                <a:lnTo>
                  <a:pt x="400" y="109"/>
                </a:lnTo>
                <a:lnTo>
                  <a:pt x="322" y="152"/>
                </a:lnTo>
                <a:lnTo>
                  <a:pt x="243" y="113"/>
                </a:lnTo>
                <a:cubicBezTo>
                  <a:pt x="242" y="101"/>
                  <a:pt x="231" y="92"/>
                  <a:pt x="219" y="92"/>
                </a:cubicBezTo>
                <a:cubicBezTo>
                  <a:pt x="205" y="92"/>
                  <a:pt x="193" y="103"/>
                  <a:pt x="193" y="117"/>
                </a:cubicBezTo>
                <a:cubicBezTo>
                  <a:pt x="193" y="131"/>
                  <a:pt x="205" y="142"/>
                  <a:pt x="219" y="142"/>
                </a:cubicBezTo>
                <a:cubicBezTo>
                  <a:pt x="224" y="142"/>
                  <a:pt x="229" y="140"/>
                  <a:pt x="234" y="137"/>
                </a:cubicBezTo>
                <a:lnTo>
                  <a:pt x="295" y="167"/>
                </a:lnTo>
                <a:lnTo>
                  <a:pt x="219" y="210"/>
                </a:lnTo>
                <a:lnTo>
                  <a:pt x="37" y="111"/>
                </a:lnTo>
                <a:lnTo>
                  <a:pt x="219" y="1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直接连接符 36"/>
          <p:cNvCxnSpPr/>
          <p:nvPr/>
        </p:nvCxnSpPr>
        <p:spPr>
          <a:xfrm flipH="1">
            <a:off x="1244828" y="3155044"/>
            <a:ext cx="5330143" cy="0"/>
          </a:xfrm>
          <a:prstGeom prst="line">
            <a:avLst/>
          </a:prstGeom>
          <a:noFill/>
          <a:ln w="6350" cap="flat" cmpd="sng" algn="ctr">
            <a:solidFill>
              <a:srgbClr val="244C89"/>
            </a:solidFill>
            <a:prstDash val="solid"/>
            <a:miter lim="800000"/>
            <a:tailEnd type="oval" w="med" len="med"/>
          </a:ln>
          <a:effectLst/>
        </p:spPr>
      </p:cxnSp>
      <p:sp>
        <p:nvSpPr>
          <p:cNvPr id="82" name="文本框 48"/>
          <p:cNvSpPr txBox="1"/>
          <p:nvPr/>
        </p:nvSpPr>
        <p:spPr>
          <a:xfrm>
            <a:off x="1244828" y="2409189"/>
            <a:ext cx="4273550" cy="707886"/>
          </a:xfrm>
          <a:prstGeom prst="rect">
            <a:avLst/>
          </a:prstGeom>
          <a:ln w="12700">
            <a:prstDash val="solid"/>
            <a:miter lim="800000"/>
          </a:ln>
        </p:spPr>
        <p:txBody>
          <a:bodyPr>
            <a:spAutoFit/>
          </a:bodyPr>
          <a:lstStyle/>
          <a:p>
            <a:r>
              <a:rPr lang="en-US" sz="4000" b="0" dirty="0">
                <a:solidFill>
                  <a:srgbClr val="2172B8">
                    <a:alpha val="100000"/>
                  </a:srgbClr>
                </a:solidFill>
                <a:latin typeface="Times New Roman" panose="02020603050405020304"/>
                <a:ea typeface="Times New Roman" panose="02020603050405020304"/>
                <a:cs typeface="+mn-cs"/>
              </a:rPr>
              <a:t>Part.1</a:t>
            </a:r>
            <a:endParaRPr dirty="0"/>
          </a:p>
        </p:txBody>
      </p:sp>
      <p:sp>
        <p:nvSpPr>
          <p:cNvPr id="2" name="文本框 1"/>
          <p:cNvSpPr txBox="1"/>
          <p:nvPr/>
        </p:nvSpPr>
        <p:spPr>
          <a:xfrm>
            <a:off x="1244828" y="3193014"/>
            <a:ext cx="5454880" cy="829945"/>
          </a:xfrm>
          <a:prstGeom prst="rect">
            <a:avLst/>
          </a:prstGeom>
          <a:noFill/>
        </p:spPr>
        <p:txBody>
          <a:bodyPr wrap="square" rtlCol="0">
            <a:spAutoFit/>
          </a:bodyPr>
          <a:lstStyle/>
          <a:p>
            <a:pPr marL="0" lvl="0" indent="0" algn="l" defTabSz="457200">
              <a:lnSpc>
                <a:spcPct val="100000"/>
              </a:lnSpc>
              <a:spcBef>
                <a:spcPts val="0"/>
              </a:spcBef>
              <a:spcAft>
                <a:spcPts val="0"/>
              </a:spcAft>
              <a:buClrTx/>
              <a:buSzTx/>
              <a:buFontTx/>
              <a:buNone/>
              <a:defRPr sz="1800">
                <a:solidFill>
                  <a:schemeClr val="tx1">
                    <a:alpha val="100000"/>
                  </a:schemeClr>
                </a:solidFill>
                <a:latin typeface="Calibri" panose="020F0502020204030204"/>
                <a:ea typeface="等线" panose="02010600030101010101" charset="-122"/>
                <a:cs typeface="+mn-cs"/>
              </a:defRPr>
            </a:pPr>
            <a:r>
              <a:rPr lang="en-US" altLang="zh-CN" sz="4800" b="1" dirty="0">
                <a:ln>
                  <a:noFill/>
                </a:ln>
                <a:solidFill>
                  <a:srgbClr val="044B89">
                    <a:alpha val="100000"/>
                  </a:srgbClr>
                </a:solidFill>
                <a:latin typeface="微软雅黑" charset="0"/>
                <a:ea typeface="微软雅黑" charset="0"/>
                <a:cs typeface="微软雅黑" charset="0"/>
              </a:rPr>
              <a:t>UWB</a:t>
            </a:r>
            <a:r>
              <a:rPr lang="zh-CN" altLang="en-US" sz="4800" b="1" dirty="0">
                <a:ln>
                  <a:noFill/>
                </a:ln>
                <a:solidFill>
                  <a:srgbClr val="044B89">
                    <a:alpha val="100000"/>
                  </a:srgbClr>
                </a:solidFill>
                <a:latin typeface="微软雅黑" charset="0"/>
                <a:ea typeface="微软雅黑" charset="0"/>
                <a:cs typeface="微软雅黑" charset="0"/>
              </a:rPr>
              <a:t>的核心特征</a:t>
            </a:r>
            <a:endParaRPr lang="zh-CN" altLang="en-US" sz="2400" dirty="0">
              <a:latin typeface="微软雅黑" charset="0"/>
              <a:ea typeface="微软雅黑" charset="0"/>
              <a:cs typeface="微软雅黑"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584507" y="166053"/>
            <a:ext cx="7359650" cy="645160"/>
          </a:xfrm>
          <a:prstGeom prst="rect">
            <a:avLst/>
          </a:prstGeom>
          <a:ln w="12700">
            <a:prstDash val="solid"/>
          </a:ln>
        </p:spPr>
        <p:txBody>
          <a:bodyPr>
            <a:spAutoFit/>
          </a:bodyPr>
          <a:lstStyle/>
          <a:p>
            <a:r>
              <a:rPr lang="zh-CN" altLang="en-US" sz="3600" b="1" dirty="0">
                <a:solidFill>
                  <a:srgbClr val="044B89"/>
                </a:solidFill>
                <a:latin typeface="微软雅黑" panose="020B0503020204020204" pitchFamily="34" charset="-122"/>
                <a:ea typeface="微软雅黑" panose="020B0503020204020204" pitchFamily="34" charset="-122"/>
              </a:rPr>
              <a:t>一</a:t>
            </a:r>
            <a:r>
              <a:rPr lang="zh-CN" sz="3600" b="1" dirty="0">
                <a:solidFill>
                  <a:srgbClr val="044B89"/>
                </a:solidFill>
                <a:latin typeface="微软雅黑" panose="020B0503020204020204" pitchFamily="34" charset="-122"/>
                <a:ea typeface="微软雅黑" panose="020B0503020204020204" pitchFamily="34" charset="-122"/>
              </a:rPr>
              <a:t>、</a:t>
            </a:r>
            <a:r>
              <a:rPr lang="en-US" altLang="zh-CN" sz="3600" b="1" dirty="0">
                <a:solidFill>
                  <a:srgbClr val="044B89"/>
                </a:solidFill>
                <a:latin typeface="微软雅黑" panose="020B0503020204020204" pitchFamily="34" charset="-122"/>
                <a:ea typeface="微软雅黑" panose="020B0503020204020204" pitchFamily="34" charset="-122"/>
              </a:rPr>
              <a:t>UWB</a:t>
            </a:r>
            <a:r>
              <a:rPr lang="zh-CN" altLang="en-US" sz="3600" b="1" dirty="0">
                <a:solidFill>
                  <a:srgbClr val="044B89"/>
                </a:solidFill>
                <a:latin typeface="微软雅黑" panose="020B0503020204020204" pitchFamily="34" charset="-122"/>
                <a:ea typeface="微软雅黑" panose="020B0503020204020204" pitchFamily="34" charset="-122"/>
              </a:rPr>
              <a:t>的核心特征</a:t>
            </a:r>
            <a:endParaRPr dirty="0">
              <a:solidFill>
                <a:srgbClr val="044B89"/>
              </a:solidFill>
              <a:latin typeface="微软雅黑" panose="020B0503020204020204" pitchFamily="34" charset="-122"/>
              <a:ea typeface="微软雅黑" panose="020B0503020204020204" pitchFamily="34" charset="-122"/>
            </a:endParaRPr>
          </a:p>
        </p:txBody>
      </p:sp>
      <p:sp>
        <p:nvSpPr>
          <p:cNvPr id="4" name="文本框 3"/>
          <p:cNvSpPr txBox="1"/>
          <p:nvPr userDrawn="1"/>
        </p:nvSpPr>
        <p:spPr>
          <a:xfrm>
            <a:off x="584554" y="1384947"/>
            <a:ext cx="11536530" cy="4857719"/>
          </a:xfrm>
          <a:prstGeom prst="rect">
            <a:avLst/>
          </a:prstGeom>
        </p:spPr>
        <p:txBody>
          <a:bodyPr wrap="square" rtlCol="0">
            <a:noAutofit/>
          </a:bodyPr>
          <a:p>
            <a:r>
              <a:rPr lang="en-US" altLang="zh-CN" sz="2600" b="1">
                <a:solidFill>
                  <a:schemeClr val="accent1"/>
                </a:solidFill>
                <a:latin typeface="微软雅黑" charset="0"/>
                <a:ea typeface="微软雅黑" charset="0"/>
                <a:cs typeface="微软雅黑" charset="0"/>
              </a:rPr>
              <a:t>1. </a:t>
            </a:r>
            <a:r>
              <a:rPr lang="zh-CN" altLang="en-US" sz="2600" b="1">
                <a:solidFill>
                  <a:schemeClr val="accent1"/>
                </a:solidFill>
                <a:latin typeface="微软雅黑" charset="0"/>
                <a:ea typeface="微软雅黑" charset="0"/>
                <a:cs typeface="微软雅黑" charset="0"/>
              </a:rPr>
              <a:t>定义</a:t>
            </a:r>
            <a:r>
              <a:rPr lang="en-US" altLang="zh-CN" sz="2600" b="1">
                <a:solidFill>
                  <a:srgbClr val="044B89"/>
                </a:solidFill>
                <a:latin typeface="微软雅黑" charset="0"/>
                <a:ea typeface="微软雅黑" charset="0"/>
                <a:cs typeface="微软雅黑" charset="0"/>
              </a:rPr>
              <a:t>:</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超宽带</a:t>
            </a:r>
            <a:r>
              <a:rPr lang="en-US" altLang="zh-CN" sz="2600">
                <a:latin typeface="微软雅黑" charset="0"/>
                <a:ea typeface="微软雅黑" charset="0"/>
                <a:cs typeface="微软雅黑" charset="0"/>
              </a:rPr>
              <a:t>(Ultra-Wideband)</a:t>
            </a:r>
            <a:r>
              <a:rPr lang="zh-CN" altLang="en-US" sz="2600">
                <a:latin typeface="微软雅黑" charset="0"/>
                <a:ea typeface="微软雅黑" charset="0"/>
                <a:cs typeface="微软雅黑" charset="0"/>
              </a:rPr>
              <a:t>是一种使用极宽的频谱</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通常带宽&gt;500</a:t>
            </a:r>
            <a:r>
              <a:rPr lang="en-US" altLang="zh-CN" sz="2600">
                <a:latin typeface="微软雅黑" charset="0"/>
                <a:ea typeface="微软雅黑" charset="0"/>
                <a:cs typeface="微软雅黑" charset="0"/>
              </a:rPr>
              <a:t>MHz</a:t>
            </a:r>
            <a:r>
              <a:rPr lang="zh-CN" altLang="en-US" sz="2600">
                <a:latin typeface="微软雅黑" charset="0"/>
                <a:ea typeface="微软雅黑" charset="0"/>
                <a:cs typeface="微软雅黑" charset="0"/>
              </a:rPr>
              <a:t>或相对带宽&gt;20%</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进行短距离、高速无线通信的射频技术</a:t>
            </a:r>
            <a:endParaRPr lang="zh-CN" altLang="en-US" sz="2600">
              <a:latin typeface="微软雅黑" charset="0"/>
              <a:ea typeface="微软雅黑" charset="0"/>
              <a:cs typeface="微软雅黑" charset="0"/>
            </a:endParaRPr>
          </a:p>
          <a:p>
            <a:r>
              <a:rPr lang="zh-CN" altLang="en-US" sz="2600">
                <a:latin typeface="微软雅黑" charset="0"/>
                <a:ea typeface="微软雅黑" charset="0"/>
                <a:cs typeface="微软雅黑" charset="0"/>
              </a:rPr>
              <a:t>传统蓝牙/</a:t>
            </a:r>
            <a:r>
              <a:rPr lang="en-US" altLang="zh-CN" sz="2600">
                <a:latin typeface="微软雅黑" charset="0"/>
                <a:ea typeface="微软雅黑" charset="0"/>
                <a:cs typeface="微软雅黑" charset="0"/>
              </a:rPr>
              <a:t>Wi-Fi: </a:t>
            </a:r>
            <a:r>
              <a:rPr lang="zh-CN" altLang="en-US" sz="2600">
                <a:latin typeface="微软雅黑" charset="0"/>
                <a:ea typeface="微软雅黑" charset="0"/>
                <a:cs typeface="微软雅黑" charset="0"/>
              </a:rPr>
              <a:t>像</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针尖</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刺破水面</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能量集中</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但易受多径干扰</a:t>
            </a:r>
            <a:endParaRPr lang="en-US" altLang="zh-CN" sz="2600">
              <a:latin typeface="微软雅黑" charset="0"/>
              <a:ea typeface="微软雅黑" charset="0"/>
              <a:cs typeface="微软雅黑" charset="0"/>
            </a:endParaRPr>
          </a:p>
          <a:p>
            <a:r>
              <a:rPr lang="en-US" altLang="zh-CN" sz="2600">
                <a:latin typeface="微软雅黑" charset="0"/>
                <a:ea typeface="微软雅黑" charset="0"/>
                <a:cs typeface="微软雅黑" charset="0"/>
              </a:rPr>
              <a:t>UWB: </a:t>
            </a:r>
            <a:r>
              <a:rPr lang="zh-CN" altLang="en-US" sz="2600">
                <a:latin typeface="微软雅黑" charset="0"/>
                <a:ea typeface="微软雅黑" charset="0"/>
                <a:cs typeface="微软雅黑" charset="0"/>
              </a:rPr>
              <a:t>像</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一片水幕</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铺开</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能量分散在极宽的频带中</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通常3.1</a:t>
            </a:r>
            <a:r>
              <a:rPr lang="en-US" altLang="zh-CN" sz="2600">
                <a:latin typeface="微软雅黑" charset="0"/>
                <a:ea typeface="微软雅黑" charset="0"/>
                <a:cs typeface="微软雅黑" charset="0"/>
              </a:rPr>
              <a:t>GHz</a:t>
            </a:r>
            <a:r>
              <a:rPr lang="zh-CN" altLang="en-US" sz="2600">
                <a:latin typeface="微软雅黑" charset="0"/>
                <a:ea typeface="微软雅黑" charset="0"/>
                <a:cs typeface="微软雅黑" charset="0"/>
              </a:rPr>
              <a:t>-</a:t>
            </a:r>
            <a:r>
              <a:rPr lang="en-US" altLang="zh-CN" sz="2600">
                <a:latin typeface="微软雅黑" charset="0"/>
                <a:ea typeface="微软雅黑" charset="0"/>
                <a:cs typeface="微软雅黑" charset="0"/>
              </a:rPr>
              <a:t>10.6GHz)</a:t>
            </a:r>
            <a:endParaRPr lang="zh-CN" altLang="en-US" sz="2600">
              <a:latin typeface="微软雅黑" charset="0"/>
              <a:ea typeface="微软雅黑" charset="0"/>
              <a:cs typeface="微软雅黑" charset="0"/>
            </a:endParaRPr>
          </a:p>
          <a:p>
            <a:r>
              <a:rPr lang="en-US" altLang="zh-CN" sz="2600" b="1">
                <a:solidFill>
                  <a:schemeClr val="accent1"/>
                </a:solidFill>
                <a:latin typeface="微软雅黑" charset="0"/>
                <a:ea typeface="微软雅黑" charset="0"/>
                <a:cs typeface="微软雅黑" charset="0"/>
              </a:rPr>
              <a:t>2.</a:t>
            </a:r>
            <a:r>
              <a:rPr lang="zh-CN" altLang="en-US" sz="2600" b="1">
                <a:solidFill>
                  <a:schemeClr val="accent1"/>
                </a:solidFill>
                <a:latin typeface="微软雅黑" charset="0"/>
                <a:ea typeface="微软雅黑" charset="0"/>
                <a:cs typeface="微软雅黑" charset="0"/>
              </a:rPr>
              <a:t> 物理层核心特征</a:t>
            </a:r>
            <a:r>
              <a:rPr lang="en-US" altLang="zh-CN" sz="2600" b="1">
                <a:solidFill>
                  <a:schemeClr val="accent1"/>
                </a:solidFill>
                <a:latin typeface="微软雅黑" charset="0"/>
                <a:ea typeface="微软雅黑" charset="0"/>
                <a:cs typeface="微软雅黑" charset="0"/>
              </a:rPr>
              <a:t>: </a:t>
            </a:r>
            <a:r>
              <a:rPr lang="zh-CN" altLang="en-US" sz="2600" b="1">
                <a:solidFill>
                  <a:schemeClr val="accent1"/>
                </a:solidFill>
                <a:latin typeface="微软雅黑" charset="0"/>
                <a:ea typeface="微软雅黑" charset="0"/>
                <a:cs typeface="微软雅黑" charset="0"/>
              </a:rPr>
              <a:t>大带宽</a:t>
            </a:r>
            <a:endParaRPr lang="zh-CN" altLang="en-US" sz="2600" b="1">
              <a:solidFill>
                <a:schemeClr val="accent1"/>
              </a:solidFill>
              <a:latin typeface="微软雅黑" charset="0"/>
              <a:ea typeface="微软雅黑" charset="0"/>
              <a:cs typeface="微软雅黑" charset="0"/>
            </a:endParaRPr>
          </a:p>
          <a:p>
            <a:r>
              <a:rPr lang="zh-CN" altLang="en-US" sz="2600">
                <a:latin typeface="微软雅黑" charset="0"/>
                <a:ea typeface="微软雅黑" charset="0"/>
                <a:cs typeface="微软雅黑" charset="0"/>
              </a:rPr>
              <a:t>高时间分辨率</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 根据香农公式和测距原理</a:t>
            </a:r>
            <a:r>
              <a:rPr lang="zh-CN" altLang="en-US" sz="2600">
                <a:solidFill>
                  <a:schemeClr val="tx1"/>
                </a:solidFill>
                <a:latin typeface="微软雅黑" charset="0"/>
                <a:ea typeface="微软雅黑" charset="0"/>
                <a:cs typeface="微软雅黑" charset="0"/>
              </a:rPr>
              <a:t>, </a:t>
            </a:r>
            <a:r>
              <a:rPr lang="zh-CN" altLang="en-US" sz="2600">
                <a:latin typeface="微软雅黑" charset="0"/>
                <a:ea typeface="微软雅黑" charset="0"/>
                <a:cs typeface="微软雅黑" charset="0"/>
              </a:rPr>
              <a:t>带宽越大</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时域脉冲越窄</a:t>
            </a:r>
            <a:endParaRPr lang="en-US" altLang="zh-CN" sz="2600">
              <a:latin typeface="微软雅黑" charset="0"/>
              <a:ea typeface="微软雅黑" charset="0"/>
              <a:cs typeface="微软雅黑" charset="0"/>
            </a:endParaRPr>
          </a:p>
          <a:p>
            <a:r>
              <a:rPr lang="zh-CN" altLang="en-US" sz="2600">
                <a:latin typeface="微软雅黑" charset="0"/>
                <a:ea typeface="微软雅黑" charset="0"/>
                <a:cs typeface="微软雅黑" charset="0"/>
              </a:rPr>
              <a:t>厘米级精度</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极窄的脉冲</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纳秒级</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使得</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在时间戳上的分辨率极高</a:t>
            </a:r>
            <a:endParaRPr lang="en-US" altLang="zh-CN" sz="2600">
              <a:latin typeface="微软雅黑" charset="0"/>
              <a:ea typeface="微软雅黑" charset="0"/>
              <a:cs typeface="微软雅黑" charset="0"/>
            </a:endParaRPr>
          </a:p>
          <a:p>
            <a:r>
              <a:rPr lang="zh-CN" altLang="en-US" sz="2600">
                <a:latin typeface="微软雅黑" charset="0"/>
                <a:ea typeface="微软雅黑" charset="0"/>
                <a:cs typeface="微软雅黑" charset="0"/>
              </a:rPr>
              <a:t>计算公式</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距离 = 光速 × 时间差</a:t>
            </a:r>
            <a:endParaRPr lang="en-US" altLang="zh-CN" sz="2600">
              <a:latin typeface="微软雅黑" charset="0"/>
              <a:ea typeface="微软雅黑" charset="0"/>
              <a:cs typeface="微软雅黑" charset="0"/>
            </a:endParaRPr>
          </a:p>
          <a:p>
            <a:r>
              <a:rPr lang="zh-CN" altLang="en-US" sz="2600">
                <a:latin typeface="微软雅黑" charset="0"/>
                <a:ea typeface="微软雅黑" charset="0"/>
                <a:cs typeface="微软雅黑" charset="0"/>
              </a:rPr>
              <a:t>结果</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 理论上测距精度可达±5</a:t>
            </a:r>
            <a:r>
              <a:rPr lang="en-US" altLang="zh-CN" sz="2600">
                <a:latin typeface="微软雅黑" charset="0"/>
                <a:ea typeface="微软雅黑" charset="0"/>
                <a:cs typeface="微软雅黑" charset="0"/>
              </a:rPr>
              <a:t>cm</a:t>
            </a:r>
            <a:r>
              <a:rPr lang="zh-CN" altLang="en-US" sz="2600">
                <a:latin typeface="微软雅黑" charset="0"/>
                <a:ea typeface="微软雅黑" charset="0"/>
                <a:cs typeface="微软雅黑" charset="0"/>
              </a:rPr>
              <a:t>至±10</a:t>
            </a:r>
            <a:r>
              <a:rPr lang="en-US" altLang="zh-CN" sz="2600">
                <a:latin typeface="微软雅黑" charset="0"/>
                <a:ea typeface="微软雅黑" charset="0"/>
                <a:cs typeface="微软雅黑" charset="0"/>
              </a:rPr>
              <a:t>cm, </a:t>
            </a:r>
            <a:r>
              <a:rPr lang="zh-CN" altLang="en-US" sz="2600">
                <a:latin typeface="微软雅黑" charset="0"/>
                <a:ea typeface="微软雅黑" charset="0"/>
                <a:cs typeface="微软雅黑" charset="0"/>
              </a:rPr>
              <a:t>远超蓝牙</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米级</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和</a:t>
            </a:r>
            <a:r>
              <a:rPr lang="en-US" altLang="zh-CN" sz="2600">
                <a:latin typeface="微软雅黑" charset="0"/>
                <a:ea typeface="微软雅黑" charset="0"/>
                <a:cs typeface="微软雅黑" charset="0"/>
              </a:rPr>
              <a:t>Wi-Fi(</a:t>
            </a:r>
            <a:r>
              <a:rPr lang="zh-CN" altLang="en-US" sz="2600">
                <a:latin typeface="微软雅黑" charset="0"/>
                <a:ea typeface="微软雅黑" charset="0"/>
                <a:cs typeface="微软雅黑" charset="0"/>
              </a:rPr>
              <a:t>米级</a:t>
            </a:r>
            <a:r>
              <a:rPr lang="en-US" altLang="zh-CN" sz="2600">
                <a:latin typeface="微软雅黑" charset="0"/>
                <a:ea typeface="微软雅黑" charset="0"/>
                <a:cs typeface="微软雅黑" charset="0"/>
              </a:rPr>
              <a:t>)</a:t>
            </a:r>
            <a:endParaRPr lang="zh-CN" altLang="en-US" sz="2600">
              <a:latin typeface="微软雅黑" charset="0"/>
              <a:ea typeface="微软雅黑" charset="0"/>
              <a:cs typeface="微软雅黑" charset="0"/>
            </a:endParaRPr>
          </a:p>
          <a:p>
            <a:r>
              <a:rPr lang="en-US" altLang="zh-CN" sz="2600" b="1">
                <a:solidFill>
                  <a:schemeClr val="accent1"/>
                </a:solidFill>
                <a:latin typeface="微软雅黑" charset="0"/>
                <a:ea typeface="微软雅黑" charset="0"/>
                <a:cs typeface="微软雅黑" charset="0"/>
              </a:rPr>
              <a:t>3. </a:t>
            </a:r>
            <a:r>
              <a:rPr lang="zh-CN" altLang="en-US" sz="2600" b="1">
                <a:solidFill>
                  <a:schemeClr val="accent1"/>
                </a:solidFill>
                <a:latin typeface="微软雅黑" charset="0"/>
                <a:ea typeface="微软雅黑" charset="0"/>
                <a:cs typeface="微软雅黑" charset="0"/>
              </a:rPr>
              <a:t>核心机制</a:t>
            </a:r>
            <a:r>
              <a:rPr lang="en-US" altLang="zh-CN" sz="2600" b="1">
                <a:solidFill>
                  <a:schemeClr val="accent1"/>
                </a:solidFill>
                <a:latin typeface="微软雅黑" charset="0"/>
                <a:ea typeface="微软雅黑" charset="0"/>
                <a:cs typeface="微软雅黑" charset="0"/>
              </a:rPr>
              <a:t>: ToF/TDoA</a:t>
            </a:r>
            <a:endParaRPr lang="zh-CN" altLang="en-US" sz="2600" b="1">
              <a:solidFill>
                <a:schemeClr val="accent1"/>
              </a:solidFill>
              <a:latin typeface="微软雅黑" charset="0"/>
              <a:ea typeface="微软雅黑" charset="0"/>
              <a:cs typeface="微软雅黑" charset="0"/>
            </a:endParaRPr>
          </a:p>
          <a:p>
            <a:r>
              <a:rPr lang="zh-CN" altLang="en-US" sz="2600">
                <a:latin typeface="微软雅黑" charset="0"/>
                <a:ea typeface="微软雅黑" charset="0"/>
                <a:cs typeface="微软雅黑" charset="0"/>
              </a:rPr>
              <a:t>飞行时间法</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通过测量信号在设备间往返的精确时间来计算距离</a:t>
            </a:r>
            <a:endParaRPr lang="en-US" altLang="zh-CN" sz="2600">
              <a:latin typeface="微软雅黑" charset="0"/>
              <a:ea typeface="微软雅黑" charset="0"/>
              <a:cs typeface="微软雅黑" charset="0"/>
            </a:endParaRPr>
          </a:p>
          <a:p>
            <a:r>
              <a:rPr lang="zh-CN" altLang="en-US" sz="2600">
                <a:latin typeface="微软雅黑" charset="0"/>
                <a:ea typeface="微软雅黑" charset="0"/>
                <a:cs typeface="微软雅黑" charset="0"/>
              </a:rPr>
              <a:t>到达时间差</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通过多个基站与标签的时间差进行三角定位</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实现高精度三维空间定位</a:t>
            </a:r>
            <a:endParaRPr lang="zh-CN" altLang="en-US" sz="2600">
              <a:latin typeface="微软雅黑" charset="0"/>
              <a:ea typeface="微软雅黑" charset="0"/>
              <a:cs typeface="微软雅黑"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584507" y="166053"/>
            <a:ext cx="7359650" cy="645160"/>
          </a:xfrm>
          <a:prstGeom prst="rect">
            <a:avLst/>
          </a:prstGeom>
          <a:ln w="12700">
            <a:prstDash val="solid"/>
          </a:ln>
        </p:spPr>
        <p:txBody>
          <a:bodyPr>
            <a:spAutoFit/>
          </a:bodyPr>
          <a:lstStyle/>
          <a:p>
            <a:r>
              <a:rPr lang="zh-CN" altLang="en-US" sz="3600" b="1" dirty="0">
                <a:solidFill>
                  <a:srgbClr val="044B89"/>
                </a:solidFill>
                <a:latin typeface="微软雅黑" panose="020B0503020204020204" pitchFamily="34" charset="-122"/>
                <a:ea typeface="微软雅黑" panose="020B0503020204020204" pitchFamily="34" charset="-122"/>
              </a:rPr>
              <a:t>一</a:t>
            </a:r>
            <a:r>
              <a:rPr lang="zh-CN" sz="3600" b="1" dirty="0">
                <a:solidFill>
                  <a:srgbClr val="044B89"/>
                </a:solidFill>
                <a:latin typeface="微软雅黑" panose="020B0503020204020204" pitchFamily="34" charset="-122"/>
                <a:ea typeface="微软雅黑" panose="020B0503020204020204" pitchFamily="34" charset="-122"/>
              </a:rPr>
              <a:t>、</a:t>
            </a:r>
            <a:r>
              <a:rPr lang="en-US" altLang="zh-CN" sz="3600" b="1" dirty="0">
                <a:solidFill>
                  <a:srgbClr val="044B89"/>
                </a:solidFill>
                <a:latin typeface="微软雅黑" panose="020B0503020204020204" pitchFamily="34" charset="-122"/>
                <a:ea typeface="微软雅黑" panose="020B0503020204020204" pitchFamily="34" charset="-122"/>
              </a:rPr>
              <a:t>UWB</a:t>
            </a:r>
            <a:r>
              <a:rPr lang="zh-CN" altLang="en-US" sz="3600" b="1" dirty="0">
                <a:solidFill>
                  <a:srgbClr val="044B89"/>
                </a:solidFill>
                <a:latin typeface="微软雅黑" panose="020B0503020204020204" pitchFamily="34" charset="-122"/>
                <a:ea typeface="微软雅黑" panose="020B0503020204020204" pitchFamily="34" charset="-122"/>
              </a:rPr>
              <a:t>的核心特征</a:t>
            </a:r>
            <a:endParaRPr dirty="0">
              <a:solidFill>
                <a:srgbClr val="044B89"/>
              </a:solidFill>
              <a:latin typeface="微软雅黑" panose="020B0503020204020204" pitchFamily="34" charset="-122"/>
              <a:ea typeface="微软雅黑" panose="020B0503020204020204" pitchFamily="34" charset="-122"/>
            </a:endParaRPr>
          </a:p>
        </p:txBody>
      </p:sp>
      <p:sp>
        <p:nvSpPr>
          <p:cNvPr id="2" name="文本框 1"/>
          <p:cNvSpPr txBox="1"/>
          <p:nvPr userDrawn="1"/>
        </p:nvSpPr>
        <p:spPr>
          <a:xfrm>
            <a:off x="584554" y="1389660"/>
            <a:ext cx="11080665" cy="5128614"/>
          </a:xfrm>
          <a:prstGeom prst="rect">
            <a:avLst/>
          </a:prstGeom>
        </p:spPr>
        <p:txBody>
          <a:bodyPr wrap="square" rtlCol="0">
            <a:noAutofit/>
          </a:bodyPr>
          <a:p>
            <a:r>
              <a:rPr lang="zh-CN" altLang="en-US" sz="2400" b="1">
                <a:solidFill>
                  <a:schemeClr val="accent1"/>
                </a:solidFill>
                <a:latin typeface="微软雅黑" charset="0"/>
                <a:ea typeface="微软雅黑" charset="0"/>
                <a:cs typeface="微软雅黑" charset="0"/>
              </a:rPr>
              <a:t>特征一</a:t>
            </a:r>
            <a:r>
              <a:rPr lang="en-US" altLang="zh-CN" sz="2400" b="1">
                <a:solidFill>
                  <a:schemeClr val="accent1"/>
                </a:solidFill>
                <a:latin typeface="微软雅黑" charset="0"/>
                <a:ea typeface="微软雅黑" charset="0"/>
                <a:cs typeface="微软雅黑" charset="0"/>
              </a:rPr>
              <a:t>: </a:t>
            </a:r>
            <a:r>
              <a:rPr lang="zh-CN" altLang="en-US" sz="2400" b="1">
                <a:solidFill>
                  <a:schemeClr val="accent1"/>
                </a:solidFill>
                <a:latin typeface="微软雅黑" charset="0"/>
                <a:ea typeface="微软雅黑" charset="0"/>
                <a:cs typeface="微软雅黑" charset="0"/>
              </a:rPr>
              <a:t>高精度定位</a:t>
            </a:r>
            <a:endParaRPr lang="zh-CN" altLang="en-US" sz="2400" b="1">
              <a:solidFill>
                <a:schemeClr val="accent1"/>
              </a:solidFill>
              <a:latin typeface="微软雅黑" charset="0"/>
              <a:ea typeface="微软雅黑" charset="0"/>
              <a:cs typeface="微软雅黑" charset="0"/>
            </a:endParaRPr>
          </a:p>
          <a:p>
            <a:pPr indent="601345"/>
            <a:r>
              <a:rPr lang="zh-CN" altLang="en-US" sz="2400">
                <a:latin typeface="微软雅黑" charset="0"/>
                <a:ea typeface="微软雅黑" charset="0"/>
                <a:cs typeface="微软雅黑" charset="0"/>
              </a:rPr>
              <a:t>厘米级精度</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&lt;10</a:t>
            </a:r>
            <a:r>
              <a:rPr lang="en-US" altLang="zh-CN" sz="2400">
                <a:latin typeface="微软雅黑" charset="0"/>
                <a:ea typeface="微软雅黑" charset="0"/>
                <a:cs typeface="微软雅黑" charset="0"/>
              </a:rPr>
              <a:t>cm)</a:t>
            </a:r>
            <a:r>
              <a:rPr lang="zh-CN" altLang="en-US" sz="2400">
                <a:latin typeface="微软雅黑" charset="0"/>
                <a:ea typeface="微软雅黑" charset="0"/>
                <a:cs typeface="微软雅黑" charset="0"/>
              </a:rPr>
              <a:t>与角度测量能力</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±3°</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不仅感知</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连接</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更能精准感知</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位置</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与</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姿态</a:t>
            </a:r>
            <a:r>
              <a:rPr lang="en-US" altLang="zh-CN" sz="2400">
                <a:latin typeface="微软雅黑" charset="0"/>
                <a:ea typeface="微软雅黑" charset="0"/>
                <a:cs typeface="微软雅黑" charset="0"/>
              </a:rPr>
              <a:t>"</a:t>
            </a:r>
            <a:endParaRPr lang="zh-CN" altLang="en-US" sz="2400">
              <a:latin typeface="微软雅黑" charset="0"/>
              <a:ea typeface="微软雅黑" charset="0"/>
              <a:cs typeface="微软雅黑" charset="0"/>
            </a:endParaRPr>
          </a:p>
          <a:p>
            <a:r>
              <a:rPr lang="zh-CN" altLang="en-US" sz="2400" b="1">
                <a:solidFill>
                  <a:schemeClr val="accent1"/>
                </a:solidFill>
                <a:latin typeface="微软雅黑" charset="0"/>
                <a:ea typeface="微软雅黑" charset="0"/>
                <a:cs typeface="微软雅黑" charset="0"/>
              </a:rPr>
              <a:t>特征二</a:t>
            </a:r>
            <a:r>
              <a:rPr lang="en-US" altLang="zh-CN" sz="2400" b="1">
                <a:solidFill>
                  <a:schemeClr val="accent1"/>
                </a:solidFill>
                <a:latin typeface="微软雅黑" charset="0"/>
                <a:ea typeface="微软雅黑" charset="0"/>
                <a:cs typeface="微软雅黑" charset="0"/>
              </a:rPr>
              <a:t>: </a:t>
            </a:r>
            <a:r>
              <a:rPr lang="zh-CN" altLang="en-US" sz="2400" b="1">
                <a:solidFill>
                  <a:schemeClr val="accent1"/>
                </a:solidFill>
                <a:latin typeface="微软雅黑" charset="0"/>
                <a:ea typeface="微软雅黑" charset="0"/>
                <a:cs typeface="微软雅黑" charset="0"/>
              </a:rPr>
              <a:t>极强的抗干扰能力</a:t>
            </a:r>
            <a:endParaRPr lang="en-US" altLang="zh-CN" sz="2400" b="1">
              <a:solidFill>
                <a:schemeClr val="accent1"/>
              </a:solidFill>
              <a:latin typeface="微软雅黑" charset="0"/>
              <a:ea typeface="微软雅黑" charset="0"/>
              <a:cs typeface="微软雅黑" charset="0"/>
            </a:endParaRPr>
          </a:p>
          <a:p>
            <a:pPr indent="601345"/>
            <a:r>
              <a:rPr lang="zh-CN" altLang="en-US" sz="2400">
                <a:latin typeface="微软雅黑" charset="0"/>
                <a:ea typeface="微软雅黑" charset="0"/>
                <a:cs typeface="微软雅黑" charset="0"/>
              </a:rPr>
              <a:t>发射功率极低</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信号隐匿于环境底噪之中</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对同频段的其他设备不产生显著干扰</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即便在墙体复杂的家居或工厂环境下</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依然保持稳定可靠</a:t>
            </a:r>
            <a:endParaRPr lang="zh-CN" altLang="en-US" sz="2400">
              <a:latin typeface="微软雅黑" charset="0"/>
              <a:ea typeface="微软雅黑" charset="0"/>
              <a:cs typeface="微软雅黑" charset="0"/>
            </a:endParaRPr>
          </a:p>
          <a:p>
            <a:r>
              <a:rPr lang="zh-CN" altLang="en-US" sz="2400" b="1">
                <a:solidFill>
                  <a:schemeClr val="accent1"/>
                </a:solidFill>
                <a:latin typeface="微软雅黑" charset="0"/>
                <a:ea typeface="微软雅黑" charset="0"/>
                <a:cs typeface="微软雅黑" charset="0"/>
              </a:rPr>
              <a:t>特征三</a:t>
            </a:r>
            <a:r>
              <a:rPr lang="en-US" altLang="zh-CN" sz="2400" b="1">
                <a:solidFill>
                  <a:schemeClr val="accent1"/>
                </a:solidFill>
                <a:latin typeface="微软雅黑" charset="0"/>
                <a:ea typeface="微软雅黑" charset="0"/>
                <a:cs typeface="微软雅黑" charset="0"/>
              </a:rPr>
              <a:t>: </a:t>
            </a:r>
            <a:r>
              <a:rPr lang="zh-CN" altLang="en-US" sz="2400" b="1">
                <a:solidFill>
                  <a:schemeClr val="accent1"/>
                </a:solidFill>
                <a:latin typeface="微软雅黑" charset="0"/>
                <a:ea typeface="微软雅黑" charset="0"/>
                <a:cs typeface="微软雅黑" charset="0"/>
              </a:rPr>
              <a:t>原生安全性</a:t>
            </a:r>
            <a:endParaRPr lang="en-US" altLang="zh-CN" sz="2400" b="1">
              <a:solidFill>
                <a:schemeClr val="accent1"/>
              </a:solidFill>
              <a:latin typeface="微软雅黑" charset="0"/>
              <a:ea typeface="微软雅黑" charset="0"/>
              <a:cs typeface="微软雅黑" charset="0"/>
            </a:endParaRPr>
          </a:p>
          <a:p>
            <a:pPr indent="601345"/>
            <a:r>
              <a:rPr lang="zh-CN" altLang="en-US" sz="2400">
                <a:latin typeface="微软雅黑" charset="0"/>
                <a:ea typeface="微软雅黑" charset="0"/>
                <a:cs typeface="微软雅黑" charset="0"/>
              </a:rPr>
              <a:t>采用飞行时间测距</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物理层上杜绝了</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中继攻击/隧道攻击</a:t>
            </a:r>
            <a:r>
              <a:rPr lang="en-US" altLang="zh-CN" sz="2400">
                <a:latin typeface="微软雅黑" charset="0"/>
                <a:ea typeface="微软雅黑" charset="0"/>
                <a:cs typeface="微软雅黑" charset="0"/>
              </a:rPr>
              <a:t>"</a:t>
            </a:r>
            <a:r>
              <a:rPr lang="zh-CN" altLang="en-US" sz="2400">
                <a:solidFill>
                  <a:schemeClr val="tx1"/>
                </a:solidFill>
                <a:latin typeface="微软雅黑" charset="0"/>
                <a:ea typeface="微软雅黑" charset="0"/>
                <a:cs typeface="微软雅黑" charset="0"/>
              </a:rPr>
              <a:t>通过测量真实距离</a:t>
            </a:r>
            <a:r>
              <a:rPr lang="en-US" altLang="zh-CN" sz="2400">
                <a:solidFill>
                  <a:schemeClr val="tx1"/>
                </a:solidFill>
                <a:latin typeface="微软雅黑" charset="0"/>
                <a:ea typeface="微软雅黑" charset="0"/>
                <a:cs typeface="微软雅黑" charset="0"/>
              </a:rPr>
              <a:t>, </a:t>
            </a:r>
            <a:r>
              <a:rPr lang="zh-CN" altLang="en-US" sz="2400">
                <a:solidFill>
                  <a:schemeClr val="tx1"/>
                </a:solidFill>
                <a:latin typeface="微软雅黑" charset="0"/>
                <a:ea typeface="微软雅黑" charset="0"/>
                <a:cs typeface="微软雅黑" charset="0"/>
              </a:rPr>
              <a:t>能识别出信号是否经过中继延长</a:t>
            </a:r>
            <a:r>
              <a:rPr lang="en-US" altLang="zh-CN" sz="2400">
                <a:solidFill>
                  <a:schemeClr val="tx1"/>
                </a:solidFill>
                <a:latin typeface="微软雅黑" charset="0"/>
                <a:ea typeface="微软雅黑" charset="0"/>
                <a:cs typeface="微软雅黑" charset="0"/>
              </a:rPr>
              <a:t>, </a:t>
            </a:r>
            <a:r>
              <a:rPr lang="zh-CN" altLang="en-US" sz="2400">
                <a:solidFill>
                  <a:schemeClr val="tx1"/>
                </a:solidFill>
                <a:latin typeface="微软雅黑" charset="0"/>
                <a:ea typeface="微软雅黑" charset="0"/>
                <a:cs typeface="微软雅黑" charset="0"/>
              </a:rPr>
              <a:t>距离绑定即安全</a:t>
            </a:r>
            <a:endParaRPr lang="zh-CN" altLang="en-US" sz="2400">
              <a:solidFill>
                <a:schemeClr val="tx1"/>
              </a:solidFill>
              <a:latin typeface="微软雅黑" charset="0"/>
              <a:ea typeface="微软雅黑" charset="0"/>
              <a:cs typeface="微软雅黑" charset="0"/>
            </a:endParaRPr>
          </a:p>
          <a:p>
            <a:r>
              <a:rPr lang="zh-CN" altLang="en-US" sz="2400" b="1">
                <a:solidFill>
                  <a:schemeClr val="accent1"/>
                </a:solidFill>
                <a:latin typeface="微软雅黑" charset="0"/>
                <a:ea typeface="微软雅黑" charset="0"/>
                <a:cs typeface="微软雅黑" charset="0"/>
              </a:rPr>
              <a:t>特征四</a:t>
            </a:r>
            <a:r>
              <a:rPr lang="en-US" altLang="zh-CN" sz="2400" b="1">
                <a:solidFill>
                  <a:schemeClr val="accent1"/>
                </a:solidFill>
                <a:latin typeface="微软雅黑" charset="0"/>
                <a:ea typeface="微软雅黑" charset="0"/>
                <a:cs typeface="微软雅黑" charset="0"/>
              </a:rPr>
              <a:t>: </a:t>
            </a:r>
            <a:r>
              <a:rPr lang="zh-CN" altLang="en-US" sz="2400" b="1">
                <a:solidFill>
                  <a:schemeClr val="accent1"/>
                </a:solidFill>
                <a:latin typeface="微软雅黑" charset="0"/>
                <a:ea typeface="微软雅黑" charset="0"/>
                <a:cs typeface="微软雅黑" charset="0"/>
              </a:rPr>
              <a:t>低功耗与低延迟</a:t>
            </a:r>
            <a:endParaRPr lang="zh-CN" altLang="en-US" sz="2400" b="1">
              <a:solidFill>
                <a:schemeClr val="accent1"/>
              </a:solidFill>
              <a:latin typeface="微软雅黑" charset="0"/>
              <a:ea typeface="微软雅黑" charset="0"/>
              <a:cs typeface="微软雅黑" charset="0"/>
            </a:endParaRPr>
          </a:p>
          <a:p>
            <a:pPr indent="601345"/>
            <a:r>
              <a:rPr lang="zh-CN" altLang="en-US" sz="2400">
                <a:latin typeface="微软雅黑" charset="0"/>
                <a:ea typeface="微软雅黑" charset="0"/>
                <a:cs typeface="微软雅黑" charset="0"/>
              </a:rPr>
              <a:t>脉冲工作模式</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占空比极低</a:t>
            </a:r>
            <a:r>
              <a:rPr lang="en-US" altLang="zh-CN" sz="2400">
                <a:latin typeface="微软雅黑" charset="0"/>
                <a:ea typeface="微软雅黑" charset="0"/>
                <a:cs typeface="微软雅黑" charset="0"/>
              </a:rPr>
              <a:t>, </a:t>
            </a:r>
            <a:r>
              <a:rPr lang="zh-CN" altLang="en-US" sz="2400">
                <a:solidFill>
                  <a:schemeClr val="tx1"/>
                </a:solidFill>
                <a:latin typeface="微软雅黑" charset="0"/>
                <a:ea typeface="微软雅黑" charset="0"/>
                <a:cs typeface="微软雅黑" charset="0"/>
              </a:rPr>
              <a:t>适合纽扣电池供电的设备</a:t>
            </a:r>
            <a:r>
              <a:rPr lang="en-US" altLang="zh-CN" sz="2400">
                <a:solidFill>
                  <a:schemeClr val="tx1"/>
                </a:solidFill>
                <a:latin typeface="微软雅黑" charset="0"/>
                <a:ea typeface="微软雅黑" charset="0"/>
                <a:cs typeface="微软雅黑" charset="0"/>
              </a:rPr>
              <a:t>(</a:t>
            </a:r>
            <a:r>
              <a:rPr lang="zh-CN" altLang="en-US" sz="2400">
                <a:solidFill>
                  <a:schemeClr val="tx1"/>
                </a:solidFill>
                <a:latin typeface="微软雅黑" charset="0"/>
                <a:ea typeface="微软雅黑" charset="0"/>
                <a:cs typeface="微软雅黑" charset="0"/>
              </a:rPr>
              <a:t>如</a:t>
            </a:r>
            <a:r>
              <a:rPr lang="en-US" altLang="zh-CN" sz="2400">
                <a:solidFill>
                  <a:schemeClr val="tx1"/>
                </a:solidFill>
                <a:latin typeface="微软雅黑" charset="0"/>
                <a:ea typeface="微软雅黑" charset="0"/>
                <a:cs typeface="微软雅黑" charset="0"/>
              </a:rPr>
              <a:t>Tag</a:t>
            </a:r>
            <a:r>
              <a:rPr lang="zh-CN" altLang="en-US" sz="2400">
                <a:solidFill>
                  <a:schemeClr val="tx1"/>
                </a:solidFill>
                <a:latin typeface="微软雅黑" charset="0"/>
                <a:ea typeface="微软雅黑" charset="0"/>
                <a:cs typeface="微软雅黑" charset="0"/>
              </a:rPr>
              <a:t>标签</a:t>
            </a:r>
            <a:r>
              <a:rPr lang="en-US" altLang="zh-CN" sz="2400">
                <a:solidFill>
                  <a:schemeClr val="tx1"/>
                </a:solidFill>
                <a:latin typeface="微软雅黑" charset="0"/>
                <a:ea typeface="微软雅黑" charset="0"/>
                <a:cs typeface="微软雅黑" charset="0"/>
              </a:rPr>
              <a:t>), </a:t>
            </a:r>
            <a:r>
              <a:rPr lang="zh-CN" altLang="en-US" sz="2400">
                <a:solidFill>
                  <a:schemeClr val="tx1"/>
                </a:solidFill>
                <a:latin typeface="微软雅黑" charset="0"/>
                <a:ea typeface="微软雅黑" charset="0"/>
                <a:cs typeface="微软雅黑" charset="0"/>
              </a:rPr>
              <a:t>续航可达数月甚至数年</a:t>
            </a:r>
            <a:r>
              <a:rPr lang="en-US" altLang="zh-CN" sz="2400">
                <a:solidFill>
                  <a:schemeClr val="tx1"/>
                </a:solidFill>
                <a:latin typeface="微软雅黑" charset="0"/>
                <a:ea typeface="微软雅黑" charset="0"/>
                <a:cs typeface="微软雅黑" charset="0"/>
              </a:rPr>
              <a:t>, </a:t>
            </a:r>
            <a:r>
              <a:rPr lang="zh-CN" altLang="en-US" sz="2400">
                <a:solidFill>
                  <a:schemeClr val="tx1"/>
                </a:solidFill>
                <a:latin typeface="微软雅黑" charset="0"/>
                <a:ea typeface="微软雅黑" charset="0"/>
                <a:cs typeface="微软雅黑" charset="0"/>
              </a:rPr>
              <a:t>同时支持毫秒级的实时位置更新</a:t>
            </a:r>
            <a:endParaRPr lang="zh-CN" altLang="en-US" sz="2400">
              <a:solidFill>
                <a:schemeClr val="tx1"/>
              </a:solidFill>
              <a:latin typeface="微软雅黑" charset="0"/>
              <a:ea typeface="微软雅黑" charset="0"/>
              <a:cs typeface="微软雅黑" charset="0"/>
            </a:endParaRPr>
          </a:p>
          <a:p>
            <a:r>
              <a:rPr lang="zh-CN" altLang="en-US" sz="2400" b="1">
                <a:solidFill>
                  <a:schemeClr val="accent1"/>
                </a:solidFill>
                <a:latin typeface="微软雅黑" charset="0"/>
                <a:ea typeface="微软雅黑" charset="0"/>
                <a:cs typeface="微软雅黑" charset="0"/>
              </a:rPr>
              <a:t>特征五</a:t>
            </a:r>
            <a:r>
              <a:rPr lang="en-US" altLang="zh-CN" sz="2400" b="1">
                <a:solidFill>
                  <a:schemeClr val="accent1"/>
                </a:solidFill>
                <a:latin typeface="微软雅黑" charset="0"/>
                <a:ea typeface="微软雅黑" charset="0"/>
                <a:cs typeface="微软雅黑" charset="0"/>
              </a:rPr>
              <a:t>: </a:t>
            </a:r>
            <a:r>
              <a:rPr lang="zh-CN" altLang="en-US" sz="2400" b="1">
                <a:solidFill>
                  <a:schemeClr val="accent1"/>
                </a:solidFill>
                <a:latin typeface="微软雅黑" charset="0"/>
                <a:ea typeface="微软雅黑" charset="0"/>
                <a:cs typeface="微软雅黑" charset="0"/>
              </a:rPr>
              <a:t>高数据速率</a:t>
            </a:r>
            <a:endParaRPr lang="en-US" altLang="zh-CN" sz="2400" b="1">
              <a:solidFill>
                <a:schemeClr val="accent1"/>
              </a:solidFill>
              <a:latin typeface="微软雅黑" charset="0"/>
              <a:ea typeface="微软雅黑" charset="0"/>
              <a:cs typeface="微软雅黑" charset="0"/>
            </a:endParaRPr>
          </a:p>
          <a:p>
            <a:pPr indent="601345"/>
            <a:r>
              <a:rPr lang="zh-CN" altLang="en-US" sz="2400">
                <a:latin typeface="微软雅黑" charset="0"/>
                <a:ea typeface="微软雅黑" charset="0"/>
                <a:cs typeface="微软雅黑" charset="0"/>
              </a:rPr>
              <a:t>短距离内传输速率可达480</a:t>
            </a:r>
            <a:r>
              <a:rPr lang="en-US" altLang="zh-CN" sz="2400">
                <a:latin typeface="微软雅黑" charset="0"/>
                <a:ea typeface="微软雅黑" charset="0"/>
                <a:cs typeface="微软雅黑" charset="0"/>
              </a:rPr>
              <a:t>Mbps-1Gbps, </a:t>
            </a:r>
            <a:r>
              <a:rPr lang="zh-CN" altLang="en-US" sz="2400">
                <a:latin typeface="微软雅黑" charset="0"/>
                <a:ea typeface="微软雅黑" charset="0"/>
                <a:cs typeface="微软雅黑" charset="0"/>
              </a:rPr>
              <a:t>物理层兼具高速通信的潜力</a:t>
            </a:r>
            <a:endParaRPr lang="en-US" altLang="zh-CN" sz="2400">
              <a:latin typeface="微软雅黑" charset="0"/>
              <a:ea typeface="微软雅黑" charset="0"/>
              <a:cs typeface="微软雅黑" charset="0"/>
            </a:endParaRPr>
          </a:p>
          <a:p>
            <a:endParaRPr lang="zh-CN" altLang="en-US" sz="2400">
              <a:latin typeface="微软雅黑" charset="0"/>
              <a:ea typeface="微软雅黑" charset="0"/>
              <a:cs typeface="微软雅黑"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1" descr="温大图片2"/>
          <p:cNvPicPr>
            <a:picLocks noChangeAspect="1"/>
          </p:cNvPicPr>
          <p:nvPr/>
        </p:nvPicPr>
        <p:blipFill>
          <a:blip r:embed="rId1"/>
          <a:stretch>
            <a:fillRect/>
          </a:stretch>
        </p:blipFill>
        <p:spPr>
          <a:xfrm>
            <a:off x="0" y="0"/>
            <a:ext cx="12192000" cy="6861175"/>
          </a:xfrm>
          <a:prstGeom prst="rect">
            <a:avLst/>
          </a:prstGeom>
          <a:blipFill>
            <a:blip r:embed="rId2"/>
            <a:tile tx="0" ty="0" sx="100000" sy="100000" flip="none" algn="tl"/>
          </a:blipFill>
        </p:spPr>
      </p:pic>
      <p:sp>
        <p:nvSpPr>
          <p:cNvPr id="7" name="矩形 10"/>
          <p:cNvSpPr/>
          <p:nvPr/>
        </p:nvSpPr>
        <p:spPr>
          <a:xfrm>
            <a:off x="0" y="0"/>
            <a:ext cx="12192000" cy="6858000"/>
          </a:xfrm>
          <a:prstGeom prst="rect">
            <a:avLst/>
          </a:prstGeom>
          <a:solidFill>
            <a:schemeClr val="bg1">
              <a:alpha val="9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zh-CN" sz="1800" b="1" i="0" u="none" strike="noStrike" kern="1200" cap="none" spc="0" normalizeH="0" baseline="0" noProof="0" dirty="0">
              <a:ln>
                <a:noFill/>
              </a:ln>
              <a:solidFill>
                <a:srgbClr val="044B89"/>
              </a:solidFill>
              <a:effectLst/>
              <a:uLnTx/>
              <a:uFillTx/>
              <a:latin typeface="微软雅黑" panose="020B0503020204020204" pitchFamily="34" charset="-122"/>
              <a:ea typeface="微软雅黑" panose="020B0503020204020204" pitchFamily="34" charset="-122"/>
              <a:cs typeface="OPPOSans H"/>
            </a:endParaRPr>
          </a:p>
        </p:txBody>
      </p:sp>
      <p:sp>
        <p:nvSpPr>
          <p:cNvPr id="8" name="任意多边形: 形状 16033"/>
          <p:cNvSpPr/>
          <p:nvPr/>
        </p:nvSpPr>
        <p:spPr>
          <a:xfrm>
            <a:off x="0" y="0"/>
            <a:ext cx="3033263" cy="3031665"/>
          </a:xfrm>
          <a:custGeom>
            <a:avLst/>
            <a:gdLst>
              <a:gd name="connsiteX0" fmla="*/ 242572 w 2401758"/>
              <a:gd name="connsiteY0" fmla="*/ 2396029 h 2400493"/>
              <a:gd name="connsiteX1" fmla="*/ 247036 w 2401758"/>
              <a:gd name="connsiteY1" fmla="*/ 2397517 h 2400493"/>
              <a:gd name="connsiteX2" fmla="*/ 244060 w 2401758"/>
              <a:gd name="connsiteY2" fmla="*/ 2400493 h 2400493"/>
              <a:gd name="connsiteX3" fmla="*/ 241084 w 2401758"/>
              <a:gd name="connsiteY3" fmla="*/ 2398013 h 2400493"/>
              <a:gd name="connsiteX4" fmla="*/ 242572 w 2401758"/>
              <a:gd name="connsiteY4" fmla="*/ 2396029 h 2400493"/>
              <a:gd name="connsiteX5" fmla="*/ 110135 w 2401758"/>
              <a:gd name="connsiteY5" fmla="*/ 2395533 h 2400493"/>
              <a:gd name="connsiteX6" fmla="*/ 113607 w 2401758"/>
              <a:gd name="connsiteY6" fmla="*/ 2397517 h 2400493"/>
              <a:gd name="connsiteX7" fmla="*/ 110135 w 2401758"/>
              <a:gd name="connsiteY7" fmla="*/ 2399997 h 2400493"/>
              <a:gd name="connsiteX8" fmla="*/ 107655 w 2401758"/>
              <a:gd name="connsiteY8" fmla="*/ 2398509 h 2400493"/>
              <a:gd name="connsiteX9" fmla="*/ 110135 w 2401758"/>
              <a:gd name="connsiteY9" fmla="*/ 2395533 h 2400493"/>
              <a:gd name="connsiteX10" fmla="*/ 44649 w 2401758"/>
              <a:gd name="connsiteY10" fmla="*/ 2395533 h 2400493"/>
              <a:gd name="connsiteX11" fmla="*/ 47129 w 2401758"/>
              <a:gd name="connsiteY11" fmla="*/ 2398509 h 2400493"/>
              <a:gd name="connsiteX12" fmla="*/ 43161 w 2401758"/>
              <a:gd name="connsiteY12" fmla="*/ 2399997 h 2400493"/>
              <a:gd name="connsiteX13" fmla="*/ 41673 w 2401758"/>
              <a:gd name="connsiteY13" fmla="*/ 2398013 h 2400493"/>
              <a:gd name="connsiteX14" fmla="*/ 44649 w 2401758"/>
              <a:gd name="connsiteY14" fmla="*/ 2395533 h 2400493"/>
              <a:gd name="connsiteX15" fmla="*/ 176105 w 2401758"/>
              <a:gd name="connsiteY15" fmla="*/ 2394541 h 2400493"/>
              <a:gd name="connsiteX16" fmla="*/ 179081 w 2401758"/>
              <a:gd name="connsiteY16" fmla="*/ 2397517 h 2400493"/>
              <a:gd name="connsiteX17" fmla="*/ 176601 w 2401758"/>
              <a:gd name="connsiteY17" fmla="*/ 2400493 h 2400493"/>
              <a:gd name="connsiteX18" fmla="*/ 174617 w 2401758"/>
              <a:gd name="connsiteY18" fmla="*/ 2399005 h 2400493"/>
              <a:gd name="connsiteX19" fmla="*/ 176105 w 2401758"/>
              <a:gd name="connsiteY19" fmla="*/ 2394541 h 2400493"/>
              <a:gd name="connsiteX20" fmla="*/ 581383 w 2401758"/>
              <a:gd name="connsiteY20" fmla="*/ 2329066 h 2400493"/>
              <a:gd name="connsiteX21" fmla="*/ 584855 w 2401758"/>
              <a:gd name="connsiteY21" fmla="*/ 2331050 h 2400493"/>
              <a:gd name="connsiteX22" fmla="*/ 581383 w 2401758"/>
              <a:gd name="connsiteY22" fmla="*/ 2333530 h 2400493"/>
              <a:gd name="connsiteX23" fmla="*/ 578902 w 2401758"/>
              <a:gd name="connsiteY23" fmla="*/ 2332042 h 2400493"/>
              <a:gd name="connsiteX24" fmla="*/ 581383 w 2401758"/>
              <a:gd name="connsiteY24" fmla="*/ 2329066 h 2400493"/>
              <a:gd name="connsiteX25" fmla="*/ 444973 w 2401758"/>
              <a:gd name="connsiteY25" fmla="*/ 2329066 h 2400493"/>
              <a:gd name="connsiteX26" fmla="*/ 447949 w 2401758"/>
              <a:gd name="connsiteY26" fmla="*/ 2331546 h 2400493"/>
              <a:gd name="connsiteX27" fmla="*/ 445965 w 2401758"/>
              <a:gd name="connsiteY27" fmla="*/ 2335018 h 2400493"/>
              <a:gd name="connsiteX28" fmla="*/ 443485 w 2401758"/>
              <a:gd name="connsiteY28" fmla="*/ 2331546 h 2400493"/>
              <a:gd name="connsiteX29" fmla="*/ 444973 w 2401758"/>
              <a:gd name="connsiteY29" fmla="*/ 2329066 h 2400493"/>
              <a:gd name="connsiteX30" fmla="*/ 514884 w 2401758"/>
              <a:gd name="connsiteY30" fmla="*/ 2328074 h 2400493"/>
              <a:gd name="connsiteX31" fmla="*/ 516868 w 2401758"/>
              <a:gd name="connsiteY31" fmla="*/ 2331546 h 2400493"/>
              <a:gd name="connsiteX32" fmla="*/ 513892 w 2401758"/>
              <a:gd name="connsiteY32" fmla="*/ 2334026 h 2400493"/>
              <a:gd name="connsiteX33" fmla="*/ 512404 w 2401758"/>
              <a:gd name="connsiteY33" fmla="*/ 2331546 h 2400493"/>
              <a:gd name="connsiteX34" fmla="*/ 514884 w 2401758"/>
              <a:gd name="connsiteY34" fmla="*/ 2328074 h 2400493"/>
              <a:gd name="connsiteX35" fmla="*/ 379486 w 2401758"/>
              <a:gd name="connsiteY35" fmla="*/ 2328074 h 2400493"/>
              <a:gd name="connsiteX36" fmla="*/ 381470 w 2401758"/>
              <a:gd name="connsiteY36" fmla="*/ 2331546 h 2400493"/>
              <a:gd name="connsiteX37" fmla="*/ 378494 w 2401758"/>
              <a:gd name="connsiteY37" fmla="*/ 2334026 h 2400493"/>
              <a:gd name="connsiteX38" fmla="*/ 377006 w 2401758"/>
              <a:gd name="connsiteY38" fmla="*/ 2331546 h 2400493"/>
              <a:gd name="connsiteX39" fmla="*/ 379486 w 2401758"/>
              <a:gd name="connsiteY39" fmla="*/ 2328074 h 2400493"/>
              <a:gd name="connsiteX40" fmla="*/ 647343 w 2401758"/>
              <a:gd name="connsiteY40" fmla="*/ 2327578 h 2400493"/>
              <a:gd name="connsiteX41" fmla="*/ 650319 w 2401758"/>
              <a:gd name="connsiteY41" fmla="*/ 2330554 h 2400493"/>
              <a:gd name="connsiteX42" fmla="*/ 647839 w 2401758"/>
              <a:gd name="connsiteY42" fmla="*/ 2333530 h 2400493"/>
              <a:gd name="connsiteX43" fmla="*/ 645855 w 2401758"/>
              <a:gd name="connsiteY43" fmla="*/ 2332042 h 2400493"/>
              <a:gd name="connsiteX44" fmla="*/ 647343 w 2401758"/>
              <a:gd name="connsiteY44" fmla="*/ 2327578 h 2400493"/>
              <a:gd name="connsiteX45" fmla="*/ 176611 w 2401758"/>
              <a:gd name="connsiteY45" fmla="*/ 2327578 h 2400493"/>
              <a:gd name="connsiteX46" fmla="*/ 182564 w 2401758"/>
              <a:gd name="connsiteY46" fmla="*/ 2331050 h 2400493"/>
              <a:gd name="connsiteX47" fmla="*/ 177604 w 2401758"/>
              <a:gd name="connsiteY47" fmla="*/ 2336506 h 2400493"/>
              <a:gd name="connsiteX48" fmla="*/ 172147 w 2401758"/>
              <a:gd name="connsiteY48" fmla="*/ 2332042 h 2400493"/>
              <a:gd name="connsiteX49" fmla="*/ 176611 w 2401758"/>
              <a:gd name="connsiteY49" fmla="*/ 2327578 h 2400493"/>
              <a:gd name="connsiteX50" fmla="*/ 242570 w 2401758"/>
              <a:gd name="connsiteY50" fmla="*/ 2327082 h 2400493"/>
              <a:gd name="connsiteX51" fmla="*/ 249018 w 2401758"/>
              <a:gd name="connsiteY51" fmla="*/ 2331050 h 2400493"/>
              <a:gd name="connsiteX52" fmla="*/ 243562 w 2401758"/>
              <a:gd name="connsiteY52" fmla="*/ 2336010 h 2400493"/>
              <a:gd name="connsiteX53" fmla="*/ 238105 w 2401758"/>
              <a:gd name="connsiteY53" fmla="*/ 2331546 h 2400493"/>
              <a:gd name="connsiteX54" fmla="*/ 242570 w 2401758"/>
              <a:gd name="connsiteY54" fmla="*/ 2327082 h 2400493"/>
              <a:gd name="connsiteX55" fmla="*/ 109644 w 2401758"/>
              <a:gd name="connsiteY55" fmla="*/ 2327082 h 2400493"/>
              <a:gd name="connsiteX56" fmla="*/ 116093 w 2401758"/>
              <a:gd name="connsiteY56" fmla="*/ 2331050 h 2400493"/>
              <a:gd name="connsiteX57" fmla="*/ 110637 w 2401758"/>
              <a:gd name="connsiteY57" fmla="*/ 2336010 h 2400493"/>
              <a:gd name="connsiteX58" fmla="*/ 105180 w 2401758"/>
              <a:gd name="connsiteY58" fmla="*/ 2331546 h 2400493"/>
              <a:gd name="connsiteX59" fmla="*/ 109644 w 2401758"/>
              <a:gd name="connsiteY59" fmla="*/ 2327082 h 2400493"/>
              <a:gd name="connsiteX60" fmla="*/ 44176 w 2401758"/>
              <a:gd name="connsiteY60" fmla="*/ 2327082 h 2400493"/>
              <a:gd name="connsiteX61" fmla="*/ 49633 w 2401758"/>
              <a:gd name="connsiteY61" fmla="*/ 2331546 h 2400493"/>
              <a:gd name="connsiteX62" fmla="*/ 43680 w 2401758"/>
              <a:gd name="connsiteY62" fmla="*/ 2336010 h 2400493"/>
              <a:gd name="connsiteX63" fmla="*/ 38720 w 2401758"/>
              <a:gd name="connsiteY63" fmla="*/ 2332042 h 2400493"/>
              <a:gd name="connsiteX64" fmla="*/ 44176 w 2401758"/>
              <a:gd name="connsiteY64" fmla="*/ 2327082 h 2400493"/>
              <a:gd name="connsiteX65" fmla="*/ 311527 w 2401758"/>
              <a:gd name="connsiteY65" fmla="*/ 2326586 h 2400493"/>
              <a:gd name="connsiteX66" fmla="*/ 316488 w 2401758"/>
              <a:gd name="connsiteY66" fmla="*/ 2332042 h 2400493"/>
              <a:gd name="connsiteX67" fmla="*/ 312023 w 2401758"/>
              <a:gd name="connsiteY67" fmla="*/ 2337499 h 2400493"/>
              <a:gd name="connsiteX68" fmla="*/ 307559 w 2401758"/>
              <a:gd name="connsiteY68" fmla="*/ 2331546 h 2400493"/>
              <a:gd name="connsiteX69" fmla="*/ 311527 w 2401758"/>
              <a:gd name="connsiteY69" fmla="*/ 2326586 h 2400493"/>
              <a:gd name="connsiteX70" fmla="*/ 783754 w 2401758"/>
              <a:gd name="connsiteY70" fmla="*/ 2263094 h 2400493"/>
              <a:gd name="connsiteX71" fmla="*/ 786236 w 2401758"/>
              <a:gd name="connsiteY71" fmla="*/ 2266070 h 2400493"/>
              <a:gd name="connsiteX72" fmla="*/ 783258 w 2401758"/>
              <a:gd name="connsiteY72" fmla="*/ 2268550 h 2400493"/>
              <a:gd name="connsiteX73" fmla="*/ 781769 w 2401758"/>
              <a:gd name="connsiteY73" fmla="*/ 2264582 h 2400493"/>
              <a:gd name="connsiteX74" fmla="*/ 783754 w 2401758"/>
              <a:gd name="connsiteY74" fmla="*/ 2263094 h 2400493"/>
              <a:gd name="connsiteX75" fmla="*/ 851725 w 2401758"/>
              <a:gd name="connsiteY75" fmla="*/ 2262102 h 2400493"/>
              <a:gd name="connsiteX76" fmla="*/ 854207 w 2401758"/>
              <a:gd name="connsiteY76" fmla="*/ 2265078 h 2400493"/>
              <a:gd name="connsiteX77" fmla="*/ 850238 w 2401758"/>
              <a:gd name="connsiteY77" fmla="*/ 2266566 h 2400493"/>
              <a:gd name="connsiteX78" fmla="*/ 848750 w 2401758"/>
              <a:gd name="connsiteY78" fmla="*/ 2264582 h 2400493"/>
              <a:gd name="connsiteX79" fmla="*/ 851725 w 2401758"/>
              <a:gd name="connsiteY79" fmla="*/ 2262102 h 2400493"/>
              <a:gd name="connsiteX80" fmla="*/ 714277 w 2401758"/>
              <a:gd name="connsiteY80" fmla="*/ 2261110 h 2400493"/>
              <a:gd name="connsiteX81" fmla="*/ 717253 w 2401758"/>
              <a:gd name="connsiteY81" fmla="*/ 2264086 h 2400493"/>
              <a:gd name="connsiteX82" fmla="*/ 714773 w 2401758"/>
              <a:gd name="connsiteY82" fmla="*/ 2267062 h 2400493"/>
              <a:gd name="connsiteX83" fmla="*/ 712789 w 2401758"/>
              <a:gd name="connsiteY83" fmla="*/ 2265574 h 2400493"/>
              <a:gd name="connsiteX84" fmla="*/ 714277 w 2401758"/>
              <a:gd name="connsiteY84" fmla="*/ 2261110 h 2400493"/>
              <a:gd name="connsiteX85" fmla="*/ 647833 w 2401758"/>
              <a:gd name="connsiteY85" fmla="*/ 2260118 h 2400493"/>
              <a:gd name="connsiteX86" fmla="*/ 654282 w 2401758"/>
              <a:gd name="connsiteY86" fmla="*/ 2264582 h 2400493"/>
              <a:gd name="connsiteX87" fmla="*/ 648329 w 2401758"/>
              <a:gd name="connsiteY87" fmla="*/ 2269046 h 2400493"/>
              <a:gd name="connsiteX88" fmla="*/ 642873 w 2401758"/>
              <a:gd name="connsiteY88" fmla="*/ 2264086 h 2400493"/>
              <a:gd name="connsiteX89" fmla="*/ 647833 w 2401758"/>
              <a:gd name="connsiteY89" fmla="*/ 2260118 h 2400493"/>
              <a:gd name="connsiteX90" fmla="*/ 580849 w 2401758"/>
              <a:gd name="connsiteY90" fmla="*/ 2260118 h 2400493"/>
              <a:gd name="connsiteX91" fmla="*/ 587297 w 2401758"/>
              <a:gd name="connsiteY91" fmla="*/ 2264086 h 2400493"/>
              <a:gd name="connsiteX92" fmla="*/ 581841 w 2401758"/>
              <a:gd name="connsiteY92" fmla="*/ 2269046 h 2400493"/>
              <a:gd name="connsiteX93" fmla="*/ 576384 w 2401758"/>
              <a:gd name="connsiteY93" fmla="*/ 2264582 h 2400493"/>
              <a:gd name="connsiteX94" fmla="*/ 580849 w 2401758"/>
              <a:gd name="connsiteY94" fmla="*/ 2260118 h 2400493"/>
              <a:gd name="connsiteX95" fmla="*/ 513928 w 2401758"/>
              <a:gd name="connsiteY95" fmla="*/ 2259622 h 2400493"/>
              <a:gd name="connsiteX96" fmla="*/ 519386 w 2401758"/>
              <a:gd name="connsiteY96" fmla="*/ 2265078 h 2400493"/>
              <a:gd name="connsiteX97" fmla="*/ 514920 w 2401758"/>
              <a:gd name="connsiteY97" fmla="*/ 2269543 h 2400493"/>
              <a:gd name="connsiteX98" fmla="*/ 509463 w 2401758"/>
              <a:gd name="connsiteY98" fmla="*/ 2264582 h 2400493"/>
              <a:gd name="connsiteX99" fmla="*/ 513928 w 2401758"/>
              <a:gd name="connsiteY99" fmla="*/ 2259622 h 2400493"/>
              <a:gd name="connsiteX100" fmla="*/ 378978 w 2401758"/>
              <a:gd name="connsiteY100" fmla="*/ 2257638 h 2400493"/>
              <a:gd name="connsiteX101" fmla="*/ 387411 w 2401758"/>
              <a:gd name="connsiteY101" fmla="*/ 2264582 h 2400493"/>
              <a:gd name="connsiteX102" fmla="*/ 378978 w 2401758"/>
              <a:gd name="connsiteY102" fmla="*/ 2271527 h 2400493"/>
              <a:gd name="connsiteX103" fmla="*/ 371537 w 2401758"/>
              <a:gd name="connsiteY103" fmla="*/ 2264086 h 2400493"/>
              <a:gd name="connsiteX104" fmla="*/ 378978 w 2401758"/>
              <a:gd name="connsiteY104" fmla="*/ 2257638 h 2400493"/>
              <a:gd name="connsiteX105" fmla="*/ 312008 w 2401758"/>
              <a:gd name="connsiteY105" fmla="*/ 2257638 h 2400493"/>
              <a:gd name="connsiteX106" fmla="*/ 319448 w 2401758"/>
              <a:gd name="connsiteY106" fmla="*/ 2264582 h 2400493"/>
              <a:gd name="connsiteX107" fmla="*/ 313000 w 2401758"/>
              <a:gd name="connsiteY107" fmla="*/ 2272023 h 2400493"/>
              <a:gd name="connsiteX108" fmla="*/ 305062 w 2401758"/>
              <a:gd name="connsiteY108" fmla="*/ 2265574 h 2400493"/>
              <a:gd name="connsiteX109" fmla="*/ 312008 w 2401758"/>
              <a:gd name="connsiteY109" fmla="*/ 2257638 h 2400493"/>
              <a:gd name="connsiteX110" fmla="*/ 244042 w 2401758"/>
              <a:gd name="connsiteY110" fmla="*/ 2257638 h 2400493"/>
              <a:gd name="connsiteX111" fmla="*/ 250491 w 2401758"/>
              <a:gd name="connsiteY111" fmla="*/ 2265078 h 2400493"/>
              <a:gd name="connsiteX112" fmla="*/ 243050 w 2401758"/>
              <a:gd name="connsiteY112" fmla="*/ 2272023 h 2400493"/>
              <a:gd name="connsiteX113" fmla="*/ 236106 w 2401758"/>
              <a:gd name="connsiteY113" fmla="*/ 2265078 h 2400493"/>
              <a:gd name="connsiteX114" fmla="*/ 244042 w 2401758"/>
              <a:gd name="connsiteY114" fmla="*/ 2257638 h 2400493"/>
              <a:gd name="connsiteX115" fmla="*/ 176600 w 2401758"/>
              <a:gd name="connsiteY115" fmla="*/ 2257638 h 2400493"/>
              <a:gd name="connsiteX116" fmla="*/ 184041 w 2401758"/>
              <a:gd name="connsiteY116" fmla="*/ 2264582 h 2400493"/>
              <a:gd name="connsiteX117" fmla="*/ 176600 w 2401758"/>
              <a:gd name="connsiteY117" fmla="*/ 2272023 h 2400493"/>
              <a:gd name="connsiteX118" fmla="*/ 170152 w 2401758"/>
              <a:gd name="connsiteY118" fmla="*/ 2264582 h 2400493"/>
              <a:gd name="connsiteX119" fmla="*/ 176600 w 2401758"/>
              <a:gd name="connsiteY119" fmla="*/ 2257638 h 2400493"/>
              <a:gd name="connsiteX120" fmla="*/ 109648 w 2401758"/>
              <a:gd name="connsiteY120" fmla="*/ 2257638 h 2400493"/>
              <a:gd name="connsiteX121" fmla="*/ 117585 w 2401758"/>
              <a:gd name="connsiteY121" fmla="*/ 2264086 h 2400493"/>
              <a:gd name="connsiteX122" fmla="*/ 111632 w 2401758"/>
              <a:gd name="connsiteY122" fmla="*/ 2272023 h 2400493"/>
              <a:gd name="connsiteX123" fmla="*/ 103200 w 2401758"/>
              <a:gd name="connsiteY123" fmla="*/ 2265078 h 2400493"/>
              <a:gd name="connsiteX124" fmla="*/ 109648 w 2401758"/>
              <a:gd name="connsiteY124" fmla="*/ 2257638 h 2400493"/>
              <a:gd name="connsiteX125" fmla="*/ 44154 w 2401758"/>
              <a:gd name="connsiteY125" fmla="*/ 2257638 h 2400493"/>
              <a:gd name="connsiteX126" fmla="*/ 50603 w 2401758"/>
              <a:gd name="connsiteY126" fmla="*/ 2265078 h 2400493"/>
              <a:gd name="connsiteX127" fmla="*/ 43162 w 2401758"/>
              <a:gd name="connsiteY127" fmla="*/ 2272023 h 2400493"/>
              <a:gd name="connsiteX128" fmla="*/ 36218 w 2401758"/>
              <a:gd name="connsiteY128" fmla="*/ 2265078 h 2400493"/>
              <a:gd name="connsiteX129" fmla="*/ 44154 w 2401758"/>
              <a:gd name="connsiteY129" fmla="*/ 2257638 h 2400493"/>
              <a:gd name="connsiteX130" fmla="*/ 444978 w 2401758"/>
              <a:gd name="connsiteY130" fmla="*/ 2256646 h 2400493"/>
              <a:gd name="connsiteX131" fmla="*/ 452419 w 2401758"/>
              <a:gd name="connsiteY131" fmla="*/ 2264086 h 2400493"/>
              <a:gd name="connsiteX132" fmla="*/ 446962 w 2401758"/>
              <a:gd name="connsiteY132" fmla="*/ 2272023 h 2400493"/>
              <a:gd name="connsiteX133" fmla="*/ 439025 w 2401758"/>
              <a:gd name="connsiteY133" fmla="*/ 2265079 h 2400493"/>
              <a:gd name="connsiteX134" fmla="*/ 444978 w 2401758"/>
              <a:gd name="connsiteY134" fmla="*/ 2256646 h 2400493"/>
              <a:gd name="connsiteX135" fmla="*/ 986132 w 2401758"/>
              <a:gd name="connsiteY135" fmla="*/ 2196131 h 2400493"/>
              <a:gd name="connsiteX136" fmla="*/ 988612 w 2401758"/>
              <a:gd name="connsiteY136" fmla="*/ 2199107 h 2400493"/>
              <a:gd name="connsiteX137" fmla="*/ 985636 w 2401758"/>
              <a:gd name="connsiteY137" fmla="*/ 2201587 h 2400493"/>
              <a:gd name="connsiteX138" fmla="*/ 984148 w 2401758"/>
              <a:gd name="connsiteY138" fmla="*/ 2197619 h 2400493"/>
              <a:gd name="connsiteX139" fmla="*/ 986132 w 2401758"/>
              <a:gd name="connsiteY139" fmla="*/ 2196131 h 2400493"/>
              <a:gd name="connsiteX140" fmla="*/ 917184 w 2401758"/>
              <a:gd name="connsiteY140" fmla="*/ 2196131 h 2400493"/>
              <a:gd name="connsiteX141" fmla="*/ 919664 w 2401758"/>
              <a:gd name="connsiteY141" fmla="*/ 2199107 h 2400493"/>
              <a:gd name="connsiteX142" fmla="*/ 916688 w 2401758"/>
              <a:gd name="connsiteY142" fmla="*/ 2201587 h 2400493"/>
              <a:gd name="connsiteX143" fmla="*/ 915200 w 2401758"/>
              <a:gd name="connsiteY143" fmla="*/ 2197619 h 2400493"/>
              <a:gd name="connsiteX144" fmla="*/ 917184 w 2401758"/>
              <a:gd name="connsiteY144" fmla="*/ 2196131 h 2400493"/>
              <a:gd name="connsiteX145" fmla="*/ 1054054 w 2401758"/>
              <a:gd name="connsiteY145" fmla="*/ 2195634 h 2400493"/>
              <a:gd name="connsiteX146" fmla="*/ 1056534 w 2401758"/>
              <a:gd name="connsiteY146" fmla="*/ 2198610 h 2400493"/>
              <a:gd name="connsiteX147" fmla="*/ 1052566 w 2401758"/>
              <a:gd name="connsiteY147" fmla="*/ 2200098 h 2400493"/>
              <a:gd name="connsiteX148" fmla="*/ 1051078 w 2401758"/>
              <a:gd name="connsiteY148" fmla="*/ 2198114 h 2400493"/>
              <a:gd name="connsiteX149" fmla="*/ 1054054 w 2401758"/>
              <a:gd name="connsiteY149" fmla="*/ 2195634 h 2400493"/>
              <a:gd name="connsiteX150" fmla="*/ 850692 w 2401758"/>
              <a:gd name="connsiteY150" fmla="*/ 2193651 h 2400493"/>
              <a:gd name="connsiteX151" fmla="*/ 855156 w 2401758"/>
              <a:gd name="connsiteY151" fmla="*/ 2198115 h 2400493"/>
              <a:gd name="connsiteX152" fmla="*/ 850692 w 2401758"/>
              <a:gd name="connsiteY152" fmla="*/ 2204067 h 2400493"/>
              <a:gd name="connsiteX153" fmla="*/ 845730 w 2401758"/>
              <a:gd name="connsiteY153" fmla="*/ 2198611 h 2400493"/>
              <a:gd name="connsiteX154" fmla="*/ 850692 w 2401758"/>
              <a:gd name="connsiteY154" fmla="*/ 2193651 h 2400493"/>
              <a:gd name="connsiteX155" fmla="*/ 783730 w 2401758"/>
              <a:gd name="connsiteY155" fmla="*/ 2193154 h 2400493"/>
              <a:gd name="connsiteX156" fmla="*/ 789188 w 2401758"/>
              <a:gd name="connsiteY156" fmla="*/ 2198114 h 2400493"/>
              <a:gd name="connsiteX157" fmla="*/ 784722 w 2401758"/>
              <a:gd name="connsiteY157" fmla="*/ 2203075 h 2400493"/>
              <a:gd name="connsiteX158" fmla="*/ 779265 w 2401758"/>
              <a:gd name="connsiteY158" fmla="*/ 2198114 h 2400493"/>
              <a:gd name="connsiteX159" fmla="*/ 783730 w 2401758"/>
              <a:gd name="connsiteY159" fmla="*/ 2193154 h 2400493"/>
              <a:gd name="connsiteX160" fmla="*/ 714817 w 2401758"/>
              <a:gd name="connsiteY160" fmla="*/ 2191666 h 2400493"/>
              <a:gd name="connsiteX161" fmla="*/ 723249 w 2401758"/>
              <a:gd name="connsiteY161" fmla="*/ 2198115 h 2400493"/>
              <a:gd name="connsiteX162" fmla="*/ 714817 w 2401758"/>
              <a:gd name="connsiteY162" fmla="*/ 2204563 h 2400493"/>
              <a:gd name="connsiteX163" fmla="*/ 707377 w 2401758"/>
              <a:gd name="connsiteY163" fmla="*/ 2198611 h 2400493"/>
              <a:gd name="connsiteX164" fmla="*/ 714817 w 2401758"/>
              <a:gd name="connsiteY164" fmla="*/ 2191666 h 2400493"/>
              <a:gd name="connsiteX165" fmla="*/ 648308 w 2401758"/>
              <a:gd name="connsiteY165" fmla="*/ 2190674 h 2400493"/>
              <a:gd name="connsiteX166" fmla="*/ 655253 w 2401758"/>
              <a:gd name="connsiteY166" fmla="*/ 2198114 h 2400493"/>
              <a:gd name="connsiteX167" fmla="*/ 648308 w 2401758"/>
              <a:gd name="connsiteY167" fmla="*/ 2205059 h 2400493"/>
              <a:gd name="connsiteX168" fmla="*/ 640868 w 2401758"/>
              <a:gd name="connsiteY168" fmla="*/ 2197122 h 2400493"/>
              <a:gd name="connsiteX169" fmla="*/ 648308 w 2401758"/>
              <a:gd name="connsiteY169" fmla="*/ 2190674 h 2400493"/>
              <a:gd name="connsiteX170" fmla="*/ 581391 w 2401758"/>
              <a:gd name="connsiteY170" fmla="*/ 2190674 h 2400493"/>
              <a:gd name="connsiteX171" fmla="*/ 588337 w 2401758"/>
              <a:gd name="connsiteY171" fmla="*/ 2198114 h 2400493"/>
              <a:gd name="connsiteX172" fmla="*/ 581391 w 2401758"/>
              <a:gd name="connsiteY172" fmla="*/ 2205059 h 2400493"/>
              <a:gd name="connsiteX173" fmla="*/ 573950 w 2401758"/>
              <a:gd name="connsiteY173" fmla="*/ 2197122 h 2400493"/>
              <a:gd name="connsiteX174" fmla="*/ 581391 w 2401758"/>
              <a:gd name="connsiteY174" fmla="*/ 2190674 h 2400493"/>
              <a:gd name="connsiteX175" fmla="*/ 312510 w 2401758"/>
              <a:gd name="connsiteY175" fmla="*/ 2189186 h 2400493"/>
              <a:gd name="connsiteX176" fmla="*/ 321935 w 2401758"/>
              <a:gd name="connsiteY176" fmla="*/ 2198114 h 2400493"/>
              <a:gd name="connsiteX177" fmla="*/ 313006 w 2401758"/>
              <a:gd name="connsiteY177" fmla="*/ 2208035 h 2400493"/>
              <a:gd name="connsiteX178" fmla="*/ 303085 w 2401758"/>
              <a:gd name="connsiteY178" fmla="*/ 2198114 h 2400493"/>
              <a:gd name="connsiteX179" fmla="*/ 312510 w 2401758"/>
              <a:gd name="connsiteY179" fmla="*/ 2189186 h 2400493"/>
              <a:gd name="connsiteX180" fmla="*/ 514462 w 2401758"/>
              <a:gd name="connsiteY180" fmla="*/ 2188690 h 2400493"/>
              <a:gd name="connsiteX181" fmla="*/ 521840 w 2401758"/>
              <a:gd name="connsiteY181" fmla="*/ 2194642 h 2400493"/>
              <a:gd name="connsiteX182" fmla="*/ 521344 w 2401758"/>
              <a:gd name="connsiteY182" fmla="*/ 2202083 h 2400493"/>
              <a:gd name="connsiteX183" fmla="*/ 516384 w 2401758"/>
              <a:gd name="connsiteY183" fmla="*/ 2207043 h 2400493"/>
              <a:gd name="connsiteX184" fmla="*/ 513904 w 2401758"/>
              <a:gd name="connsiteY184" fmla="*/ 2208035 h 2400493"/>
              <a:gd name="connsiteX185" fmla="*/ 507455 w 2401758"/>
              <a:gd name="connsiteY185" fmla="*/ 2202083 h 2400493"/>
              <a:gd name="connsiteX186" fmla="*/ 507455 w 2401758"/>
              <a:gd name="connsiteY186" fmla="*/ 2194642 h 2400493"/>
              <a:gd name="connsiteX187" fmla="*/ 514462 w 2401758"/>
              <a:gd name="connsiteY187" fmla="*/ 2188690 h 2400493"/>
              <a:gd name="connsiteX188" fmla="*/ 379459 w 2401758"/>
              <a:gd name="connsiteY188" fmla="*/ 2188690 h 2400493"/>
              <a:gd name="connsiteX189" fmla="*/ 388884 w 2401758"/>
              <a:gd name="connsiteY189" fmla="*/ 2198115 h 2400493"/>
              <a:gd name="connsiteX190" fmla="*/ 379459 w 2401758"/>
              <a:gd name="connsiteY190" fmla="*/ 2207539 h 2400493"/>
              <a:gd name="connsiteX191" fmla="*/ 369539 w 2401758"/>
              <a:gd name="connsiteY191" fmla="*/ 2198611 h 2400493"/>
              <a:gd name="connsiteX192" fmla="*/ 379459 w 2401758"/>
              <a:gd name="connsiteY192" fmla="*/ 2188690 h 2400493"/>
              <a:gd name="connsiteX193" fmla="*/ 243550 w 2401758"/>
              <a:gd name="connsiteY193" fmla="*/ 2188690 h 2400493"/>
              <a:gd name="connsiteX194" fmla="*/ 252974 w 2401758"/>
              <a:gd name="connsiteY194" fmla="*/ 2198114 h 2400493"/>
              <a:gd name="connsiteX195" fmla="*/ 243550 w 2401758"/>
              <a:gd name="connsiteY195" fmla="*/ 2207539 h 2400493"/>
              <a:gd name="connsiteX196" fmla="*/ 233629 w 2401758"/>
              <a:gd name="connsiteY196" fmla="*/ 2197618 h 2400493"/>
              <a:gd name="connsiteX197" fmla="*/ 243550 w 2401758"/>
              <a:gd name="connsiteY197" fmla="*/ 2188690 h 2400493"/>
              <a:gd name="connsiteX198" fmla="*/ 177094 w 2401758"/>
              <a:gd name="connsiteY198" fmla="*/ 2188690 h 2400493"/>
              <a:gd name="connsiteX199" fmla="*/ 186022 w 2401758"/>
              <a:gd name="connsiteY199" fmla="*/ 2198611 h 2400493"/>
              <a:gd name="connsiteX200" fmla="*/ 176597 w 2401758"/>
              <a:gd name="connsiteY200" fmla="*/ 2208035 h 2400493"/>
              <a:gd name="connsiteX201" fmla="*/ 167173 w 2401758"/>
              <a:gd name="connsiteY201" fmla="*/ 2198611 h 2400493"/>
              <a:gd name="connsiteX202" fmla="*/ 177094 w 2401758"/>
              <a:gd name="connsiteY202" fmla="*/ 2188690 h 2400493"/>
              <a:gd name="connsiteX203" fmla="*/ 43674 w 2401758"/>
              <a:gd name="connsiteY203" fmla="*/ 2188690 h 2400493"/>
              <a:gd name="connsiteX204" fmla="*/ 52602 w 2401758"/>
              <a:gd name="connsiteY204" fmla="*/ 2198611 h 2400493"/>
              <a:gd name="connsiteX205" fmla="*/ 43178 w 2401758"/>
              <a:gd name="connsiteY205" fmla="*/ 2208035 h 2400493"/>
              <a:gd name="connsiteX206" fmla="*/ 33753 w 2401758"/>
              <a:gd name="connsiteY206" fmla="*/ 2198611 h 2400493"/>
              <a:gd name="connsiteX207" fmla="*/ 43674 w 2401758"/>
              <a:gd name="connsiteY207" fmla="*/ 2188690 h 2400493"/>
              <a:gd name="connsiteX208" fmla="*/ 444456 w 2401758"/>
              <a:gd name="connsiteY208" fmla="*/ 2188194 h 2400493"/>
              <a:gd name="connsiteX209" fmla="*/ 454873 w 2401758"/>
              <a:gd name="connsiteY209" fmla="*/ 2197619 h 2400493"/>
              <a:gd name="connsiteX210" fmla="*/ 445944 w 2401758"/>
              <a:gd name="connsiteY210" fmla="*/ 2207539 h 2400493"/>
              <a:gd name="connsiteX211" fmla="*/ 436023 w 2401758"/>
              <a:gd name="connsiteY211" fmla="*/ 2198611 h 2400493"/>
              <a:gd name="connsiteX212" fmla="*/ 444456 w 2401758"/>
              <a:gd name="connsiteY212" fmla="*/ 2188194 h 2400493"/>
              <a:gd name="connsiteX213" fmla="*/ 109149 w 2401758"/>
              <a:gd name="connsiteY213" fmla="*/ 2188194 h 2400493"/>
              <a:gd name="connsiteX214" fmla="*/ 119070 w 2401758"/>
              <a:gd name="connsiteY214" fmla="*/ 2198115 h 2400493"/>
              <a:gd name="connsiteX215" fmla="*/ 109646 w 2401758"/>
              <a:gd name="connsiteY215" fmla="*/ 2207539 h 2400493"/>
              <a:gd name="connsiteX216" fmla="*/ 100221 w 2401758"/>
              <a:gd name="connsiteY216" fmla="*/ 2198115 h 2400493"/>
              <a:gd name="connsiteX217" fmla="*/ 109149 w 2401758"/>
              <a:gd name="connsiteY217" fmla="*/ 2188194 h 2400493"/>
              <a:gd name="connsiteX218" fmla="*/ 1053062 w 2401758"/>
              <a:gd name="connsiteY218" fmla="*/ 2127183 h 2400493"/>
              <a:gd name="connsiteX219" fmla="*/ 1056534 w 2401758"/>
              <a:gd name="connsiteY219" fmla="*/ 2129663 h 2400493"/>
              <a:gd name="connsiteX220" fmla="*/ 1053062 w 2401758"/>
              <a:gd name="connsiteY220" fmla="*/ 2131647 h 2400493"/>
              <a:gd name="connsiteX221" fmla="*/ 1050582 w 2401758"/>
              <a:gd name="connsiteY221" fmla="*/ 2128671 h 2400493"/>
              <a:gd name="connsiteX222" fmla="*/ 1053062 w 2401758"/>
              <a:gd name="connsiteY222" fmla="*/ 2127183 h 2400493"/>
              <a:gd name="connsiteX223" fmla="*/ 1185501 w 2401758"/>
              <a:gd name="connsiteY223" fmla="*/ 2126687 h 2400493"/>
              <a:gd name="connsiteX224" fmla="*/ 1188477 w 2401758"/>
              <a:gd name="connsiteY224" fmla="*/ 2129167 h 2400493"/>
              <a:gd name="connsiteX225" fmla="*/ 1186493 w 2401758"/>
              <a:gd name="connsiteY225" fmla="*/ 2132639 h 2400493"/>
              <a:gd name="connsiteX226" fmla="*/ 1184013 w 2401758"/>
              <a:gd name="connsiteY226" fmla="*/ 2129167 h 2400493"/>
              <a:gd name="connsiteX227" fmla="*/ 1185501 w 2401758"/>
              <a:gd name="connsiteY227" fmla="*/ 2126687 h 2400493"/>
              <a:gd name="connsiteX228" fmla="*/ 1119034 w 2401758"/>
              <a:gd name="connsiteY228" fmla="*/ 2125199 h 2400493"/>
              <a:gd name="connsiteX229" fmla="*/ 1122010 w 2401758"/>
              <a:gd name="connsiteY229" fmla="*/ 2128175 h 2400493"/>
              <a:gd name="connsiteX230" fmla="*/ 1119530 w 2401758"/>
              <a:gd name="connsiteY230" fmla="*/ 2131151 h 2400493"/>
              <a:gd name="connsiteX231" fmla="*/ 1117546 w 2401758"/>
              <a:gd name="connsiteY231" fmla="*/ 2129663 h 2400493"/>
              <a:gd name="connsiteX232" fmla="*/ 1119034 w 2401758"/>
              <a:gd name="connsiteY232" fmla="*/ 2125199 h 2400493"/>
              <a:gd name="connsiteX233" fmla="*/ 986631 w 2401758"/>
              <a:gd name="connsiteY233" fmla="*/ 2123711 h 2400493"/>
              <a:gd name="connsiteX234" fmla="*/ 991592 w 2401758"/>
              <a:gd name="connsiteY234" fmla="*/ 2129167 h 2400493"/>
              <a:gd name="connsiteX235" fmla="*/ 986631 w 2401758"/>
              <a:gd name="connsiteY235" fmla="*/ 2133632 h 2400493"/>
              <a:gd name="connsiteX236" fmla="*/ 981671 w 2401758"/>
              <a:gd name="connsiteY236" fmla="*/ 2128175 h 2400493"/>
              <a:gd name="connsiteX237" fmla="*/ 986631 w 2401758"/>
              <a:gd name="connsiteY237" fmla="*/ 2123711 h 2400493"/>
              <a:gd name="connsiteX238" fmla="*/ 780267 w 2401758"/>
              <a:gd name="connsiteY238" fmla="*/ 2122222 h 2400493"/>
              <a:gd name="connsiteX239" fmla="*/ 786718 w 2401758"/>
              <a:gd name="connsiteY239" fmla="*/ 2122222 h 2400493"/>
              <a:gd name="connsiteX240" fmla="*/ 794157 w 2401758"/>
              <a:gd name="connsiteY240" fmla="*/ 2127183 h 2400493"/>
              <a:gd name="connsiteX241" fmla="*/ 791677 w 2401758"/>
              <a:gd name="connsiteY241" fmla="*/ 2131647 h 2400493"/>
              <a:gd name="connsiteX242" fmla="*/ 786718 w 2401758"/>
              <a:gd name="connsiteY242" fmla="*/ 2136607 h 2400493"/>
              <a:gd name="connsiteX243" fmla="*/ 780267 w 2401758"/>
              <a:gd name="connsiteY243" fmla="*/ 2136607 h 2400493"/>
              <a:gd name="connsiteX244" fmla="*/ 776299 w 2401758"/>
              <a:gd name="connsiteY244" fmla="*/ 2132639 h 2400493"/>
              <a:gd name="connsiteX245" fmla="*/ 776299 w 2401758"/>
              <a:gd name="connsiteY245" fmla="*/ 2126191 h 2400493"/>
              <a:gd name="connsiteX246" fmla="*/ 780267 w 2401758"/>
              <a:gd name="connsiteY246" fmla="*/ 2122222 h 2400493"/>
              <a:gd name="connsiteX247" fmla="*/ 851228 w 2401758"/>
              <a:gd name="connsiteY247" fmla="*/ 2121727 h 2400493"/>
              <a:gd name="connsiteX248" fmla="*/ 857677 w 2401758"/>
              <a:gd name="connsiteY248" fmla="*/ 2129167 h 2400493"/>
              <a:gd name="connsiteX249" fmla="*/ 850237 w 2401758"/>
              <a:gd name="connsiteY249" fmla="*/ 2136112 h 2400493"/>
              <a:gd name="connsiteX250" fmla="*/ 843294 w 2401758"/>
              <a:gd name="connsiteY250" fmla="*/ 2129167 h 2400493"/>
              <a:gd name="connsiteX251" fmla="*/ 851228 w 2401758"/>
              <a:gd name="connsiteY251" fmla="*/ 2121727 h 2400493"/>
              <a:gd name="connsiteX252" fmla="*/ 916702 w 2401758"/>
              <a:gd name="connsiteY252" fmla="*/ 2120734 h 2400493"/>
              <a:gd name="connsiteX253" fmla="*/ 924143 w 2401758"/>
              <a:gd name="connsiteY253" fmla="*/ 2128670 h 2400493"/>
              <a:gd name="connsiteX254" fmla="*/ 916702 w 2401758"/>
              <a:gd name="connsiteY254" fmla="*/ 2136111 h 2400493"/>
              <a:gd name="connsiteX255" fmla="*/ 910254 w 2401758"/>
              <a:gd name="connsiteY255" fmla="*/ 2129167 h 2400493"/>
              <a:gd name="connsiteX256" fmla="*/ 916702 w 2401758"/>
              <a:gd name="connsiteY256" fmla="*/ 2120734 h 2400493"/>
              <a:gd name="connsiteX257" fmla="*/ 714778 w 2401758"/>
              <a:gd name="connsiteY257" fmla="*/ 2119743 h 2400493"/>
              <a:gd name="connsiteX258" fmla="*/ 724202 w 2401758"/>
              <a:gd name="connsiteY258" fmla="*/ 2128671 h 2400493"/>
              <a:gd name="connsiteX259" fmla="*/ 715770 w 2401758"/>
              <a:gd name="connsiteY259" fmla="*/ 2138592 h 2400493"/>
              <a:gd name="connsiteX260" fmla="*/ 705354 w 2401758"/>
              <a:gd name="connsiteY260" fmla="*/ 2129167 h 2400493"/>
              <a:gd name="connsiteX261" fmla="*/ 714778 w 2401758"/>
              <a:gd name="connsiteY261" fmla="*/ 2119743 h 2400493"/>
              <a:gd name="connsiteX262" fmla="*/ 580859 w 2401758"/>
              <a:gd name="connsiteY262" fmla="*/ 2119743 h 2400493"/>
              <a:gd name="connsiteX263" fmla="*/ 590779 w 2401758"/>
              <a:gd name="connsiteY263" fmla="*/ 2128671 h 2400493"/>
              <a:gd name="connsiteX264" fmla="*/ 581851 w 2401758"/>
              <a:gd name="connsiteY264" fmla="*/ 2138592 h 2400493"/>
              <a:gd name="connsiteX265" fmla="*/ 571434 w 2401758"/>
              <a:gd name="connsiteY265" fmla="*/ 2129167 h 2400493"/>
              <a:gd name="connsiteX266" fmla="*/ 580859 w 2401758"/>
              <a:gd name="connsiteY266" fmla="*/ 2119743 h 2400493"/>
              <a:gd name="connsiteX267" fmla="*/ 515388 w 2401758"/>
              <a:gd name="connsiteY267" fmla="*/ 2119743 h 2400493"/>
              <a:gd name="connsiteX268" fmla="*/ 524316 w 2401758"/>
              <a:gd name="connsiteY268" fmla="*/ 2129663 h 2400493"/>
              <a:gd name="connsiteX269" fmla="*/ 514395 w 2401758"/>
              <a:gd name="connsiteY269" fmla="*/ 2138592 h 2400493"/>
              <a:gd name="connsiteX270" fmla="*/ 504970 w 2401758"/>
              <a:gd name="connsiteY270" fmla="*/ 2129167 h 2400493"/>
              <a:gd name="connsiteX271" fmla="*/ 515388 w 2401758"/>
              <a:gd name="connsiteY271" fmla="*/ 2119743 h 2400493"/>
              <a:gd name="connsiteX272" fmla="*/ 647861 w 2401758"/>
              <a:gd name="connsiteY272" fmla="*/ 2119742 h 2400493"/>
              <a:gd name="connsiteX273" fmla="*/ 657780 w 2401758"/>
              <a:gd name="connsiteY273" fmla="*/ 2128671 h 2400493"/>
              <a:gd name="connsiteX274" fmla="*/ 647861 w 2401758"/>
              <a:gd name="connsiteY274" fmla="*/ 2138591 h 2400493"/>
              <a:gd name="connsiteX275" fmla="*/ 638436 w 2401758"/>
              <a:gd name="connsiteY275" fmla="*/ 2129167 h 2400493"/>
              <a:gd name="connsiteX276" fmla="*/ 647861 w 2401758"/>
              <a:gd name="connsiteY276" fmla="*/ 2119742 h 2400493"/>
              <a:gd name="connsiteX277" fmla="*/ 378505 w 2401758"/>
              <a:gd name="connsiteY277" fmla="*/ 2117263 h 2400493"/>
              <a:gd name="connsiteX278" fmla="*/ 390907 w 2401758"/>
              <a:gd name="connsiteY278" fmla="*/ 2128671 h 2400493"/>
              <a:gd name="connsiteX279" fmla="*/ 379497 w 2401758"/>
              <a:gd name="connsiteY279" fmla="*/ 2141072 h 2400493"/>
              <a:gd name="connsiteX280" fmla="*/ 367094 w 2401758"/>
              <a:gd name="connsiteY280" fmla="*/ 2129663 h 2400493"/>
              <a:gd name="connsiteX281" fmla="*/ 378505 w 2401758"/>
              <a:gd name="connsiteY281" fmla="*/ 2117263 h 2400493"/>
              <a:gd name="connsiteX282" fmla="*/ 445940 w 2401758"/>
              <a:gd name="connsiteY282" fmla="*/ 2117262 h 2400493"/>
              <a:gd name="connsiteX283" fmla="*/ 457348 w 2401758"/>
              <a:gd name="connsiteY283" fmla="*/ 2129663 h 2400493"/>
              <a:gd name="connsiteX284" fmla="*/ 444948 w 2401758"/>
              <a:gd name="connsiteY284" fmla="*/ 2141072 h 2400493"/>
              <a:gd name="connsiteX285" fmla="*/ 433538 w 2401758"/>
              <a:gd name="connsiteY285" fmla="*/ 2128671 h 2400493"/>
              <a:gd name="connsiteX286" fmla="*/ 445940 w 2401758"/>
              <a:gd name="connsiteY286" fmla="*/ 2117262 h 2400493"/>
              <a:gd name="connsiteX287" fmla="*/ 312997 w 2401758"/>
              <a:gd name="connsiteY287" fmla="*/ 2117262 h 2400493"/>
              <a:gd name="connsiteX288" fmla="*/ 324405 w 2401758"/>
              <a:gd name="connsiteY288" fmla="*/ 2129663 h 2400493"/>
              <a:gd name="connsiteX289" fmla="*/ 312005 w 2401758"/>
              <a:gd name="connsiteY289" fmla="*/ 2141071 h 2400493"/>
              <a:gd name="connsiteX290" fmla="*/ 300596 w 2401758"/>
              <a:gd name="connsiteY290" fmla="*/ 2128671 h 2400493"/>
              <a:gd name="connsiteX291" fmla="*/ 312997 w 2401758"/>
              <a:gd name="connsiteY291" fmla="*/ 2117262 h 2400493"/>
              <a:gd name="connsiteX292" fmla="*/ 243069 w 2401758"/>
              <a:gd name="connsiteY292" fmla="*/ 2117262 h 2400493"/>
              <a:gd name="connsiteX293" fmla="*/ 254973 w 2401758"/>
              <a:gd name="connsiteY293" fmla="*/ 2129167 h 2400493"/>
              <a:gd name="connsiteX294" fmla="*/ 243069 w 2401758"/>
              <a:gd name="connsiteY294" fmla="*/ 2141071 h 2400493"/>
              <a:gd name="connsiteX295" fmla="*/ 231164 w 2401758"/>
              <a:gd name="connsiteY295" fmla="*/ 2129167 h 2400493"/>
              <a:gd name="connsiteX296" fmla="*/ 243069 w 2401758"/>
              <a:gd name="connsiteY296" fmla="*/ 2117262 h 2400493"/>
              <a:gd name="connsiteX297" fmla="*/ 176106 w 2401758"/>
              <a:gd name="connsiteY297" fmla="*/ 2117262 h 2400493"/>
              <a:gd name="connsiteX298" fmla="*/ 188506 w 2401758"/>
              <a:gd name="connsiteY298" fmla="*/ 2128671 h 2400493"/>
              <a:gd name="connsiteX299" fmla="*/ 177098 w 2401758"/>
              <a:gd name="connsiteY299" fmla="*/ 2141071 h 2400493"/>
              <a:gd name="connsiteX300" fmla="*/ 164697 w 2401758"/>
              <a:gd name="connsiteY300" fmla="*/ 2129663 h 2400493"/>
              <a:gd name="connsiteX301" fmla="*/ 176106 w 2401758"/>
              <a:gd name="connsiteY301" fmla="*/ 2117262 h 2400493"/>
              <a:gd name="connsiteX302" fmla="*/ 110132 w 2401758"/>
              <a:gd name="connsiteY302" fmla="*/ 2117262 h 2400493"/>
              <a:gd name="connsiteX303" fmla="*/ 122036 w 2401758"/>
              <a:gd name="connsiteY303" fmla="*/ 2129167 h 2400493"/>
              <a:gd name="connsiteX304" fmla="*/ 110132 w 2401758"/>
              <a:gd name="connsiteY304" fmla="*/ 2141071 h 2400493"/>
              <a:gd name="connsiteX305" fmla="*/ 98227 w 2401758"/>
              <a:gd name="connsiteY305" fmla="*/ 2129167 h 2400493"/>
              <a:gd name="connsiteX306" fmla="*/ 110132 w 2401758"/>
              <a:gd name="connsiteY306" fmla="*/ 2117262 h 2400493"/>
              <a:gd name="connsiteX307" fmla="*/ 43183 w 2401758"/>
              <a:gd name="connsiteY307" fmla="*/ 2117262 h 2400493"/>
              <a:gd name="connsiteX308" fmla="*/ 55086 w 2401758"/>
              <a:gd name="connsiteY308" fmla="*/ 2129167 h 2400493"/>
              <a:gd name="connsiteX309" fmla="*/ 43183 w 2401758"/>
              <a:gd name="connsiteY309" fmla="*/ 2141071 h 2400493"/>
              <a:gd name="connsiteX310" fmla="*/ 31278 w 2401758"/>
              <a:gd name="connsiteY310" fmla="*/ 2129167 h 2400493"/>
              <a:gd name="connsiteX311" fmla="*/ 43183 w 2401758"/>
              <a:gd name="connsiteY311" fmla="*/ 2117262 h 2400493"/>
              <a:gd name="connsiteX312" fmla="*/ 1321908 w 2401758"/>
              <a:gd name="connsiteY312" fmla="*/ 2060715 h 2400493"/>
              <a:gd name="connsiteX313" fmla="*/ 1324388 w 2401758"/>
              <a:gd name="connsiteY313" fmla="*/ 2063691 h 2400493"/>
              <a:gd name="connsiteX314" fmla="*/ 1321412 w 2401758"/>
              <a:gd name="connsiteY314" fmla="*/ 2066171 h 2400493"/>
              <a:gd name="connsiteX315" fmla="*/ 1319924 w 2401758"/>
              <a:gd name="connsiteY315" fmla="*/ 2062203 h 2400493"/>
              <a:gd name="connsiteX316" fmla="*/ 1321908 w 2401758"/>
              <a:gd name="connsiteY316" fmla="*/ 2060715 h 2400493"/>
              <a:gd name="connsiteX317" fmla="*/ 1185501 w 2401758"/>
              <a:gd name="connsiteY317" fmla="*/ 2060219 h 2400493"/>
              <a:gd name="connsiteX318" fmla="*/ 1189965 w 2401758"/>
              <a:gd name="connsiteY318" fmla="*/ 2061707 h 2400493"/>
              <a:gd name="connsiteX319" fmla="*/ 1186989 w 2401758"/>
              <a:gd name="connsiteY319" fmla="*/ 2064683 h 2400493"/>
              <a:gd name="connsiteX320" fmla="*/ 1184013 w 2401758"/>
              <a:gd name="connsiteY320" fmla="*/ 2062203 h 2400493"/>
              <a:gd name="connsiteX321" fmla="*/ 1185501 w 2401758"/>
              <a:gd name="connsiteY321" fmla="*/ 2060219 h 2400493"/>
              <a:gd name="connsiteX322" fmla="*/ 1256433 w 2401758"/>
              <a:gd name="connsiteY322" fmla="*/ 2059723 h 2400493"/>
              <a:gd name="connsiteX323" fmla="*/ 1258913 w 2401758"/>
              <a:gd name="connsiteY323" fmla="*/ 2062699 h 2400493"/>
              <a:gd name="connsiteX324" fmla="*/ 1254945 w 2401758"/>
              <a:gd name="connsiteY324" fmla="*/ 2064187 h 2400493"/>
              <a:gd name="connsiteX325" fmla="*/ 1253457 w 2401758"/>
              <a:gd name="connsiteY325" fmla="*/ 2062203 h 2400493"/>
              <a:gd name="connsiteX326" fmla="*/ 1256433 w 2401758"/>
              <a:gd name="connsiteY326" fmla="*/ 2059723 h 2400493"/>
              <a:gd name="connsiteX327" fmla="*/ 1120025 w 2401758"/>
              <a:gd name="connsiteY327" fmla="*/ 2057739 h 2400493"/>
              <a:gd name="connsiteX328" fmla="*/ 1123994 w 2401758"/>
              <a:gd name="connsiteY328" fmla="*/ 2062700 h 2400493"/>
              <a:gd name="connsiteX329" fmla="*/ 1118537 w 2401758"/>
              <a:gd name="connsiteY329" fmla="*/ 2067660 h 2400493"/>
              <a:gd name="connsiteX330" fmla="*/ 1114073 w 2401758"/>
              <a:gd name="connsiteY330" fmla="*/ 2062700 h 2400493"/>
              <a:gd name="connsiteX331" fmla="*/ 1120025 w 2401758"/>
              <a:gd name="connsiteY331" fmla="*/ 2057739 h 2400493"/>
              <a:gd name="connsiteX332" fmla="*/ 1052566 w 2401758"/>
              <a:gd name="connsiteY332" fmla="*/ 2055755 h 2400493"/>
              <a:gd name="connsiteX333" fmla="*/ 1060998 w 2401758"/>
              <a:gd name="connsiteY333" fmla="*/ 2062203 h 2400493"/>
              <a:gd name="connsiteX334" fmla="*/ 1053062 w 2401758"/>
              <a:gd name="connsiteY334" fmla="*/ 2069644 h 2400493"/>
              <a:gd name="connsiteX335" fmla="*/ 1045655 w 2401758"/>
              <a:gd name="connsiteY335" fmla="*/ 2062203 h 2400493"/>
              <a:gd name="connsiteX336" fmla="*/ 1052566 w 2401758"/>
              <a:gd name="connsiteY336" fmla="*/ 2055755 h 2400493"/>
              <a:gd name="connsiteX337" fmla="*/ 985642 w 2401758"/>
              <a:gd name="connsiteY337" fmla="*/ 2055259 h 2400493"/>
              <a:gd name="connsiteX338" fmla="*/ 993082 w 2401758"/>
              <a:gd name="connsiteY338" fmla="*/ 2062203 h 2400493"/>
              <a:gd name="connsiteX339" fmla="*/ 986634 w 2401758"/>
              <a:gd name="connsiteY339" fmla="*/ 2069644 h 2400493"/>
              <a:gd name="connsiteX340" fmla="*/ 978697 w 2401758"/>
              <a:gd name="connsiteY340" fmla="*/ 2063195 h 2400493"/>
              <a:gd name="connsiteX341" fmla="*/ 985642 w 2401758"/>
              <a:gd name="connsiteY341" fmla="*/ 2055259 h 2400493"/>
              <a:gd name="connsiteX342" fmla="*/ 915679 w 2401758"/>
              <a:gd name="connsiteY342" fmla="*/ 2053275 h 2400493"/>
              <a:gd name="connsiteX343" fmla="*/ 926095 w 2401758"/>
              <a:gd name="connsiteY343" fmla="*/ 2062700 h 2400493"/>
              <a:gd name="connsiteX344" fmla="*/ 923615 w 2401758"/>
              <a:gd name="connsiteY344" fmla="*/ 2068652 h 2400493"/>
              <a:gd name="connsiteX345" fmla="*/ 917167 w 2401758"/>
              <a:gd name="connsiteY345" fmla="*/ 2072124 h 2400493"/>
              <a:gd name="connsiteX346" fmla="*/ 907246 w 2401758"/>
              <a:gd name="connsiteY346" fmla="*/ 2063196 h 2400493"/>
              <a:gd name="connsiteX347" fmla="*/ 915679 w 2401758"/>
              <a:gd name="connsiteY347" fmla="*/ 2053275 h 2400493"/>
              <a:gd name="connsiteX348" fmla="*/ 850237 w 2401758"/>
              <a:gd name="connsiteY348" fmla="*/ 2052779 h 2400493"/>
              <a:gd name="connsiteX349" fmla="*/ 859662 w 2401758"/>
              <a:gd name="connsiteY349" fmla="*/ 2062204 h 2400493"/>
              <a:gd name="connsiteX350" fmla="*/ 849742 w 2401758"/>
              <a:gd name="connsiteY350" fmla="*/ 2072124 h 2400493"/>
              <a:gd name="connsiteX351" fmla="*/ 840810 w 2401758"/>
              <a:gd name="connsiteY351" fmla="*/ 2062204 h 2400493"/>
              <a:gd name="connsiteX352" fmla="*/ 850237 w 2401758"/>
              <a:gd name="connsiteY352" fmla="*/ 2052779 h 2400493"/>
              <a:gd name="connsiteX353" fmla="*/ 783721 w 2401758"/>
              <a:gd name="connsiteY353" fmla="*/ 2052779 h 2400493"/>
              <a:gd name="connsiteX354" fmla="*/ 793146 w 2401758"/>
              <a:gd name="connsiteY354" fmla="*/ 2062204 h 2400493"/>
              <a:gd name="connsiteX355" fmla="*/ 784217 w 2401758"/>
              <a:gd name="connsiteY355" fmla="*/ 2072124 h 2400493"/>
              <a:gd name="connsiteX356" fmla="*/ 774297 w 2401758"/>
              <a:gd name="connsiteY356" fmla="*/ 2062204 h 2400493"/>
              <a:gd name="connsiteX357" fmla="*/ 783721 w 2401758"/>
              <a:gd name="connsiteY357" fmla="*/ 2052779 h 2400493"/>
              <a:gd name="connsiteX358" fmla="*/ 445970 w 2401758"/>
              <a:gd name="connsiteY358" fmla="*/ 2050795 h 2400493"/>
              <a:gd name="connsiteX359" fmla="*/ 457380 w 2401758"/>
              <a:gd name="connsiteY359" fmla="*/ 2062700 h 2400493"/>
              <a:gd name="connsiteX360" fmla="*/ 445474 w 2401758"/>
              <a:gd name="connsiteY360" fmla="*/ 2074604 h 2400493"/>
              <a:gd name="connsiteX361" fmla="*/ 433569 w 2401758"/>
              <a:gd name="connsiteY361" fmla="*/ 2063196 h 2400493"/>
              <a:gd name="connsiteX362" fmla="*/ 445970 w 2401758"/>
              <a:gd name="connsiteY362" fmla="*/ 2050795 h 2400493"/>
              <a:gd name="connsiteX363" fmla="*/ 647849 w 2401758"/>
              <a:gd name="connsiteY363" fmla="*/ 2050299 h 2400493"/>
              <a:gd name="connsiteX364" fmla="*/ 659752 w 2401758"/>
              <a:gd name="connsiteY364" fmla="*/ 2062204 h 2400493"/>
              <a:gd name="connsiteX365" fmla="*/ 647849 w 2401758"/>
              <a:gd name="connsiteY365" fmla="*/ 2074108 h 2400493"/>
              <a:gd name="connsiteX366" fmla="*/ 635945 w 2401758"/>
              <a:gd name="connsiteY366" fmla="*/ 2062204 h 2400493"/>
              <a:gd name="connsiteX367" fmla="*/ 647849 w 2401758"/>
              <a:gd name="connsiteY367" fmla="*/ 2050299 h 2400493"/>
              <a:gd name="connsiteX368" fmla="*/ 581400 w 2401758"/>
              <a:gd name="connsiteY368" fmla="*/ 2050299 h 2400493"/>
              <a:gd name="connsiteX369" fmla="*/ 593305 w 2401758"/>
              <a:gd name="connsiteY369" fmla="*/ 2062204 h 2400493"/>
              <a:gd name="connsiteX370" fmla="*/ 581400 w 2401758"/>
              <a:gd name="connsiteY370" fmla="*/ 2074108 h 2400493"/>
              <a:gd name="connsiteX371" fmla="*/ 569494 w 2401758"/>
              <a:gd name="connsiteY371" fmla="*/ 2062204 h 2400493"/>
              <a:gd name="connsiteX372" fmla="*/ 581400 w 2401758"/>
              <a:gd name="connsiteY372" fmla="*/ 2050299 h 2400493"/>
              <a:gd name="connsiteX373" fmla="*/ 513427 w 2401758"/>
              <a:gd name="connsiteY373" fmla="*/ 2050299 h 2400493"/>
              <a:gd name="connsiteX374" fmla="*/ 526324 w 2401758"/>
              <a:gd name="connsiteY374" fmla="*/ 2062203 h 2400493"/>
              <a:gd name="connsiteX375" fmla="*/ 514915 w 2401758"/>
              <a:gd name="connsiteY375" fmla="*/ 2074108 h 2400493"/>
              <a:gd name="connsiteX376" fmla="*/ 502513 w 2401758"/>
              <a:gd name="connsiteY376" fmla="*/ 2062699 h 2400493"/>
              <a:gd name="connsiteX377" fmla="*/ 513427 w 2401758"/>
              <a:gd name="connsiteY377" fmla="*/ 2050299 h 2400493"/>
              <a:gd name="connsiteX378" fmla="*/ 377999 w 2401758"/>
              <a:gd name="connsiteY378" fmla="*/ 2050299 h 2400493"/>
              <a:gd name="connsiteX379" fmla="*/ 390896 w 2401758"/>
              <a:gd name="connsiteY379" fmla="*/ 2062204 h 2400493"/>
              <a:gd name="connsiteX380" fmla="*/ 379487 w 2401758"/>
              <a:gd name="connsiteY380" fmla="*/ 2074108 h 2400493"/>
              <a:gd name="connsiteX381" fmla="*/ 367085 w 2401758"/>
              <a:gd name="connsiteY381" fmla="*/ 2062700 h 2400493"/>
              <a:gd name="connsiteX382" fmla="*/ 377999 w 2401758"/>
              <a:gd name="connsiteY382" fmla="*/ 2050299 h 2400493"/>
              <a:gd name="connsiteX383" fmla="*/ 313517 w 2401758"/>
              <a:gd name="connsiteY383" fmla="*/ 2050299 h 2400493"/>
              <a:gd name="connsiteX384" fmla="*/ 324431 w 2401758"/>
              <a:gd name="connsiteY384" fmla="*/ 2062700 h 2400493"/>
              <a:gd name="connsiteX385" fmla="*/ 311037 w 2401758"/>
              <a:gd name="connsiteY385" fmla="*/ 2074108 h 2400493"/>
              <a:gd name="connsiteX386" fmla="*/ 300621 w 2401758"/>
              <a:gd name="connsiteY386" fmla="*/ 2061212 h 2400493"/>
              <a:gd name="connsiteX387" fmla="*/ 313517 w 2401758"/>
              <a:gd name="connsiteY387" fmla="*/ 2050299 h 2400493"/>
              <a:gd name="connsiteX388" fmla="*/ 243055 w 2401758"/>
              <a:gd name="connsiteY388" fmla="*/ 2050299 h 2400493"/>
              <a:gd name="connsiteX389" fmla="*/ 254959 w 2401758"/>
              <a:gd name="connsiteY389" fmla="*/ 2062204 h 2400493"/>
              <a:gd name="connsiteX390" fmla="*/ 243551 w 2401758"/>
              <a:gd name="connsiteY390" fmla="*/ 2074108 h 2400493"/>
              <a:gd name="connsiteX391" fmla="*/ 231150 w 2401758"/>
              <a:gd name="connsiteY391" fmla="*/ 2061708 h 2400493"/>
              <a:gd name="connsiteX392" fmla="*/ 243055 w 2401758"/>
              <a:gd name="connsiteY392" fmla="*/ 2050299 h 2400493"/>
              <a:gd name="connsiteX393" fmla="*/ 176108 w 2401758"/>
              <a:gd name="connsiteY393" fmla="*/ 2050299 h 2400493"/>
              <a:gd name="connsiteX394" fmla="*/ 188508 w 2401758"/>
              <a:gd name="connsiteY394" fmla="*/ 2061708 h 2400493"/>
              <a:gd name="connsiteX395" fmla="*/ 177596 w 2401758"/>
              <a:gd name="connsiteY395" fmla="*/ 2074108 h 2400493"/>
              <a:gd name="connsiteX396" fmla="*/ 164699 w 2401758"/>
              <a:gd name="connsiteY396" fmla="*/ 2062204 h 2400493"/>
              <a:gd name="connsiteX397" fmla="*/ 176108 w 2401758"/>
              <a:gd name="connsiteY397" fmla="*/ 2050299 h 2400493"/>
              <a:gd name="connsiteX398" fmla="*/ 110637 w 2401758"/>
              <a:gd name="connsiteY398" fmla="*/ 2050299 h 2400493"/>
              <a:gd name="connsiteX399" fmla="*/ 122045 w 2401758"/>
              <a:gd name="connsiteY399" fmla="*/ 2062700 h 2400493"/>
              <a:gd name="connsiteX400" fmla="*/ 110141 w 2401758"/>
              <a:gd name="connsiteY400" fmla="*/ 2074108 h 2400493"/>
              <a:gd name="connsiteX401" fmla="*/ 98236 w 2401758"/>
              <a:gd name="connsiteY401" fmla="*/ 2062700 h 2400493"/>
              <a:gd name="connsiteX402" fmla="*/ 110637 w 2401758"/>
              <a:gd name="connsiteY402" fmla="*/ 2050299 h 2400493"/>
              <a:gd name="connsiteX403" fmla="*/ 42675 w 2401758"/>
              <a:gd name="connsiteY403" fmla="*/ 2050299 h 2400493"/>
              <a:gd name="connsiteX404" fmla="*/ 55075 w 2401758"/>
              <a:gd name="connsiteY404" fmla="*/ 2061212 h 2400493"/>
              <a:gd name="connsiteX405" fmla="*/ 43171 w 2401758"/>
              <a:gd name="connsiteY405" fmla="*/ 2074108 h 2400493"/>
              <a:gd name="connsiteX406" fmla="*/ 31266 w 2401758"/>
              <a:gd name="connsiteY406" fmla="*/ 2062700 h 2400493"/>
              <a:gd name="connsiteX407" fmla="*/ 42675 w 2401758"/>
              <a:gd name="connsiteY407" fmla="*/ 2050299 h 2400493"/>
              <a:gd name="connsiteX408" fmla="*/ 714322 w 2401758"/>
              <a:gd name="connsiteY408" fmla="*/ 2050298 h 2400493"/>
              <a:gd name="connsiteX409" fmla="*/ 726722 w 2401758"/>
              <a:gd name="connsiteY409" fmla="*/ 2061707 h 2400493"/>
              <a:gd name="connsiteX410" fmla="*/ 715314 w 2401758"/>
              <a:gd name="connsiteY410" fmla="*/ 2074108 h 2400493"/>
              <a:gd name="connsiteX411" fmla="*/ 702914 w 2401758"/>
              <a:gd name="connsiteY411" fmla="*/ 2062699 h 2400493"/>
              <a:gd name="connsiteX412" fmla="*/ 714322 w 2401758"/>
              <a:gd name="connsiteY412" fmla="*/ 2050298 h 2400493"/>
              <a:gd name="connsiteX413" fmla="*/ 1388872 w 2401758"/>
              <a:gd name="connsiteY413" fmla="*/ 1993752 h 2400493"/>
              <a:gd name="connsiteX414" fmla="*/ 1392344 w 2401758"/>
              <a:gd name="connsiteY414" fmla="*/ 1996232 h 2400493"/>
              <a:gd name="connsiteX415" fmla="*/ 1388872 w 2401758"/>
              <a:gd name="connsiteY415" fmla="*/ 1998216 h 2400493"/>
              <a:gd name="connsiteX416" fmla="*/ 1386392 w 2401758"/>
              <a:gd name="connsiteY416" fmla="*/ 1995240 h 2400493"/>
              <a:gd name="connsiteX417" fmla="*/ 1388872 w 2401758"/>
              <a:gd name="connsiteY417" fmla="*/ 1993752 h 2400493"/>
              <a:gd name="connsiteX418" fmla="*/ 1322405 w 2401758"/>
              <a:gd name="connsiteY418" fmla="*/ 1992264 h 2400493"/>
              <a:gd name="connsiteX419" fmla="*/ 1324389 w 2401758"/>
              <a:gd name="connsiteY419" fmla="*/ 1995736 h 2400493"/>
              <a:gd name="connsiteX420" fmla="*/ 1321413 w 2401758"/>
              <a:gd name="connsiteY420" fmla="*/ 1998216 h 2400493"/>
              <a:gd name="connsiteX421" fmla="*/ 1319925 w 2401758"/>
              <a:gd name="connsiteY421" fmla="*/ 1995736 h 2400493"/>
              <a:gd name="connsiteX422" fmla="*/ 1322405 w 2401758"/>
              <a:gd name="connsiteY422" fmla="*/ 1992264 h 2400493"/>
              <a:gd name="connsiteX423" fmla="*/ 1256433 w 2401758"/>
              <a:gd name="connsiteY423" fmla="*/ 1990776 h 2400493"/>
              <a:gd name="connsiteX424" fmla="*/ 1261394 w 2401758"/>
              <a:gd name="connsiteY424" fmla="*/ 1996232 h 2400493"/>
              <a:gd name="connsiteX425" fmla="*/ 1255441 w 2401758"/>
              <a:gd name="connsiteY425" fmla="*/ 2000200 h 2400493"/>
              <a:gd name="connsiteX426" fmla="*/ 1250977 w 2401758"/>
              <a:gd name="connsiteY426" fmla="*/ 1995736 h 2400493"/>
              <a:gd name="connsiteX427" fmla="*/ 1256433 w 2401758"/>
              <a:gd name="connsiteY427" fmla="*/ 1990776 h 2400493"/>
              <a:gd name="connsiteX428" fmla="*/ 1119034 w 2401758"/>
              <a:gd name="connsiteY428" fmla="*/ 1988295 h 2400493"/>
              <a:gd name="connsiteX429" fmla="*/ 1126474 w 2401758"/>
              <a:gd name="connsiteY429" fmla="*/ 1995239 h 2400493"/>
              <a:gd name="connsiteX430" fmla="*/ 1120026 w 2401758"/>
              <a:gd name="connsiteY430" fmla="*/ 2002680 h 2400493"/>
              <a:gd name="connsiteX431" fmla="*/ 1112089 w 2401758"/>
              <a:gd name="connsiteY431" fmla="*/ 1996728 h 2400493"/>
              <a:gd name="connsiteX432" fmla="*/ 1119034 w 2401758"/>
              <a:gd name="connsiteY432" fmla="*/ 1988295 h 2400493"/>
              <a:gd name="connsiteX433" fmla="*/ 1186493 w 2401758"/>
              <a:gd name="connsiteY433" fmla="*/ 1987303 h 2400493"/>
              <a:gd name="connsiteX434" fmla="*/ 1192941 w 2401758"/>
              <a:gd name="connsiteY434" fmla="*/ 1995735 h 2400493"/>
              <a:gd name="connsiteX435" fmla="*/ 1186493 w 2401758"/>
              <a:gd name="connsiteY435" fmla="*/ 2002680 h 2400493"/>
              <a:gd name="connsiteX436" fmla="*/ 1179549 w 2401758"/>
              <a:gd name="connsiteY436" fmla="*/ 1995239 h 2400493"/>
              <a:gd name="connsiteX437" fmla="*/ 1186493 w 2401758"/>
              <a:gd name="connsiteY437" fmla="*/ 1987303 h 2400493"/>
              <a:gd name="connsiteX438" fmla="*/ 986107 w 2401758"/>
              <a:gd name="connsiteY438" fmla="*/ 1986311 h 2400493"/>
              <a:gd name="connsiteX439" fmla="*/ 996028 w 2401758"/>
              <a:gd name="connsiteY439" fmla="*/ 1995240 h 2400493"/>
              <a:gd name="connsiteX440" fmla="*/ 986107 w 2401758"/>
              <a:gd name="connsiteY440" fmla="*/ 2005160 h 2400493"/>
              <a:gd name="connsiteX441" fmla="*/ 977179 w 2401758"/>
              <a:gd name="connsiteY441" fmla="*/ 1995735 h 2400493"/>
              <a:gd name="connsiteX442" fmla="*/ 986107 w 2401758"/>
              <a:gd name="connsiteY442" fmla="*/ 1986311 h 2400493"/>
              <a:gd name="connsiteX443" fmla="*/ 917157 w 2401758"/>
              <a:gd name="connsiteY443" fmla="*/ 1986311 h 2400493"/>
              <a:gd name="connsiteX444" fmla="*/ 926580 w 2401758"/>
              <a:gd name="connsiteY444" fmla="*/ 1995735 h 2400493"/>
              <a:gd name="connsiteX445" fmla="*/ 917157 w 2401758"/>
              <a:gd name="connsiteY445" fmla="*/ 2005160 h 2400493"/>
              <a:gd name="connsiteX446" fmla="*/ 907236 w 2401758"/>
              <a:gd name="connsiteY446" fmla="*/ 1995240 h 2400493"/>
              <a:gd name="connsiteX447" fmla="*/ 917157 w 2401758"/>
              <a:gd name="connsiteY447" fmla="*/ 1986311 h 2400493"/>
              <a:gd name="connsiteX448" fmla="*/ 1053558 w 2401758"/>
              <a:gd name="connsiteY448" fmla="*/ 1985815 h 2400493"/>
              <a:gd name="connsiteX449" fmla="*/ 1062487 w 2401758"/>
              <a:gd name="connsiteY449" fmla="*/ 1995736 h 2400493"/>
              <a:gd name="connsiteX450" fmla="*/ 1053062 w 2401758"/>
              <a:gd name="connsiteY450" fmla="*/ 2005160 h 2400493"/>
              <a:gd name="connsiteX451" fmla="*/ 1047145 w 2401758"/>
              <a:gd name="connsiteY451" fmla="*/ 2002680 h 2400493"/>
              <a:gd name="connsiteX452" fmla="*/ 1043673 w 2401758"/>
              <a:gd name="connsiteY452" fmla="*/ 1995736 h 2400493"/>
              <a:gd name="connsiteX453" fmla="*/ 1053558 w 2401758"/>
              <a:gd name="connsiteY453" fmla="*/ 1985815 h 2400493"/>
              <a:gd name="connsiteX454" fmla="*/ 850228 w 2401758"/>
              <a:gd name="connsiteY454" fmla="*/ 1983831 h 2400493"/>
              <a:gd name="connsiteX455" fmla="*/ 862133 w 2401758"/>
              <a:gd name="connsiteY455" fmla="*/ 1995736 h 2400493"/>
              <a:gd name="connsiteX456" fmla="*/ 850228 w 2401758"/>
              <a:gd name="connsiteY456" fmla="*/ 2007640 h 2400493"/>
              <a:gd name="connsiteX457" fmla="*/ 838321 w 2401758"/>
              <a:gd name="connsiteY457" fmla="*/ 1995736 h 2400493"/>
              <a:gd name="connsiteX458" fmla="*/ 850228 w 2401758"/>
              <a:gd name="connsiteY458" fmla="*/ 1983831 h 2400493"/>
              <a:gd name="connsiteX459" fmla="*/ 784220 w 2401758"/>
              <a:gd name="connsiteY459" fmla="*/ 1983831 h 2400493"/>
              <a:gd name="connsiteX460" fmla="*/ 795629 w 2401758"/>
              <a:gd name="connsiteY460" fmla="*/ 1996232 h 2400493"/>
              <a:gd name="connsiteX461" fmla="*/ 783724 w 2401758"/>
              <a:gd name="connsiteY461" fmla="*/ 2007640 h 2400493"/>
              <a:gd name="connsiteX462" fmla="*/ 771821 w 2401758"/>
              <a:gd name="connsiteY462" fmla="*/ 1996232 h 2400493"/>
              <a:gd name="connsiteX463" fmla="*/ 784220 w 2401758"/>
              <a:gd name="connsiteY463" fmla="*/ 1983831 h 2400493"/>
              <a:gd name="connsiteX464" fmla="*/ 714799 w 2401758"/>
              <a:gd name="connsiteY464" fmla="*/ 1983831 h 2400493"/>
              <a:gd name="connsiteX465" fmla="*/ 726702 w 2401758"/>
              <a:gd name="connsiteY465" fmla="*/ 1995240 h 2400493"/>
              <a:gd name="connsiteX466" fmla="*/ 714303 w 2401758"/>
              <a:gd name="connsiteY466" fmla="*/ 2007640 h 2400493"/>
              <a:gd name="connsiteX467" fmla="*/ 702895 w 2401758"/>
              <a:gd name="connsiteY467" fmla="*/ 1995736 h 2400493"/>
              <a:gd name="connsiteX468" fmla="*/ 714799 w 2401758"/>
              <a:gd name="connsiteY468" fmla="*/ 1983831 h 2400493"/>
              <a:gd name="connsiteX469" fmla="*/ 647821 w 2401758"/>
              <a:gd name="connsiteY469" fmla="*/ 1983831 h 2400493"/>
              <a:gd name="connsiteX470" fmla="*/ 659725 w 2401758"/>
              <a:gd name="connsiteY470" fmla="*/ 1995240 h 2400493"/>
              <a:gd name="connsiteX471" fmla="*/ 647325 w 2401758"/>
              <a:gd name="connsiteY471" fmla="*/ 2007640 h 2400493"/>
              <a:gd name="connsiteX472" fmla="*/ 635916 w 2401758"/>
              <a:gd name="connsiteY472" fmla="*/ 1995736 h 2400493"/>
              <a:gd name="connsiteX473" fmla="*/ 647821 w 2401758"/>
              <a:gd name="connsiteY473" fmla="*/ 1983831 h 2400493"/>
              <a:gd name="connsiteX474" fmla="*/ 581892 w 2401758"/>
              <a:gd name="connsiteY474" fmla="*/ 1983831 h 2400493"/>
              <a:gd name="connsiteX475" fmla="*/ 593301 w 2401758"/>
              <a:gd name="connsiteY475" fmla="*/ 1996232 h 2400493"/>
              <a:gd name="connsiteX476" fmla="*/ 581396 w 2401758"/>
              <a:gd name="connsiteY476" fmla="*/ 2007640 h 2400493"/>
              <a:gd name="connsiteX477" fmla="*/ 569490 w 2401758"/>
              <a:gd name="connsiteY477" fmla="*/ 1994744 h 2400493"/>
              <a:gd name="connsiteX478" fmla="*/ 581892 w 2401758"/>
              <a:gd name="connsiteY478" fmla="*/ 1983831 h 2400493"/>
              <a:gd name="connsiteX479" fmla="*/ 513902 w 2401758"/>
              <a:gd name="connsiteY479" fmla="*/ 1981847 h 2400493"/>
              <a:gd name="connsiteX480" fmla="*/ 528783 w 2401758"/>
              <a:gd name="connsiteY480" fmla="*/ 1995736 h 2400493"/>
              <a:gd name="connsiteX481" fmla="*/ 513902 w 2401758"/>
              <a:gd name="connsiteY481" fmla="*/ 2010121 h 2400493"/>
              <a:gd name="connsiteX482" fmla="*/ 500013 w 2401758"/>
              <a:gd name="connsiteY482" fmla="*/ 1995240 h 2400493"/>
              <a:gd name="connsiteX483" fmla="*/ 513902 w 2401758"/>
              <a:gd name="connsiteY483" fmla="*/ 1981847 h 2400493"/>
              <a:gd name="connsiteX484" fmla="*/ 378978 w 2401758"/>
              <a:gd name="connsiteY484" fmla="*/ 1981847 h 2400493"/>
              <a:gd name="connsiteX485" fmla="*/ 393363 w 2401758"/>
              <a:gd name="connsiteY485" fmla="*/ 1995736 h 2400493"/>
              <a:gd name="connsiteX486" fmla="*/ 379474 w 2401758"/>
              <a:gd name="connsiteY486" fmla="*/ 2010120 h 2400493"/>
              <a:gd name="connsiteX487" fmla="*/ 365088 w 2401758"/>
              <a:gd name="connsiteY487" fmla="*/ 1996232 h 2400493"/>
              <a:gd name="connsiteX488" fmla="*/ 378978 w 2401758"/>
              <a:gd name="connsiteY488" fmla="*/ 1981847 h 2400493"/>
              <a:gd name="connsiteX489" fmla="*/ 312517 w 2401758"/>
              <a:gd name="connsiteY489" fmla="*/ 1981847 h 2400493"/>
              <a:gd name="connsiteX490" fmla="*/ 326407 w 2401758"/>
              <a:gd name="connsiteY490" fmla="*/ 1996232 h 2400493"/>
              <a:gd name="connsiteX491" fmla="*/ 312021 w 2401758"/>
              <a:gd name="connsiteY491" fmla="*/ 2010121 h 2400493"/>
              <a:gd name="connsiteX492" fmla="*/ 298132 w 2401758"/>
              <a:gd name="connsiteY492" fmla="*/ 1995736 h 2400493"/>
              <a:gd name="connsiteX493" fmla="*/ 312517 w 2401758"/>
              <a:gd name="connsiteY493" fmla="*/ 1981847 h 2400493"/>
              <a:gd name="connsiteX494" fmla="*/ 243062 w 2401758"/>
              <a:gd name="connsiteY494" fmla="*/ 1981847 h 2400493"/>
              <a:gd name="connsiteX495" fmla="*/ 257447 w 2401758"/>
              <a:gd name="connsiteY495" fmla="*/ 1995736 h 2400493"/>
              <a:gd name="connsiteX496" fmla="*/ 243558 w 2401758"/>
              <a:gd name="connsiteY496" fmla="*/ 2010120 h 2400493"/>
              <a:gd name="connsiteX497" fmla="*/ 229173 w 2401758"/>
              <a:gd name="connsiteY497" fmla="*/ 1996232 h 2400493"/>
              <a:gd name="connsiteX498" fmla="*/ 243062 w 2401758"/>
              <a:gd name="connsiteY498" fmla="*/ 1981847 h 2400493"/>
              <a:gd name="connsiteX499" fmla="*/ 176596 w 2401758"/>
              <a:gd name="connsiteY499" fmla="*/ 1981847 h 2400493"/>
              <a:gd name="connsiteX500" fmla="*/ 190485 w 2401758"/>
              <a:gd name="connsiteY500" fmla="*/ 1996232 h 2400493"/>
              <a:gd name="connsiteX501" fmla="*/ 176100 w 2401758"/>
              <a:gd name="connsiteY501" fmla="*/ 2010121 h 2400493"/>
              <a:gd name="connsiteX502" fmla="*/ 162211 w 2401758"/>
              <a:gd name="connsiteY502" fmla="*/ 1995736 h 2400493"/>
              <a:gd name="connsiteX503" fmla="*/ 176596 w 2401758"/>
              <a:gd name="connsiteY503" fmla="*/ 1981847 h 2400493"/>
              <a:gd name="connsiteX504" fmla="*/ 444972 w 2401758"/>
              <a:gd name="connsiteY504" fmla="*/ 1981351 h 2400493"/>
              <a:gd name="connsiteX505" fmla="*/ 459853 w 2401758"/>
              <a:gd name="connsiteY505" fmla="*/ 1994744 h 2400493"/>
              <a:gd name="connsiteX506" fmla="*/ 446460 w 2401758"/>
              <a:gd name="connsiteY506" fmla="*/ 2010121 h 2400493"/>
              <a:gd name="connsiteX507" fmla="*/ 431578 w 2401758"/>
              <a:gd name="connsiteY507" fmla="*/ 1996232 h 2400493"/>
              <a:gd name="connsiteX508" fmla="*/ 444972 w 2401758"/>
              <a:gd name="connsiteY508" fmla="*/ 1981351 h 2400493"/>
              <a:gd name="connsiteX509" fmla="*/ 109654 w 2401758"/>
              <a:gd name="connsiteY509" fmla="*/ 1981351 h 2400493"/>
              <a:gd name="connsiteX510" fmla="*/ 124039 w 2401758"/>
              <a:gd name="connsiteY510" fmla="*/ 1995240 h 2400493"/>
              <a:gd name="connsiteX511" fmla="*/ 110150 w 2401758"/>
              <a:gd name="connsiteY511" fmla="*/ 2009625 h 2400493"/>
              <a:gd name="connsiteX512" fmla="*/ 95765 w 2401758"/>
              <a:gd name="connsiteY512" fmla="*/ 1995736 h 2400493"/>
              <a:gd name="connsiteX513" fmla="*/ 109654 w 2401758"/>
              <a:gd name="connsiteY513" fmla="*/ 1981351 h 2400493"/>
              <a:gd name="connsiteX514" fmla="*/ 43665 w 2401758"/>
              <a:gd name="connsiteY514" fmla="*/ 1981351 h 2400493"/>
              <a:gd name="connsiteX515" fmla="*/ 57553 w 2401758"/>
              <a:gd name="connsiteY515" fmla="*/ 1995736 h 2400493"/>
              <a:gd name="connsiteX516" fmla="*/ 43169 w 2401758"/>
              <a:gd name="connsiteY516" fmla="*/ 2009624 h 2400493"/>
              <a:gd name="connsiteX517" fmla="*/ 29280 w 2401758"/>
              <a:gd name="connsiteY517" fmla="*/ 1995240 h 2400493"/>
              <a:gd name="connsiteX518" fmla="*/ 43665 w 2401758"/>
              <a:gd name="connsiteY518" fmla="*/ 1981351 h 2400493"/>
              <a:gd name="connsiteX519" fmla="*/ 1457324 w 2401758"/>
              <a:gd name="connsiteY519" fmla="*/ 1927284 h 2400493"/>
              <a:gd name="connsiteX520" fmla="*/ 1459804 w 2401758"/>
              <a:gd name="connsiteY520" fmla="*/ 1930260 h 2400493"/>
              <a:gd name="connsiteX521" fmla="*/ 1456828 w 2401758"/>
              <a:gd name="connsiteY521" fmla="*/ 1932740 h 2400493"/>
              <a:gd name="connsiteX522" fmla="*/ 1455340 w 2401758"/>
              <a:gd name="connsiteY522" fmla="*/ 1928772 h 2400493"/>
              <a:gd name="connsiteX523" fmla="*/ 1457324 w 2401758"/>
              <a:gd name="connsiteY523" fmla="*/ 1927284 h 2400493"/>
              <a:gd name="connsiteX524" fmla="*/ 1388872 w 2401758"/>
              <a:gd name="connsiteY524" fmla="*/ 1924308 h 2400493"/>
              <a:gd name="connsiteX525" fmla="*/ 1394824 w 2401758"/>
              <a:gd name="connsiteY525" fmla="*/ 1928772 h 2400493"/>
              <a:gd name="connsiteX526" fmla="*/ 1389368 w 2401758"/>
              <a:gd name="connsiteY526" fmla="*/ 1933732 h 2400493"/>
              <a:gd name="connsiteX527" fmla="*/ 1384408 w 2401758"/>
              <a:gd name="connsiteY527" fmla="*/ 1928772 h 2400493"/>
              <a:gd name="connsiteX528" fmla="*/ 1388872 w 2401758"/>
              <a:gd name="connsiteY528" fmla="*/ 1924308 h 2400493"/>
              <a:gd name="connsiteX529" fmla="*/ 1321908 w 2401758"/>
              <a:gd name="connsiteY529" fmla="*/ 1924308 h 2400493"/>
              <a:gd name="connsiteX530" fmla="*/ 1326373 w 2401758"/>
              <a:gd name="connsiteY530" fmla="*/ 1928772 h 2400493"/>
              <a:gd name="connsiteX531" fmla="*/ 1321412 w 2401758"/>
              <a:gd name="connsiteY531" fmla="*/ 1934228 h 2400493"/>
              <a:gd name="connsiteX532" fmla="*/ 1316452 w 2401758"/>
              <a:gd name="connsiteY532" fmla="*/ 1929764 h 2400493"/>
              <a:gd name="connsiteX533" fmla="*/ 1321908 w 2401758"/>
              <a:gd name="connsiteY533" fmla="*/ 1924308 h 2400493"/>
              <a:gd name="connsiteX534" fmla="*/ 1254449 w 2401758"/>
              <a:gd name="connsiteY534" fmla="*/ 1921827 h 2400493"/>
              <a:gd name="connsiteX535" fmla="*/ 1262386 w 2401758"/>
              <a:gd name="connsiteY535" fmla="*/ 1928772 h 2400493"/>
              <a:gd name="connsiteX536" fmla="*/ 1255441 w 2401758"/>
              <a:gd name="connsiteY536" fmla="*/ 1936212 h 2400493"/>
              <a:gd name="connsiteX537" fmla="*/ 1248001 w 2401758"/>
              <a:gd name="connsiteY537" fmla="*/ 1929764 h 2400493"/>
              <a:gd name="connsiteX538" fmla="*/ 1254449 w 2401758"/>
              <a:gd name="connsiteY538" fmla="*/ 1921827 h 2400493"/>
              <a:gd name="connsiteX539" fmla="*/ 1119530 w 2401758"/>
              <a:gd name="connsiteY539" fmla="*/ 1919844 h 2400493"/>
              <a:gd name="connsiteX540" fmla="*/ 1128955 w 2401758"/>
              <a:gd name="connsiteY540" fmla="*/ 1928772 h 2400493"/>
              <a:gd name="connsiteX541" fmla="*/ 1120026 w 2401758"/>
              <a:gd name="connsiteY541" fmla="*/ 1938693 h 2400493"/>
              <a:gd name="connsiteX542" fmla="*/ 1110106 w 2401758"/>
              <a:gd name="connsiteY542" fmla="*/ 1928772 h 2400493"/>
              <a:gd name="connsiteX543" fmla="*/ 1119530 w 2401758"/>
              <a:gd name="connsiteY543" fmla="*/ 1919844 h 2400493"/>
              <a:gd name="connsiteX544" fmla="*/ 1186989 w 2401758"/>
              <a:gd name="connsiteY544" fmla="*/ 1919348 h 2400493"/>
              <a:gd name="connsiteX545" fmla="*/ 1195918 w 2401758"/>
              <a:gd name="connsiteY545" fmla="*/ 1929269 h 2400493"/>
              <a:gd name="connsiteX546" fmla="*/ 1186493 w 2401758"/>
              <a:gd name="connsiteY546" fmla="*/ 1938693 h 2400493"/>
              <a:gd name="connsiteX547" fmla="*/ 1180541 w 2401758"/>
              <a:gd name="connsiteY547" fmla="*/ 1936213 h 2400493"/>
              <a:gd name="connsiteX548" fmla="*/ 1177069 w 2401758"/>
              <a:gd name="connsiteY548" fmla="*/ 1929269 h 2400493"/>
              <a:gd name="connsiteX549" fmla="*/ 1186989 w 2401758"/>
              <a:gd name="connsiteY549" fmla="*/ 1919348 h 2400493"/>
              <a:gd name="connsiteX550" fmla="*/ 1053559 w 2401758"/>
              <a:gd name="connsiteY550" fmla="*/ 1919348 h 2400493"/>
              <a:gd name="connsiteX551" fmla="*/ 1062487 w 2401758"/>
              <a:gd name="connsiteY551" fmla="*/ 1929269 h 2400493"/>
              <a:gd name="connsiteX552" fmla="*/ 1051574 w 2401758"/>
              <a:gd name="connsiteY552" fmla="*/ 1938693 h 2400493"/>
              <a:gd name="connsiteX553" fmla="*/ 1043186 w 2401758"/>
              <a:gd name="connsiteY553" fmla="*/ 1928277 h 2400493"/>
              <a:gd name="connsiteX554" fmla="*/ 1053559 w 2401758"/>
              <a:gd name="connsiteY554" fmla="*/ 1919348 h 2400493"/>
              <a:gd name="connsiteX555" fmla="*/ 985646 w 2401758"/>
              <a:gd name="connsiteY555" fmla="*/ 1917364 h 2400493"/>
              <a:gd name="connsiteX556" fmla="*/ 998046 w 2401758"/>
              <a:gd name="connsiteY556" fmla="*/ 1928773 h 2400493"/>
              <a:gd name="connsiteX557" fmla="*/ 986638 w 2401758"/>
              <a:gd name="connsiteY557" fmla="*/ 1941173 h 2400493"/>
              <a:gd name="connsiteX558" fmla="*/ 974237 w 2401758"/>
              <a:gd name="connsiteY558" fmla="*/ 1929765 h 2400493"/>
              <a:gd name="connsiteX559" fmla="*/ 985646 w 2401758"/>
              <a:gd name="connsiteY559" fmla="*/ 1917364 h 2400493"/>
              <a:gd name="connsiteX560" fmla="*/ 917648 w 2401758"/>
              <a:gd name="connsiteY560" fmla="*/ 1917364 h 2400493"/>
              <a:gd name="connsiteX561" fmla="*/ 929057 w 2401758"/>
              <a:gd name="connsiteY561" fmla="*/ 1929269 h 2400493"/>
              <a:gd name="connsiteX562" fmla="*/ 917152 w 2401758"/>
              <a:gd name="connsiteY562" fmla="*/ 1941173 h 2400493"/>
              <a:gd name="connsiteX563" fmla="*/ 905247 w 2401758"/>
              <a:gd name="connsiteY563" fmla="*/ 1928773 h 2400493"/>
              <a:gd name="connsiteX564" fmla="*/ 917648 w 2401758"/>
              <a:gd name="connsiteY564" fmla="*/ 1917364 h 2400493"/>
              <a:gd name="connsiteX565" fmla="*/ 850192 w 2401758"/>
              <a:gd name="connsiteY565" fmla="*/ 1917364 h 2400493"/>
              <a:gd name="connsiteX566" fmla="*/ 862096 w 2401758"/>
              <a:gd name="connsiteY566" fmla="*/ 1928773 h 2400493"/>
              <a:gd name="connsiteX567" fmla="*/ 849696 w 2401758"/>
              <a:gd name="connsiteY567" fmla="*/ 1941173 h 2400493"/>
              <a:gd name="connsiteX568" fmla="*/ 838287 w 2401758"/>
              <a:gd name="connsiteY568" fmla="*/ 1928773 h 2400493"/>
              <a:gd name="connsiteX569" fmla="*/ 850192 w 2401758"/>
              <a:gd name="connsiteY569" fmla="*/ 1917364 h 2400493"/>
              <a:gd name="connsiteX570" fmla="*/ 646836 w 2401758"/>
              <a:gd name="connsiteY570" fmla="*/ 1915379 h 2400493"/>
              <a:gd name="connsiteX571" fmla="*/ 662212 w 2401758"/>
              <a:gd name="connsiteY571" fmla="*/ 1928772 h 2400493"/>
              <a:gd name="connsiteX572" fmla="*/ 648324 w 2401758"/>
              <a:gd name="connsiteY572" fmla="*/ 1943652 h 2400493"/>
              <a:gd name="connsiteX573" fmla="*/ 633444 w 2401758"/>
              <a:gd name="connsiteY573" fmla="*/ 1930260 h 2400493"/>
              <a:gd name="connsiteX574" fmla="*/ 646836 w 2401758"/>
              <a:gd name="connsiteY574" fmla="*/ 1915379 h 2400493"/>
              <a:gd name="connsiteX575" fmla="*/ 715270 w 2401758"/>
              <a:gd name="connsiteY575" fmla="*/ 1914883 h 2400493"/>
              <a:gd name="connsiteX576" fmla="*/ 729159 w 2401758"/>
              <a:gd name="connsiteY576" fmla="*/ 1929268 h 2400493"/>
              <a:gd name="connsiteX577" fmla="*/ 714774 w 2401758"/>
              <a:gd name="connsiteY577" fmla="*/ 1943157 h 2400493"/>
              <a:gd name="connsiteX578" fmla="*/ 700885 w 2401758"/>
              <a:gd name="connsiteY578" fmla="*/ 1928772 h 2400493"/>
              <a:gd name="connsiteX579" fmla="*/ 715270 w 2401758"/>
              <a:gd name="connsiteY579" fmla="*/ 1914883 h 2400493"/>
              <a:gd name="connsiteX580" fmla="*/ 581362 w 2401758"/>
              <a:gd name="connsiteY580" fmla="*/ 1914883 h 2400493"/>
              <a:gd name="connsiteX581" fmla="*/ 595747 w 2401758"/>
              <a:gd name="connsiteY581" fmla="*/ 1928772 h 2400493"/>
              <a:gd name="connsiteX582" fmla="*/ 581858 w 2401758"/>
              <a:gd name="connsiteY582" fmla="*/ 1943157 h 2400493"/>
              <a:gd name="connsiteX583" fmla="*/ 567472 w 2401758"/>
              <a:gd name="connsiteY583" fmla="*/ 1929268 h 2400493"/>
              <a:gd name="connsiteX584" fmla="*/ 581362 w 2401758"/>
              <a:gd name="connsiteY584" fmla="*/ 1914883 h 2400493"/>
              <a:gd name="connsiteX585" fmla="*/ 514900 w 2401758"/>
              <a:gd name="connsiteY585" fmla="*/ 1914883 h 2400493"/>
              <a:gd name="connsiteX586" fmla="*/ 528789 w 2401758"/>
              <a:gd name="connsiteY586" fmla="*/ 1929268 h 2400493"/>
              <a:gd name="connsiteX587" fmla="*/ 514404 w 2401758"/>
              <a:gd name="connsiteY587" fmla="*/ 1943157 h 2400493"/>
              <a:gd name="connsiteX588" fmla="*/ 500514 w 2401758"/>
              <a:gd name="connsiteY588" fmla="*/ 1928772 h 2400493"/>
              <a:gd name="connsiteX589" fmla="*/ 514900 w 2401758"/>
              <a:gd name="connsiteY589" fmla="*/ 1914883 h 2400493"/>
              <a:gd name="connsiteX590" fmla="*/ 378498 w 2401758"/>
              <a:gd name="connsiteY590" fmla="*/ 1914883 h 2400493"/>
              <a:gd name="connsiteX591" fmla="*/ 393380 w 2401758"/>
              <a:gd name="connsiteY591" fmla="*/ 1928276 h 2400493"/>
              <a:gd name="connsiteX592" fmla="*/ 378994 w 2401758"/>
              <a:gd name="connsiteY592" fmla="*/ 1943652 h 2400493"/>
              <a:gd name="connsiteX593" fmla="*/ 364608 w 2401758"/>
              <a:gd name="connsiteY593" fmla="*/ 1929268 h 2400493"/>
              <a:gd name="connsiteX594" fmla="*/ 378498 w 2401758"/>
              <a:gd name="connsiteY594" fmla="*/ 1914883 h 2400493"/>
              <a:gd name="connsiteX595" fmla="*/ 783730 w 2401758"/>
              <a:gd name="connsiteY595" fmla="*/ 1914697 h 2400493"/>
              <a:gd name="connsiteX596" fmla="*/ 793651 w 2401758"/>
              <a:gd name="connsiteY596" fmla="*/ 1920836 h 2400493"/>
              <a:gd name="connsiteX597" fmla="*/ 798611 w 2401758"/>
              <a:gd name="connsiteY597" fmla="*/ 1929268 h 2400493"/>
              <a:gd name="connsiteX598" fmla="*/ 792659 w 2401758"/>
              <a:gd name="connsiteY598" fmla="*/ 1938197 h 2400493"/>
              <a:gd name="connsiteX599" fmla="*/ 775298 w 2401758"/>
              <a:gd name="connsiteY599" fmla="*/ 1938197 h 2400493"/>
              <a:gd name="connsiteX600" fmla="*/ 773810 w 2401758"/>
              <a:gd name="connsiteY600" fmla="*/ 1920836 h 2400493"/>
              <a:gd name="connsiteX601" fmla="*/ 783730 w 2401758"/>
              <a:gd name="connsiteY601" fmla="*/ 1914697 h 2400493"/>
              <a:gd name="connsiteX602" fmla="*/ 445956 w 2401758"/>
              <a:gd name="connsiteY602" fmla="*/ 1914387 h 2400493"/>
              <a:gd name="connsiteX603" fmla="*/ 460343 w 2401758"/>
              <a:gd name="connsiteY603" fmla="*/ 1928772 h 2400493"/>
              <a:gd name="connsiteX604" fmla="*/ 445956 w 2401758"/>
              <a:gd name="connsiteY604" fmla="*/ 1943157 h 2400493"/>
              <a:gd name="connsiteX605" fmla="*/ 431571 w 2401758"/>
              <a:gd name="connsiteY605" fmla="*/ 1928772 h 2400493"/>
              <a:gd name="connsiteX606" fmla="*/ 445956 w 2401758"/>
              <a:gd name="connsiteY606" fmla="*/ 1914387 h 2400493"/>
              <a:gd name="connsiteX607" fmla="*/ 312991 w 2401758"/>
              <a:gd name="connsiteY607" fmla="*/ 1914387 h 2400493"/>
              <a:gd name="connsiteX608" fmla="*/ 326384 w 2401758"/>
              <a:gd name="connsiteY608" fmla="*/ 1929268 h 2400493"/>
              <a:gd name="connsiteX609" fmla="*/ 312495 w 2401758"/>
              <a:gd name="connsiteY609" fmla="*/ 1943652 h 2400493"/>
              <a:gd name="connsiteX610" fmla="*/ 298110 w 2401758"/>
              <a:gd name="connsiteY610" fmla="*/ 1928276 h 2400493"/>
              <a:gd name="connsiteX611" fmla="*/ 312991 w 2401758"/>
              <a:gd name="connsiteY611" fmla="*/ 1914387 h 2400493"/>
              <a:gd name="connsiteX612" fmla="*/ 242571 w 2401758"/>
              <a:gd name="connsiteY612" fmla="*/ 1914387 h 2400493"/>
              <a:gd name="connsiteX613" fmla="*/ 257947 w 2401758"/>
              <a:gd name="connsiteY613" fmla="*/ 1927780 h 2400493"/>
              <a:gd name="connsiteX614" fmla="*/ 243563 w 2401758"/>
              <a:gd name="connsiteY614" fmla="*/ 1943157 h 2400493"/>
              <a:gd name="connsiteX615" fmla="*/ 229178 w 2401758"/>
              <a:gd name="connsiteY615" fmla="*/ 1929268 h 2400493"/>
              <a:gd name="connsiteX616" fmla="*/ 242571 w 2401758"/>
              <a:gd name="connsiteY616" fmla="*/ 1914387 h 2400493"/>
              <a:gd name="connsiteX617" fmla="*/ 176098 w 2401758"/>
              <a:gd name="connsiteY617" fmla="*/ 1912899 h 2400493"/>
              <a:gd name="connsiteX618" fmla="*/ 188003 w 2401758"/>
              <a:gd name="connsiteY618" fmla="*/ 1918356 h 2400493"/>
              <a:gd name="connsiteX619" fmla="*/ 193459 w 2401758"/>
              <a:gd name="connsiteY619" fmla="*/ 1929268 h 2400493"/>
              <a:gd name="connsiteX620" fmla="*/ 187011 w 2401758"/>
              <a:gd name="connsiteY620" fmla="*/ 1941173 h 2400493"/>
              <a:gd name="connsiteX621" fmla="*/ 176098 w 2401758"/>
              <a:gd name="connsiteY621" fmla="*/ 1945141 h 2400493"/>
              <a:gd name="connsiteX622" fmla="*/ 164194 w 2401758"/>
              <a:gd name="connsiteY622" fmla="*/ 1939189 h 2400493"/>
              <a:gd name="connsiteX623" fmla="*/ 160225 w 2401758"/>
              <a:gd name="connsiteY623" fmla="*/ 1928276 h 2400493"/>
              <a:gd name="connsiteX624" fmla="*/ 166178 w 2401758"/>
              <a:gd name="connsiteY624" fmla="*/ 1916371 h 2400493"/>
              <a:gd name="connsiteX625" fmla="*/ 176098 w 2401758"/>
              <a:gd name="connsiteY625" fmla="*/ 1912899 h 2400493"/>
              <a:gd name="connsiteX626" fmla="*/ 110122 w 2401758"/>
              <a:gd name="connsiteY626" fmla="*/ 1912403 h 2400493"/>
              <a:gd name="connsiteX627" fmla="*/ 122027 w 2401758"/>
              <a:gd name="connsiteY627" fmla="*/ 1918851 h 2400493"/>
              <a:gd name="connsiteX628" fmla="*/ 125995 w 2401758"/>
              <a:gd name="connsiteY628" fmla="*/ 1929764 h 2400493"/>
              <a:gd name="connsiteX629" fmla="*/ 120043 w 2401758"/>
              <a:gd name="connsiteY629" fmla="*/ 1941669 h 2400493"/>
              <a:gd name="connsiteX630" fmla="*/ 108634 w 2401758"/>
              <a:gd name="connsiteY630" fmla="*/ 1946133 h 2400493"/>
              <a:gd name="connsiteX631" fmla="*/ 97226 w 2401758"/>
              <a:gd name="connsiteY631" fmla="*/ 1939684 h 2400493"/>
              <a:gd name="connsiteX632" fmla="*/ 93753 w 2401758"/>
              <a:gd name="connsiteY632" fmla="*/ 1929764 h 2400493"/>
              <a:gd name="connsiteX633" fmla="*/ 99210 w 2401758"/>
              <a:gd name="connsiteY633" fmla="*/ 1917859 h 2400493"/>
              <a:gd name="connsiteX634" fmla="*/ 110122 w 2401758"/>
              <a:gd name="connsiteY634" fmla="*/ 1912403 h 2400493"/>
              <a:gd name="connsiteX635" fmla="*/ 43166 w 2401758"/>
              <a:gd name="connsiteY635" fmla="*/ 1911907 h 2400493"/>
              <a:gd name="connsiteX636" fmla="*/ 55071 w 2401758"/>
              <a:gd name="connsiteY636" fmla="*/ 1917859 h 2400493"/>
              <a:gd name="connsiteX637" fmla="*/ 60031 w 2401758"/>
              <a:gd name="connsiteY637" fmla="*/ 1929268 h 2400493"/>
              <a:gd name="connsiteX638" fmla="*/ 53582 w 2401758"/>
              <a:gd name="connsiteY638" fmla="*/ 1941173 h 2400493"/>
              <a:gd name="connsiteX639" fmla="*/ 42670 w 2401758"/>
              <a:gd name="connsiteY639" fmla="*/ 1945141 h 2400493"/>
              <a:gd name="connsiteX640" fmla="*/ 30765 w 2401758"/>
              <a:gd name="connsiteY640" fmla="*/ 1939188 h 2400493"/>
              <a:gd name="connsiteX641" fmla="*/ 26301 w 2401758"/>
              <a:gd name="connsiteY641" fmla="*/ 1927780 h 2400493"/>
              <a:gd name="connsiteX642" fmla="*/ 31757 w 2401758"/>
              <a:gd name="connsiteY642" fmla="*/ 1916867 h 2400493"/>
              <a:gd name="connsiteX643" fmla="*/ 43166 w 2401758"/>
              <a:gd name="connsiteY643" fmla="*/ 1911907 h 2400493"/>
              <a:gd name="connsiteX644" fmla="*/ 1591251 w 2401758"/>
              <a:gd name="connsiteY644" fmla="*/ 1857840 h 2400493"/>
              <a:gd name="connsiteX645" fmla="*/ 1594723 w 2401758"/>
              <a:gd name="connsiteY645" fmla="*/ 1860320 h 2400493"/>
              <a:gd name="connsiteX646" fmla="*/ 1591251 w 2401758"/>
              <a:gd name="connsiteY646" fmla="*/ 1862304 h 2400493"/>
              <a:gd name="connsiteX647" fmla="*/ 1588771 w 2401758"/>
              <a:gd name="connsiteY647" fmla="*/ 1859328 h 2400493"/>
              <a:gd name="connsiteX648" fmla="*/ 1591251 w 2401758"/>
              <a:gd name="connsiteY648" fmla="*/ 1857840 h 2400493"/>
              <a:gd name="connsiteX649" fmla="*/ 1523791 w 2401758"/>
              <a:gd name="connsiteY649" fmla="*/ 1856352 h 2400493"/>
              <a:gd name="connsiteX650" fmla="*/ 1526767 w 2401758"/>
              <a:gd name="connsiteY650" fmla="*/ 1859328 h 2400493"/>
              <a:gd name="connsiteX651" fmla="*/ 1524287 w 2401758"/>
              <a:gd name="connsiteY651" fmla="*/ 1862304 h 2400493"/>
              <a:gd name="connsiteX652" fmla="*/ 1522303 w 2401758"/>
              <a:gd name="connsiteY652" fmla="*/ 1860816 h 2400493"/>
              <a:gd name="connsiteX653" fmla="*/ 1523791 w 2401758"/>
              <a:gd name="connsiteY653" fmla="*/ 1856352 h 2400493"/>
              <a:gd name="connsiteX654" fmla="*/ 1457323 w 2401758"/>
              <a:gd name="connsiteY654" fmla="*/ 1854864 h 2400493"/>
              <a:gd name="connsiteX655" fmla="*/ 1461788 w 2401758"/>
              <a:gd name="connsiteY655" fmla="*/ 1859328 h 2400493"/>
              <a:gd name="connsiteX656" fmla="*/ 1457819 w 2401758"/>
              <a:gd name="connsiteY656" fmla="*/ 1865777 h 2400493"/>
              <a:gd name="connsiteX657" fmla="*/ 1452859 w 2401758"/>
              <a:gd name="connsiteY657" fmla="*/ 1860321 h 2400493"/>
              <a:gd name="connsiteX658" fmla="*/ 1457323 w 2401758"/>
              <a:gd name="connsiteY658" fmla="*/ 1854864 h 2400493"/>
              <a:gd name="connsiteX659" fmla="*/ 1388376 w 2401758"/>
              <a:gd name="connsiteY659" fmla="*/ 1852880 h 2400493"/>
              <a:gd name="connsiteX660" fmla="*/ 1396808 w 2401758"/>
              <a:gd name="connsiteY660" fmla="*/ 1859824 h 2400493"/>
              <a:gd name="connsiteX661" fmla="*/ 1388376 w 2401758"/>
              <a:gd name="connsiteY661" fmla="*/ 1866769 h 2400493"/>
              <a:gd name="connsiteX662" fmla="*/ 1380936 w 2401758"/>
              <a:gd name="connsiteY662" fmla="*/ 1859328 h 2400493"/>
              <a:gd name="connsiteX663" fmla="*/ 1388376 w 2401758"/>
              <a:gd name="connsiteY663" fmla="*/ 1852880 h 2400493"/>
              <a:gd name="connsiteX664" fmla="*/ 1321413 w 2401758"/>
              <a:gd name="connsiteY664" fmla="*/ 1852384 h 2400493"/>
              <a:gd name="connsiteX665" fmla="*/ 1328853 w 2401758"/>
              <a:gd name="connsiteY665" fmla="*/ 1859328 h 2400493"/>
              <a:gd name="connsiteX666" fmla="*/ 1322405 w 2401758"/>
              <a:gd name="connsiteY666" fmla="*/ 1866769 h 2400493"/>
              <a:gd name="connsiteX667" fmla="*/ 1314468 w 2401758"/>
              <a:gd name="connsiteY667" fmla="*/ 1860817 h 2400493"/>
              <a:gd name="connsiteX668" fmla="*/ 1321413 w 2401758"/>
              <a:gd name="connsiteY668" fmla="*/ 1852384 h 2400493"/>
              <a:gd name="connsiteX669" fmla="*/ 1254944 w 2401758"/>
              <a:gd name="connsiteY669" fmla="*/ 1850400 h 2400493"/>
              <a:gd name="connsiteX670" fmla="*/ 1264369 w 2401758"/>
              <a:gd name="connsiteY670" fmla="*/ 1859824 h 2400493"/>
              <a:gd name="connsiteX671" fmla="*/ 1254448 w 2401758"/>
              <a:gd name="connsiteY671" fmla="*/ 1869745 h 2400493"/>
              <a:gd name="connsiteX672" fmla="*/ 1245520 w 2401758"/>
              <a:gd name="connsiteY672" fmla="*/ 1859824 h 2400493"/>
              <a:gd name="connsiteX673" fmla="*/ 1254944 w 2401758"/>
              <a:gd name="connsiteY673" fmla="*/ 1850400 h 2400493"/>
              <a:gd name="connsiteX674" fmla="*/ 1185998 w 2401758"/>
              <a:gd name="connsiteY674" fmla="*/ 1850400 h 2400493"/>
              <a:gd name="connsiteX675" fmla="*/ 1195422 w 2401758"/>
              <a:gd name="connsiteY675" fmla="*/ 1859824 h 2400493"/>
              <a:gd name="connsiteX676" fmla="*/ 1185998 w 2401758"/>
              <a:gd name="connsiteY676" fmla="*/ 1869249 h 2400493"/>
              <a:gd name="connsiteX677" fmla="*/ 1176077 w 2401758"/>
              <a:gd name="connsiteY677" fmla="*/ 1859328 h 2400493"/>
              <a:gd name="connsiteX678" fmla="*/ 1185998 w 2401758"/>
              <a:gd name="connsiteY678" fmla="*/ 1850400 h 2400493"/>
              <a:gd name="connsiteX679" fmla="*/ 1052566 w 2401758"/>
              <a:gd name="connsiteY679" fmla="*/ 1848415 h 2400493"/>
              <a:gd name="connsiteX680" fmla="*/ 1064471 w 2401758"/>
              <a:gd name="connsiteY680" fmla="*/ 1859824 h 2400493"/>
              <a:gd name="connsiteX681" fmla="*/ 1053062 w 2401758"/>
              <a:gd name="connsiteY681" fmla="*/ 1872225 h 2400493"/>
              <a:gd name="connsiteX682" fmla="*/ 1040666 w 2401758"/>
              <a:gd name="connsiteY682" fmla="*/ 1861312 h 2400493"/>
              <a:gd name="connsiteX683" fmla="*/ 1052566 w 2401758"/>
              <a:gd name="connsiteY683" fmla="*/ 1848415 h 2400493"/>
              <a:gd name="connsiteX684" fmla="*/ 1119034 w 2401758"/>
              <a:gd name="connsiteY684" fmla="*/ 1847920 h 2400493"/>
              <a:gd name="connsiteX685" fmla="*/ 1131434 w 2401758"/>
              <a:gd name="connsiteY685" fmla="*/ 1859329 h 2400493"/>
              <a:gd name="connsiteX686" fmla="*/ 1120026 w 2401758"/>
              <a:gd name="connsiteY686" fmla="*/ 1871729 h 2400493"/>
              <a:gd name="connsiteX687" fmla="*/ 1107625 w 2401758"/>
              <a:gd name="connsiteY687" fmla="*/ 1860321 h 2400493"/>
              <a:gd name="connsiteX688" fmla="*/ 1119034 w 2401758"/>
              <a:gd name="connsiteY688" fmla="*/ 1847920 h 2400493"/>
              <a:gd name="connsiteX689" fmla="*/ 986137 w 2401758"/>
              <a:gd name="connsiteY689" fmla="*/ 1847920 h 2400493"/>
              <a:gd name="connsiteX690" fmla="*/ 998040 w 2401758"/>
              <a:gd name="connsiteY690" fmla="*/ 1859825 h 2400493"/>
              <a:gd name="connsiteX691" fmla="*/ 986633 w 2401758"/>
              <a:gd name="connsiteY691" fmla="*/ 1871729 h 2400493"/>
              <a:gd name="connsiteX692" fmla="*/ 974232 w 2401758"/>
              <a:gd name="connsiteY692" fmla="*/ 1859329 h 2400493"/>
              <a:gd name="connsiteX693" fmla="*/ 986137 w 2401758"/>
              <a:gd name="connsiteY693" fmla="*/ 1847920 h 2400493"/>
              <a:gd name="connsiteX694" fmla="*/ 917609 w 2401758"/>
              <a:gd name="connsiteY694" fmla="*/ 1847113 h 2400493"/>
              <a:gd name="connsiteX695" fmla="*/ 928583 w 2401758"/>
              <a:gd name="connsiteY695" fmla="*/ 1853872 h 2400493"/>
              <a:gd name="connsiteX696" fmla="*/ 931560 w 2401758"/>
              <a:gd name="connsiteY696" fmla="*/ 1859824 h 2400493"/>
              <a:gd name="connsiteX697" fmla="*/ 928583 w 2401758"/>
              <a:gd name="connsiteY697" fmla="*/ 1866768 h 2400493"/>
              <a:gd name="connsiteX698" fmla="*/ 906262 w 2401758"/>
              <a:gd name="connsiteY698" fmla="*/ 1867264 h 2400493"/>
              <a:gd name="connsiteX699" fmla="*/ 906262 w 2401758"/>
              <a:gd name="connsiteY699" fmla="*/ 1853376 h 2400493"/>
              <a:gd name="connsiteX700" fmla="*/ 917609 w 2401758"/>
              <a:gd name="connsiteY700" fmla="*/ 1847113 h 2400493"/>
              <a:gd name="connsiteX701" fmla="*/ 783749 w 2401758"/>
              <a:gd name="connsiteY701" fmla="*/ 1845936 h 2400493"/>
              <a:gd name="connsiteX702" fmla="*/ 798133 w 2401758"/>
              <a:gd name="connsiteY702" fmla="*/ 1859825 h 2400493"/>
              <a:gd name="connsiteX703" fmla="*/ 784245 w 2401758"/>
              <a:gd name="connsiteY703" fmla="*/ 1874209 h 2400493"/>
              <a:gd name="connsiteX704" fmla="*/ 769859 w 2401758"/>
              <a:gd name="connsiteY704" fmla="*/ 1860321 h 2400493"/>
              <a:gd name="connsiteX705" fmla="*/ 783749 w 2401758"/>
              <a:gd name="connsiteY705" fmla="*/ 1845936 h 2400493"/>
              <a:gd name="connsiteX706" fmla="*/ 714774 w 2401758"/>
              <a:gd name="connsiteY706" fmla="*/ 1845936 h 2400493"/>
              <a:gd name="connsiteX707" fmla="*/ 729159 w 2401758"/>
              <a:gd name="connsiteY707" fmla="*/ 1860321 h 2400493"/>
              <a:gd name="connsiteX708" fmla="*/ 714774 w 2401758"/>
              <a:gd name="connsiteY708" fmla="*/ 1874705 h 2400493"/>
              <a:gd name="connsiteX709" fmla="*/ 700389 w 2401758"/>
              <a:gd name="connsiteY709" fmla="*/ 1860321 h 2400493"/>
              <a:gd name="connsiteX710" fmla="*/ 714774 w 2401758"/>
              <a:gd name="connsiteY710" fmla="*/ 1845936 h 2400493"/>
              <a:gd name="connsiteX711" fmla="*/ 850193 w 2401758"/>
              <a:gd name="connsiteY711" fmla="*/ 1845440 h 2400493"/>
              <a:gd name="connsiteX712" fmla="*/ 864578 w 2401758"/>
              <a:gd name="connsiteY712" fmla="*/ 1859825 h 2400493"/>
              <a:gd name="connsiteX713" fmla="*/ 850193 w 2401758"/>
              <a:gd name="connsiteY713" fmla="*/ 1874209 h 2400493"/>
              <a:gd name="connsiteX714" fmla="*/ 835808 w 2401758"/>
              <a:gd name="connsiteY714" fmla="*/ 1859825 h 2400493"/>
              <a:gd name="connsiteX715" fmla="*/ 850193 w 2401758"/>
              <a:gd name="connsiteY715" fmla="*/ 1845440 h 2400493"/>
              <a:gd name="connsiteX716" fmla="*/ 646874 w 2401758"/>
              <a:gd name="connsiteY716" fmla="*/ 1845440 h 2400493"/>
              <a:gd name="connsiteX717" fmla="*/ 662249 w 2401758"/>
              <a:gd name="connsiteY717" fmla="*/ 1859825 h 2400493"/>
              <a:gd name="connsiteX718" fmla="*/ 648361 w 2401758"/>
              <a:gd name="connsiteY718" fmla="*/ 1874209 h 2400493"/>
              <a:gd name="connsiteX719" fmla="*/ 633482 w 2401758"/>
              <a:gd name="connsiteY719" fmla="*/ 1860817 h 2400493"/>
              <a:gd name="connsiteX720" fmla="*/ 646874 w 2401758"/>
              <a:gd name="connsiteY720" fmla="*/ 1845440 h 2400493"/>
              <a:gd name="connsiteX721" fmla="*/ 582366 w 2401758"/>
              <a:gd name="connsiteY721" fmla="*/ 1843456 h 2400493"/>
              <a:gd name="connsiteX722" fmla="*/ 593279 w 2401758"/>
              <a:gd name="connsiteY722" fmla="*/ 1848912 h 2400493"/>
              <a:gd name="connsiteX723" fmla="*/ 598240 w 2401758"/>
              <a:gd name="connsiteY723" fmla="*/ 1860321 h 2400493"/>
              <a:gd name="connsiteX724" fmla="*/ 592783 w 2401758"/>
              <a:gd name="connsiteY724" fmla="*/ 1872225 h 2400493"/>
              <a:gd name="connsiteX725" fmla="*/ 581870 w 2401758"/>
              <a:gd name="connsiteY725" fmla="*/ 1877682 h 2400493"/>
              <a:gd name="connsiteX726" fmla="*/ 569469 w 2401758"/>
              <a:gd name="connsiteY726" fmla="*/ 1870737 h 2400493"/>
              <a:gd name="connsiteX727" fmla="*/ 565005 w 2401758"/>
              <a:gd name="connsiteY727" fmla="*/ 1859825 h 2400493"/>
              <a:gd name="connsiteX728" fmla="*/ 570957 w 2401758"/>
              <a:gd name="connsiteY728" fmla="*/ 1847920 h 2400493"/>
              <a:gd name="connsiteX729" fmla="*/ 582366 w 2401758"/>
              <a:gd name="connsiteY729" fmla="*/ 1843456 h 2400493"/>
              <a:gd name="connsiteX730" fmla="*/ 445933 w 2401758"/>
              <a:gd name="connsiteY730" fmla="*/ 1843456 h 2400493"/>
              <a:gd name="connsiteX731" fmla="*/ 462302 w 2401758"/>
              <a:gd name="connsiteY731" fmla="*/ 1860817 h 2400493"/>
              <a:gd name="connsiteX732" fmla="*/ 444445 w 2401758"/>
              <a:gd name="connsiteY732" fmla="*/ 1876689 h 2400493"/>
              <a:gd name="connsiteX733" fmla="*/ 429068 w 2401758"/>
              <a:gd name="connsiteY733" fmla="*/ 1859825 h 2400493"/>
              <a:gd name="connsiteX734" fmla="*/ 445933 w 2401758"/>
              <a:gd name="connsiteY734" fmla="*/ 1843456 h 2400493"/>
              <a:gd name="connsiteX735" fmla="*/ 378966 w 2401758"/>
              <a:gd name="connsiteY735" fmla="*/ 1843456 h 2400493"/>
              <a:gd name="connsiteX736" fmla="*/ 395832 w 2401758"/>
              <a:gd name="connsiteY736" fmla="*/ 1860321 h 2400493"/>
              <a:gd name="connsiteX737" fmla="*/ 378966 w 2401758"/>
              <a:gd name="connsiteY737" fmla="*/ 1876690 h 2400493"/>
              <a:gd name="connsiteX738" fmla="*/ 362597 w 2401758"/>
              <a:gd name="connsiteY738" fmla="*/ 1859329 h 2400493"/>
              <a:gd name="connsiteX739" fmla="*/ 378966 w 2401758"/>
              <a:gd name="connsiteY739" fmla="*/ 1843456 h 2400493"/>
              <a:gd name="connsiteX740" fmla="*/ 312509 w 2401758"/>
              <a:gd name="connsiteY740" fmla="*/ 1843456 h 2400493"/>
              <a:gd name="connsiteX741" fmla="*/ 328879 w 2401758"/>
              <a:gd name="connsiteY741" fmla="*/ 1860321 h 2400493"/>
              <a:gd name="connsiteX742" fmla="*/ 311517 w 2401758"/>
              <a:gd name="connsiteY742" fmla="*/ 1876690 h 2400493"/>
              <a:gd name="connsiteX743" fmla="*/ 295644 w 2401758"/>
              <a:gd name="connsiteY743" fmla="*/ 1859329 h 2400493"/>
              <a:gd name="connsiteX744" fmla="*/ 312509 w 2401758"/>
              <a:gd name="connsiteY744" fmla="*/ 1843456 h 2400493"/>
              <a:gd name="connsiteX745" fmla="*/ 243577 w 2401758"/>
              <a:gd name="connsiteY745" fmla="*/ 1843456 h 2400493"/>
              <a:gd name="connsiteX746" fmla="*/ 255481 w 2401758"/>
              <a:gd name="connsiteY746" fmla="*/ 1849408 h 2400493"/>
              <a:gd name="connsiteX747" fmla="*/ 260441 w 2401758"/>
              <a:gd name="connsiteY747" fmla="*/ 1860817 h 2400493"/>
              <a:gd name="connsiteX748" fmla="*/ 253993 w 2401758"/>
              <a:gd name="connsiteY748" fmla="*/ 1872721 h 2400493"/>
              <a:gd name="connsiteX749" fmla="*/ 242585 w 2401758"/>
              <a:gd name="connsiteY749" fmla="*/ 1877185 h 2400493"/>
              <a:gd name="connsiteX750" fmla="*/ 231176 w 2401758"/>
              <a:gd name="connsiteY750" fmla="*/ 1870241 h 2400493"/>
              <a:gd name="connsiteX751" fmla="*/ 226712 w 2401758"/>
              <a:gd name="connsiteY751" fmla="*/ 1859824 h 2400493"/>
              <a:gd name="connsiteX752" fmla="*/ 232664 w 2401758"/>
              <a:gd name="connsiteY752" fmla="*/ 1847920 h 2400493"/>
              <a:gd name="connsiteX753" fmla="*/ 243577 w 2401758"/>
              <a:gd name="connsiteY753" fmla="*/ 1843456 h 2400493"/>
              <a:gd name="connsiteX754" fmla="*/ 43663 w 2401758"/>
              <a:gd name="connsiteY754" fmla="*/ 1843455 h 2400493"/>
              <a:gd name="connsiteX755" fmla="*/ 54576 w 2401758"/>
              <a:gd name="connsiteY755" fmla="*/ 1848912 h 2400493"/>
              <a:gd name="connsiteX756" fmla="*/ 60032 w 2401758"/>
              <a:gd name="connsiteY756" fmla="*/ 1859824 h 2400493"/>
              <a:gd name="connsiteX757" fmla="*/ 55072 w 2401758"/>
              <a:gd name="connsiteY757" fmla="*/ 1870737 h 2400493"/>
              <a:gd name="connsiteX758" fmla="*/ 43167 w 2401758"/>
              <a:gd name="connsiteY758" fmla="*/ 1876193 h 2400493"/>
              <a:gd name="connsiteX759" fmla="*/ 31263 w 2401758"/>
              <a:gd name="connsiteY759" fmla="*/ 1870737 h 2400493"/>
              <a:gd name="connsiteX760" fmla="*/ 26302 w 2401758"/>
              <a:gd name="connsiteY760" fmla="*/ 1859824 h 2400493"/>
              <a:gd name="connsiteX761" fmla="*/ 43663 w 2401758"/>
              <a:gd name="connsiteY761" fmla="*/ 1843455 h 2400493"/>
              <a:gd name="connsiteX762" fmla="*/ 514907 w 2401758"/>
              <a:gd name="connsiteY762" fmla="*/ 1842960 h 2400493"/>
              <a:gd name="connsiteX763" fmla="*/ 531277 w 2401758"/>
              <a:gd name="connsiteY763" fmla="*/ 1860321 h 2400493"/>
              <a:gd name="connsiteX764" fmla="*/ 513915 w 2401758"/>
              <a:gd name="connsiteY764" fmla="*/ 1876690 h 2400493"/>
              <a:gd name="connsiteX765" fmla="*/ 498040 w 2401758"/>
              <a:gd name="connsiteY765" fmla="*/ 1858833 h 2400493"/>
              <a:gd name="connsiteX766" fmla="*/ 514907 w 2401758"/>
              <a:gd name="connsiteY766" fmla="*/ 1842960 h 2400493"/>
              <a:gd name="connsiteX767" fmla="*/ 109627 w 2401758"/>
              <a:gd name="connsiteY767" fmla="*/ 1842960 h 2400493"/>
              <a:gd name="connsiteX768" fmla="*/ 121035 w 2401758"/>
              <a:gd name="connsiteY768" fmla="*/ 1847920 h 2400493"/>
              <a:gd name="connsiteX769" fmla="*/ 127484 w 2401758"/>
              <a:gd name="connsiteY769" fmla="*/ 1859825 h 2400493"/>
              <a:gd name="connsiteX770" fmla="*/ 122524 w 2401758"/>
              <a:gd name="connsiteY770" fmla="*/ 1870737 h 2400493"/>
              <a:gd name="connsiteX771" fmla="*/ 110123 w 2401758"/>
              <a:gd name="connsiteY771" fmla="*/ 1876194 h 2400493"/>
              <a:gd name="connsiteX772" fmla="*/ 98218 w 2401758"/>
              <a:gd name="connsiteY772" fmla="*/ 1870737 h 2400493"/>
              <a:gd name="connsiteX773" fmla="*/ 93258 w 2401758"/>
              <a:gd name="connsiteY773" fmla="*/ 1859825 h 2400493"/>
              <a:gd name="connsiteX774" fmla="*/ 98714 w 2401758"/>
              <a:gd name="connsiteY774" fmla="*/ 1848912 h 2400493"/>
              <a:gd name="connsiteX775" fmla="*/ 109627 w 2401758"/>
              <a:gd name="connsiteY775" fmla="*/ 1842960 h 2400493"/>
              <a:gd name="connsiteX776" fmla="*/ 176586 w 2401758"/>
              <a:gd name="connsiteY776" fmla="*/ 1842959 h 2400493"/>
              <a:gd name="connsiteX777" fmla="*/ 187499 w 2401758"/>
              <a:gd name="connsiteY777" fmla="*/ 1847920 h 2400493"/>
              <a:gd name="connsiteX778" fmla="*/ 192955 w 2401758"/>
              <a:gd name="connsiteY778" fmla="*/ 1859824 h 2400493"/>
              <a:gd name="connsiteX779" fmla="*/ 187499 w 2401758"/>
              <a:gd name="connsiteY779" fmla="*/ 1871729 h 2400493"/>
              <a:gd name="connsiteX780" fmla="*/ 176586 w 2401758"/>
              <a:gd name="connsiteY780" fmla="*/ 1876689 h 2400493"/>
              <a:gd name="connsiteX781" fmla="*/ 160217 w 2401758"/>
              <a:gd name="connsiteY781" fmla="*/ 1859328 h 2400493"/>
              <a:gd name="connsiteX782" fmla="*/ 165674 w 2401758"/>
              <a:gd name="connsiteY782" fmla="*/ 1848416 h 2400493"/>
              <a:gd name="connsiteX783" fmla="*/ 176586 w 2401758"/>
              <a:gd name="connsiteY783" fmla="*/ 1842959 h 2400493"/>
              <a:gd name="connsiteX784" fmla="*/ 1592243 w 2401758"/>
              <a:gd name="connsiteY784" fmla="*/ 1790877 h 2400493"/>
              <a:gd name="connsiteX785" fmla="*/ 1594723 w 2401758"/>
              <a:gd name="connsiteY785" fmla="*/ 1793853 h 2400493"/>
              <a:gd name="connsiteX786" fmla="*/ 1590755 w 2401758"/>
              <a:gd name="connsiteY786" fmla="*/ 1795341 h 2400493"/>
              <a:gd name="connsiteX787" fmla="*/ 1589267 w 2401758"/>
              <a:gd name="connsiteY787" fmla="*/ 1793357 h 2400493"/>
              <a:gd name="connsiteX788" fmla="*/ 1592243 w 2401758"/>
              <a:gd name="connsiteY788" fmla="*/ 1790877 h 2400493"/>
              <a:gd name="connsiteX789" fmla="*/ 1657719 w 2401758"/>
              <a:gd name="connsiteY789" fmla="*/ 1789885 h 2400493"/>
              <a:gd name="connsiteX790" fmla="*/ 1659703 w 2401758"/>
              <a:gd name="connsiteY790" fmla="*/ 1793357 h 2400493"/>
              <a:gd name="connsiteX791" fmla="*/ 1656727 w 2401758"/>
              <a:gd name="connsiteY791" fmla="*/ 1795837 h 2400493"/>
              <a:gd name="connsiteX792" fmla="*/ 1655239 w 2401758"/>
              <a:gd name="connsiteY792" fmla="*/ 1793357 h 2400493"/>
              <a:gd name="connsiteX793" fmla="*/ 1657719 w 2401758"/>
              <a:gd name="connsiteY793" fmla="*/ 1789885 h 2400493"/>
              <a:gd name="connsiteX794" fmla="*/ 1524783 w 2401758"/>
              <a:gd name="connsiteY794" fmla="*/ 1788396 h 2400493"/>
              <a:gd name="connsiteX795" fmla="*/ 1528752 w 2401758"/>
              <a:gd name="connsiteY795" fmla="*/ 1793357 h 2400493"/>
              <a:gd name="connsiteX796" fmla="*/ 1523295 w 2401758"/>
              <a:gd name="connsiteY796" fmla="*/ 1798317 h 2400493"/>
              <a:gd name="connsiteX797" fmla="*/ 1518831 w 2401758"/>
              <a:gd name="connsiteY797" fmla="*/ 1793357 h 2400493"/>
              <a:gd name="connsiteX798" fmla="*/ 1524783 w 2401758"/>
              <a:gd name="connsiteY798" fmla="*/ 1788396 h 2400493"/>
              <a:gd name="connsiteX799" fmla="*/ 1457819 w 2401758"/>
              <a:gd name="connsiteY799" fmla="*/ 1785916 h 2400493"/>
              <a:gd name="connsiteX800" fmla="*/ 1464764 w 2401758"/>
              <a:gd name="connsiteY800" fmla="*/ 1793356 h 2400493"/>
              <a:gd name="connsiteX801" fmla="*/ 1457819 w 2401758"/>
              <a:gd name="connsiteY801" fmla="*/ 1800301 h 2400493"/>
              <a:gd name="connsiteX802" fmla="*/ 1450379 w 2401758"/>
              <a:gd name="connsiteY802" fmla="*/ 1792364 h 2400493"/>
              <a:gd name="connsiteX803" fmla="*/ 1457819 w 2401758"/>
              <a:gd name="connsiteY803" fmla="*/ 1785916 h 2400493"/>
              <a:gd name="connsiteX804" fmla="*/ 1388872 w 2401758"/>
              <a:gd name="connsiteY804" fmla="*/ 1783932 h 2400493"/>
              <a:gd name="connsiteX805" fmla="*/ 1397800 w 2401758"/>
              <a:gd name="connsiteY805" fmla="*/ 1793356 h 2400493"/>
              <a:gd name="connsiteX806" fmla="*/ 1387384 w 2401758"/>
              <a:gd name="connsiteY806" fmla="*/ 1802781 h 2400493"/>
              <a:gd name="connsiteX807" fmla="*/ 1378951 w 2401758"/>
              <a:gd name="connsiteY807" fmla="*/ 1792364 h 2400493"/>
              <a:gd name="connsiteX808" fmla="*/ 1388872 w 2401758"/>
              <a:gd name="connsiteY808" fmla="*/ 1783932 h 2400493"/>
              <a:gd name="connsiteX809" fmla="*/ 1321908 w 2401758"/>
              <a:gd name="connsiteY809" fmla="*/ 1783932 h 2400493"/>
              <a:gd name="connsiteX810" fmla="*/ 1331829 w 2401758"/>
              <a:gd name="connsiteY810" fmla="*/ 1792860 h 2400493"/>
              <a:gd name="connsiteX811" fmla="*/ 1321908 w 2401758"/>
              <a:gd name="connsiteY811" fmla="*/ 1802781 h 2400493"/>
              <a:gd name="connsiteX812" fmla="*/ 1312980 w 2401758"/>
              <a:gd name="connsiteY812" fmla="*/ 1793356 h 2400493"/>
              <a:gd name="connsiteX813" fmla="*/ 1321908 w 2401758"/>
              <a:gd name="connsiteY813" fmla="*/ 1783932 h 2400493"/>
              <a:gd name="connsiteX814" fmla="*/ 1060007 w 2401758"/>
              <a:gd name="connsiteY814" fmla="*/ 1782940 h 2400493"/>
              <a:gd name="connsiteX815" fmla="*/ 1059511 w 2401758"/>
              <a:gd name="connsiteY815" fmla="*/ 1805261 h 2400493"/>
              <a:gd name="connsiteX816" fmla="*/ 1053062 w 2401758"/>
              <a:gd name="connsiteY816" fmla="*/ 1807741 h 2400493"/>
              <a:gd name="connsiteX817" fmla="*/ 1045638 w 2401758"/>
              <a:gd name="connsiteY817" fmla="*/ 1803773 h 2400493"/>
              <a:gd name="connsiteX818" fmla="*/ 1045142 w 2401758"/>
              <a:gd name="connsiteY818" fmla="*/ 1783436 h 2400493"/>
              <a:gd name="connsiteX819" fmla="*/ 1060007 w 2401758"/>
              <a:gd name="connsiteY819" fmla="*/ 1782940 h 2400493"/>
              <a:gd name="connsiteX820" fmla="*/ 1185501 w 2401758"/>
              <a:gd name="connsiteY820" fmla="*/ 1781948 h 2400493"/>
              <a:gd name="connsiteX821" fmla="*/ 1197902 w 2401758"/>
              <a:gd name="connsiteY821" fmla="*/ 1792861 h 2400493"/>
              <a:gd name="connsiteX822" fmla="*/ 1186989 w 2401758"/>
              <a:gd name="connsiteY822" fmla="*/ 1805261 h 2400493"/>
              <a:gd name="connsiteX823" fmla="*/ 1174093 w 2401758"/>
              <a:gd name="connsiteY823" fmla="*/ 1794845 h 2400493"/>
              <a:gd name="connsiteX824" fmla="*/ 1185501 w 2401758"/>
              <a:gd name="connsiteY824" fmla="*/ 1781948 h 2400493"/>
              <a:gd name="connsiteX825" fmla="*/ 1254945 w 2401758"/>
              <a:gd name="connsiteY825" fmla="*/ 1781452 h 2400493"/>
              <a:gd name="connsiteX826" fmla="*/ 1266849 w 2401758"/>
              <a:gd name="connsiteY826" fmla="*/ 1793357 h 2400493"/>
              <a:gd name="connsiteX827" fmla="*/ 1254945 w 2401758"/>
              <a:gd name="connsiteY827" fmla="*/ 1805261 h 2400493"/>
              <a:gd name="connsiteX828" fmla="*/ 1243040 w 2401758"/>
              <a:gd name="connsiteY828" fmla="*/ 1793357 h 2400493"/>
              <a:gd name="connsiteX829" fmla="*/ 1254945 w 2401758"/>
              <a:gd name="connsiteY829" fmla="*/ 1781452 h 2400493"/>
              <a:gd name="connsiteX830" fmla="*/ 1120026 w 2401758"/>
              <a:gd name="connsiteY830" fmla="*/ 1781452 h 2400493"/>
              <a:gd name="connsiteX831" fmla="*/ 1131434 w 2401758"/>
              <a:gd name="connsiteY831" fmla="*/ 1793357 h 2400493"/>
              <a:gd name="connsiteX832" fmla="*/ 1119530 w 2401758"/>
              <a:gd name="connsiteY832" fmla="*/ 1805261 h 2400493"/>
              <a:gd name="connsiteX833" fmla="*/ 1107625 w 2401758"/>
              <a:gd name="connsiteY833" fmla="*/ 1793853 h 2400493"/>
              <a:gd name="connsiteX834" fmla="*/ 1120026 w 2401758"/>
              <a:gd name="connsiteY834" fmla="*/ 1781452 h 2400493"/>
              <a:gd name="connsiteX835" fmla="*/ 986107 w 2401758"/>
              <a:gd name="connsiteY835" fmla="*/ 1779468 h 2400493"/>
              <a:gd name="connsiteX836" fmla="*/ 1000492 w 2401758"/>
              <a:gd name="connsiteY836" fmla="*/ 1793357 h 2400493"/>
              <a:gd name="connsiteX837" fmla="*/ 986603 w 2401758"/>
              <a:gd name="connsiteY837" fmla="*/ 1807741 h 2400493"/>
              <a:gd name="connsiteX838" fmla="*/ 972218 w 2401758"/>
              <a:gd name="connsiteY838" fmla="*/ 1793853 h 2400493"/>
              <a:gd name="connsiteX839" fmla="*/ 986107 w 2401758"/>
              <a:gd name="connsiteY839" fmla="*/ 1779468 h 2400493"/>
              <a:gd name="connsiteX840" fmla="*/ 917695 w 2401758"/>
              <a:gd name="connsiteY840" fmla="*/ 1778972 h 2400493"/>
              <a:gd name="connsiteX841" fmla="*/ 931582 w 2401758"/>
              <a:gd name="connsiteY841" fmla="*/ 1793357 h 2400493"/>
              <a:gd name="connsiteX842" fmla="*/ 917199 w 2401758"/>
              <a:gd name="connsiteY842" fmla="*/ 1807245 h 2400493"/>
              <a:gd name="connsiteX843" fmla="*/ 903310 w 2401758"/>
              <a:gd name="connsiteY843" fmla="*/ 1792861 h 2400493"/>
              <a:gd name="connsiteX844" fmla="*/ 917695 w 2401758"/>
              <a:gd name="connsiteY844" fmla="*/ 1778972 h 2400493"/>
              <a:gd name="connsiteX845" fmla="*/ 850199 w 2401758"/>
              <a:gd name="connsiteY845" fmla="*/ 1778972 h 2400493"/>
              <a:gd name="connsiteX846" fmla="*/ 864585 w 2401758"/>
              <a:gd name="connsiteY846" fmla="*/ 1793357 h 2400493"/>
              <a:gd name="connsiteX847" fmla="*/ 850199 w 2401758"/>
              <a:gd name="connsiteY847" fmla="*/ 1807741 h 2400493"/>
              <a:gd name="connsiteX848" fmla="*/ 835815 w 2401758"/>
              <a:gd name="connsiteY848" fmla="*/ 1793357 h 2400493"/>
              <a:gd name="connsiteX849" fmla="*/ 850199 w 2401758"/>
              <a:gd name="connsiteY849" fmla="*/ 1778972 h 2400493"/>
              <a:gd name="connsiteX850" fmla="*/ 714794 w 2401758"/>
              <a:gd name="connsiteY850" fmla="*/ 1776988 h 2400493"/>
              <a:gd name="connsiteX851" fmla="*/ 731162 w 2401758"/>
              <a:gd name="connsiteY851" fmla="*/ 1793853 h 2400493"/>
              <a:gd name="connsiteX852" fmla="*/ 713802 w 2401758"/>
              <a:gd name="connsiteY852" fmla="*/ 1810222 h 2400493"/>
              <a:gd name="connsiteX853" fmla="*/ 697930 w 2401758"/>
              <a:gd name="connsiteY853" fmla="*/ 1792861 h 2400493"/>
              <a:gd name="connsiteX854" fmla="*/ 714794 w 2401758"/>
              <a:gd name="connsiteY854" fmla="*/ 1776988 h 2400493"/>
              <a:gd name="connsiteX855" fmla="*/ 647342 w 2401758"/>
              <a:gd name="connsiteY855" fmla="*/ 1776988 h 2400493"/>
              <a:gd name="connsiteX856" fmla="*/ 664702 w 2401758"/>
              <a:gd name="connsiteY856" fmla="*/ 1792861 h 2400493"/>
              <a:gd name="connsiteX857" fmla="*/ 648334 w 2401758"/>
              <a:gd name="connsiteY857" fmla="*/ 1810221 h 2400493"/>
              <a:gd name="connsiteX858" fmla="*/ 631470 w 2401758"/>
              <a:gd name="connsiteY858" fmla="*/ 1794845 h 2400493"/>
              <a:gd name="connsiteX859" fmla="*/ 647342 w 2401758"/>
              <a:gd name="connsiteY859" fmla="*/ 1776988 h 2400493"/>
              <a:gd name="connsiteX860" fmla="*/ 581845 w 2401758"/>
              <a:gd name="connsiteY860" fmla="*/ 1776492 h 2400493"/>
              <a:gd name="connsiteX861" fmla="*/ 593749 w 2401758"/>
              <a:gd name="connsiteY861" fmla="*/ 1782941 h 2400493"/>
              <a:gd name="connsiteX862" fmla="*/ 598214 w 2401758"/>
              <a:gd name="connsiteY862" fmla="*/ 1794349 h 2400493"/>
              <a:gd name="connsiteX863" fmla="*/ 591765 w 2401758"/>
              <a:gd name="connsiteY863" fmla="*/ 1805758 h 2400493"/>
              <a:gd name="connsiteX864" fmla="*/ 581349 w 2401758"/>
              <a:gd name="connsiteY864" fmla="*/ 1810222 h 2400493"/>
              <a:gd name="connsiteX865" fmla="*/ 569444 w 2401758"/>
              <a:gd name="connsiteY865" fmla="*/ 1804270 h 2400493"/>
              <a:gd name="connsiteX866" fmla="*/ 564484 w 2401758"/>
              <a:gd name="connsiteY866" fmla="*/ 1793853 h 2400493"/>
              <a:gd name="connsiteX867" fmla="*/ 581845 w 2401758"/>
              <a:gd name="connsiteY867" fmla="*/ 1776492 h 2400493"/>
              <a:gd name="connsiteX868" fmla="*/ 514878 w 2401758"/>
              <a:gd name="connsiteY868" fmla="*/ 1776492 h 2400493"/>
              <a:gd name="connsiteX869" fmla="*/ 531743 w 2401758"/>
              <a:gd name="connsiteY869" fmla="*/ 1793357 h 2400493"/>
              <a:gd name="connsiteX870" fmla="*/ 514878 w 2401758"/>
              <a:gd name="connsiteY870" fmla="*/ 1810222 h 2400493"/>
              <a:gd name="connsiteX871" fmla="*/ 498013 w 2401758"/>
              <a:gd name="connsiteY871" fmla="*/ 1793357 h 2400493"/>
              <a:gd name="connsiteX872" fmla="*/ 514878 w 2401758"/>
              <a:gd name="connsiteY872" fmla="*/ 1776492 h 2400493"/>
              <a:gd name="connsiteX873" fmla="*/ 446457 w 2401758"/>
              <a:gd name="connsiteY873" fmla="*/ 1776492 h 2400493"/>
              <a:gd name="connsiteX874" fmla="*/ 462827 w 2401758"/>
              <a:gd name="connsiteY874" fmla="*/ 1793853 h 2400493"/>
              <a:gd name="connsiteX875" fmla="*/ 445465 w 2401758"/>
              <a:gd name="connsiteY875" fmla="*/ 1810222 h 2400493"/>
              <a:gd name="connsiteX876" fmla="*/ 429095 w 2401758"/>
              <a:gd name="connsiteY876" fmla="*/ 1792861 h 2400493"/>
              <a:gd name="connsiteX877" fmla="*/ 446457 w 2401758"/>
              <a:gd name="connsiteY877" fmla="*/ 1776492 h 2400493"/>
              <a:gd name="connsiteX878" fmla="*/ 378996 w 2401758"/>
              <a:gd name="connsiteY878" fmla="*/ 1776492 h 2400493"/>
              <a:gd name="connsiteX879" fmla="*/ 395862 w 2401758"/>
              <a:gd name="connsiteY879" fmla="*/ 1793357 h 2400493"/>
              <a:gd name="connsiteX880" fmla="*/ 378996 w 2401758"/>
              <a:gd name="connsiteY880" fmla="*/ 1810222 h 2400493"/>
              <a:gd name="connsiteX881" fmla="*/ 362129 w 2401758"/>
              <a:gd name="connsiteY881" fmla="*/ 1793357 h 2400493"/>
              <a:gd name="connsiteX882" fmla="*/ 378996 w 2401758"/>
              <a:gd name="connsiteY882" fmla="*/ 1776492 h 2400493"/>
              <a:gd name="connsiteX883" fmla="*/ 312027 w 2401758"/>
              <a:gd name="connsiteY883" fmla="*/ 1776492 h 2400493"/>
              <a:gd name="connsiteX884" fmla="*/ 324924 w 2401758"/>
              <a:gd name="connsiteY884" fmla="*/ 1780461 h 2400493"/>
              <a:gd name="connsiteX885" fmla="*/ 328893 w 2401758"/>
              <a:gd name="connsiteY885" fmla="*/ 1791373 h 2400493"/>
              <a:gd name="connsiteX886" fmla="*/ 324924 w 2401758"/>
              <a:gd name="connsiteY886" fmla="*/ 1806254 h 2400493"/>
              <a:gd name="connsiteX887" fmla="*/ 312027 w 2401758"/>
              <a:gd name="connsiteY887" fmla="*/ 1810222 h 2400493"/>
              <a:gd name="connsiteX888" fmla="*/ 299130 w 2401758"/>
              <a:gd name="connsiteY888" fmla="*/ 1806254 h 2400493"/>
              <a:gd name="connsiteX889" fmla="*/ 295161 w 2401758"/>
              <a:gd name="connsiteY889" fmla="*/ 1793357 h 2400493"/>
              <a:gd name="connsiteX890" fmla="*/ 299130 w 2401758"/>
              <a:gd name="connsiteY890" fmla="*/ 1780461 h 2400493"/>
              <a:gd name="connsiteX891" fmla="*/ 312027 w 2401758"/>
              <a:gd name="connsiteY891" fmla="*/ 1776492 h 2400493"/>
              <a:gd name="connsiteX892" fmla="*/ 170155 w 2401758"/>
              <a:gd name="connsiteY892" fmla="*/ 1776492 h 2400493"/>
              <a:gd name="connsiteX893" fmla="*/ 185532 w 2401758"/>
              <a:gd name="connsiteY893" fmla="*/ 1776492 h 2400493"/>
              <a:gd name="connsiteX894" fmla="*/ 193965 w 2401758"/>
              <a:gd name="connsiteY894" fmla="*/ 1789388 h 2400493"/>
              <a:gd name="connsiteX895" fmla="*/ 193965 w 2401758"/>
              <a:gd name="connsiteY895" fmla="*/ 1795341 h 2400493"/>
              <a:gd name="connsiteX896" fmla="*/ 189996 w 2401758"/>
              <a:gd name="connsiteY896" fmla="*/ 1805757 h 2400493"/>
              <a:gd name="connsiteX897" fmla="*/ 179580 w 2401758"/>
              <a:gd name="connsiteY897" fmla="*/ 1809725 h 2400493"/>
              <a:gd name="connsiteX898" fmla="*/ 175612 w 2401758"/>
              <a:gd name="connsiteY898" fmla="*/ 1810221 h 2400493"/>
              <a:gd name="connsiteX899" fmla="*/ 163211 w 2401758"/>
              <a:gd name="connsiteY899" fmla="*/ 1805261 h 2400493"/>
              <a:gd name="connsiteX900" fmla="*/ 160235 w 2401758"/>
              <a:gd name="connsiteY900" fmla="*/ 1796829 h 2400493"/>
              <a:gd name="connsiteX901" fmla="*/ 163707 w 2401758"/>
              <a:gd name="connsiteY901" fmla="*/ 1781452 h 2400493"/>
              <a:gd name="connsiteX902" fmla="*/ 170155 w 2401758"/>
              <a:gd name="connsiteY902" fmla="*/ 1776492 h 2400493"/>
              <a:gd name="connsiteX903" fmla="*/ 111142 w 2401758"/>
              <a:gd name="connsiteY903" fmla="*/ 1776492 h 2400493"/>
              <a:gd name="connsiteX904" fmla="*/ 123542 w 2401758"/>
              <a:gd name="connsiteY904" fmla="*/ 1781452 h 2400493"/>
              <a:gd name="connsiteX905" fmla="*/ 127015 w 2401758"/>
              <a:gd name="connsiteY905" fmla="*/ 1789884 h 2400493"/>
              <a:gd name="connsiteX906" fmla="*/ 123542 w 2401758"/>
              <a:gd name="connsiteY906" fmla="*/ 1805261 h 2400493"/>
              <a:gd name="connsiteX907" fmla="*/ 117094 w 2401758"/>
              <a:gd name="connsiteY907" fmla="*/ 1810222 h 2400493"/>
              <a:gd name="connsiteX908" fmla="*/ 101717 w 2401758"/>
              <a:gd name="connsiteY908" fmla="*/ 1810222 h 2400493"/>
              <a:gd name="connsiteX909" fmla="*/ 92789 w 2401758"/>
              <a:gd name="connsiteY909" fmla="*/ 1797821 h 2400493"/>
              <a:gd name="connsiteX910" fmla="*/ 92789 w 2401758"/>
              <a:gd name="connsiteY910" fmla="*/ 1791869 h 2400493"/>
              <a:gd name="connsiteX911" fmla="*/ 96757 w 2401758"/>
              <a:gd name="connsiteY911" fmla="*/ 1781452 h 2400493"/>
              <a:gd name="connsiteX912" fmla="*/ 107174 w 2401758"/>
              <a:gd name="connsiteY912" fmla="*/ 1777484 h 2400493"/>
              <a:gd name="connsiteX913" fmla="*/ 111142 w 2401758"/>
              <a:gd name="connsiteY913" fmla="*/ 1776492 h 2400493"/>
              <a:gd name="connsiteX914" fmla="*/ 43676 w 2401758"/>
              <a:gd name="connsiteY914" fmla="*/ 1776492 h 2400493"/>
              <a:gd name="connsiteX915" fmla="*/ 60045 w 2401758"/>
              <a:gd name="connsiteY915" fmla="*/ 1793853 h 2400493"/>
              <a:gd name="connsiteX916" fmla="*/ 42684 w 2401758"/>
              <a:gd name="connsiteY916" fmla="*/ 1810222 h 2400493"/>
              <a:gd name="connsiteX917" fmla="*/ 26315 w 2401758"/>
              <a:gd name="connsiteY917" fmla="*/ 1792861 h 2400493"/>
              <a:gd name="connsiteX918" fmla="*/ 43676 w 2401758"/>
              <a:gd name="connsiteY918" fmla="*/ 1776492 h 2400493"/>
              <a:gd name="connsiteX919" fmla="*/ 783721 w 2401758"/>
              <a:gd name="connsiteY919" fmla="*/ 1775996 h 2400493"/>
              <a:gd name="connsiteX920" fmla="*/ 795625 w 2401758"/>
              <a:gd name="connsiteY920" fmla="*/ 1781948 h 2400493"/>
              <a:gd name="connsiteX921" fmla="*/ 800586 w 2401758"/>
              <a:gd name="connsiteY921" fmla="*/ 1793357 h 2400493"/>
              <a:gd name="connsiteX922" fmla="*/ 794137 w 2401758"/>
              <a:gd name="connsiteY922" fmla="*/ 1805262 h 2400493"/>
              <a:gd name="connsiteX923" fmla="*/ 783225 w 2401758"/>
              <a:gd name="connsiteY923" fmla="*/ 1809230 h 2400493"/>
              <a:gd name="connsiteX924" fmla="*/ 771320 w 2401758"/>
              <a:gd name="connsiteY924" fmla="*/ 1803277 h 2400493"/>
              <a:gd name="connsiteX925" fmla="*/ 766856 w 2401758"/>
              <a:gd name="connsiteY925" fmla="*/ 1791869 h 2400493"/>
              <a:gd name="connsiteX926" fmla="*/ 772312 w 2401758"/>
              <a:gd name="connsiteY926" fmla="*/ 1780956 h 2400493"/>
              <a:gd name="connsiteX927" fmla="*/ 783721 w 2401758"/>
              <a:gd name="connsiteY927" fmla="*/ 1775996 h 2400493"/>
              <a:gd name="connsiteX928" fmla="*/ 239099 w 2401758"/>
              <a:gd name="connsiteY928" fmla="*/ 1775996 h 2400493"/>
              <a:gd name="connsiteX929" fmla="*/ 245052 w 2401758"/>
              <a:gd name="connsiteY929" fmla="*/ 1775996 h 2400493"/>
              <a:gd name="connsiteX930" fmla="*/ 255468 w 2401758"/>
              <a:gd name="connsiteY930" fmla="*/ 1779964 h 2400493"/>
              <a:gd name="connsiteX931" fmla="*/ 259437 w 2401758"/>
              <a:gd name="connsiteY931" fmla="*/ 1790380 h 2400493"/>
              <a:gd name="connsiteX932" fmla="*/ 259933 w 2401758"/>
              <a:gd name="connsiteY932" fmla="*/ 1794349 h 2400493"/>
              <a:gd name="connsiteX933" fmla="*/ 254972 w 2401758"/>
              <a:gd name="connsiteY933" fmla="*/ 1806749 h 2400493"/>
              <a:gd name="connsiteX934" fmla="*/ 246540 w 2401758"/>
              <a:gd name="connsiteY934" fmla="*/ 1809725 h 2400493"/>
              <a:gd name="connsiteX935" fmla="*/ 231163 w 2401758"/>
              <a:gd name="connsiteY935" fmla="*/ 1806253 h 2400493"/>
              <a:gd name="connsiteX936" fmla="*/ 226203 w 2401758"/>
              <a:gd name="connsiteY936" fmla="*/ 1799805 h 2400493"/>
              <a:gd name="connsiteX937" fmla="*/ 226203 w 2401758"/>
              <a:gd name="connsiteY937" fmla="*/ 1784428 h 2400493"/>
              <a:gd name="connsiteX938" fmla="*/ 239099 w 2401758"/>
              <a:gd name="connsiteY938" fmla="*/ 1775996 h 2400493"/>
              <a:gd name="connsiteX939" fmla="*/ 1658711 w 2401758"/>
              <a:gd name="connsiteY939" fmla="*/ 1724409 h 2400493"/>
              <a:gd name="connsiteX940" fmla="*/ 1661191 w 2401758"/>
              <a:gd name="connsiteY940" fmla="*/ 1727385 h 2400493"/>
              <a:gd name="connsiteX941" fmla="*/ 1657223 w 2401758"/>
              <a:gd name="connsiteY941" fmla="*/ 1728873 h 2400493"/>
              <a:gd name="connsiteX942" fmla="*/ 1655735 w 2401758"/>
              <a:gd name="connsiteY942" fmla="*/ 1726889 h 2400493"/>
              <a:gd name="connsiteX943" fmla="*/ 1658711 w 2401758"/>
              <a:gd name="connsiteY943" fmla="*/ 1724409 h 2400493"/>
              <a:gd name="connsiteX944" fmla="*/ 1726170 w 2401758"/>
              <a:gd name="connsiteY944" fmla="*/ 1722921 h 2400493"/>
              <a:gd name="connsiteX945" fmla="*/ 1729146 w 2401758"/>
              <a:gd name="connsiteY945" fmla="*/ 1725897 h 2400493"/>
              <a:gd name="connsiteX946" fmla="*/ 1726666 w 2401758"/>
              <a:gd name="connsiteY946" fmla="*/ 1728873 h 2400493"/>
              <a:gd name="connsiteX947" fmla="*/ 1724682 w 2401758"/>
              <a:gd name="connsiteY947" fmla="*/ 1727385 h 2400493"/>
              <a:gd name="connsiteX948" fmla="*/ 1726170 w 2401758"/>
              <a:gd name="connsiteY948" fmla="*/ 1722921 h 2400493"/>
              <a:gd name="connsiteX949" fmla="*/ 1591251 w 2401758"/>
              <a:gd name="connsiteY949" fmla="*/ 1721433 h 2400493"/>
              <a:gd name="connsiteX950" fmla="*/ 1595716 w 2401758"/>
              <a:gd name="connsiteY950" fmla="*/ 1726393 h 2400493"/>
              <a:gd name="connsiteX951" fmla="*/ 1590259 w 2401758"/>
              <a:gd name="connsiteY951" fmla="*/ 1731354 h 2400493"/>
              <a:gd name="connsiteX952" fmla="*/ 1585795 w 2401758"/>
              <a:gd name="connsiteY952" fmla="*/ 1726393 h 2400493"/>
              <a:gd name="connsiteX953" fmla="*/ 1591251 w 2401758"/>
              <a:gd name="connsiteY953" fmla="*/ 1721433 h 2400493"/>
              <a:gd name="connsiteX954" fmla="*/ 1523792 w 2401758"/>
              <a:gd name="connsiteY954" fmla="*/ 1719449 h 2400493"/>
              <a:gd name="connsiteX955" fmla="*/ 1531232 w 2401758"/>
              <a:gd name="connsiteY955" fmla="*/ 1725897 h 2400493"/>
              <a:gd name="connsiteX956" fmla="*/ 1524784 w 2401758"/>
              <a:gd name="connsiteY956" fmla="*/ 1733834 h 2400493"/>
              <a:gd name="connsiteX957" fmla="*/ 1516847 w 2401758"/>
              <a:gd name="connsiteY957" fmla="*/ 1727881 h 2400493"/>
              <a:gd name="connsiteX958" fmla="*/ 1523792 w 2401758"/>
              <a:gd name="connsiteY958" fmla="*/ 1719449 h 2400493"/>
              <a:gd name="connsiteX959" fmla="*/ 1388376 w 2401758"/>
              <a:gd name="connsiteY959" fmla="*/ 1717465 h 2400493"/>
              <a:gd name="connsiteX960" fmla="*/ 1397801 w 2401758"/>
              <a:gd name="connsiteY960" fmla="*/ 1726889 h 2400493"/>
              <a:gd name="connsiteX961" fmla="*/ 1388872 w 2401758"/>
              <a:gd name="connsiteY961" fmla="*/ 1736314 h 2400493"/>
              <a:gd name="connsiteX962" fmla="*/ 1378952 w 2401758"/>
              <a:gd name="connsiteY962" fmla="*/ 1727881 h 2400493"/>
              <a:gd name="connsiteX963" fmla="*/ 1388376 w 2401758"/>
              <a:gd name="connsiteY963" fmla="*/ 1717465 h 2400493"/>
              <a:gd name="connsiteX964" fmla="*/ 1456828 w 2401758"/>
              <a:gd name="connsiteY964" fmla="*/ 1716969 h 2400493"/>
              <a:gd name="connsiteX965" fmla="*/ 1466748 w 2401758"/>
              <a:gd name="connsiteY965" fmla="*/ 1726889 h 2400493"/>
              <a:gd name="connsiteX966" fmla="*/ 1457323 w 2401758"/>
              <a:gd name="connsiteY966" fmla="*/ 1736314 h 2400493"/>
              <a:gd name="connsiteX967" fmla="*/ 1447899 w 2401758"/>
              <a:gd name="connsiteY967" fmla="*/ 1726889 h 2400493"/>
              <a:gd name="connsiteX968" fmla="*/ 1456828 w 2401758"/>
              <a:gd name="connsiteY968" fmla="*/ 1716969 h 2400493"/>
              <a:gd name="connsiteX969" fmla="*/ 1321413 w 2401758"/>
              <a:gd name="connsiteY969" fmla="*/ 1714985 h 2400493"/>
              <a:gd name="connsiteX970" fmla="*/ 1333813 w 2401758"/>
              <a:gd name="connsiteY970" fmla="*/ 1726394 h 2400493"/>
              <a:gd name="connsiteX971" fmla="*/ 1322405 w 2401758"/>
              <a:gd name="connsiteY971" fmla="*/ 1738794 h 2400493"/>
              <a:gd name="connsiteX972" fmla="*/ 1310004 w 2401758"/>
              <a:gd name="connsiteY972" fmla="*/ 1727386 h 2400493"/>
              <a:gd name="connsiteX973" fmla="*/ 1321413 w 2401758"/>
              <a:gd name="connsiteY973" fmla="*/ 1714985 h 2400493"/>
              <a:gd name="connsiteX974" fmla="*/ 1187486 w 2401758"/>
              <a:gd name="connsiteY974" fmla="*/ 1714985 h 2400493"/>
              <a:gd name="connsiteX975" fmla="*/ 1198398 w 2401758"/>
              <a:gd name="connsiteY975" fmla="*/ 1727881 h 2400493"/>
              <a:gd name="connsiteX976" fmla="*/ 1185998 w 2401758"/>
              <a:gd name="connsiteY976" fmla="*/ 1738794 h 2400493"/>
              <a:gd name="connsiteX977" fmla="*/ 1174589 w 2401758"/>
              <a:gd name="connsiteY977" fmla="*/ 1725401 h 2400493"/>
              <a:gd name="connsiteX978" fmla="*/ 1187486 w 2401758"/>
              <a:gd name="connsiteY978" fmla="*/ 1714985 h 2400493"/>
              <a:gd name="connsiteX979" fmla="*/ 1254449 w 2401758"/>
              <a:gd name="connsiteY979" fmla="*/ 1714489 h 2400493"/>
              <a:gd name="connsiteX980" fmla="*/ 1266849 w 2401758"/>
              <a:gd name="connsiteY980" fmla="*/ 1725401 h 2400493"/>
              <a:gd name="connsiteX981" fmla="*/ 1254945 w 2401758"/>
              <a:gd name="connsiteY981" fmla="*/ 1738298 h 2400493"/>
              <a:gd name="connsiteX982" fmla="*/ 1243040 w 2401758"/>
              <a:gd name="connsiteY982" fmla="*/ 1726890 h 2400493"/>
              <a:gd name="connsiteX983" fmla="*/ 1254449 w 2401758"/>
              <a:gd name="connsiteY983" fmla="*/ 1714489 h 2400493"/>
              <a:gd name="connsiteX984" fmla="*/ 1119530 w 2401758"/>
              <a:gd name="connsiteY984" fmla="*/ 1712505 h 2400493"/>
              <a:gd name="connsiteX985" fmla="*/ 1133915 w 2401758"/>
              <a:gd name="connsiteY985" fmla="*/ 1726890 h 2400493"/>
              <a:gd name="connsiteX986" fmla="*/ 1119530 w 2401758"/>
              <a:gd name="connsiteY986" fmla="*/ 1741274 h 2400493"/>
              <a:gd name="connsiteX987" fmla="*/ 1105145 w 2401758"/>
              <a:gd name="connsiteY987" fmla="*/ 1726890 h 2400493"/>
              <a:gd name="connsiteX988" fmla="*/ 1119530 w 2401758"/>
              <a:gd name="connsiteY988" fmla="*/ 1712505 h 2400493"/>
              <a:gd name="connsiteX989" fmla="*/ 1052566 w 2401758"/>
              <a:gd name="connsiteY989" fmla="*/ 1712505 h 2400493"/>
              <a:gd name="connsiteX990" fmla="*/ 1066951 w 2401758"/>
              <a:gd name="connsiteY990" fmla="*/ 1726890 h 2400493"/>
              <a:gd name="connsiteX991" fmla="*/ 1052566 w 2401758"/>
              <a:gd name="connsiteY991" fmla="*/ 1741274 h 2400493"/>
              <a:gd name="connsiteX992" fmla="*/ 1038215 w 2401758"/>
              <a:gd name="connsiteY992" fmla="*/ 1726890 h 2400493"/>
              <a:gd name="connsiteX993" fmla="*/ 1052566 w 2401758"/>
              <a:gd name="connsiteY993" fmla="*/ 1712505 h 2400493"/>
              <a:gd name="connsiteX994" fmla="*/ 986120 w 2401758"/>
              <a:gd name="connsiteY994" fmla="*/ 1712505 h 2400493"/>
              <a:gd name="connsiteX995" fmla="*/ 1000505 w 2401758"/>
              <a:gd name="connsiteY995" fmla="*/ 1726890 h 2400493"/>
              <a:gd name="connsiteX996" fmla="*/ 986120 w 2401758"/>
              <a:gd name="connsiteY996" fmla="*/ 1741274 h 2400493"/>
              <a:gd name="connsiteX997" fmla="*/ 971735 w 2401758"/>
              <a:gd name="connsiteY997" fmla="*/ 1726890 h 2400493"/>
              <a:gd name="connsiteX998" fmla="*/ 986120 w 2401758"/>
              <a:gd name="connsiteY998" fmla="*/ 1712505 h 2400493"/>
              <a:gd name="connsiteX999" fmla="*/ 851229 w 2401758"/>
              <a:gd name="connsiteY999" fmla="*/ 1710025 h 2400493"/>
              <a:gd name="connsiteX1000" fmla="*/ 867105 w 2401758"/>
              <a:gd name="connsiteY1000" fmla="*/ 1726394 h 2400493"/>
              <a:gd name="connsiteX1001" fmla="*/ 850238 w 2401758"/>
              <a:gd name="connsiteY1001" fmla="*/ 1743259 h 2400493"/>
              <a:gd name="connsiteX1002" fmla="*/ 833872 w 2401758"/>
              <a:gd name="connsiteY1002" fmla="*/ 1726394 h 2400493"/>
              <a:gd name="connsiteX1003" fmla="*/ 851229 w 2401758"/>
              <a:gd name="connsiteY1003" fmla="*/ 1710025 h 2400493"/>
              <a:gd name="connsiteX1004" fmla="*/ 714821 w 2401758"/>
              <a:gd name="connsiteY1004" fmla="*/ 1710024 h 2400493"/>
              <a:gd name="connsiteX1005" fmla="*/ 731188 w 2401758"/>
              <a:gd name="connsiteY1005" fmla="*/ 1726889 h 2400493"/>
              <a:gd name="connsiteX1006" fmla="*/ 714325 w 2401758"/>
              <a:gd name="connsiteY1006" fmla="*/ 1743258 h 2400493"/>
              <a:gd name="connsiteX1007" fmla="*/ 697958 w 2401758"/>
              <a:gd name="connsiteY1007" fmla="*/ 1726393 h 2400493"/>
              <a:gd name="connsiteX1008" fmla="*/ 714821 w 2401758"/>
              <a:gd name="connsiteY1008" fmla="*/ 1710024 h 2400493"/>
              <a:gd name="connsiteX1009" fmla="*/ 647861 w 2401758"/>
              <a:gd name="connsiteY1009" fmla="*/ 1710024 h 2400493"/>
              <a:gd name="connsiteX1010" fmla="*/ 664725 w 2401758"/>
              <a:gd name="connsiteY1010" fmla="*/ 1726393 h 2400493"/>
              <a:gd name="connsiteX1011" fmla="*/ 648357 w 2401758"/>
              <a:gd name="connsiteY1011" fmla="*/ 1743258 h 2400493"/>
              <a:gd name="connsiteX1012" fmla="*/ 631494 w 2401758"/>
              <a:gd name="connsiteY1012" fmla="*/ 1726889 h 2400493"/>
              <a:gd name="connsiteX1013" fmla="*/ 647861 w 2401758"/>
              <a:gd name="connsiteY1013" fmla="*/ 1710024 h 2400493"/>
              <a:gd name="connsiteX1014" fmla="*/ 916690 w 2401758"/>
              <a:gd name="connsiteY1014" fmla="*/ 1709528 h 2400493"/>
              <a:gd name="connsiteX1015" fmla="*/ 928595 w 2401758"/>
              <a:gd name="connsiteY1015" fmla="*/ 1715976 h 2400493"/>
              <a:gd name="connsiteX1016" fmla="*/ 933058 w 2401758"/>
              <a:gd name="connsiteY1016" fmla="*/ 1726889 h 2400493"/>
              <a:gd name="connsiteX1017" fmla="*/ 927106 w 2401758"/>
              <a:gd name="connsiteY1017" fmla="*/ 1738794 h 2400493"/>
              <a:gd name="connsiteX1018" fmla="*/ 915698 w 2401758"/>
              <a:gd name="connsiteY1018" fmla="*/ 1743258 h 2400493"/>
              <a:gd name="connsiteX1019" fmla="*/ 904785 w 2401758"/>
              <a:gd name="connsiteY1019" fmla="*/ 1737801 h 2400493"/>
              <a:gd name="connsiteX1020" fmla="*/ 899825 w 2401758"/>
              <a:gd name="connsiteY1020" fmla="*/ 1726393 h 2400493"/>
              <a:gd name="connsiteX1021" fmla="*/ 905281 w 2401758"/>
              <a:gd name="connsiteY1021" fmla="*/ 1714488 h 2400493"/>
              <a:gd name="connsiteX1022" fmla="*/ 916690 w 2401758"/>
              <a:gd name="connsiteY1022" fmla="*/ 1709528 h 2400493"/>
              <a:gd name="connsiteX1023" fmla="*/ 782771 w 2401758"/>
              <a:gd name="connsiteY1023" fmla="*/ 1709528 h 2400493"/>
              <a:gd name="connsiteX1024" fmla="*/ 794181 w 2401758"/>
              <a:gd name="connsiteY1024" fmla="*/ 1714488 h 2400493"/>
              <a:gd name="connsiteX1025" fmla="*/ 800131 w 2401758"/>
              <a:gd name="connsiteY1025" fmla="*/ 1726393 h 2400493"/>
              <a:gd name="connsiteX1026" fmla="*/ 795669 w 2401758"/>
              <a:gd name="connsiteY1026" fmla="*/ 1737306 h 2400493"/>
              <a:gd name="connsiteX1027" fmla="*/ 783764 w 2401758"/>
              <a:gd name="connsiteY1027" fmla="*/ 1743258 h 2400493"/>
              <a:gd name="connsiteX1028" fmla="*/ 773349 w 2401758"/>
              <a:gd name="connsiteY1028" fmla="*/ 1738794 h 2400493"/>
              <a:gd name="connsiteX1029" fmla="*/ 766401 w 2401758"/>
              <a:gd name="connsiteY1029" fmla="*/ 1727385 h 2400493"/>
              <a:gd name="connsiteX1030" fmla="*/ 770865 w 2401758"/>
              <a:gd name="connsiteY1030" fmla="*/ 1715976 h 2400493"/>
              <a:gd name="connsiteX1031" fmla="*/ 782771 w 2401758"/>
              <a:gd name="connsiteY1031" fmla="*/ 1709528 h 2400493"/>
              <a:gd name="connsiteX1032" fmla="*/ 581366 w 2401758"/>
              <a:gd name="connsiteY1032" fmla="*/ 1709528 h 2400493"/>
              <a:gd name="connsiteX1033" fmla="*/ 594263 w 2401758"/>
              <a:gd name="connsiteY1033" fmla="*/ 1713497 h 2400493"/>
              <a:gd name="connsiteX1034" fmla="*/ 598231 w 2401758"/>
              <a:gd name="connsiteY1034" fmla="*/ 1726393 h 2400493"/>
              <a:gd name="connsiteX1035" fmla="*/ 594263 w 2401758"/>
              <a:gd name="connsiteY1035" fmla="*/ 1739290 h 2400493"/>
              <a:gd name="connsiteX1036" fmla="*/ 583350 w 2401758"/>
              <a:gd name="connsiteY1036" fmla="*/ 1743258 h 2400493"/>
              <a:gd name="connsiteX1037" fmla="*/ 568469 w 2401758"/>
              <a:gd name="connsiteY1037" fmla="*/ 1739290 h 2400493"/>
              <a:gd name="connsiteX1038" fmla="*/ 564500 w 2401758"/>
              <a:gd name="connsiteY1038" fmla="*/ 1726393 h 2400493"/>
              <a:gd name="connsiteX1039" fmla="*/ 568469 w 2401758"/>
              <a:gd name="connsiteY1039" fmla="*/ 1713497 h 2400493"/>
              <a:gd name="connsiteX1040" fmla="*/ 581366 w 2401758"/>
              <a:gd name="connsiteY1040" fmla="*/ 1709528 h 2400493"/>
              <a:gd name="connsiteX1041" fmla="*/ 513426 w 2401758"/>
              <a:gd name="connsiteY1041" fmla="*/ 1707544 h 2400493"/>
              <a:gd name="connsiteX1042" fmla="*/ 523843 w 2401758"/>
              <a:gd name="connsiteY1042" fmla="*/ 1710520 h 2400493"/>
              <a:gd name="connsiteX1043" fmla="*/ 533269 w 2401758"/>
              <a:gd name="connsiteY1043" fmla="*/ 1725401 h 2400493"/>
              <a:gd name="connsiteX1044" fmla="*/ 529300 w 2401758"/>
              <a:gd name="connsiteY1044" fmla="*/ 1736313 h 2400493"/>
              <a:gd name="connsiteX1045" fmla="*/ 514914 w 2401758"/>
              <a:gd name="connsiteY1045" fmla="*/ 1745738 h 2400493"/>
              <a:gd name="connsiteX1046" fmla="*/ 504001 w 2401758"/>
              <a:gd name="connsiteY1046" fmla="*/ 1740778 h 2400493"/>
              <a:gd name="connsiteX1047" fmla="*/ 496063 w 2401758"/>
              <a:gd name="connsiteY1047" fmla="*/ 1726393 h 2400493"/>
              <a:gd name="connsiteX1048" fmla="*/ 499536 w 2401758"/>
              <a:gd name="connsiteY1048" fmla="*/ 1716472 h 2400493"/>
              <a:gd name="connsiteX1049" fmla="*/ 513426 w 2401758"/>
              <a:gd name="connsiteY1049" fmla="*/ 1707544 h 2400493"/>
              <a:gd name="connsiteX1050" fmla="*/ 446455 w 2401758"/>
              <a:gd name="connsiteY1050" fmla="*/ 1707544 h 2400493"/>
              <a:gd name="connsiteX1051" fmla="*/ 464810 w 2401758"/>
              <a:gd name="connsiteY1051" fmla="*/ 1726393 h 2400493"/>
              <a:gd name="connsiteX1052" fmla="*/ 445463 w 2401758"/>
              <a:gd name="connsiteY1052" fmla="*/ 1745738 h 2400493"/>
              <a:gd name="connsiteX1053" fmla="*/ 426613 w 2401758"/>
              <a:gd name="connsiteY1053" fmla="*/ 1725897 h 2400493"/>
              <a:gd name="connsiteX1054" fmla="*/ 446455 w 2401758"/>
              <a:gd name="connsiteY1054" fmla="*/ 1707544 h 2400493"/>
              <a:gd name="connsiteX1055" fmla="*/ 379472 w 2401758"/>
              <a:gd name="connsiteY1055" fmla="*/ 1707544 h 2400493"/>
              <a:gd name="connsiteX1056" fmla="*/ 397825 w 2401758"/>
              <a:gd name="connsiteY1056" fmla="*/ 1726393 h 2400493"/>
              <a:gd name="connsiteX1057" fmla="*/ 378975 w 2401758"/>
              <a:gd name="connsiteY1057" fmla="*/ 1745738 h 2400493"/>
              <a:gd name="connsiteX1058" fmla="*/ 359630 w 2401758"/>
              <a:gd name="connsiteY1058" fmla="*/ 1726393 h 2400493"/>
              <a:gd name="connsiteX1059" fmla="*/ 379472 w 2401758"/>
              <a:gd name="connsiteY1059" fmla="*/ 1707544 h 2400493"/>
              <a:gd name="connsiteX1060" fmla="*/ 312003 w 2401758"/>
              <a:gd name="connsiteY1060" fmla="*/ 1707048 h 2400493"/>
              <a:gd name="connsiteX1061" fmla="*/ 325892 w 2401758"/>
              <a:gd name="connsiteY1061" fmla="*/ 1713496 h 2400493"/>
              <a:gd name="connsiteX1062" fmla="*/ 331844 w 2401758"/>
              <a:gd name="connsiteY1062" fmla="*/ 1726889 h 2400493"/>
              <a:gd name="connsiteX1063" fmla="*/ 325396 w 2401758"/>
              <a:gd name="connsiteY1063" fmla="*/ 1739786 h 2400493"/>
              <a:gd name="connsiteX1064" fmla="*/ 311507 w 2401758"/>
              <a:gd name="connsiteY1064" fmla="*/ 1745242 h 2400493"/>
              <a:gd name="connsiteX1065" fmla="*/ 298610 w 2401758"/>
              <a:gd name="connsiteY1065" fmla="*/ 1739290 h 2400493"/>
              <a:gd name="connsiteX1066" fmla="*/ 293154 w 2401758"/>
              <a:gd name="connsiteY1066" fmla="*/ 1724905 h 2400493"/>
              <a:gd name="connsiteX1067" fmla="*/ 299106 w 2401758"/>
              <a:gd name="connsiteY1067" fmla="*/ 1712504 h 2400493"/>
              <a:gd name="connsiteX1068" fmla="*/ 312003 w 2401758"/>
              <a:gd name="connsiteY1068" fmla="*/ 1707048 h 2400493"/>
              <a:gd name="connsiteX1069" fmla="*/ 243071 w 2401758"/>
              <a:gd name="connsiteY1069" fmla="*/ 1707048 h 2400493"/>
              <a:gd name="connsiteX1070" fmla="*/ 256959 w 2401758"/>
              <a:gd name="connsiteY1070" fmla="*/ 1713496 h 2400493"/>
              <a:gd name="connsiteX1071" fmla="*/ 262912 w 2401758"/>
              <a:gd name="connsiteY1071" fmla="*/ 1726889 h 2400493"/>
              <a:gd name="connsiteX1072" fmla="*/ 256463 w 2401758"/>
              <a:gd name="connsiteY1072" fmla="*/ 1739786 h 2400493"/>
              <a:gd name="connsiteX1073" fmla="*/ 242575 w 2401758"/>
              <a:gd name="connsiteY1073" fmla="*/ 1745242 h 2400493"/>
              <a:gd name="connsiteX1074" fmla="*/ 229678 w 2401758"/>
              <a:gd name="connsiteY1074" fmla="*/ 1739290 h 2400493"/>
              <a:gd name="connsiteX1075" fmla="*/ 224222 w 2401758"/>
              <a:gd name="connsiteY1075" fmla="*/ 1724905 h 2400493"/>
              <a:gd name="connsiteX1076" fmla="*/ 230174 w 2401758"/>
              <a:gd name="connsiteY1076" fmla="*/ 1712504 h 2400493"/>
              <a:gd name="connsiteX1077" fmla="*/ 243071 w 2401758"/>
              <a:gd name="connsiteY1077" fmla="*/ 1707048 h 2400493"/>
              <a:gd name="connsiteX1078" fmla="*/ 176586 w 2401758"/>
              <a:gd name="connsiteY1078" fmla="*/ 1707048 h 2400493"/>
              <a:gd name="connsiteX1079" fmla="*/ 189483 w 2401758"/>
              <a:gd name="connsiteY1079" fmla="*/ 1713000 h 2400493"/>
              <a:gd name="connsiteX1080" fmla="*/ 194939 w 2401758"/>
              <a:gd name="connsiteY1080" fmla="*/ 1726889 h 2400493"/>
              <a:gd name="connsiteX1081" fmla="*/ 189483 w 2401758"/>
              <a:gd name="connsiteY1081" fmla="*/ 1739786 h 2400493"/>
              <a:gd name="connsiteX1082" fmla="*/ 175594 w 2401758"/>
              <a:gd name="connsiteY1082" fmla="*/ 1745242 h 2400493"/>
              <a:gd name="connsiteX1083" fmla="*/ 162697 w 2401758"/>
              <a:gd name="connsiteY1083" fmla="*/ 1739290 h 2400493"/>
              <a:gd name="connsiteX1084" fmla="*/ 157241 w 2401758"/>
              <a:gd name="connsiteY1084" fmla="*/ 1726393 h 2400493"/>
              <a:gd name="connsiteX1085" fmla="*/ 163689 w 2401758"/>
              <a:gd name="connsiteY1085" fmla="*/ 1712504 h 2400493"/>
              <a:gd name="connsiteX1086" fmla="*/ 176586 w 2401758"/>
              <a:gd name="connsiteY1086" fmla="*/ 1707048 h 2400493"/>
              <a:gd name="connsiteX1087" fmla="*/ 110117 w 2401758"/>
              <a:gd name="connsiteY1087" fmla="*/ 1707048 h 2400493"/>
              <a:gd name="connsiteX1088" fmla="*/ 123014 w 2401758"/>
              <a:gd name="connsiteY1088" fmla="*/ 1713000 h 2400493"/>
              <a:gd name="connsiteX1089" fmla="*/ 128470 w 2401758"/>
              <a:gd name="connsiteY1089" fmla="*/ 1726889 h 2400493"/>
              <a:gd name="connsiteX1090" fmla="*/ 123014 w 2401758"/>
              <a:gd name="connsiteY1090" fmla="*/ 1739786 h 2400493"/>
              <a:gd name="connsiteX1091" fmla="*/ 109125 w 2401758"/>
              <a:gd name="connsiteY1091" fmla="*/ 1745242 h 2400493"/>
              <a:gd name="connsiteX1092" fmla="*/ 96228 w 2401758"/>
              <a:gd name="connsiteY1092" fmla="*/ 1739290 h 2400493"/>
              <a:gd name="connsiteX1093" fmla="*/ 90772 w 2401758"/>
              <a:gd name="connsiteY1093" fmla="*/ 1726393 h 2400493"/>
              <a:gd name="connsiteX1094" fmla="*/ 97220 w 2401758"/>
              <a:gd name="connsiteY1094" fmla="*/ 1712504 h 2400493"/>
              <a:gd name="connsiteX1095" fmla="*/ 110117 w 2401758"/>
              <a:gd name="connsiteY1095" fmla="*/ 1707048 h 2400493"/>
              <a:gd name="connsiteX1096" fmla="*/ 43164 w 2401758"/>
              <a:gd name="connsiteY1096" fmla="*/ 1707048 h 2400493"/>
              <a:gd name="connsiteX1097" fmla="*/ 57053 w 2401758"/>
              <a:gd name="connsiteY1097" fmla="*/ 1713496 h 2400493"/>
              <a:gd name="connsiteX1098" fmla="*/ 62509 w 2401758"/>
              <a:gd name="connsiteY1098" fmla="*/ 1726393 h 2400493"/>
              <a:gd name="connsiteX1099" fmla="*/ 57549 w 2401758"/>
              <a:gd name="connsiteY1099" fmla="*/ 1739290 h 2400493"/>
              <a:gd name="connsiteX1100" fmla="*/ 45148 w 2401758"/>
              <a:gd name="connsiteY1100" fmla="*/ 1745242 h 2400493"/>
              <a:gd name="connsiteX1101" fmla="*/ 30763 w 2401758"/>
              <a:gd name="connsiteY1101" fmla="*/ 1739786 h 2400493"/>
              <a:gd name="connsiteX1102" fmla="*/ 24811 w 2401758"/>
              <a:gd name="connsiteY1102" fmla="*/ 1726889 h 2400493"/>
              <a:gd name="connsiteX1103" fmla="*/ 30267 w 2401758"/>
              <a:gd name="connsiteY1103" fmla="*/ 1712504 h 2400493"/>
              <a:gd name="connsiteX1104" fmla="*/ 43164 w 2401758"/>
              <a:gd name="connsiteY1104" fmla="*/ 1707048 h 2400493"/>
              <a:gd name="connsiteX1105" fmla="*/ 1793630 w 2401758"/>
              <a:gd name="connsiteY1105" fmla="*/ 1655462 h 2400493"/>
              <a:gd name="connsiteX1106" fmla="*/ 1797102 w 2401758"/>
              <a:gd name="connsiteY1106" fmla="*/ 1657942 h 2400493"/>
              <a:gd name="connsiteX1107" fmla="*/ 1793630 w 2401758"/>
              <a:gd name="connsiteY1107" fmla="*/ 1659926 h 2400493"/>
              <a:gd name="connsiteX1108" fmla="*/ 1791150 w 2401758"/>
              <a:gd name="connsiteY1108" fmla="*/ 1656950 h 2400493"/>
              <a:gd name="connsiteX1109" fmla="*/ 1793630 w 2401758"/>
              <a:gd name="connsiteY1109" fmla="*/ 1655462 h 2400493"/>
              <a:gd name="connsiteX1110" fmla="*/ 1727658 w 2401758"/>
              <a:gd name="connsiteY1110" fmla="*/ 1654965 h 2400493"/>
              <a:gd name="connsiteX1111" fmla="*/ 1730138 w 2401758"/>
              <a:gd name="connsiteY1111" fmla="*/ 1657941 h 2400493"/>
              <a:gd name="connsiteX1112" fmla="*/ 1726170 w 2401758"/>
              <a:gd name="connsiteY1112" fmla="*/ 1659429 h 2400493"/>
              <a:gd name="connsiteX1113" fmla="*/ 1724682 w 2401758"/>
              <a:gd name="connsiteY1113" fmla="*/ 1657445 h 2400493"/>
              <a:gd name="connsiteX1114" fmla="*/ 1727658 w 2401758"/>
              <a:gd name="connsiteY1114" fmla="*/ 1654965 h 2400493"/>
              <a:gd name="connsiteX1115" fmla="*/ 1654060 w 2401758"/>
              <a:gd name="connsiteY1115" fmla="*/ 1652857 h 2400493"/>
              <a:gd name="connsiteX1116" fmla="*/ 1657718 w 2401758"/>
              <a:gd name="connsiteY1116" fmla="*/ 1652981 h 2400493"/>
              <a:gd name="connsiteX1117" fmla="*/ 1662183 w 2401758"/>
              <a:gd name="connsiteY1117" fmla="*/ 1658934 h 2400493"/>
              <a:gd name="connsiteX1118" fmla="*/ 1656726 w 2401758"/>
              <a:gd name="connsiteY1118" fmla="*/ 1662406 h 2400493"/>
              <a:gd name="connsiteX1119" fmla="*/ 1652262 w 2401758"/>
              <a:gd name="connsiteY1119" fmla="*/ 1656453 h 2400493"/>
              <a:gd name="connsiteX1120" fmla="*/ 1654060 w 2401758"/>
              <a:gd name="connsiteY1120" fmla="*/ 1652857 h 2400493"/>
              <a:gd name="connsiteX1121" fmla="*/ 1590755 w 2401758"/>
              <a:gd name="connsiteY1121" fmla="*/ 1650501 h 2400493"/>
              <a:gd name="connsiteX1122" fmla="*/ 1598196 w 2401758"/>
              <a:gd name="connsiteY1122" fmla="*/ 1656949 h 2400493"/>
              <a:gd name="connsiteX1123" fmla="*/ 1591747 w 2401758"/>
              <a:gd name="connsiteY1123" fmla="*/ 1664886 h 2400493"/>
              <a:gd name="connsiteX1124" fmla="*/ 1583811 w 2401758"/>
              <a:gd name="connsiteY1124" fmla="*/ 1657941 h 2400493"/>
              <a:gd name="connsiteX1125" fmla="*/ 1590755 w 2401758"/>
              <a:gd name="connsiteY1125" fmla="*/ 1650501 h 2400493"/>
              <a:gd name="connsiteX1126" fmla="*/ 1524287 w 2401758"/>
              <a:gd name="connsiteY1126" fmla="*/ 1648517 h 2400493"/>
              <a:gd name="connsiteX1127" fmla="*/ 1533712 w 2401758"/>
              <a:gd name="connsiteY1127" fmla="*/ 1657445 h 2400493"/>
              <a:gd name="connsiteX1128" fmla="*/ 1524783 w 2401758"/>
              <a:gd name="connsiteY1128" fmla="*/ 1667366 h 2400493"/>
              <a:gd name="connsiteX1129" fmla="*/ 1514863 w 2401758"/>
              <a:gd name="connsiteY1129" fmla="*/ 1657445 h 2400493"/>
              <a:gd name="connsiteX1130" fmla="*/ 1524287 w 2401758"/>
              <a:gd name="connsiteY1130" fmla="*/ 1648517 h 2400493"/>
              <a:gd name="connsiteX1131" fmla="*/ 1458316 w 2401758"/>
              <a:gd name="connsiteY1131" fmla="*/ 1648021 h 2400493"/>
              <a:gd name="connsiteX1132" fmla="*/ 1467244 w 2401758"/>
              <a:gd name="connsiteY1132" fmla="*/ 1658437 h 2400493"/>
              <a:gd name="connsiteX1133" fmla="*/ 1457323 w 2401758"/>
              <a:gd name="connsiteY1133" fmla="*/ 1667366 h 2400493"/>
              <a:gd name="connsiteX1134" fmla="*/ 1447899 w 2401758"/>
              <a:gd name="connsiteY1134" fmla="*/ 1656453 h 2400493"/>
              <a:gd name="connsiteX1135" fmla="*/ 1458316 w 2401758"/>
              <a:gd name="connsiteY1135" fmla="*/ 1648021 h 2400493"/>
              <a:gd name="connsiteX1136" fmla="*/ 1388376 w 2401758"/>
              <a:gd name="connsiteY1136" fmla="*/ 1645541 h 2400493"/>
              <a:gd name="connsiteX1137" fmla="*/ 1400280 w 2401758"/>
              <a:gd name="connsiteY1137" fmla="*/ 1657446 h 2400493"/>
              <a:gd name="connsiteX1138" fmla="*/ 1388376 w 2401758"/>
              <a:gd name="connsiteY1138" fmla="*/ 1669350 h 2400493"/>
              <a:gd name="connsiteX1139" fmla="*/ 1376471 w 2401758"/>
              <a:gd name="connsiteY1139" fmla="*/ 1657446 h 2400493"/>
              <a:gd name="connsiteX1140" fmla="*/ 1388376 w 2401758"/>
              <a:gd name="connsiteY1140" fmla="*/ 1645541 h 2400493"/>
              <a:gd name="connsiteX1141" fmla="*/ 1322405 w 2401758"/>
              <a:gd name="connsiteY1141" fmla="*/ 1645541 h 2400493"/>
              <a:gd name="connsiteX1142" fmla="*/ 1333813 w 2401758"/>
              <a:gd name="connsiteY1142" fmla="*/ 1657942 h 2400493"/>
              <a:gd name="connsiteX1143" fmla="*/ 1321909 w 2401758"/>
              <a:gd name="connsiteY1143" fmla="*/ 1669350 h 2400493"/>
              <a:gd name="connsiteX1144" fmla="*/ 1310004 w 2401758"/>
              <a:gd name="connsiteY1144" fmla="*/ 1657942 h 2400493"/>
              <a:gd name="connsiteX1145" fmla="*/ 1322405 w 2401758"/>
              <a:gd name="connsiteY1145" fmla="*/ 1645541 h 2400493"/>
              <a:gd name="connsiteX1146" fmla="*/ 1254945 w 2401758"/>
              <a:gd name="connsiteY1146" fmla="*/ 1643557 h 2400493"/>
              <a:gd name="connsiteX1147" fmla="*/ 1269329 w 2401758"/>
              <a:gd name="connsiteY1147" fmla="*/ 1657942 h 2400493"/>
              <a:gd name="connsiteX1148" fmla="*/ 1255937 w 2401758"/>
              <a:gd name="connsiteY1148" fmla="*/ 1672327 h 2400493"/>
              <a:gd name="connsiteX1149" fmla="*/ 1240560 w 2401758"/>
              <a:gd name="connsiteY1149" fmla="*/ 1658438 h 2400493"/>
              <a:gd name="connsiteX1150" fmla="*/ 1254945 w 2401758"/>
              <a:gd name="connsiteY1150" fmla="*/ 1643557 h 2400493"/>
              <a:gd name="connsiteX1151" fmla="*/ 1185997 w 2401758"/>
              <a:gd name="connsiteY1151" fmla="*/ 1643557 h 2400493"/>
              <a:gd name="connsiteX1152" fmla="*/ 1200382 w 2401758"/>
              <a:gd name="connsiteY1152" fmla="*/ 1657446 h 2400493"/>
              <a:gd name="connsiteX1153" fmla="*/ 1186493 w 2401758"/>
              <a:gd name="connsiteY1153" fmla="*/ 1671831 h 2400493"/>
              <a:gd name="connsiteX1154" fmla="*/ 1172108 w 2401758"/>
              <a:gd name="connsiteY1154" fmla="*/ 1657942 h 2400493"/>
              <a:gd name="connsiteX1155" fmla="*/ 1185997 w 2401758"/>
              <a:gd name="connsiteY1155" fmla="*/ 1643557 h 2400493"/>
              <a:gd name="connsiteX1156" fmla="*/ 1119530 w 2401758"/>
              <a:gd name="connsiteY1156" fmla="*/ 1643061 h 2400493"/>
              <a:gd name="connsiteX1157" fmla="*/ 1133915 w 2401758"/>
              <a:gd name="connsiteY1157" fmla="*/ 1657446 h 2400493"/>
              <a:gd name="connsiteX1158" fmla="*/ 1119530 w 2401758"/>
              <a:gd name="connsiteY1158" fmla="*/ 1671830 h 2400493"/>
              <a:gd name="connsiteX1159" fmla="*/ 1105145 w 2401758"/>
              <a:gd name="connsiteY1159" fmla="*/ 1657446 h 2400493"/>
              <a:gd name="connsiteX1160" fmla="*/ 1119530 w 2401758"/>
              <a:gd name="connsiteY1160" fmla="*/ 1643061 h 2400493"/>
              <a:gd name="connsiteX1161" fmla="*/ 984630 w 2401758"/>
              <a:gd name="connsiteY1161" fmla="*/ 1641077 h 2400493"/>
              <a:gd name="connsiteX1162" fmla="*/ 1002486 w 2401758"/>
              <a:gd name="connsiteY1162" fmla="*/ 1656950 h 2400493"/>
              <a:gd name="connsiteX1163" fmla="*/ 986613 w 2401758"/>
              <a:gd name="connsiteY1163" fmla="*/ 1674311 h 2400493"/>
              <a:gd name="connsiteX1164" fmla="*/ 969253 w 2401758"/>
              <a:gd name="connsiteY1164" fmla="*/ 1657942 h 2400493"/>
              <a:gd name="connsiteX1165" fmla="*/ 984630 w 2401758"/>
              <a:gd name="connsiteY1165" fmla="*/ 1641077 h 2400493"/>
              <a:gd name="connsiteX1166" fmla="*/ 1053062 w 2401758"/>
              <a:gd name="connsiteY1166" fmla="*/ 1640581 h 2400493"/>
              <a:gd name="connsiteX1167" fmla="*/ 1064967 w 2401758"/>
              <a:gd name="connsiteY1167" fmla="*/ 1646037 h 2400493"/>
              <a:gd name="connsiteX1168" fmla="*/ 1069927 w 2401758"/>
              <a:gd name="connsiteY1168" fmla="*/ 1657446 h 2400493"/>
              <a:gd name="connsiteX1169" fmla="*/ 1063478 w 2401758"/>
              <a:gd name="connsiteY1169" fmla="*/ 1669350 h 2400493"/>
              <a:gd name="connsiteX1170" fmla="*/ 1052566 w 2401758"/>
              <a:gd name="connsiteY1170" fmla="*/ 1673815 h 2400493"/>
              <a:gd name="connsiteX1171" fmla="*/ 1040694 w 2401758"/>
              <a:gd name="connsiteY1171" fmla="*/ 1667862 h 2400493"/>
              <a:gd name="connsiteX1172" fmla="*/ 1036230 w 2401758"/>
              <a:gd name="connsiteY1172" fmla="*/ 1656454 h 2400493"/>
              <a:gd name="connsiteX1173" fmla="*/ 1041686 w 2401758"/>
              <a:gd name="connsiteY1173" fmla="*/ 1645541 h 2400493"/>
              <a:gd name="connsiteX1174" fmla="*/ 1053062 w 2401758"/>
              <a:gd name="connsiteY1174" fmla="*/ 1640581 h 2400493"/>
              <a:gd name="connsiteX1175" fmla="*/ 916685 w 2401758"/>
              <a:gd name="connsiteY1175" fmla="*/ 1640581 h 2400493"/>
              <a:gd name="connsiteX1176" fmla="*/ 928094 w 2401758"/>
              <a:gd name="connsiteY1176" fmla="*/ 1645541 h 2400493"/>
              <a:gd name="connsiteX1177" fmla="*/ 934542 w 2401758"/>
              <a:gd name="connsiteY1177" fmla="*/ 1657446 h 2400493"/>
              <a:gd name="connsiteX1178" fmla="*/ 929582 w 2401758"/>
              <a:gd name="connsiteY1178" fmla="*/ 1668358 h 2400493"/>
              <a:gd name="connsiteX1179" fmla="*/ 917181 w 2401758"/>
              <a:gd name="connsiteY1179" fmla="*/ 1673814 h 2400493"/>
              <a:gd name="connsiteX1180" fmla="*/ 905276 w 2401758"/>
              <a:gd name="connsiteY1180" fmla="*/ 1668358 h 2400493"/>
              <a:gd name="connsiteX1181" fmla="*/ 900316 w 2401758"/>
              <a:gd name="connsiteY1181" fmla="*/ 1657446 h 2400493"/>
              <a:gd name="connsiteX1182" fmla="*/ 905772 w 2401758"/>
              <a:gd name="connsiteY1182" fmla="*/ 1646533 h 2400493"/>
              <a:gd name="connsiteX1183" fmla="*/ 916685 w 2401758"/>
              <a:gd name="connsiteY1183" fmla="*/ 1640581 h 2400493"/>
              <a:gd name="connsiteX1184" fmla="*/ 850710 w 2401758"/>
              <a:gd name="connsiteY1184" fmla="*/ 1640581 h 2400493"/>
              <a:gd name="connsiteX1185" fmla="*/ 867080 w 2401758"/>
              <a:gd name="connsiteY1185" fmla="*/ 1657942 h 2400493"/>
              <a:gd name="connsiteX1186" fmla="*/ 849719 w 2401758"/>
              <a:gd name="connsiteY1186" fmla="*/ 1674311 h 2400493"/>
              <a:gd name="connsiteX1187" fmla="*/ 833351 w 2401758"/>
              <a:gd name="connsiteY1187" fmla="*/ 1656950 h 2400493"/>
              <a:gd name="connsiteX1188" fmla="*/ 850710 w 2401758"/>
              <a:gd name="connsiteY1188" fmla="*/ 1640581 h 2400493"/>
              <a:gd name="connsiteX1189" fmla="*/ 779264 w 2401758"/>
              <a:gd name="connsiteY1189" fmla="*/ 1640085 h 2400493"/>
              <a:gd name="connsiteX1190" fmla="*/ 785219 w 2401758"/>
              <a:gd name="connsiteY1190" fmla="*/ 1640085 h 2400493"/>
              <a:gd name="connsiteX1191" fmla="*/ 795634 w 2401758"/>
              <a:gd name="connsiteY1191" fmla="*/ 1644053 h 2400493"/>
              <a:gd name="connsiteX1192" fmla="*/ 799602 w 2401758"/>
              <a:gd name="connsiteY1192" fmla="*/ 1654469 h 2400493"/>
              <a:gd name="connsiteX1193" fmla="*/ 800595 w 2401758"/>
              <a:gd name="connsiteY1193" fmla="*/ 1658438 h 2400493"/>
              <a:gd name="connsiteX1194" fmla="*/ 795634 w 2401758"/>
              <a:gd name="connsiteY1194" fmla="*/ 1670838 h 2400493"/>
              <a:gd name="connsiteX1195" fmla="*/ 787203 w 2401758"/>
              <a:gd name="connsiteY1195" fmla="*/ 1673814 h 2400493"/>
              <a:gd name="connsiteX1196" fmla="*/ 771826 w 2401758"/>
              <a:gd name="connsiteY1196" fmla="*/ 1670342 h 2400493"/>
              <a:gd name="connsiteX1197" fmla="*/ 766864 w 2401758"/>
              <a:gd name="connsiteY1197" fmla="*/ 1663894 h 2400493"/>
              <a:gd name="connsiteX1198" fmla="*/ 766864 w 2401758"/>
              <a:gd name="connsiteY1198" fmla="*/ 1648517 h 2400493"/>
              <a:gd name="connsiteX1199" fmla="*/ 779264 w 2401758"/>
              <a:gd name="connsiteY1199" fmla="*/ 1640085 h 2400493"/>
              <a:gd name="connsiteX1200" fmla="*/ 714800 w 2401758"/>
              <a:gd name="connsiteY1200" fmla="*/ 1638596 h 2400493"/>
              <a:gd name="connsiteX1201" fmla="*/ 728688 w 2401758"/>
              <a:gd name="connsiteY1201" fmla="*/ 1646036 h 2400493"/>
              <a:gd name="connsiteX1202" fmla="*/ 733648 w 2401758"/>
              <a:gd name="connsiteY1202" fmla="*/ 1657941 h 2400493"/>
              <a:gd name="connsiteX1203" fmla="*/ 728688 w 2401758"/>
              <a:gd name="connsiteY1203" fmla="*/ 1669846 h 2400493"/>
              <a:gd name="connsiteX1204" fmla="*/ 715792 w 2401758"/>
              <a:gd name="connsiteY1204" fmla="*/ 1676294 h 2400493"/>
              <a:gd name="connsiteX1205" fmla="*/ 704880 w 2401758"/>
              <a:gd name="connsiteY1205" fmla="*/ 1672326 h 2400493"/>
              <a:gd name="connsiteX1206" fmla="*/ 696448 w 2401758"/>
              <a:gd name="connsiteY1206" fmla="*/ 1658437 h 2400493"/>
              <a:gd name="connsiteX1207" fmla="*/ 701903 w 2401758"/>
              <a:gd name="connsiteY1207" fmla="*/ 1646532 h 2400493"/>
              <a:gd name="connsiteX1208" fmla="*/ 714800 w 2401758"/>
              <a:gd name="connsiteY1208" fmla="*/ 1638596 h 2400493"/>
              <a:gd name="connsiteX1209" fmla="*/ 648312 w 2401758"/>
              <a:gd name="connsiteY1209" fmla="*/ 1638596 h 2400493"/>
              <a:gd name="connsiteX1210" fmla="*/ 667161 w 2401758"/>
              <a:gd name="connsiteY1210" fmla="*/ 1658437 h 2400493"/>
              <a:gd name="connsiteX1211" fmla="*/ 647320 w 2401758"/>
              <a:gd name="connsiteY1211" fmla="*/ 1676790 h 2400493"/>
              <a:gd name="connsiteX1212" fmla="*/ 629464 w 2401758"/>
              <a:gd name="connsiteY1212" fmla="*/ 1657445 h 2400493"/>
              <a:gd name="connsiteX1213" fmla="*/ 648312 w 2401758"/>
              <a:gd name="connsiteY1213" fmla="*/ 1638596 h 2400493"/>
              <a:gd name="connsiteX1214" fmla="*/ 581359 w 2401758"/>
              <a:gd name="connsiteY1214" fmla="*/ 1638596 h 2400493"/>
              <a:gd name="connsiteX1215" fmla="*/ 594256 w 2401758"/>
              <a:gd name="connsiteY1215" fmla="*/ 1643556 h 2400493"/>
              <a:gd name="connsiteX1216" fmla="*/ 601201 w 2401758"/>
              <a:gd name="connsiteY1216" fmla="*/ 1657445 h 2400493"/>
              <a:gd name="connsiteX1217" fmla="*/ 594256 w 2401758"/>
              <a:gd name="connsiteY1217" fmla="*/ 1671334 h 2400493"/>
              <a:gd name="connsiteX1218" fmla="*/ 581359 w 2401758"/>
              <a:gd name="connsiteY1218" fmla="*/ 1676294 h 2400493"/>
              <a:gd name="connsiteX1219" fmla="*/ 568461 w 2401758"/>
              <a:gd name="connsiteY1219" fmla="*/ 1670838 h 2400493"/>
              <a:gd name="connsiteX1220" fmla="*/ 563005 w 2401758"/>
              <a:gd name="connsiteY1220" fmla="*/ 1656949 h 2400493"/>
              <a:gd name="connsiteX1221" fmla="*/ 568461 w 2401758"/>
              <a:gd name="connsiteY1221" fmla="*/ 1644052 h 2400493"/>
              <a:gd name="connsiteX1222" fmla="*/ 581359 w 2401758"/>
              <a:gd name="connsiteY1222" fmla="*/ 1638596 h 2400493"/>
              <a:gd name="connsiteX1223" fmla="*/ 515393 w 2401758"/>
              <a:gd name="connsiteY1223" fmla="*/ 1638596 h 2400493"/>
              <a:gd name="connsiteX1224" fmla="*/ 533747 w 2401758"/>
              <a:gd name="connsiteY1224" fmla="*/ 1658437 h 2400493"/>
              <a:gd name="connsiteX1225" fmla="*/ 514897 w 2401758"/>
              <a:gd name="connsiteY1225" fmla="*/ 1676790 h 2400493"/>
              <a:gd name="connsiteX1226" fmla="*/ 495551 w 2401758"/>
              <a:gd name="connsiteY1226" fmla="*/ 1657445 h 2400493"/>
              <a:gd name="connsiteX1227" fmla="*/ 515393 w 2401758"/>
              <a:gd name="connsiteY1227" fmla="*/ 1638596 h 2400493"/>
              <a:gd name="connsiteX1228" fmla="*/ 378967 w 2401758"/>
              <a:gd name="connsiteY1228" fmla="*/ 1638596 h 2400493"/>
              <a:gd name="connsiteX1229" fmla="*/ 397817 w 2401758"/>
              <a:gd name="connsiteY1229" fmla="*/ 1657941 h 2400493"/>
              <a:gd name="connsiteX1230" fmla="*/ 378471 w 2401758"/>
              <a:gd name="connsiteY1230" fmla="*/ 1676790 h 2400493"/>
              <a:gd name="connsiteX1231" fmla="*/ 360118 w 2401758"/>
              <a:gd name="connsiteY1231" fmla="*/ 1656949 h 2400493"/>
              <a:gd name="connsiteX1232" fmla="*/ 378967 w 2401758"/>
              <a:gd name="connsiteY1232" fmla="*/ 1638596 h 2400493"/>
              <a:gd name="connsiteX1233" fmla="*/ 312998 w 2401758"/>
              <a:gd name="connsiteY1233" fmla="*/ 1638596 h 2400493"/>
              <a:gd name="connsiteX1234" fmla="*/ 331352 w 2401758"/>
              <a:gd name="connsiteY1234" fmla="*/ 1657445 h 2400493"/>
              <a:gd name="connsiteX1235" fmla="*/ 312006 w 2401758"/>
              <a:gd name="connsiteY1235" fmla="*/ 1676790 h 2400493"/>
              <a:gd name="connsiteX1236" fmla="*/ 293157 w 2401758"/>
              <a:gd name="connsiteY1236" fmla="*/ 1656949 h 2400493"/>
              <a:gd name="connsiteX1237" fmla="*/ 312998 w 2401758"/>
              <a:gd name="connsiteY1237" fmla="*/ 1638596 h 2400493"/>
              <a:gd name="connsiteX1238" fmla="*/ 243069 w 2401758"/>
              <a:gd name="connsiteY1238" fmla="*/ 1638596 h 2400493"/>
              <a:gd name="connsiteX1239" fmla="*/ 262415 w 2401758"/>
              <a:gd name="connsiteY1239" fmla="*/ 1657941 h 2400493"/>
              <a:gd name="connsiteX1240" fmla="*/ 243069 w 2401758"/>
              <a:gd name="connsiteY1240" fmla="*/ 1676790 h 2400493"/>
              <a:gd name="connsiteX1241" fmla="*/ 224220 w 2401758"/>
              <a:gd name="connsiteY1241" fmla="*/ 1656949 h 2400493"/>
              <a:gd name="connsiteX1242" fmla="*/ 243069 w 2401758"/>
              <a:gd name="connsiteY1242" fmla="*/ 1638596 h 2400493"/>
              <a:gd name="connsiteX1243" fmla="*/ 445463 w 2401758"/>
              <a:gd name="connsiteY1243" fmla="*/ 1638101 h 2400493"/>
              <a:gd name="connsiteX1244" fmla="*/ 464810 w 2401758"/>
              <a:gd name="connsiteY1244" fmla="*/ 1657446 h 2400493"/>
              <a:gd name="connsiteX1245" fmla="*/ 445463 w 2401758"/>
              <a:gd name="connsiteY1245" fmla="*/ 1676295 h 2400493"/>
              <a:gd name="connsiteX1246" fmla="*/ 426613 w 2401758"/>
              <a:gd name="connsiteY1246" fmla="*/ 1656454 h 2400493"/>
              <a:gd name="connsiteX1247" fmla="*/ 445463 w 2401758"/>
              <a:gd name="connsiteY1247" fmla="*/ 1638101 h 2400493"/>
              <a:gd name="connsiteX1248" fmla="*/ 110128 w 2401758"/>
              <a:gd name="connsiteY1248" fmla="*/ 1638101 h 2400493"/>
              <a:gd name="connsiteX1249" fmla="*/ 123520 w 2401758"/>
              <a:gd name="connsiteY1249" fmla="*/ 1643061 h 2400493"/>
              <a:gd name="connsiteX1250" fmla="*/ 128976 w 2401758"/>
              <a:gd name="connsiteY1250" fmla="*/ 1658438 h 2400493"/>
              <a:gd name="connsiteX1251" fmla="*/ 124016 w 2401758"/>
              <a:gd name="connsiteY1251" fmla="*/ 1671335 h 2400493"/>
              <a:gd name="connsiteX1252" fmla="*/ 109136 w 2401758"/>
              <a:gd name="connsiteY1252" fmla="*/ 1676791 h 2400493"/>
              <a:gd name="connsiteX1253" fmla="*/ 95744 w 2401758"/>
              <a:gd name="connsiteY1253" fmla="*/ 1671335 h 2400493"/>
              <a:gd name="connsiteX1254" fmla="*/ 90783 w 2401758"/>
              <a:gd name="connsiteY1254" fmla="*/ 1656454 h 2400493"/>
              <a:gd name="connsiteX1255" fmla="*/ 96736 w 2401758"/>
              <a:gd name="connsiteY1255" fmla="*/ 1643061 h 2400493"/>
              <a:gd name="connsiteX1256" fmla="*/ 110128 w 2401758"/>
              <a:gd name="connsiteY1256" fmla="*/ 1638101 h 2400493"/>
              <a:gd name="connsiteX1257" fmla="*/ 176605 w 2401758"/>
              <a:gd name="connsiteY1257" fmla="*/ 1638100 h 2400493"/>
              <a:gd name="connsiteX1258" fmla="*/ 189998 w 2401758"/>
              <a:gd name="connsiteY1258" fmla="*/ 1643060 h 2400493"/>
              <a:gd name="connsiteX1259" fmla="*/ 195454 w 2401758"/>
              <a:gd name="connsiteY1259" fmla="*/ 1656949 h 2400493"/>
              <a:gd name="connsiteX1260" fmla="*/ 190990 w 2401758"/>
              <a:gd name="connsiteY1260" fmla="*/ 1671334 h 2400493"/>
              <a:gd name="connsiteX1261" fmla="*/ 176605 w 2401758"/>
              <a:gd name="connsiteY1261" fmla="*/ 1676790 h 2400493"/>
              <a:gd name="connsiteX1262" fmla="*/ 163213 w 2401758"/>
              <a:gd name="connsiteY1262" fmla="*/ 1671334 h 2400493"/>
              <a:gd name="connsiteX1263" fmla="*/ 157756 w 2401758"/>
              <a:gd name="connsiteY1263" fmla="*/ 1656453 h 2400493"/>
              <a:gd name="connsiteX1264" fmla="*/ 163213 w 2401758"/>
              <a:gd name="connsiteY1264" fmla="*/ 1643060 h 2400493"/>
              <a:gd name="connsiteX1265" fmla="*/ 176605 w 2401758"/>
              <a:gd name="connsiteY1265" fmla="*/ 1638100 h 2400493"/>
              <a:gd name="connsiteX1266" fmla="*/ 44177 w 2401758"/>
              <a:gd name="connsiteY1266" fmla="*/ 1638100 h 2400493"/>
              <a:gd name="connsiteX1267" fmla="*/ 57569 w 2401758"/>
              <a:gd name="connsiteY1267" fmla="*/ 1644053 h 2400493"/>
              <a:gd name="connsiteX1268" fmla="*/ 62530 w 2401758"/>
              <a:gd name="connsiteY1268" fmla="*/ 1657445 h 2400493"/>
              <a:gd name="connsiteX1269" fmla="*/ 57569 w 2401758"/>
              <a:gd name="connsiteY1269" fmla="*/ 1670838 h 2400493"/>
              <a:gd name="connsiteX1270" fmla="*/ 42192 w 2401758"/>
              <a:gd name="connsiteY1270" fmla="*/ 1676294 h 2400493"/>
              <a:gd name="connsiteX1271" fmla="*/ 29297 w 2401758"/>
              <a:gd name="connsiteY1271" fmla="*/ 1671334 h 2400493"/>
              <a:gd name="connsiteX1272" fmla="*/ 23840 w 2401758"/>
              <a:gd name="connsiteY1272" fmla="*/ 1656453 h 2400493"/>
              <a:gd name="connsiteX1273" fmla="*/ 29297 w 2401758"/>
              <a:gd name="connsiteY1273" fmla="*/ 1643061 h 2400493"/>
              <a:gd name="connsiteX1274" fmla="*/ 44177 w 2401758"/>
              <a:gd name="connsiteY1274" fmla="*/ 1638100 h 2400493"/>
              <a:gd name="connsiteX1275" fmla="*/ 1861090 w 2401758"/>
              <a:gd name="connsiteY1275" fmla="*/ 1588498 h 2400493"/>
              <a:gd name="connsiteX1276" fmla="*/ 1863570 w 2401758"/>
              <a:gd name="connsiteY1276" fmla="*/ 1591474 h 2400493"/>
              <a:gd name="connsiteX1277" fmla="*/ 1859602 w 2401758"/>
              <a:gd name="connsiteY1277" fmla="*/ 1592962 h 2400493"/>
              <a:gd name="connsiteX1278" fmla="*/ 1858114 w 2401758"/>
              <a:gd name="connsiteY1278" fmla="*/ 1590978 h 2400493"/>
              <a:gd name="connsiteX1279" fmla="*/ 1861090 w 2401758"/>
              <a:gd name="connsiteY1279" fmla="*/ 1588498 h 2400493"/>
              <a:gd name="connsiteX1280" fmla="*/ 1794622 w 2401758"/>
              <a:gd name="connsiteY1280" fmla="*/ 1588498 h 2400493"/>
              <a:gd name="connsiteX1281" fmla="*/ 1797102 w 2401758"/>
              <a:gd name="connsiteY1281" fmla="*/ 1591474 h 2400493"/>
              <a:gd name="connsiteX1282" fmla="*/ 1793134 w 2401758"/>
              <a:gd name="connsiteY1282" fmla="*/ 1592962 h 2400493"/>
              <a:gd name="connsiteX1283" fmla="*/ 1791646 w 2401758"/>
              <a:gd name="connsiteY1283" fmla="*/ 1590978 h 2400493"/>
              <a:gd name="connsiteX1284" fmla="*/ 1794622 w 2401758"/>
              <a:gd name="connsiteY1284" fmla="*/ 1588498 h 2400493"/>
              <a:gd name="connsiteX1285" fmla="*/ 1725674 w 2401758"/>
              <a:gd name="connsiteY1285" fmla="*/ 1585522 h 2400493"/>
              <a:gd name="connsiteX1286" fmla="*/ 1731131 w 2401758"/>
              <a:gd name="connsiteY1286" fmla="*/ 1590978 h 2400493"/>
              <a:gd name="connsiteX1287" fmla="*/ 1726666 w 2401758"/>
              <a:gd name="connsiteY1287" fmla="*/ 1595443 h 2400493"/>
              <a:gd name="connsiteX1288" fmla="*/ 1721210 w 2401758"/>
              <a:gd name="connsiteY1288" fmla="*/ 1590482 h 2400493"/>
              <a:gd name="connsiteX1289" fmla="*/ 1725674 w 2401758"/>
              <a:gd name="connsiteY1289" fmla="*/ 1585522 h 2400493"/>
              <a:gd name="connsiteX1290" fmla="*/ 1657222 w 2401758"/>
              <a:gd name="connsiteY1290" fmla="*/ 1584034 h 2400493"/>
              <a:gd name="connsiteX1291" fmla="*/ 1664663 w 2401758"/>
              <a:gd name="connsiteY1291" fmla="*/ 1590978 h 2400493"/>
              <a:gd name="connsiteX1292" fmla="*/ 1657222 w 2401758"/>
              <a:gd name="connsiteY1292" fmla="*/ 1598419 h 2400493"/>
              <a:gd name="connsiteX1293" fmla="*/ 1650774 w 2401758"/>
              <a:gd name="connsiteY1293" fmla="*/ 1590978 h 2400493"/>
              <a:gd name="connsiteX1294" fmla="*/ 1657222 w 2401758"/>
              <a:gd name="connsiteY1294" fmla="*/ 1584034 h 2400493"/>
              <a:gd name="connsiteX1295" fmla="*/ 1590259 w 2401758"/>
              <a:gd name="connsiteY1295" fmla="*/ 1581554 h 2400493"/>
              <a:gd name="connsiteX1296" fmla="*/ 1600179 w 2401758"/>
              <a:gd name="connsiteY1296" fmla="*/ 1591474 h 2400493"/>
              <a:gd name="connsiteX1297" fmla="*/ 1590755 w 2401758"/>
              <a:gd name="connsiteY1297" fmla="*/ 1600899 h 2400493"/>
              <a:gd name="connsiteX1298" fmla="*/ 1581330 w 2401758"/>
              <a:gd name="connsiteY1298" fmla="*/ 1591474 h 2400493"/>
              <a:gd name="connsiteX1299" fmla="*/ 1590259 w 2401758"/>
              <a:gd name="connsiteY1299" fmla="*/ 1581554 h 2400493"/>
              <a:gd name="connsiteX1300" fmla="*/ 1523792 w 2401758"/>
              <a:gd name="connsiteY1300" fmla="*/ 1581058 h 2400493"/>
              <a:gd name="connsiteX1301" fmla="*/ 1533712 w 2401758"/>
              <a:gd name="connsiteY1301" fmla="*/ 1590482 h 2400493"/>
              <a:gd name="connsiteX1302" fmla="*/ 1524784 w 2401758"/>
              <a:gd name="connsiteY1302" fmla="*/ 1600403 h 2400493"/>
              <a:gd name="connsiteX1303" fmla="*/ 1514367 w 2401758"/>
              <a:gd name="connsiteY1303" fmla="*/ 1591970 h 2400493"/>
              <a:gd name="connsiteX1304" fmla="*/ 1523792 w 2401758"/>
              <a:gd name="connsiteY1304" fmla="*/ 1581058 h 2400493"/>
              <a:gd name="connsiteX1305" fmla="*/ 1457324 w 2401758"/>
              <a:gd name="connsiteY1305" fmla="*/ 1579073 h 2400493"/>
              <a:gd name="connsiteX1306" fmla="*/ 1469725 w 2401758"/>
              <a:gd name="connsiteY1306" fmla="*/ 1590482 h 2400493"/>
              <a:gd name="connsiteX1307" fmla="*/ 1458812 w 2401758"/>
              <a:gd name="connsiteY1307" fmla="*/ 1602882 h 2400493"/>
              <a:gd name="connsiteX1308" fmla="*/ 1445915 w 2401758"/>
              <a:gd name="connsiteY1308" fmla="*/ 1590978 h 2400493"/>
              <a:gd name="connsiteX1309" fmla="*/ 1457324 w 2401758"/>
              <a:gd name="connsiteY1309" fmla="*/ 1579073 h 2400493"/>
              <a:gd name="connsiteX1310" fmla="*/ 1388376 w 2401758"/>
              <a:gd name="connsiteY1310" fmla="*/ 1579073 h 2400493"/>
              <a:gd name="connsiteX1311" fmla="*/ 1400280 w 2401758"/>
              <a:gd name="connsiteY1311" fmla="*/ 1590482 h 2400493"/>
              <a:gd name="connsiteX1312" fmla="*/ 1389368 w 2401758"/>
              <a:gd name="connsiteY1312" fmla="*/ 1602882 h 2400493"/>
              <a:gd name="connsiteX1313" fmla="*/ 1376471 w 2401758"/>
              <a:gd name="connsiteY1313" fmla="*/ 1591970 h 2400493"/>
              <a:gd name="connsiteX1314" fmla="*/ 1388376 w 2401758"/>
              <a:gd name="connsiteY1314" fmla="*/ 1579073 h 2400493"/>
              <a:gd name="connsiteX1315" fmla="*/ 1322405 w 2401758"/>
              <a:gd name="connsiteY1315" fmla="*/ 1576593 h 2400493"/>
              <a:gd name="connsiteX1316" fmla="*/ 1336293 w 2401758"/>
              <a:gd name="connsiteY1316" fmla="*/ 1590978 h 2400493"/>
              <a:gd name="connsiteX1317" fmla="*/ 1321909 w 2401758"/>
              <a:gd name="connsiteY1317" fmla="*/ 1604867 h 2400493"/>
              <a:gd name="connsiteX1318" fmla="*/ 1308020 w 2401758"/>
              <a:gd name="connsiteY1318" fmla="*/ 1590482 h 2400493"/>
              <a:gd name="connsiteX1319" fmla="*/ 1322405 w 2401758"/>
              <a:gd name="connsiteY1319" fmla="*/ 1576593 h 2400493"/>
              <a:gd name="connsiteX1320" fmla="*/ 1254945 w 2401758"/>
              <a:gd name="connsiteY1320" fmla="*/ 1576593 h 2400493"/>
              <a:gd name="connsiteX1321" fmla="*/ 1269330 w 2401758"/>
              <a:gd name="connsiteY1321" fmla="*/ 1590482 h 2400493"/>
              <a:gd name="connsiteX1322" fmla="*/ 1255441 w 2401758"/>
              <a:gd name="connsiteY1322" fmla="*/ 1604867 h 2400493"/>
              <a:gd name="connsiteX1323" fmla="*/ 1241056 w 2401758"/>
              <a:gd name="connsiteY1323" fmla="*/ 1590978 h 2400493"/>
              <a:gd name="connsiteX1324" fmla="*/ 1254945 w 2401758"/>
              <a:gd name="connsiteY1324" fmla="*/ 1576593 h 2400493"/>
              <a:gd name="connsiteX1325" fmla="*/ 1185997 w 2401758"/>
              <a:gd name="connsiteY1325" fmla="*/ 1576593 h 2400493"/>
              <a:gd name="connsiteX1326" fmla="*/ 1200382 w 2401758"/>
              <a:gd name="connsiteY1326" fmla="*/ 1590482 h 2400493"/>
              <a:gd name="connsiteX1327" fmla="*/ 1186989 w 2401758"/>
              <a:gd name="connsiteY1327" fmla="*/ 1605363 h 2400493"/>
              <a:gd name="connsiteX1328" fmla="*/ 1172108 w 2401758"/>
              <a:gd name="connsiteY1328" fmla="*/ 1590978 h 2400493"/>
              <a:gd name="connsiteX1329" fmla="*/ 1185997 w 2401758"/>
              <a:gd name="connsiteY1329" fmla="*/ 1576593 h 2400493"/>
              <a:gd name="connsiteX1330" fmla="*/ 1053062 w 2401758"/>
              <a:gd name="connsiteY1330" fmla="*/ 1574609 h 2400493"/>
              <a:gd name="connsiteX1331" fmla="*/ 1069431 w 2401758"/>
              <a:gd name="connsiteY1331" fmla="*/ 1591970 h 2400493"/>
              <a:gd name="connsiteX1332" fmla="*/ 1053062 w 2401758"/>
              <a:gd name="connsiteY1332" fmla="*/ 1607843 h 2400493"/>
              <a:gd name="connsiteX1333" fmla="*/ 1036212 w 2401758"/>
              <a:gd name="connsiteY1333" fmla="*/ 1590978 h 2400493"/>
              <a:gd name="connsiteX1334" fmla="*/ 1053062 w 2401758"/>
              <a:gd name="connsiteY1334" fmla="*/ 1574609 h 2400493"/>
              <a:gd name="connsiteX1335" fmla="*/ 1118042 w 2401758"/>
              <a:gd name="connsiteY1335" fmla="*/ 1574113 h 2400493"/>
              <a:gd name="connsiteX1336" fmla="*/ 1135899 w 2401758"/>
              <a:gd name="connsiteY1336" fmla="*/ 1590482 h 2400493"/>
              <a:gd name="connsiteX1337" fmla="*/ 1119034 w 2401758"/>
              <a:gd name="connsiteY1337" fmla="*/ 1607347 h 2400493"/>
              <a:gd name="connsiteX1338" fmla="*/ 1102169 w 2401758"/>
              <a:gd name="connsiteY1338" fmla="*/ 1591474 h 2400493"/>
              <a:gd name="connsiteX1339" fmla="*/ 1118042 w 2401758"/>
              <a:gd name="connsiteY1339" fmla="*/ 1574113 h 2400493"/>
              <a:gd name="connsiteX1340" fmla="*/ 986142 w 2401758"/>
              <a:gd name="connsiteY1340" fmla="*/ 1574113 h 2400493"/>
              <a:gd name="connsiteX1341" fmla="*/ 1003006 w 2401758"/>
              <a:gd name="connsiteY1341" fmla="*/ 1590978 h 2400493"/>
              <a:gd name="connsiteX1342" fmla="*/ 986142 w 2401758"/>
              <a:gd name="connsiteY1342" fmla="*/ 1607843 h 2400493"/>
              <a:gd name="connsiteX1343" fmla="*/ 969277 w 2401758"/>
              <a:gd name="connsiteY1343" fmla="*/ 1590978 h 2400493"/>
              <a:gd name="connsiteX1344" fmla="*/ 986142 w 2401758"/>
              <a:gd name="connsiteY1344" fmla="*/ 1574113 h 2400493"/>
              <a:gd name="connsiteX1345" fmla="*/ 916686 w 2401758"/>
              <a:gd name="connsiteY1345" fmla="*/ 1574113 h 2400493"/>
              <a:gd name="connsiteX1346" fmla="*/ 933551 w 2401758"/>
              <a:gd name="connsiteY1346" fmla="*/ 1590482 h 2400493"/>
              <a:gd name="connsiteX1347" fmla="*/ 917182 w 2401758"/>
              <a:gd name="connsiteY1347" fmla="*/ 1607347 h 2400493"/>
              <a:gd name="connsiteX1348" fmla="*/ 900318 w 2401758"/>
              <a:gd name="connsiteY1348" fmla="*/ 1590978 h 2400493"/>
              <a:gd name="connsiteX1349" fmla="*/ 916686 w 2401758"/>
              <a:gd name="connsiteY1349" fmla="*/ 1574113 h 2400493"/>
              <a:gd name="connsiteX1350" fmla="*/ 850711 w 2401758"/>
              <a:gd name="connsiteY1350" fmla="*/ 1572129 h 2400493"/>
              <a:gd name="connsiteX1351" fmla="*/ 863609 w 2401758"/>
              <a:gd name="connsiteY1351" fmla="*/ 1578577 h 2400493"/>
              <a:gd name="connsiteX1352" fmla="*/ 869561 w 2401758"/>
              <a:gd name="connsiteY1352" fmla="*/ 1590978 h 2400493"/>
              <a:gd name="connsiteX1353" fmla="*/ 862120 w 2401758"/>
              <a:gd name="connsiteY1353" fmla="*/ 1604371 h 2400493"/>
              <a:gd name="connsiteX1354" fmla="*/ 850215 w 2401758"/>
              <a:gd name="connsiteY1354" fmla="*/ 1609827 h 2400493"/>
              <a:gd name="connsiteX1355" fmla="*/ 836326 w 2401758"/>
              <a:gd name="connsiteY1355" fmla="*/ 1601395 h 2400493"/>
              <a:gd name="connsiteX1356" fmla="*/ 832360 w 2401758"/>
              <a:gd name="connsiteY1356" fmla="*/ 1590482 h 2400493"/>
              <a:gd name="connsiteX1357" fmla="*/ 838805 w 2401758"/>
              <a:gd name="connsiteY1357" fmla="*/ 1577585 h 2400493"/>
              <a:gd name="connsiteX1358" fmla="*/ 850711 w 2401758"/>
              <a:gd name="connsiteY1358" fmla="*/ 1572129 h 2400493"/>
              <a:gd name="connsiteX1359" fmla="*/ 713793 w 2401758"/>
              <a:gd name="connsiteY1359" fmla="*/ 1572129 h 2400493"/>
              <a:gd name="connsiteX1360" fmla="*/ 733634 w 2401758"/>
              <a:gd name="connsiteY1360" fmla="*/ 1590482 h 2400493"/>
              <a:gd name="connsiteX1361" fmla="*/ 714785 w 2401758"/>
              <a:gd name="connsiteY1361" fmla="*/ 1609827 h 2400493"/>
              <a:gd name="connsiteX1362" fmla="*/ 695441 w 2401758"/>
              <a:gd name="connsiteY1362" fmla="*/ 1590978 h 2400493"/>
              <a:gd name="connsiteX1363" fmla="*/ 713793 w 2401758"/>
              <a:gd name="connsiteY1363" fmla="*/ 1572129 h 2400493"/>
              <a:gd name="connsiteX1364" fmla="*/ 647843 w 2401758"/>
              <a:gd name="connsiteY1364" fmla="*/ 1572129 h 2400493"/>
              <a:gd name="connsiteX1365" fmla="*/ 666690 w 2401758"/>
              <a:gd name="connsiteY1365" fmla="*/ 1591474 h 2400493"/>
              <a:gd name="connsiteX1366" fmla="*/ 646851 w 2401758"/>
              <a:gd name="connsiteY1366" fmla="*/ 1610323 h 2400493"/>
              <a:gd name="connsiteX1367" fmla="*/ 628499 w 2401758"/>
              <a:gd name="connsiteY1367" fmla="*/ 1591474 h 2400493"/>
              <a:gd name="connsiteX1368" fmla="*/ 647843 w 2401758"/>
              <a:gd name="connsiteY1368" fmla="*/ 1572129 h 2400493"/>
              <a:gd name="connsiteX1369" fmla="*/ 515389 w 2401758"/>
              <a:gd name="connsiteY1369" fmla="*/ 1572129 h 2400493"/>
              <a:gd name="connsiteX1370" fmla="*/ 528287 w 2401758"/>
              <a:gd name="connsiteY1370" fmla="*/ 1577089 h 2400493"/>
              <a:gd name="connsiteX1371" fmla="*/ 533743 w 2401758"/>
              <a:gd name="connsiteY1371" fmla="*/ 1591474 h 2400493"/>
              <a:gd name="connsiteX1372" fmla="*/ 528287 w 2401758"/>
              <a:gd name="connsiteY1372" fmla="*/ 1604867 h 2400493"/>
              <a:gd name="connsiteX1373" fmla="*/ 513405 w 2401758"/>
              <a:gd name="connsiteY1373" fmla="*/ 1609827 h 2400493"/>
              <a:gd name="connsiteX1374" fmla="*/ 500011 w 2401758"/>
              <a:gd name="connsiteY1374" fmla="*/ 1603874 h 2400493"/>
              <a:gd name="connsiteX1375" fmla="*/ 495051 w 2401758"/>
              <a:gd name="connsiteY1375" fmla="*/ 1590482 h 2400493"/>
              <a:gd name="connsiteX1376" fmla="*/ 500011 w 2401758"/>
              <a:gd name="connsiteY1376" fmla="*/ 1577089 h 2400493"/>
              <a:gd name="connsiteX1377" fmla="*/ 515389 w 2401758"/>
              <a:gd name="connsiteY1377" fmla="*/ 1572129 h 2400493"/>
              <a:gd name="connsiteX1378" fmla="*/ 581851 w 2401758"/>
              <a:gd name="connsiteY1378" fmla="*/ 1571633 h 2400493"/>
              <a:gd name="connsiteX1379" fmla="*/ 600204 w 2401758"/>
              <a:gd name="connsiteY1379" fmla="*/ 1590482 h 2400493"/>
              <a:gd name="connsiteX1380" fmla="*/ 580859 w 2401758"/>
              <a:gd name="connsiteY1380" fmla="*/ 1609827 h 2400493"/>
              <a:gd name="connsiteX1381" fmla="*/ 562009 w 2401758"/>
              <a:gd name="connsiteY1381" fmla="*/ 1589986 h 2400493"/>
              <a:gd name="connsiteX1382" fmla="*/ 581851 w 2401758"/>
              <a:gd name="connsiteY1382" fmla="*/ 1571633 h 2400493"/>
              <a:gd name="connsiteX1383" fmla="*/ 446429 w 2401758"/>
              <a:gd name="connsiteY1383" fmla="*/ 1571632 h 2400493"/>
              <a:gd name="connsiteX1384" fmla="*/ 459823 w 2401758"/>
              <a:gd name="connsiteY1384" fmla="*/ 1577089 h 2400493"/>
              <a:gd name="connsiteX1385" fmla="*/ 464783 w 2401758"/>
              <a:gd name="connsiteY1385" fmla="*/ 1591970 h 2400493"/>
              <a:gd name="connsiteX1386" fmla="*/ 458831 w 2401758"/>
              <a:gd name="connsiteY1386" fmla="*/ 1605362 h 2400493"/>
              <a:gd name="connsiteX1387" fmla="*/ 445437 w 2401758"/>
              <a:gd name="connsiteY1387" fmla="*/ 1610323 h 2400493"/>
              <a:gd name="connsiteX1388" fmla="*/ 432044 w 2401758"/>
              <a:gd name="connsiteY1388" fmla="*/ 1605362 h 2400493"/>
              <a:gd name="connsiteX1389" fmla="*/ 426588 w 2401758"/>
              <a:gd name="connsiteY1389" fmla="*/ 1589986 h 2400493"/>
              <a:gd name="connsiteX1390" fmla="*/ 431548 w 2401758"/>
              <a:gd name="connsiteY1390" fmla="*/ 1577089 h 2400493"/>
              <a:gd name="connsiteX1391" fmla="*/ 446429 w 2401758"/>
              <a:gd name="connsiteY1391" fmla="*/ 1571632 h 2400493"/>
              <a:gd name="connsiteX1392" fmla="*/ 783726 w 2401758"/>
              <a:gd name="connsiteY1392" fmla="*/ 1571137 h 2400493"/>
              <a:gd name="connsiteX1393" fmla="*/ 796623 w 2401758"/>
              <a:gd name="connsiteY1393" fmla="*/ 1577089 h 2400493"/>
              <a:gd name="connsiteX1394" fmla="*/ 802079 w 2401758"/>
              <a:gd name="connsiteY1394" fmla="*/ 1590978 h 2400493"/>
              <a:gd name="connsiteX1395" fmla="*/ 796623 w 2401758"/>
              <a:gd name="connsiteY1395" fmla="*/ 1603875 h 2400493"/>
              <a:gd name="connsiteX1396" fmla="*/ 782734 w 2401758"/>
              <a:gd name="connsiteY1396" fmla="*/ 1609331 h 2400493"/>
              <a:gd name="connsiteX1397" fmla="*/ 769837 w 2401758"/>
              <a:gd name="connsiteY1397" fmla="*/ 1603379 h 2400493"/>
              <a:gd name="connsiteX1398" fmla="*/ 764381 w 2401758"/>
              <a:gd name="connsiteY1398" fmla="*/ 1590482 h 2400493"/>
              <a:gd name="connsiteX1399" fmla="*/ 770829 w 2401758"/>
              <a:gd name="connsiteY1399" fmla="*/ 1576593 h 2400493"/>
              <a:gd name="connsiteX1400" fmla="*/ 783726 w 2401758"/>
              <a:gd name="connsiteY1400" fmla="*/ 1571137 h 2400493"/>
              <a:gd name="connsiteX1401" fmla="*/ 313508 w 2401758"/>
              <a:gd name="connsiteY1401" fmla="*/ 1570145 h 2400493"/>
              <a:gd name="connsiteX1402" fmla="*/ 326902 w 2401758"/>
              <a:gd name="connsiteY1402" fmla="*/ 1576097 h 2400493"/>
              <a:gd name="connsiteX1403" fmla="*/ 333351 w 2401758"/>
              <a:gd name="connsiteY1403" fmla="*/ 1590482 h 2400493"/>
              <a:gd name="connsiteX1404" fmla="*/ 327398 w 2401758"/>
              <a:gd name="connsiteY1404" fmla="*/ 1605363 h 2400493"/>
              <a:gd name="connsiteX1405" fmla="*/ 312020 w 2401758"/>
              <a:gd name="connsiteY1405" fmla="*/ 1612803 h 2400493"/>
              <a:gd name="connsiteX1406" fmla="*/ 297636 w 2401758"/>
              <a:gd name="connsiteY1406" fmla="*/ 1605363 h 2400493"/>
              <a:gd name="connsiteX1407" fmla="*/ 291683 w 2401758"/>
              <a:gd name="connsiteY1407" fmla="*/ 1590482 h 2400493"/>
              <a:gd name="connsiteX1408" fmla="*/ 298628 w 2401758"/>
              <a:gd name="connsiteY1408" fmla="*/ 1576097 h 2400493"/>
              <a:gd name="connsiteX1409" fmla="*/ 313508 w 2401758"/>
              <a:gd name="connsiteY1409" fmla="*/ 1570145 h 2400493"/>
              <a:gd name="connsiteX1410" fmla="*/ 110148 w 2401758"/>
              <a:gd name="connsiteY1410" fmla="*/ 1570144 h 2400493"/>
              <a:gd name="connsiteX1411" fmla="*/ 131476 w 2401758"/>
              <a:gd name="connsiteY1411" fmla="*/ 1591474 h 2400493"/>
              <a:gd name="connsiteX1412" fmla="*/ 109652 w 2401758"/>
              <a:gd name="connsiteY1412" fmla="*/ 1612803 h 2400493"/>
              <a:gd name="connsiteX1413" fmla="*/ 88819 w 2401758"/>
              <a:gd name="connsiteY1413" fmla="*/ 1590482 h 2400493"/>
              <a:gd name="connsiteX1414" fmla="*/ 110148 w 2401758"/>
              <a:gd name="connsiteY1414" fmla="*/ 1570144 h 2400493"/>
              <a:gd name="connsiteX1415" fmla="*/ 42162 w 2401758"/>
              <a:gd name="connsiteY1415" fmla="*/ 1569649 h 2400493"/>
              <a:gd name="connsiteX1416" fmla="*/ 64483 w 2401758"/>
              <a:gd name="connsiteY1416" fmla="*/ 1590482 h 2400493"/>
              <a:gd name="connsiteX1417" fmla="*/ 43154 w 2401758"/>
              <a:gd name="connsiteY1417" fmla="*/ 1612307 h 2400493"/>
              <a:gd name="connsiteX1418" fmla="*/ 21329 w 2401758"/>
              <a:gd name="connsiteY1418" fmla="*/ 1591970 h 2400493"/>
              <a:gd name="connsiteX1419" fmla="*/ 42162 w 2401758"/>
              <a:gd name="connsiteY1419" fmla="*/ 1569649 h 2400493"/>
              <a:gd name="connsiteX1420" fmla="*/ 243569 w 2401758"/>
              <a:gd name="connsiteY1420" fmla="*/ 1569648 h 2400493"/>
              <a:gd name="connsiteX1421" fmla="*/ 264402 w 2401758"/>
              <a:gd name="connsiteY1421" fmla="*/ 1591970 h 2400493"/>
              <a:gd name="connsiteX1422" fmla="*/ 243073 w 2401758"/>
              <a:gd name="connsiteY1422" fmla="*/ 1612803 h 2400493"/>
              <a:gd name="connsiteX1423" fmla="*/ 221744 w 2401758"/>
              <a:gd name="connsiteY1423" fmla="*/ 1590978 h 2400493"/>
              <a:gd name="connsiteX1424" fmla="*/ 243569 w 2401758"/>
              <a:gd name="connsiteY1424" fmla="*/ 1569648 h 2400493"/>
              <a:gd name="connsiteX1425" fmla="*/ 378997 w 2401758"/>
              <a:gd name="connsiteY1425" fmla="*/ 1569153 h 2400493"/>
              <a:gd name="connsiteX1426" fmla="*/ 393879 w 2401758"/>
              <a:gd name="connsiteY1426" fmla="*/ 1575601 h 2400493"/>
              <a:gd name="connsiteX1427" fmla="*/ 400824 w 2401758"/>
              <a:gd name="connsiteY1427" fmla="*/ 1590978 h 2400493"/>
              <a:gd name="connsiteX1428" fmla="*/ 393384 w 2401758"/>
              <a:gd name="connsiteY1428" fmla="*/ 1605363 h 2400493"/>
              <a:gd name="connsiteX1429" fmla="*/ 378501 w 2401758"/>
              <a:gd name="connsiteY1429" fmla="*/ 1611315 h 2400493"/>
              <a:gd name="connsiteX1430" fmla="*/ 364114 w 2401758"/>
              <a:gd name="connsiteY1430" fmla="*/ 1604371 h 2400493"/>
              <a:gd name="connsiteX1431" fmla="*/ 358162 w 2401758"/>
              <a:gd name="connsiteY1431" fmla="*/ 1589490 h 2400493"/>
              <a:gd name="connsiteX1432" fmla="*/ 364114 w 2401758"/>
              <a:gd name="connsiteY1432" fmla="*/ 1575601 h 2400493"/>
              <a:gd name="connsiteX1433" fmla="*/ 378997 w 2401758"/>
              <a:gd name="connsiteY1433" fmla="*/ 1569153 h 2400493"/>
              <a:gd name="connsiteX1434" fmla="*/ 176612 w 2401758"/>
              <a:gd name="connsiteY1434" fmla="*/ 1569153 h 2400493"/>
              <a:gd name="connsiteX1435" fmla="*/ 197941 w 2401758"/>
              <a:gd name="connsiteY1435" fmla="*/ 1590978 h 2400493"/>
              <a:gd name="connsiteX1436" fmla="*/ 176116 w 2401758"/>
              <a:gd name="connsiteY1436" fmla="*/ 1612307 h 2400493"/>
              <a:gd name="connsiteX1437" fmla="*/ 155284 w 2401758"/>
              <a:gd name="connsiteY1437" fmla="*/ 1589986 h 2400493"/>
              <a:gd name="connsiteX1438" fmla="*/ 176612 w 2401758"/>
              <a:gd name="connsiteY1438" fmla="*/ 1569153 h 2400493"/>
              <a:gd name="connsiteX1439" fmla="*/ 1860097 w 2401758"/>
              <a:gd name="connsiteY1439" fmla="*/ 1522030 h 2400493"/>
              <a:gd name="connsiteX1440" fmla="*/ 1863569 w 2401758"/>
              <a:gd name="connsiteY1440" fmla="*/ 1524014 h 2400493"/>
              <a:gd name="connsiteX1441" fmla="*/ 1860097 w 2401758"/>
              <a:gd name="connsiteY1441" fmla="*/ 1526494 h 2400493"/>
              <a:gd name="connsiteX1442" fmla="*/ 1857617 w 2401758"/>
              <a:gd name="connsiteY1442" fmla="*/ 1525006 h 2400493"/>
              <a:gd name="connsiteX1443" fmla="*/ 1860097 w 2401758"/>
              <a:gd name="connsiteY1443" fmla="*/ 1522030 h 2400493"/>
              <a:gd name="connsiteX1444" fmla="*/ 1928549 w 2401758"/>
              <a:gd name="connsiteY1444" fmla="*/ 1520542 h 2400493"/>
              <a:gd name="connsiteX1445" fmla="*/ 1931525 w 2401758"/>
              <a:gd name="connsiteY1445" fmla="*/ 1523518 h 2400493"/>
              <a:gd name="connsiteX1446" fmla="*/ 1929045 w 2401758"/>
              <a:gd name="connsiteY1446" fmla="*/ 1526494 h 2400493"/>
              <a:gd name="connsiteX1447" fmla="*/ 1927061 w 2401758"/>
              <a:gd name="connsiteY1447" fmla="*/ 1525006 h 2400493"/>
              <a:gd name="connsiteX1448" fmla="*/ 1928549 w 2401758"/>
              <a:gd name="connsiteY1448" fmla="*/ 1520542 h 2400493"/>
              <a:gd name="connsiteX1449" fmla="*/ 1792638 w 2401758"/>
              <a:gd name="connsiteY1449" fmla="*/ 1519054 h 2400493"/>
              <a:gd name="connsiteX1450" fmla="*/ 1798095 w 2401758"/>
              <a:gd name="connsiteY1450" fmla="*/ 1524510 h 2400493"/>
              <a:gd name="connsiteX1451" fmla="*/ 1793630 w 2401758"/>
              <a:gd name="connsiteY1451" fmla="*/ 1528975 h 2400493"/>
              <a:gd name="connsiteX1452" fmla="*/ 1788174 w 2401758"/>
              <a:gd name="connsiteY1452" fmla="*/ 1524014 h 2400493"/>
              <a:gd name="connsiteX1453" fmla="*/ 1792638 w 2401758"/>
              <a:gd name="connsiteY1453" fmla="*/ 1519054 h 2400493"/>
              <a:gd name="connsiteX1454" fmla="*/ 1726170 w 2401758"/>
              <a:gd name="connsiteY1454" fmla="*/ 1517070 h 2400493"/>
              <a:gd name="connsiteX1455" fmla="*/ 1733610 w 2401758"/>
              <a:gd name="connsiteY1455" fmla="*/ 1524014 h 2400493"/>
              <a:gd name="connsiteX1456" fmla="*/ 1727162 w 2401758"/>
              <a:gd name="connsiteY1456" fmla="*/ 1531455 h 2400493"/>
              <a:gd name="connsiteX1457" fmla="*/ 1719225 w 2401758"/>
              <a:gd name="connsiteY1457" fmla="*/ 1525006 h 2400493"/>
              <a:gd name="connsiteX1458" fmla="*/ 1726170 w 2401758"/>
              <a:gd name="connsiteY1458" fmla="*/ 1517070 h 2400493"/>
              <a:gd name="connsiteX1459" fmla="*/ 1656726 w 2401758"/>
              <a:gd name="connsiteY1459" fmla="*/ 1514590 h 2400493"/>
              <a:gd name="connsiteX1460" fmla="*/ 1666647 w 2401758"/>
              <a:gd name="connsiteY1460" fmla="*/ 1524510 h 2400493"/>
              <a:gd name="connsiteX1461" fmla="*/ 1657222 w 2401758"/>
              <a:gd name="connsiteY1461" fmla="*/ 1533935 h 2400493"/>
              <a:gd name="connsiteX1462" fmla="*/ 1647798 w 2401758"/>
              <a:gd name="connsiteY1462" fmla="*/ 1524510 h 2400493"/>
              <a:gd name="connsiteX1463" fmla="*/ 1656726 w 2401758"/>
              <a:gd name="connsiteY1463" fmla="*/ 1514590 h 2400493"/>
              <a:gd name="connsiteX1464" fmla="*/ 1591251 w 2401758"/>
              <a:gd name="connsiteY1464" fmla="*/ 1514590 h 2400493"/>
              <a:gd name="connsiteX1465" fmla="*/ 1600180 w 2401758"/>
              <a:gd name="connsiteY1465" fmla="*/ 1524511 h 2400493"/>
              <a:gd name="connsiteX1466" fmla="*/ 1589267 w 2401758"/>
              <a:gd name="connsiteY1466" fmla="*/ 1533935 h 2400493"/>
              <a:gd name="connsiteX1467" fmla="*/ 1580835 w 2401758"/>
              <a:gd name="connsiteY1467" fmla="*/ 1523519 h 2400493"/>
              <a:gd name="connsiteX1468" fmla="*/ 1591251 w 2401758"/>
              <a:gd name="connsiteY1468" fmla="*/ 1514590 h 2400493"/>
              <a:gd name="connsiteX1469" fmla="*/ 1458812 w 2401758"/>
              <a:gd name="connsiteY1469" fmla="*/ 1512606 h 2400493"/>
              <a:gd name="connsiteX1470" fmla="*/ 1469228 w 2401758"/>
              <a:gd name="connsiteY1470" fmla="*/ 1525503 h 2400493"/>
              <a:gd name="connsiteX1471" fmla="*/ 1456332 w 2401758"/>
              <a:gd name="connsiteY1471" fmla="*/ 1536415 h 2400493"/>
              <a:gd name="connsiteX1472" fmla="*/ 1445419 w 2401758"/>
              <a:gd name="connsiteY1472" fmla="*/ 1524015 h 2400493"/>
              <a:gd name="connsiteX1473" fmla="*/ 1458812 w 2401758"/>
              <a:gd name="connsiteY1473" fmla="*/ 1512606 h 2400493"/>
              <a:gd name="connsiteX1474" fmla="*/ 1524784 w 2401758"/>
              <a:gd name="connsiteY1474" fmla="*/ 1512605 h 2400493"/>
              <a:gd name="connsiteX1475" fmla="*/ 1536192 w 2401758"/>
              <a:gd name="connsiteY1475" fmla="*/ 1525006 h 2400493"/>
              <a:gd name="connsiteX1476" fmla="*/ 1524288 w 2401758"/>
              <a:gd name="connsiteY1476" fmla="*/ 1536415 h 2400493"/>
              <a:gd name="connsiteX1477" fmla="*/ 1512383 w 2401758"/>
              <a:gd name="connsiteY1477" fmla="*/ 1524510 h 2400493"/>
              <a:gd name="connsiteX1478" fmla="*/ 1524784 w 2401758"/>
              <a:gd name="connsiteY1478" fmla="*/ 1512605 h 2400493"/>
              <a:gd name="connsiteX1479" fmla="*/ 1388376 w 2401758"/>
              <a:gd name="connsiteY1479" fmla="*/ 1510126 h 2400493"/>
              <a:gd name="connsiteX1480" fmla="*/ 1402760 w 2401758"/>
              <a:gd name="connsiteY1480" fmla="*/ 1524511 h 2400493"/>
              <a:gd name="connsiteX1481" fmla="*/ 1388376 w 2401758"/>
              <a:gd name="connsiteY1481" fmla="*/ 1538896 h 2400493"/>
              <a:gd name="connsiteX1482" fmla="*/ 1373991 w 2401758"/>
              <a:gd name="connsiteY1482" fmla="*/ 1524511 h 2400493"/>
              <a:gd name="connsiteX1483" fmla="*/ 1388376 w 2401758"/>
              <a:gd name="connsiteY1483" fmla="*/ 1510126 h 2400493"/>
              <a:gd name="connsiteX1484" fmla="*/ 1322405 w 2401758"/>
              <a:gd name="connsiteY1484" fmla="*/ 1510126 h 2400493"/>
              <a:gd name="connsiteX1485" fmla="*/ 1336293 w 2401758"/>
              <a:gd name="connsiteY1485" fmla="*/ 1524511 h 2400493"/>
              <a:gd name="connsiteX1486" fmla="*/ 1321909 w 2401758"/>
              <a:gd name="connsiteY1486" fmla="*/ 1538399 h 2400493"/>
              <a:gd name="connsiteX1487" fmla="*/ 1308020 w 2401758"/>
              <a:gd name="connsiteY1487" fmla="*/ 1524015 h 2400493"/>
              <a:gd name="connsiteX1488" fmla="*/ 1322405 w 2401758"/>
              <a:gd name="connsiteY1488" fmla="*/ 1510126 h 2400493"/>
              <a:gd name="connsiteX1489" fmla="*/ 1255441 w 2401758"/>
              <a:gd name="connsiteY1489" fmla="*/ 1510126 h 2400493"/>
              <a:gd name="connsiteX1490" fmla="*/ 1269329 w 2401758"/>
              <a:gd name="connsiteY1490" fmla="*/ 1525007 h 2400493"/>
              <a:gd name="connsiteX1491" fmla="*/ 1254945 w 2401758"/>
              <a:gd name="connsiteY1491" fmla="*/ 1538400 h 2400493"/>
              <a:gd name="connsiteX1492" fmla="*/ 1240560 w 2401758"/>
              <a:gd name="connsiteY1492" fmla="*/ 1524511 h 2400493"/>
              <a:gd name="connsiteX1493" fmla="*/ 1255441 w 2401758"/>
              <a:gd name="connsiteY1493" fmla="*/ 1510126 h 2400493"/>
              <a:gd name="connsiteX1494" fmla="*/ 1185997 w 2401758"/>
              <a:gd name="connsiteY1494" fmla="*/ 1507645 h 2400493"/>
              <a:gd name="connsiteX1495" fmla="*/ 1202862 w 2401758"/>
              <a:gd name="connsiteY1495" fmla="*/ 1524510 h 2400493"/>
              <a:gd name="connsiteX1496" fmla="*/ 1186989 w 2401758"/>
              <a:gd name="connsiteY1496" fmla="*/ 1540879 h 2400493"/>
              <a:gd name="connsiteX1497" fmla="*/ 1169628 w 2401758"/>
              <a:gd name="connsiteY1497" fmla="*/ 1525006 h 2400493"/>
              <a:gd name="connsiteX1498" fmla="*/ 1185997 w 2401758"/>
              <a:gd name="connsiteY1498" fmla="*/ 1507645 h 2400493"/>
              <a:gd name="connsiteX1499" fmla="*/ 1120522 w 2401758"/>
              <a:gd name="connsiteY1499" fmla="*/ 1507645 h 2400493"/>
              <a:gd name="connsiteX1500" fmla="*/ 1132427 w 2401758"/>
              <a:gd name="connsiteY1500" fmla="*/ 1514093 h 2400493"/>
              <a:gd name="connsiteX1501" fmla="*/ 1136395 w 2401758"/>
              <a:gd name="connsiteY1501" fmla="*/ 1525502 h 2400493"/>
              <a:gd name="connsiteX1502" fmla="*/ 1129451 w 2401758"/>
              <a:gd name="connsiteY1502" fmla="*/ 1536911 h 2400493"/>
              <a:gd name="connsiteX1503" fmla="*/ 1119034 w 2401758"/>
              <a:gd name="connsiteY1503" fmla="*/ 1540879 h 2400493"/>
              <a:gd name="connsiteX1504" fmla="*/ 1107129 w 2401758"/>
              <a:gd name="connsiteY1504" fmla="*/ 1534430 h 2400493"/>
              <a:gd name="connsiteX1505" fmla="*/ 1102665 w 2401758"/>
              <a:gd name="connsiteY1505" fmla="*/ 1523022 h 2400493"/>
              <a:gd name="connsiteX1506" fmla="*/ 1109113 w 2401758"/>
              <a:gd name="connsiteY1506" fmla="*/ 1511117 h 2400493"/>
              <a:gd name="connsiteX1507" fmla="*/ 1120522 w 2401758"/>
              <a:gd name="connsiteY1507" fmla="*/ 1507645 h 2400493"/>
              <a:gd name="connsiteX1508" fmla="*/ 1053062 w 2401758"/>
              <a:gd name="connsiteY1508" fmla="*/ 1507645 h 2400493"/>
              <a:gd name="connsiteX1509" fmla="*/ 1069431 w 2401758"/>
              <a:gd name="connsiteY1509" fmla="*/ 1524510 h 2400493"/>
              <a:gd name="connsiteX1510" fmla="*/ 1052566 w 2401758"/>
              <a:gd name="connsiteY1510" fmla="*/ 1540879 h 2400493"/>
              <a:gd name="connsiteX1511" fmla="*/ 1036233 w 2401758"/>
              <a:gd name="connsiteY1511" fmla="*/ 1524014 h 2400493"/>
              <a:gd name="connsiteX1512" fmla="*/ 1053062 w 2401758"/>
              <a:gd name="connsiteY1512" fmla="*/ 1507645 h 2400493"/>
              <a:gd name="connsiteX1513" fmla="*/ 985154 w 2401758"/>
              <a:gd name="connsiteY1513" fmla="*/ 1505661 h 2400493"/>
              <a:gd name="connsiteX1514" fmla="*/ 996067 w 2401758"/>
              <a:gd name="connsiteY1514" fmla="*/ 1509629 h 2400493"/>
              <a:gd name="connsiteX1515" fmla="*/ 1005491 w 2401758"/>
              <a:gd name="connsiteY1515" fmla="*/ 1524014 h 2400493"/>
              <a:gd name="connsiteX1516" fmla="*/ 1000531 w 2401758"/>
              <a:gd name="connsiteY1516" fmla="*/ 1534927 h 2400493"/>
              <a:gd name="connsiteX1517" fmla="*/ 986146 w 2401758"/>
              <a:gd name="connsiteY1517" fmla="*/ 1543359 h 2400493"/>
              <a:gd name="connsiteX1518" fmla="*/ 974242 w 2401758"/>
              <a:gd name="connsiteY1518" fmla="*/ 1537903 h 2400493"/>
              <a:gd name="connsiteX1519" fmla="*/ 966802 w 2401758"/>
              <a:gd name="connsiteY1519" fmla="*/ 1524014 h 2400493"/>
              <a:gd name="connsiteX1520" fmla="*/ 971762 w 2401758"/>
              <a:gd name="connsiteY1520" fmla="*/ 1513101 h 2400493"/>
              <a:gd name="connsiteX1521" fmla="*/ 985154 w 2401758"/>
              <a:gd name="connsiteY1521" fmla="*/ 1505661 h 2400493"/>
              <a:gd name="connsiteX1522" fmla="*/ 647836 w 2401758"/>
              <a:gd name="connsiteY1522" fmla="*/ 1505661 h 2400493"/>
              <a:gd name="connsiteX1523" fmla="*/ 662220 w 2401758"/>
              <a:gd name="connsiteY1523" fmla="*/ 1511117 h 2400493"/>
              <a:gd name="connsiteX1524" fmla="*/ 666684 w 2401758"/>
              <a:gd name="connsiteY1524" fmla="*/ 1524014 h 2400493"/>
              <a:gd name="connsiteX1525" fmla="*/ 661228 w 2401758"/>
              <a:gd name="connsiteY1525" fmla="*/ 1538895 h 2400493"/>
              <a:gd name="connsiteX1526" fmla="*/ 647836 w 2401758"/>
              <a:gd name="connsiteY1526" fmla="*/ 1543855 h 2400493"/>
              <a:gd name="connsiteX1527" fmla="*/ 634444 w 2401758"/>
              <a:gd name="connsiteY1527" fmla="*/ 1538895 h 2400493"/>
              <a:gd name="connsiteX1528" fmla="*/ 628988 w 2401758"/>
              <a:gd name="connsiteY1528" fmla="*/ 1524510 h 2400493"/>
              <a:gd name="connsiteX1529" fmla="*/ 634444 w 2401758"/>
              <a:gd name="connsiteY1529" fmla="*/ 1511117 h 2400493"/>
              <a:gd name="connsiteX1530" fmla="*/ 647836 w 2401758"/>
              <a:gd name="connsiteY1530" fmla="*/ 1505661 h 2400493"/>
              <a:gd name="connsiteX1531" fmla="*/ 916176 w 2401758"/>
              <a:gd name="connsiteY1531" fmla="*/ 1505165 h 2400493"/>
              <a:gd name="connsiteX1532" fmla="*/ 936017 w 2401758"/>
              <a:gd name="connsiteY1532" fmla="*/ 1523518 h 2400493"/>
              <a:gd name="connsiteX1533" fmla="*/ 917168 w 2401758"/>
              <a:gd name="connsiteY1533" fmla="*/ 1543359 h 2400493"/>
              <a:gd name="connsiteX1534" fmla="*/ 897823 w 2401758"/>
              <a:gd name="connsiteY1534" fmla="*/ 1525502 h 2400493"/>
              <a:gd name="connsiteX1535" fmla="*/ 916176 w 2401758"/>
              <a:gd name="connsiteY1535" fmla="*/ 1505165 h 2400493"/>
              <a:gd name="connsiteX1536" fmla="*/ 850719 w 2401758"/>
              <a:gd name="connsiteY1536" fmla="*/ 1505165 h 2400493"/>
              <a:gd name="connsiteX1537" fmla="*/ 869569 w 2401758"/>
              <a:gd name="connsiteY1537" fmla="*/ 1525006 h 2400493"/>
              <a:gd name="connsiteX1538" fmla="*/ 849727 w 2401758"/>
              <a:gd name="connsiteY1538" fmla="*/ 1543359 h 2400493"/>
              <a:gd name="connsiteX1539" fmla="*/ 831376 w 2401758"/>
              <a:gd name="connsiteY1539" fmla="*/ 1524510 h 2400493"/>
              <a:gd name="connsiteX1540" fmla="*/ 850719 w 2401758"/>
              <a:gd name="connsiteY1540" fmla="*/ 1505165 h 2400493"/>
              <a:gd name="connsiteX1541" fmla="*/ 783749 w 2401758"/>
              <a:gd name="connsiteY1541" fmla="*/ 1505165 h 2400493"/>
              <a:gd name="connsiteX1542" fmla="*/ 802597 w 2401758"/>
              <a:gd name="connsiteY1542" fmla="*/ 1524510 h 2400493"/>
              <a:gd name="connsiteX1543" fmla="*/ 782756 w 2401758"/>
              <a:gd name="connsiteY1543" fmla="*/ 1543359 h 2400493"/>
              <a:gd name="connsiteX1544" fmla="*/ 764403 w 2401758"/>
              <a:gd name="connsiteY1544" fmla="*/ 1524510 h 2400493"/>
              <a:gd name="connsiteX1545" fmla="*/ 783749 w 2401758"/>
              <a:gd name="connsiteY1545" fmla="*/ 1505165 h 2400493"/>
              <a:gd name="connsiteX1546" fmla="*/ 714289 w 2401758"/>
              <a:gd name="connsiteY1546" fmla="*/ 1505165 h 2400493"/>
              <a:gd name="connsiteX1547" fmla="*/ 727682 w 2401758"/>
              <a:gd name="connsiteY1547" fmla="*/ 1510621 h 2400493"/>
              <a:gd name="connsiteX1548" fmla="*/ 733138 w 2401758"/>
              <a:gd name="connsiteY1548" fmla="*/ 1524510 h 2400493"/>
              <a:gd name="connsiteX1549" fmla="*/ 728178 w 2401758"/>
              <a:gd name="connsiteY1549" fmla="*/ 1538399 h 2400493"/>
              <a:gd name="connsiteX1550" fmla="*/ 713297 w 2401758"/>
              <a:gd name="connsiteY1550" fmla="*/ 1543855 h 2400493"/>
              <a:gd name="connsiteX1551" fmla="*/ 699906 w 2401758"/>
              <a:gd name="connsiteY1551" fmla="*/ 1538399 h 2400493"/>
              <a:gd name="connsiteX1552" fmla="*/ 694945 w 2401758"/>
              <a:gd name="connsiteY1552" fmla="*/ 1523518 h 2400493"/>
              <a:gd name="connsiteX1553" fmla="*/ 700898 w 2401758"/>
              <a:gd name="connsiteY1553" fmla="*/ 1510125 h 2400493"/>
              <a:gd name="connsiteX1554" fmla="*/ 714289 w 2401758"/>
              <a:gd name="connsiteY1554" fmla="*/ 1505165 h 2400493"/>
              <a:gd name="connsiteX1555" fmla="*/ 581849 w 2401758"/>
              <a:gd name="connsiteY1555" fmla="*/ 1503677 h 2400493"/>
              <a:gd name="connsiteX1556" fmla="*/ 596234 w 2401758"/>
              <a:gd name="connsiteY1556" fmla="*/ 1510622 h 2400493"/>
              <a:gd name="connsiteX1557" fmla="*/ 602187 w 2401758"/>
              <a:gd name="connsiteY1557" fmla="*/ 1525502 h 2400493"/>
              <a:gd name="connsiteX1558" fmla="*/ 596234 w 2401758"/>
              <a:gd name="connsiteY1558" fmla="*/ 1538895 h 2400493"/>
              <a:gd name="connsiteX1559" fmla="*/ 581849 w 2401758"/>
              <a:gd name="connsiteY1559" fmla="*/ 1545343 h 2400493"/>
              <a:gd name="connsiteX1560" fmla="*/ 566968 w 2401758"/>
              <a:gd name="connsiteY1560" fmla="*/ 1539391 h 2400493"/>
              <a:gd name="connsiteX1561" fmla="*/ 559528 w 2401758"/>
              <a:gd name="connsiteY1561" fmla="*/ 1524014 h 2400493"/>
              <a:gd name="connsiteX1562" fmla="*/ 566968 w 2401758"/>
              <a:gd name="connsiteY1562" fmla="*/ 1509630 h 2400493"/>
              <a:gd name="connsiteX1563" fmla="*/ 581849 w 2401758"/>
              <a:gd name="connsiteY1563" fmla="*/ 1503677 h 2400493"/>
              <a:gd name="connsiteX1564" fmla="*/ 514885 w 2401758"/>
              <a:gd name="connsiteY1564" fmla="*/ 1503181 h 2400493"/>
              <a:gd name="connsiteX1565" fmla="*/ 536215 w 2401758"/>
              <a:gd name="connsiteY1565" fmla="*/ 1524511 h 2400493"/>
              <a:gd name="connsiteX1566" fmla="*/ 514389 w 2401758"/>
              <a:gd name="connsiteY1566" fmla="*/ 1545840 h 2400493"/>
              <a:gd name="connsiteX1567" fmla="*/ 493556 w 2401758"/>
              <a:gd name="connsiteY1567" fmla="*/ 1523519 h 2400493"/>
              <a:gd name="connsiteX1568" fmla="*/ 514885 w 2401758"/>
              <a:gd name="connsiteY1568" fmla="*/ 1503181 h 2400493"/>
              <a:gd name="connsiteX1569" fmla="*/ 176598 w 2401758"/>
              <a:gd name="connsiteY1569" fmla="*/ 1503181 h 2400493"/>
              <a:gd name="connsiteX1570" fmla="*/ 197927 w 2401758"/>
              <a:gd name="connsiteY1570" fmla="*/ 1525006 h 2400493"/>
              <a:gd name="connsiteX1571" fmla="*/ 175606 w 2401758"/>
              <a:gd name="connsiteY1571" fmla="*/ 1545839 h 2400493"/>
              <a:gd name="connsiteX1572" fmla="*/ 154774 w 2401758"/>
              <a:gd name="connsiteY1572" fmla="*/ 1523518 h 2400493"/>
              <a:gd name="connsiteX1573" fmla="*/ 176598 w 2401758"/>
              <a:gd name="connsiteY1573" fmla="*/ 1503181 h 2400493"/>
              <a:gd name="connsiteX1574" fmla="*/ 108648 w 2401758"/>
              <a:gd name="connsiteY1574" fmla="*/ 1503181 h 2400493"/>
              <a:gd name="connsiteX1575" fmla="*/ 130968 w 2401758"/>
              <a:gd name="connsiteY1575" fmla="*/ 1524014 h 2400493"/>
              <a:gd name="connsiteX1576" fmla="*/ 110136 w 2401758"/>
              <a:gd name="connsiteY1576" fmla="*/ 1545839 h 2400493"/>
              <a:gd name="connsiteX1577" fmla="*/ 88311 w 2401758"/>
              <a:gd name="connsiteY1577" fmla="*/ 1524510 h 2400493"/>
              <a:gd name="connsiteX1578" fmla="*/ 108648 w 2401758"/>
              <a:gd name="connsiteY1578" fmla="*/ 1503181 h 2400493"/>
              <a:gd name="connsiteX1579" fmla="*/ 445456 w 2401758"/>
              <a:gd name="connsiteY1579" fmla="*/ 1502685 h 2400493"/>
              <a:gd name="connsiteX1580" fmla="*/ 467282 w 2401758"/>
              <a:gd name="connsiteY1580" fmla="*/ 1525006 h 2400493"/>
              <a:gd name="connsiteX1581" fmla="*/ 460833 w 2401758"/>
              <a:gd name="connsiteY1581" fmla="*/ 1538895 h 2400493"/>
              <a:gd name="connsiteX1582" fmla="*/ 445952 w 2401758"/>
              <a:gd name="connsiteY1582" fmla="*/ 1545343 h 2400493"/>
              <a:gd name="connsiteX1583" fmla="*/ 424621 w 2401758"/>
              <a:gd name="connsiteY1583" fmla="*/ 1525006 h 2400493"/>
              <a:gd name="connsiteX1584" fmla="*/ 445456 w 2401758"/>
              <a:gd name="connsiteY1584" fmla="*/ 1502685 h 2400493"/>
              <a:gd name="connsiteX1585" fmla="*/ 378993 w 2401758"/>
              <a:gd name="connsiteY1585" fmla="*/ 1502685 h 2400493"/>
              <a:gd name="connsiteX1586" fmla="*/ 400323 w 2401758"/>
              <a:gd name="connsiteY1586" fmla="*/ 1524510 h 2400493"/>
              <a:gd name="connsiteX1587" fmla="*/ 378497 w 2401758"/>
              <a:gd name="connsiteY1587" fmla="*/ 1545839 h 2400493"/>
              <a:gd name="connsiteX1588" fmla="*/ 357662 w 2401758"/>
              <a:gd name="connsiteY1588" fmla="*/ 1523518 h 2400493"/>
              <a:gd name="connsiteX1589" fmla="*/ 378993 w 2401758"/>
              <a:gd name="connsiteY1589" fmla="*/ 1502685 h 2400493"/>
              <a:gd name="connsiteX1590" fmla="*/ 312495 w 2401758"/>
              <a:gd name="connsiteY1590" fmla="*/ 1502685 h 2400493"/>
              <a:gd name="connsiteX1591" fmla="*/ 333824 w 2401758"/>
              <a:gd name="connsiteY1591" fmla="*/ 1524510 h 2400493"/>
              <a:gd name="connsiteX1592" fmla="*/ 311999 w 2401758"/>
              <a:gd name="connsiteY1592" fmla="*/ 1545839 h 2400493"/>
              <a:gd name="connsiteX1593" fmla="*/ 291166 w 2401758"/>
              <a:gd name="connsiteY1593" fmla="*/ 1525006 h 2400493"/>
              <a:gd name="connsiteX1594" fmla="*/ 312495 w 2401758"/>
              <a:gd name="connsiteY1594" fmla="*/ 1502685 h 2400493"/>
              <a:gd name="connsiteX1595" fmla="*/ 244567 w 2401758"/>
              <a:gd name="connsiteY1595" fmla="*/ 1502685 h 2400493"/>
              <a:gd name="connsiteX1596" fmla="*/ 264905 w 2401758"/>
              <a:gd name="connsiteY1596" fmla="*/ 1524510 h 2400493"/>
              <a:gd name="connsiteX1597" fmla="*/ 243079 w 2401758"/>
              <a:gd name="connsiteY1597" fmla="*/ 1545839 h 2400493"/>
              <a:gd name="connsiteX1598" fmla="*/ 222246 w 2401758"/>
              <a:gd name="connsiteY1598" fmla="*/ 1523518 h 2400493"/>
              <a:gd name="connsiteX1599" fmla="*/ 244567 w 2401758"/>
              <a:gd name="connsiteY1599" fmla="*/ 1502685 h 2400493"/>
              <a:gd name="connsiteX1600" fmla="*/ 42689 w 2401758"/>
              <a:gd name="connsiteY1600" fmla="*/ 1502685 h 2400493"/>
              <a:gd name="connsiteX1601" fmla="*/ 64514 w 2401758"/>
              <a:gd name="connsiteY1601" fmla="*/ 1524014 h 2400493"/>
              <a:gd name="connsiteX1602" fmla="*/ 43185 w 2401758"/>
              <a:gd name="connsiteY1602" fmla="*/ 1545839 h 2400493"/>
              <a:gd name="connsiteX1603" fmla="*/ 21856 w 2401758"/>
              <a:gd name="connsiteY1603" fmla="*/ 1525006 h 2400493"/>
              <a:gd name="connsiteX1604" fmla="*/ 42689 w 2401758"/>
              <a:gd name="connsiteY1604" fmla="*/ 1502685 h 2400493"/>
              <a:gd name="connsiteX1605" fmla="*/ 1928549 w 2401758"/>
              <a:gd name="connsiteY1605" fmla="*/ 1455563 h 2400493"/>
              <a:gd name="connsiteX1606" fmla="*/ 1931525 w 2401758"/>
              <a:gd name="connsiteY1606" fmla="*/ 1458043 h 2400493"/>
              <a:gd name="connsiteX1607" fmla="*/ 1929541 w 2401758"/>
              <a:gd name="connsiteY1607" fmla="*/ 1461515 h 2400493"/>
              <a:gd name="connsiteX1608" fmla="*/ 1927061 w 2401758"/>
              <a:gd name="connsiteY1608" fmla="*/ 1458043 h 2400493"/>
              <a:gd name="connsiteX1609" fmla="*/ 1928549 w 2401758"/>
              <a:gd name="connsiteY1609" fmla="*/ 1455563 h 2400493"/>
              <a:gd name="connsiteX1610" fmla="*/ 1860098 w 2401758"/>
              <a:gd name="connsiteY1610" fmla="*/ 1451595 h 2400493"/>
              <a:gd name="connsiteX1611" fmla="*/ 1864066 w 2401758"/>
              <a:gd name="connsiteY1611" fmla="*/ 1457547 h 2400493"/>
              <a:gd name="connsiteX1612" fmla="*/ 1859602 w 2401758"/>
              <a:gd name="connsiteY1612" fmla="*/ 1462012 h 2400493"/>
              <a:gd name="connsiteX1613" fmla="*/ 1854642 w 2401758"/>
              <a:gd name="connsiteY1613" fmla="*/ 1456555 h 2400493"/>
              <a:gd name="connsiteX1614" fmla="*/ 1860098 w 2401758"/>
              <a:gd name="connsiteY1614" fmla="*/ 1451595 h 2400493"/>
              <a:gd name="connsiteX1615" fmla="*/ 1793134 w 2401758"/>
              <a:gd name="connsiteY1615" fmla="*/ 1450602 h 2400493"/>
              <a:gd name="connsiteX1616" fmla="*/ 1800574 w 2401758"/>
              <a:gd name="connsiteY1616" fmla="*/ 1457546 h 2400493"/>
              <a:gd name="connsiteX1617" fmla="*/ 1794126 w 2401758"/>
              <a:gd name="connsiteY1617" fmla="*/ 1464987 h 2400493"/>
              <a:gd name="connsiteX1618" fmla="*/ 1786189 w 2401758"/>
              <a:gd name="connsiteY1618" fmla="*/ 1458538 h 2400493"/>
              <a:gd name="connsiteX1619" fmla="*/ 1793134 w 2401758"/>
              <a:gd name="connsiteY1619" fmla="*/ 1450602 h 2400493"/>
              <a:gd name="connsiteX1620" fmla="*/ 1726667 w 2401758"/>
              <a:gd name="connsiteY1620" fmla="*/ 1448122 h 2400493"/>
              <a:gd name="connsiteX1621" fmla="*/ 1736091 w 2401758"/>
              <a:gd name="connsiteY1621" fmla="*/ 1457546 h 2400493"/>
              <a:gd name="connsiteX1622" fmla="*/ 1726667 w 2401758"/>
              <a:gd name="connsiteY1622" fmla="*/ 1466971 h 2400493"/>
              <a:gd name="connsiteX1623" fmla="*/ 1716746 w 2401758"/>
              <a:gd name="connsiteY1623" fmla="*/ 1457051 h 2400493"/>
              <a:gd name="connsiteX1624" fmla="*/ 1726667 w 2401758"/>
              <a:gd name="connsiteY1624" fmla="*/ 1448122 h 2400493"/>
              <a:gd name="connsiteX1625" fmla="*/ 1657719 w 2401758"/>
              <a:gd name="connsiteY1625" fmla="*/ 1448122 h 2400493"/>
              <a:gd name="connsiteX1626" fmla="*/ 1667143 w 2401758"/>
              <a:gd name="connsiteY1626" fmla="*/ 1459035 h 2400493"/>
              <a:gd name="connsiteX1627" fmla="*/ 1656726 w 2401758"/>
              <a:gd name="connsiteY1627" fmla="*/ 1467467 h 2400493"/>
              <a:gd name="connsiteX1628" fmla="*/ 1647798 w 2401758"/>
              <a:gd name="connsiteY1628" fmla="*/ 1457051 h 2400493"/>
              <a:gd name="connsiteX1629" fmla="*/ 1657719 w 2401758"/>
              <a:gd name="connsiteY1629" fmla="*/ 1448122 h 2400493"/>
              <a:gd name="connsiteX1630" fmla="*/ 1590259 w 2401758"/>
              <a:gd name="connsiteY1630" fmla="*/ 1445643 h 2400493"/>
              <a:gd name="connsiteX1631" fmla="*/ 1603155 w 2401758"/>
              <a:gd name="connsiteY1631" fmla="*/ 1457547 h 2400493"/>
              <a:gd name="connsiteX1632" fmla="*/ 1591251 w 2401758"/>
              <a:gd name="connsiteY1632" fmla="*/ 1469452 h 2400493"/>
              <a:gd name="connsiteX1633" fmla="*/ 1579346 w 2401758"/>
              <a:gd name="connsiteY1633" fmla="*/ 1458043 h 2400493"/>
              <a:gd name="connsiteX1634" fmla="*/ 1590259 w 2401758"/>
              <a:gd name="connsiteY1634" fmla="*/ 1445643 h 2400493"/>
              <a:gd name="connsiteX1635" fmla="*/ 1524288 w 2401758"/>
              <a:gd name="connsiteY1635" fmla="*/ 1445642 h 2400493"/>
              <a:gd name="connsiteX1636" fmla="*/ 1536192 w 2401758"/>
              <a:gd name="connsiteY1636" fmla="*/ 1457051 h 2400493"/>
              <a:gd name="connsiteX1637" fmla="*/ 1525280 w 2401758"/>
              <a:gd name="connsiteY1637" fmla="*/ 1469451 h 2400493"/>
              <a:gd name="connsiteX1638" fmla="*/ 1512383 w 2401758"/>
              <a:gd name="connsiteY1638" fmla="*/ 1458539 h 2400493"/>
              <a:gd name="connsiteX1639" fmla="*/ 1524288 w 2401758"/>
              <a:gd name="connsiteY1639" fmla="*/ 1445642 h 2400493"/>
              <a:gd name="connsiteX1640" fmla="*/ 1457324 w 2401758"/>
              <a:gd name="connsiteY1640" fmla="*/ 1443162 h 2400493"/>
              <a:gd name="connsiteX1641" fmla="*/ 1471709 w 2401758"/>
              <a:gd name="connsiteY1641" fmla="*/ 1457547 h 2400493"/>
              <a:gd name="connsiteX1642" fmla="*/ 1457324 w 2401758"/>
              <a:gd name="connsiteY1642" fmla="*/ 1471932 h 2400493"/>
              <a:gd name="connsiteX1643" fmla="*/ 1442939 w 2401758"/>
              <a:gd name="connsiteY1643" fmla="*/ 1457547 h 2400493"/>
              <a:gd name="connsiteX1644" fmla="*/ 1457324 w 2401758"/>
              <a:gd name="connsiteY1644" fmla="*/ 1443162 h 2400493"/>
              <a:gd name="connsiteX1645" fmla="*/ 1388376 w 2401758"/>
              <a:gd name="connsiteY1645" fmla="*/ 1443162 h 2400493"/>
              <a:gd name="connsiteX1646" fmla="*/ 1402760 w 2401758"/>
              <a:gd name="connsiteY1646" fmla="*/ 1457547 h 2400493"/>
              <a:gd name="connsiteX1647" fmla="*/ 1388376 w 2401758"/>
              <a:gd name="connsiteY1647" fmla="*/ 1471932 h 2400493"/>
              <a:gd name="connsiteX1648" fmla="*/ 1373991 w 2401758"/>
              <a:gd name="connsiteY1648" fmla="*/ 1457547 h 2400493"/>
              <a:gd name="connsiteX1649" fmla="*/ 1388376 w 2401758"/>
              <a:gd name="connsiteY1649" fmla="*/ 1443162 h 2400493"/>
              <a:gd name="connsiteX1650" fmla="*/ 1253953 w 2401758"/>
              <a:gd name="connsiteY1650" fmla="*/ 1441178 h 2400493"/>
              <a:gd name="connsiteX1651" fmla="*/ 1271810 w 2401758"/>
              <a:gd name="connsiteY1651" fmla="*/ 1457547 h 2400493"/>
              <a:gd name="connsiteX1652" fmla="*/ 1254945 w 2401758"/>
              <a:gd name="connsiteY1652" fmla="*/ 1474412 h 2400493"/>
              <a:gd name="connsiteX1653" fmla="*/ 1238080 w 2401758"/>
              <a:gd name="connsiteY1653" fmla="*/ 1458539 h 2400493"/>
              <a:gd name="connsiteX1654" fmla="*/ 1253953 w 2401758"/>
              <a:gd name="connsiteY1654" fmla="*/ 1441178 h 2400493"/>
              <a:gd name="connsiteX1655" fmla="*/ 1321413 w 2401758"/>
              <a:gd name="connsiteY1655" fmla="*/ 1440682 h 2400493"/>
              <a:gd name="connsiteX1656" fmla="*/ 1332822 w 2401758"/>
              <a:gd name="connsiteY1656" fmla="*/ 1445146 h 2400493"/>
              <a:gd name="connsiteX1657" fmla="*/ 1338774 w 2401758"/>
              <a:gd name="connsiteY1657" fmla="*/ 1457547 h 2400493"/>
              <a:gd name="connsiteX1658" fmla="*/ 1332325 w 2401758"/>
              <a:gd name="connsiteY1658" fmla="*/ 1469452 h 2400493"/>
              <a:gd name="connsiteX1659" fmla="*/ 1321413 w 2401758"/>
              <a:gd name="connsiteY1659" fmla="*/ 1473916 h 2400493"/>
              <a:gd name="connsiteX1660" fmla="*/ 1309508 w 2401758"/>
              <a:gd name="connsiteY1660" fmla="*/ 1467963 h 2400493"/>
              <a:gd name="connsiteX1661" fmla="*/ 1305044 w 2401758"/>
              <a:gd name="connsiteY1661" fmla="*/ 1456555 h 2400493"/>
              <a:gd name="connsiteX1662" fmla="*/ 1310500 w 2401758"/>
              <a:gd name="connsiteY1662" fmla="*/ 1445642 h 2400493"/>
              <a:gd name="connsiteX1663" fmla="*/ 1321413 w 2401758"/>
              <a:gd name="connsiteY1663" fmla="*/ 1440682 h 2400493"/>
              <a:gd name="connsiteX1664" fmla="*/ 1185997 w 2401758"/>
              <a:gd name="connsiteY1664" fmla="*/ 1440682 h 2400493"/>
              <a:gd name="connsiteX1665" fmla="*/ 1202862 w 2401758"/>
              <a:gd name="connsiteY1665" fmla="*/ 1457547 h 2400493"/>
              <a:gd name="connsiteX1666" fmla="*/ 1185997 w 2401758"/>
              <a:gd name="connsiteY1666" fmla="*/ 1474412 h 2400493"/>
              <a:gd name="connsiteX1667" fmla="*/ 1169132 w 2401758"/>
              <a:gd name="connsiteY1667" fmla="*/ 1457547 h 2400493"/>
              <a:gd name="connsiteX1668" fmla="*/ 1185997 w 2401758"/>
              <a:gd name="connsiteY1668" fmla="*/ 1440682 h 2400493"/>
              <a:gd name="connsiteX1669" fmla="*/ 1114569 w 2401758"/>
              <a:gd name="connsiteY1669" fmla="*/ 1440186 h 2400493"/>
              <a:gd name="connsiteX1670" fmla="*/ 1120522 w 2401758"/>
              <a:gd name="connsiteY1670" fmla="*/ 1440186 h 2400493"/>
              <a:gd name="connsiteX1671" fmla="*/ 1130938 w 2401758"/>
              <a:gd name="connsiteY1671" fmla="*/ 1444154 h 2400493"/>
              <a:gd name="connsiteX1672" fmla="*/ 1134907 w 2401758"/>
              <a:gd name="connsiteY1672" fmla="*/ 1454571 h 2400493"/>
              <a:gd name="connsiteX1673" fmla="*/ 1135899 w 2401758"/>
              <a:gd name="connsiteY1673" fmla="*/ 1458539 h 2400493"/>
              <a:gd name="connsiteX1674" fmla="*/ 1130938 w 2401758"/>
              <a:gd name="connsiteY1674" fmla="*/ 1470939 h 2400493"/>
              <a:gd name="connsiteX1675" fmla="*/ 1122506 w 2401758"/>
              <a:gd name="connsiteY1675" fmla="*/ 1474412 h 2400493"/>
              <a:gd name="connsiteX1676" fmla="*/ 1107129 w 2401758"/>
              <a:gd name="connsiteY1676" fmla="*/ 1470939 h 2400493"/>
              <a:gd name="connsiteX1677" fmla="*/ 1102169 w 2401758"/>
              <a:gd name="connsiteY1677" fmla="*/ 1464491 h 2400493"/>
              <a:gd name="connsiteX1678" fmla="*/ 1102169 w 2401758"/>
              <a:gd name="connsiteY1678" fmla="*/ 1449114 h 2400493"/>
              <a:gd name="connsiteX1679" fmla="*/ 1114569 w 2401758"/>
              <a:gd name="connsiteY1679" fmla="*/ 1440186 h 2400493"/>
              <a:gd name="connsiteX1680" fmla="*/ 785254 w 2401758"/>
              <a:gd name="connsiteY1680" fmla="*/ 1439194 h 2400493"/>
              <a:gd name="connsiteX1681" fmla="*/ 798644 w 2401758"/>
              <a:gd name="connsiteY1681" fmla="*/ 1445146 h 2400493"/>
              <a:gd name="connsiteX1682" fmla="*/ 803603 w 2401758"/>
              <a:gd name="connsiteY1682" fmla="*/ 1458539 h 2400493"/>
              <a:gd name="connsiteX1683" fmla="*/ 798644 w 2401758"/>
              <a:gd name="connsiteY1683" fmla="*/ 1471932 h 2400493"/>
              <a:gd name="connsiteX1684" fmla="*/ 784261 w 2401758"/>
              <a:gd name="connsiteY1684" fmla="*/ 1476396 h 2400493"/>
              <a:gd name="connsiteX1685" fmla="*/ 770370 w 2401758"/>
              <a:gd name="connsiteY1685" fmla="*/ 1471932 h 2400493"/>
              <a:gd name="connsiteX1686" fmla="*/ 764913 w 2401758"/>
              <a:gd name="connsiteY1686" fmla="*/ 1457547 h 2400493"/>
              <a:gd name="connsiteX1687" fmla="*/ 770370 w 2401758"/>
              <a:gd name="connsiteY1687" fmla="*/ 1444154 h 2400493"/>
              <a:gd name="connsiteX1688" fmla="*/ 785254 w 2401758"/>
              <a:gd name="connsiteY1688" fmla="*/ 1439194 h 2400493"/>
              <a:gd name="connsiteX1689" fmla="*/ 842572 w 2401758"/>
              <a:gd name="connsiteY1689" fmla="*/ 1439132 h 2400493"/>
              <a:gd name="connsiteX1690" fmla="*/ 849702 w 2401758"/>
              <a:gd name="connsiteY1690" fmla="*/ 1439194 h 2400493"/>
              <a:gd name="connsiteX1691" fmla="*/ 864087 w 2401758"/>
              <a:gd name="connsiteY1691" fmla="*/ 1443658 h 2400493"/>
              <a:gd name="connsiteX1692" fmla="*/ 869543 w 2401758"/>
              <a:gd name="connsiteY1692" fmla="*/ 1458043 h 2400493"/>
              <a:gd name="connsiteX1693" fmla="*/ 864087 w 2401758"/>
              <a:gd name="connsiteY1693" fmla="*/ 1471436 h 2400493"/>
              <a:gd name="connsiteX1694" fmla="*/ 849205 w 2401758"/>
              <a:gd name="connsiteY1694" fmla="*/ 1476892 h 2400493"/>
              <a:gd name="connsiteX1695" fmla="*/ 835812 w 2401758"/>
              <a:gd name="connsiteY1695" fmla="*/ 1471436 h 2400493"/>
              <a:gd name="connsiteX1696" fmla="*/ 830853 w 2401758"/>
              <a:gd name="connsiteY1696" fmla="*/ 1458043 h 2400493"/>
              <a:gd name="connsiteX1697" fmla="*/ 835812 w 2401758"/>
              <a:gd name="connsiteY1697" fmla="*/ 1444650 h 2400493"/>
              <a:gd name="connsiteX1698" fmla="*/ 842572 w 2401758"/>
              <a:gd name="connsiteY1698" fmla="*/ 1439132 h 2400493"/>
              <a:gd name="connsiteX1699" fmla="*/ 1052566 w 2401758"/>
              <a:gd name="connsiteY1699" fmla="*/ 1438698 h 2400493"/>
              <a:gd name="connsiteX1700" fmla="*/ 1071911 w 2401758"/>
              <a:gd name="connsiteY1700" fmla="*/ 1458043 h 2400493"/>
              <a:gd name="connsiteX1701" fmla="*/ 1052070 w 2401758"/>
              <a:gd name="connsiteY1701" fmla="*/ 1476892 h 2400493"/>
              <a:gd name="connsiteX1702" fmla="*/ 1033726 w 2401758"/>
              <a:gd name="connsiteY1702" fmla="*/ 1457051 h 2400493"/>
              <a:gd name="connsiteX1703" fmla="*/ 1052566 w 2401758"/>
              <a:gd name="connsiteY1703" fmla="*/ 1438698 h 2400493"/>
              <a:gd name="connsiteX1704" fmla="*/ 916680 w 2401758"/>
              <a:gd name="connsiteY1704" fmla="*/ 1438698 h 2400493"/>
              <a:gd name="connsiteX1705" fmla="*/ 936025 w 2401758"/>
              <a:gd name="connsiteY1705" fmla="*/ 1457547 h 2400493"/>
              <a:gd name="connsiteX1706" fmla="*/ 917176 w 2401758"/>
              <a:gd name="connsiteY1706" fmla="*/ 1476892 h 2400493"/>
              <a:gd name="connsiteX1707" fmla="*/ 898327 w 2401758"/>
              <a:gd name="connsiteY1707" fmla="*/ 1458539 h 2400493"/>
              <a:gd name="connsiteX1708" fmla="*/ 916680 w 2401758"/>
              <a:gd name="connsiteY1708" fmla="*/ 1438698 h 2400493"/>
              <a:gd name="connsiteX1709" fmla="*/ 986633 w 2401758"/>
              <a:gd name="connsiteY1709" fmla="*/ 1437706 h 2400493"/>
              <a:gd name="connsiteX1710" fmla="*/ 1000025 w 2401758"/>
              <a:gd name="connsiteY1710" fmla="*/ 1444650 h 2400493"/>
              <a:gd name="connsiteX1711" fmla="*/ 1004489 w 2401758"/>
              <a:gd name="connsiteY1711" fmla="*/ 1458043 h 2400493"/>
              <a:gd name="connsiteX1712" fmla="*/ 999033 w 2401758"/>
              <a:gd name="connsiteY1712" fmla="*/ 1470940 h 2400493"/>
              <a:gd name="connsiteX1713" fmla="*/ 985145 w 2401758"/>
              <a:gd name="connsiteY1713" fmla="*/ 1476396 h 2400493"/>
              <a:gd name="connsiteX1714" fmla="*/ 972248 w 2401758"/>
              <a:gd name="connsiteY1714" fmla="*/ 1470444 h 2400493"/>
              <a:gd name="connsiteX1715" fmla="*/ 966792 w 2401758"/>
              <a:gd name="connsiteY1715" fmla="*/ 1457547 h 2400493"/>
              <a:gd name="connsiteX1716" fmla="*/ 973240 w 2401758"/>
              <a:gd name="connsiteY1716" fmla="*/ 1443658 h 2400493"/>
              <a:gd name="connsiteX1717" fmla="*/ 986633 w 2401758"/>
              <a:gd name="connsiteY1717" fmla="*/ 1437706 h 2400493"/>
              <a:gd name="connsiteX1718" fmla="*/ 312005 w 2401758"/>
              <a:gd name="connsiteY1718" fmla="*/ 1436714 h 2400493"/>
              <a:gd name="connsiteX1719" fmla="*/ 327382 w 2401758"/>
              <a:gd name="connsiteY1719" fmla="*/ 1441674 h 2400493"/>
              <a:gd name="connsiteX1720" fmla="*/ 333831 w 2401758"/>
              <a:gd name="connsiteY1720" fmla="*/ 1458043 h 2400493"/>
              <a:gd name="connsiteX1721" fmla="*/ 327382 w 2401758"/>
              <a:gd name="connsiteY1721" fmla="*/ 1474412 h 2400493"/>
              <a:gd name="connsiteX1722" fmla="*/ 312005 w 2401758"/>
              <a:gd name="connsiteY1722" fmla="*/ 1479868 h 2400493"/>
              <a:gd name="connsiteX1723" fmla="*/ 296628 w 2401758"/>
              <a:gd name="connsiteY1723" fmla="*/ 1473916 h 2400493"/>
              <a:gd name="connsiteX1724" fmla="*/ 290180 w 2401758"/>
              <a:gd name="connsiteY1724" fmla="*/ 1458539 h 2400493"/>
              <a:gd name="connsiteX1725" fmla="*/ 296628 w 2401758"/>
              <a:gd name="connsiteY1725" fmla="*/ 1442170 h 2400493"/>
              <a:gd name="connsiteX1726" fmla="*/ 312005 w 2401758"/>
              <a:gd name="connsiteY1726" fmla="*/ 1436714 h 2400493"/>
              <a:gd name="connsiteX1727" fmla="*/ 648333 w 2401758"/>
              <a:gd name="connsiteY1727" fmla="*/ 1436218 h 2400493"/>
              <a:gd name="connsiteX1728" fmla="*/ 663213 w 2401758"/>
              <a:gd name="connsiteY1728" fmla="*/ 1442666 h 2400493"/>
              <a:gd name="connsiteX1729" fmla="*/ 670157 w 2401758"/>
              <a:gd name="connsiteY1729" fmla="*/ 1458043 h 2400493"/>
              <a:gd name="connsiteX1730" fmla="*/ 662221 w 2401758"/>
              <a:gd name="connsiteY1730" fmla="*/ 1473916 h 2400493"/>
              <a:gd name="connsiteX1731" fmla="*/ 647837 w 2401758"/>
              <a:gd name="connsiteY1731" fmla="*/ 1478876 h 2400493"/>
              <a:gd name="connsiteX1732" fmla="*/ 627006 w 2401758"/>
              <a:gd name="connsiteY1732" fmla="*/ 1457051 h 2400493"/>
              <a:gd name="connsiteX1733" fmla="*/ 648333 w 2401758"/>
              <a:gd name="connsiteY1733" fmla="*/ 1436218 h 2400493"/>
              <a:gd name="connsiteX1734" fmla="*/ 580888 w 2401758"/>
              <a:gd name="connsiteY1734" fmla="*/ 1436218 h 2400493"/>
              <a:gd name="connsiteX1735" fmla="*/ 602714 w 2401758"/>
              <a:gd name="connsiteY1735" fmla="*/ 1457547 h 2400493"/>
              <a:gd name="connsiteX1736" fmla="*/ 580888 w 2401758"/>
              <a:gd name="connsiteY1736" fmla="*/ 1478876 h 2400493"/>
              <a:gd name="connsiteX1737" fmla="*/ 559557 w 2401758"/>
              <a:gd name="connsiteY1737" fmla="*/ 1457051 h 2400493"/>
              <a:gd name="connsiteX1738" fmla="*/ 580888 w 2401758"/>
              <a:gd name="connsiteY1738" fmla="*/ 1436218 h 2400493"/>
              <a:gd name="connsiteX1739" fmla="*/ 514396 w 2401758"/>
              <a:gd name="connsiteY1739" fmla="*/ 1436218 h 2400493"/>
              <a:gd name="connsiteX1740" fmla="*/ 536222 w 2401758"/>
              <a:gd name="connsiteY1740" fmla="*/ 1457547 h 2400493"/>
              <a:gd name="connsiteX1741" fmla="*/ 514396 w 2401758"/>
              <a:gd name="connsiteY1741" fmla="*/ 1478876 h 2400493"/>
              <a:gd name="connsiteX1742" fmla="*/ 493066 w 2401758"/>
              <a:gd name="connsiteY1742" fmla="*/ 1457051 h 2400493"/>
              <a:gd name="connsiteX1743" fmla="*/ 514396 w 2401758"/>
              <a:gd name="connsiteY1743" fmla="*/ 1436218 h 2400493"/>
              <a:gd name="connsiteX1744" fmla="*/ 445941 w 2401758"/>
              <a:gd name="connsiteY1744" fmla="*/ 1436218 h 2400493"/>
              <a:gd name="connsiteX1745" fmla="*/ 467271 w 2401758"/>
              <a:gd name="connsiteY1745" fmla="*/ 1458043 h 2400493"/>
              <a:gd name="connsiteX1746" fmla="*/ 444949 w 2401758"/>
              <a:gd name="connsiteY1746" fmla="*/ 1478876 h 2400493"/>
              <a:gd name="connsiteX1747" fmla="*/ 424612 w 2401758"/>
              <a:gd name="connsiteY1747" fmla="*/ 1457547 h 2400493"/>
              <a:gd name="connsiteX1748" fmla="*/ 445941 w 2401758"/>
              <a:gd name="connsiteY1748" fmla="*/ 1436218 h 2400493"/>
              <a:gd name="connsiteX1749" fmla="*/ 243051 w 2401758"/>
              <a:gd name="connsiteY1749" fmla="*/ 1436218 h 2400493"/>
              <a:gd name="connsiteX1750" fmla="*/ 264876 w 2401758"/>
              <a:gd name="connsiteY1750" fmla="*/ 1457547 h 2400493"/>
              <a:gd name="connsiteX1751" fmla="*/ 243547 w 2401758"/>
              <a:gd name="connsiteY1751" fmla="*/ 1479372 h 2400493"/>
              <a:gd name="connsiteX1752" fmla="*/ 222218 w 2401758"/>
              <a:gd name="connsiteY1752" fmla="*/ 1457547 h 2400493"/>
              <a:gd name="connsiteX1753" fmla="*/ 243051 w 2401758"/>
              <a:gd name="connsiteY1753" fmla="*/ 1436218 h 2400493"/>
              <a:gd name="connsiteX1754" fmla="*/ 178093 w 2401758"/>
              <a:gd name="connsiteY1754" fmla="*/ 1436218 h 2400493"/>
              <a:gd name="connsiteX1755" fmla="*/ 197934 w 2401758"/>
              <a:gd name="connsiteY1755" fmla="*/ 1458043 h 2400493"/>
              <a:gd name="connsiteX1756" fmla="*/ 175613 w 2401758"/>
              <a:gd name="connsiteY1756" fmla="*/ 1478876 h 2400493"/>
              <a:gd name="connsiteX1757" fmla="*/ 155277 w 2401758"/>
              <a:gd name="connsiteY1757" fmla="*/ 1456555 h 2400493"/>
              <a:gd name="connsiteX1758" fmla="*/ 178093 w 2401758"/>
              <a:gd name="connsiteY1758" fmla="*/ 1436218 h 2400493"/>
              <a:gd name="connsiteX1759" fmla="*/ 109639 w 2401758"/>
              <a:gd name="connsiteY1759" fmla="*/ 1436218 h 2400493"/>
              <a:gd name="connsiteX1760" fmla="*/ 131464 w 2401758"/>
              <a:gd name="connsiteY1760" fmla="*/ 1457547 h 2400493"/>
              <a:gd name="connsiteX1761" fmla="*/ 109639 w 2401758"/>
              <a:gd name="connsiteY1761" fmla="*/ 1478876 h 2400493"/>
              <a:gd name="connsiteX1762" fmla="*/ 88310 w 2401758"/>
              <a:gd name="connsiteY1762" fmla="*/ 1458043 h 2400493"/>
              <a:gd name="connsiteX1763" fmla="*/ 109639 w 2401758"/>
              <a:gd name="connsiteY1763" fmla="*/ 1436218 h 2400493"/>
              <a:gd name="connsiteX1764" fmla="*/ 43682 w 2401758"/>
              <a:gd name="connsiteY1764" fmla="*/ 1436218 h 2400493"/>
              <a:gd name="connsiteX1765" fmla="*/ 65011 w 2401758"/>
              <a:gd name="connsiteY1765" fmla="*/ 1457051 h 2400493"/>
              <a:gd name="connsiteX1766" fmla="*/ 43682 w 2401758"/>
              <a:gd name="connsiteY1766" fmla="*/ 1478876 h 2400493"/>
              <a:gd name="connsiteX1767" fmla="*/ 21858 w 2401758"/>
              <a:gd name="connsiteY1767" fmla="*/ 1457547 h 2400493"/>
              <a:gd name="connsiteX1768" fmla="*/ 43682 w 2401758"/>
              <a:gd name="connsiteY1768" fmla="*/ 1436218 h 2400493"/>
              <a:gd name="connsiteX1769" fmla="*/ 713824 w 2401758"/>
              <a:gd name="connsiteY1769" fmla="*/ 1435722 h 2400493"/>
              <a:gd name="connsiteX1770" fmla="*/ 736143 w 2401758"/>
              <a:gd name="connsiteY1770" fmla="*/ 1457547 h 2400493"/>
              <a:gd name="connsiteX1771" fmla="*/ 714320 w 2401758"/>
              <a:gd name="connsiteY1771" fmla="*/ 1478876 h 2400493"/>
              <a:gd name="connsiteX1772" fmla="*/ 692993 w 2401758"/>
              <a:gd name="connsiteY1772" fmla="*/ 1458043 h 2400493"/>
              <a:gd name="connsiteX1773" fmla="*/ 713824 w 2401758"/>
              <a:gd name="connsiteY1773" fmla="*/ 1435722 h 2400493"/>
              <a:gd name="connsiteX1774" fmla="*/ 378476 w 2401758"/>
              <a:gd name="connsiteY1774" fmla="*/ 1435722 h 2400493"/>
              <a:gd name="connsiteX1775" fmla="*/ 394845 w 2401758"/>
              <a:gd name="connsiteY1775" fmla="*/ 1442666 h 2400493"/>
              <a:gd name="connsiteX1776" fmla="*/ 399805 w 2401758"/>
              <a:gd name="connsiteY1776" fmla="*/ 1458043 h 2400493"/>
              <a:gd name="connsiteX1777" fmla="*/ 394349 w 2401758"/>
              <a:gd name="connsiteY1777" fmla="*/ 1473420 h 2400493"/>
              <a:gd name="connsiteX1778" fmla="*/ 377980 w 2401758"/>
              <a:gd name="connsiteY1778" fmla="*/ 1479372 h 2400493"/>
              <a:gd name="connsiteX1779" fmla="*/ 362602 w 2401758"/>
              <a:gd name="connsiteY1779" fmla="*/ 1472924 h 2400493"/>
              <a:gd name="connsiteX1780" fmla="*/ 356650 w 2401758"/>
              <a:gd name="connsiteY1780" fmla="*/ 1456555 h 2400493"/>
              <a:gd name="connsiteX1781" fmla="*/ 363098 w 2401758"/>
              <a:gd name="connsiteY1781" fmla="*/ 1441674 h 2400493"/>
              <a:gd name="connsiteX1782" fmla="*/ 378476 w 2401758"/>
              <a:gd name="connsiteY1782" fmla="*/ 1435722 h 2400493"/>
              <a:gd name="connsiteX1783" fmla="*/ 1996009 w 2401758"/>
              <a:gd name="connsiteY1783" fmla="*/ 1385127 h 2400493"/>
              <a:gd name="connsiteX1784" fmla="*/ 1997993 w 2401758"/>
              <a:gd name="connsiteY1784" fmla="*/ 1388599 h 2400493"/>
              <a:gd name="connsiteX1785" fmla="*/ 1995017 w 2401758"/>
              <a:gd name="connsiteY1785" fmla="*/ 1391079 h 2400493"/>
              <a:gd name="connsiteX1786" fmla="*/ 1993529 w 2401758"/>
              <a:gd name="connsiteY1786" fmla="*/ 1388599 h 2400493"/>
              <a:gd name="connsiteX1787" fmla="*/ 1996009 w 2401758"/>
              <a:gd name="connsiteY1787" fmla="*/ 1385127 h 2400493"/>
              <a:gd name="connsiteX1788" fmla="*/ 1928549 w 2401758"/>
              <a:gd name="connsiteY1788" fmla="*/ 1382647 h 2400493"/>
              <a:gd name="connsiteX1789" fmla="*/ 1933509 w 2401758"/>
              <a:gd name="connsiteY1789" fmla="*/ 1388103 h 2400493"/>
              <a:gd name="connsiteX1790" fmla="*/ 1928549 w 2401758"/>
              <a:gd name="connsiteY1790" fmla="*/ 1393063 h 2400493"/>
              <a:gd name="connsiteX1791" fmla="*/ 1924085 w 2401758"/>
              <a:gd name="connsiteY1791" fmla="*/ 1388599 h 2400493"/>
              <a:gd name="connsiteX1792" fmla="*/ 1928549 w 2401758"/>
              <a:gd name="connsiteY1792" fmla="*/ 1382647 h 2400493"/>
              <a:gd name="connsiteX1793" fmla="*/ 1860098 w 2401758"/>
              <a:gd name="connsiteY1793" fmla="*/ 1381655 h 2400493"/>
              <a:gd name="connsiteX1794" fmla="*/ 1868530 w 2401758"/>
              <a:gd name="connsiteY1794" fmla="*/ 1388103 h 2400493"/>
              <a:gd name="connsiteX1795" fmla="*/ 1860594 w 2401758"/>
              <a:gd name="connsiteY1795" fmla="*/ 1395544 h 2400493"/>
              <a:gd name="connsiteX1796" fmla="*/ 1853154 w 2401758"/>
              <a:gd name="connsiteY1796" fmla="*/ 1388103 h 2400493"/>
              <a:gd name="connsiteX1797" fmla="*/ 1860098 w 2401758"/>
              <a:gd name="connsiteY1797" fmla="*/ 1381655 h 2400493"/>
              <a:gd name="connsiteX1798" fmla="*/ 1793630 w 2401758"/>
              <a:gd name="connsiteY1798" fmla="*/ 1379174 h 2400493"/>
              <a:gd name="connsiteX1799" fmla="*/ 1800574 w 2401758"/>
              <a:gd name="connsiteY1799" fmla="*/ 1382647 h 2400493"/>
              <a:gd name="connsiteX1800" fmla="*/ 1802558 w 2401758"/>
              <a:gd name="connsiteY1800" fmla="*/ 1388599 h 2400493"/>
              <a:gd name="connsiteX1801" fmla="*/ 1793630 w 2401758"/>
              <a:gd name="connsiteY1801" fmla="*/ 1398023 h 2400493"/>
              <a:gd name="connsiteX1802" fmla="*/ 1783709 w 2401758"/>
              <a:gd name="connsiteY1802" fmla="*/ 1388103 h 2400493"/>
              <a:gd name="connsiteX1803" fmla="*/ 1793630 w 2401758"/>
              <a:gd name="connsiteY1803" fmla="*/ 1379174 h 2400493"/>
              <a:gd name="connsiteX1804" fmla="*/ 1726666 w 2401758"/>
              <a:gd name="connsiteY1804" fmla="*/ 1379174 h 2400493"/>
              <a:gd name="connsiteX1805" fmla="*/ 1736091 w 2401758"/>
              <a:gd name="connsiteY1805" fmla="*/ 1388599 h 2400493"/>
              <a:gd name="connsiteX1806" fmla="*/ 1726666 w 2401758"/>
              <a:gd name="connsiteY1806" fmla="*/ 1398023 h 2400493"/>
              <a:gd name="connsiteX1807" fmla="*/ 1716746 w 2401758"/>
              <a:gd name="connsiteY1807" fmla="*/ 1389095 h 2400493"/>
              <a:gd name="connsiteX1808" fmla="*/ 1726666 w 2401758"/>
              <a:gd name="connsiteY1808" fmla="*/ 1379174 h 2400493"/>
              <a:gd name="connsiteX1809" fmla="*/ 1657719 w 2401758"/>
              <a:gd name="connsiteY1809" fmla="*/ 1376694 h 2400493"/>
              <a:gd name="connsiteX1810" fmla="*/ 1669623 w 2401758"/>
              <a:gd name="connsiteY1810" fmla="*/ 1388599 h 2400493"/>
              <a:gd name="connsiteX1811" fmla="*/ 1657719 w 2401758"/>
              <a:gd name="connsiteY1811" fmla="*/ 1400503 h 2400493"/>
              <a:gd name="connsiteX1812" fmla="*/ 1645814 w 2401758"/>
              <a:gd name="connsiteY1812" fmla="*/ 1388599 h 2400493"/>
              <a:gd name="connsiteX1813" fmla="*/ 1657719 w 2401758"/>
              <a:gd name="connsiteY1813" fmla="*/ 1376694 h 2400493"/>
              <a:gd name="connsiteX1814" fmla="*/ 1590259 w 2401758"/>
              <a:gd name="connsiteY1814" fmla="*/ 1376694 h 2400493"/>
              <a:gd name="connsiteX1815" fmla="*/ 1602659 w 2401758"/>
              <a:gd name="connsiteY1815" fmla="*/ 1389095 h 2400493"/>
              <a:gd name="connsiteX1816" fmla="*/ 1590755 w 2401758"/>
              <a:gd name="connsiteY1816" fmla="*/ 1400503 h 2400493"/>
              <a:gd name="connsiteX1817" fmla="*/ 1578850 w 2401758"/>
              <a:gd name="connsiteY1817" fmla="*/ 1388599 h 2400493"/>
              <a:gd name="connsiteX1818" fmla="*/ 1590259 w 2401758"/>
              <a:gd name="connsiteY1818" fmla="*/ 1376694 h 2400493"/>
              <a:gd name="connsiteX1819" fmla="*/ 1524288 w 2401758"/>
              <a:gd name="connsiteY1819" fmla="*/ 1374214 h 2400493"/>
              <a:gd name="connsiteX1820" fmla="*/ 1538673 w 2401758"/>
              <a:gd name="connsiteY1820" fmla="*/ 1388103 h 2400493"/>
              <a:gd name="connsiteX1821" fmla="*/ 1524784 w 2401758"/>
              <a:gd name="connsiteY1821" fmla="*/ 1402488 h 2400493"/>
              <a:gd name="connsiteX1822" fmla="*/ 1510399 w 2401758"/>
              <a:gd name="connsiteY1822" fmla="*/ 1388599 h 2400493"/>
              <a:gd name="connsiteX1823" fmla="*/ 1524288 w 2401758"/>
              <a:gd name="connsiteY1823" fmla="*/ 1374214 h 2400493"/>
              <a:gd name="connsiteX1824" fmla="*/ 1457324 w 2401758"/>
              <a:gd name="connsiteY1824" fmla="*/ 1374214 h 2400493"/>
              <a:gd name="connsiteX1825" fmla="*/ 1471709 w 2401758"/>
              <a:gd name="connsiteY1825" fmla="*/ 1388103 h 2400493"/>
              <a:gd name="connsiteX1826" fmla="*/ 1457820 w 2401758"/>
              <a:gd name="connsiteY1826" fmla="*/ 1402488 h 2400493"/>
              <a:gd name="connsiteX1827" fmla="*/ 1443435 w 2401758"/>
              <a:gd name="connsiteY1827" fmla="*/ 1388599 h 2400493"/>
              <a:gd name="connsiteX1828" fmla="*/ 1457324 w 2401758"/>
              <a:gd name="connsiteY1828" fmla="*/ 1374214 h 2400493"/>
              <a:gd name="connsiteX1829" fmla="*/ 1388872 w 2401758"/>
              <a:gd name="connsiteY1829" fmla="*/ 1372230 h 2400493"/>
              <a:gd name="connsiteX1830" fmla="*/ 1400777 w 2401758"/>
              <a:gd name="connsiteY1830" fmla="*/ 1378182 h 2400493"/>
              <a:gd name="connsiteX1831" fmla="*/ 1405241 w 2401758"/>
              <a:gd name="connsiteY1831" fmla="*/ 1389591 h 2400493"/>
              <a:gd name="connsiteX1832" fmla="*/ 1399785 w 2401758"/>
              <a:gd name="connsiteY1832" fmla="*/ 1400503 h 2400493"/>
              <a:gd name="connsiteX1833" fmla="*/ 1388872 w 2401758"/>
              <a:gd name="connsiteY1833" fmla="*/ 1405464 h 2400493"/>
              <a:gd name="connsiteX1834" fmla="*/ 1377463 w 2401758"/>
              <a:gd name="connsiteY1834" fmla="*/ 1400999 h 2400493"/>
              <a:gd name="connsiteX1835" fmla="*/ 1371511 w 2401758"/>
              <a:gd name="connsiteY1835" fmla="*/ 1388599 h 2400493"/>
              <a:gd name="connsiteX1836" fmla="*/ 1377959 w 2401758"/>
              <a:gd name="connsiteY1836" fmla="*/ 1376694 h 2400493"/>
              <a:gd name="connsiteX1837" fmla="*/ 1388872 w 2401758"/>
              <a:gd name="connsiteY1837" fmla="*/ 1372230 h 2400493"/>
              <a:gd name="connsiteX1838" fmla="*/ 1321413 w 2401758"/>
              <a:gd name="connsiteY1838" fmla="*/ 1371734 h 2400493"/>
              <a:gd name="connsiteX1839" fmla="*/ 1338278 w 2401758"/>
              <a:gd name="connsiteY1839" fmla="*/ 1388599 h 2400493"/>
              <a:gd name="connsiteX1840" fmla="*/ 1321413 w 2401758"/>
              <a:gd name="connsiteY1840" fmla="*/ 1404968 h 2400493"/>
              <a:gd name="connsiteX1841" fmla="*/ 1305044 w 2401758"/>
              <a:gd name="connsiteY1841" fmla="*/ 1387607 h 2400493"/>
              <a:gd name="connsiteX1842" fmla="*/ 1321413 w 2401758"/>
              <a:gd name="connsiteY1842" fmla="*/ 1371734 h 2400493"/>
              <a:gd name="connsiteX1843" fmla="*/ 1254945 w 2401758"/>
              <a:gd name="connsiteY1843" fmla="*/ 1371734 h 2400493"/>
              <a:gd name="connsiteX1844" fmla="*/ 1271810 w 2401758"/>
              <a:gd name="connsiteY1844" fmla="*/ 1388599 h 2400493"/>
              <a:gd name="connsiteX1845" fmla="*/ 1254945 w 2401758"/>
              <a:gd name="connsiteY1845" fmla="*/ 1405464 h 2400493"/>
              <a:gd name="connsiteX1846" fmla="*/ 1238080 w 2401758"/>
              <a:gd name="connsiteY1846" fmla="*/ 1388599 h 2400493"/>
              <a:gd name="connsiteX1847" fmla="*/ 1254945 w 2401758"/>
              <a:gd name="connsiteY1847" fmla="*/ 1371734 h 2400493"/>
              <a:gd name="connsiteX1848" fmla="*/ 1185997 w 2401758"/>
              <a:gd name="connsiteY1848" fmla="*/ 1369750 h 2400493"/>
              <a:gd name="connsiteX1849" fmla="*/ 1198894 w 2401758"/>
              <a:gd name="connsiteY1849" fmla="*/ 1376198 h 2400493"/>
              <a:gd name="connsiteX1850" fmla="*/ 1205342 w 2401758"/>
              <a:gd name="connsiteY1850" fmla="*/ 1388599 h 2400493"/>
              <a:gd name="connsiteX1851" fmla="*/ 1196910 w 2401758"/>
              <a:gd name="connsiteY1851" fmla="*/ 1402984 h 2400493"/>
              <a:gd name="connsiteX1852" fmla="*/ 1185997 w 2401758"/>
              <a:gd name="connsiteY1852" fmla="*/ 1407448 h 2400493"/>
              <a:gd name="connsiteX1853" fmla="*/ 1171612 w 2401758"/>
              <a:gd name="connsiteY1853" fmla="*/ 1399016 h 2400493"/>
              <a:gd name="connsiteX1854" fmla="*/ 1167644 w 2401758"/>
              <a:gd name="connsiteY1854" fmla="*/ 1388103 h 2400493"/>
              <a:gd name="connsiteX1855" fmla="*/ 1175084 w 2401758"/>
              <a:gd name="connsiteY1855" fmla="*/ 1374710 h 2400493"/>
              <a:gd name="connsiteX1856" fmla="*/ 1185997 w 2401758"/>
              <a:gd name="connsiteY1856" fmla="*/ 1369750 h 2400493"/>
              <a:gd name="connsiteX1857" fmla="*/ 986128 w 2401758"/>
              <a:gd name="connsiteY1857" fmla="*/ 1369750 h 2400493"/>
              <a:gd name="connsiteX1858" fmla="*/ 1005473 w 2401758"/>
              <a:gd name="connsiteY1858" fmla="*/ 1389095 h 2400493"/>
              <a:gd name="connsiteX1859" fmla="*/ 987120 w 2401758"/>
              <a:gd name="connsiteY1859" fmla="*/ 1407944 h 2400493"/>
              <a:gd name="connsiteX1860" fmla="*/ 967279 w 2401758"/>
              <a:gd name="connsiteY1860" fmla="*/ 1389095 h 2400493"/>
              <a:gd name="connsiteX1861" fmla="*/ 986128 w 2401758"/>
              <a:gd name="connsiteY1861" fmla="*/ 1369750 h 2400493"/>
              <a:gd name="connsiteX1862" fmla="*/ 1121018 w 2401758"/>
              <a:gd name="connsiteY1862" fmla="*/ 1369254 h 2400493"/>
              <a:gd name="connsiteX1863" fmla="*/ 1138875 w 2401758"/>
              <a:gd name="connsiteY1863" fmla="*/ 1388599 h 2400493"/>
              <a:gd name="connsiteX1864" fmla="*/ 1119034 w 2401758"/>
              <a:gd name="connsiteY1864" fmla="*/ 1407448 h 2400493"/>
              <a:gd name="connsiteX1865" fmla="*/ 1100681 w 2401758"/>
              <a:gd name="connsiteY1865" fmla="*/ 1387607 h 2400493"/>
              <a:gd name="connsiteX1866" fmla="*/ 1121018 w 2401758"/>
              <a:gd name="connsiteY1866" fmla="*/ 1369254 h 2400493"/>
              <a:gd name="connsiteX1867" fmla="*/ 1052566 w 2401758"/>
              <a:gd name="connsiteY1867" fmla="*/ 1369254 h 2400493"/>
              <a:gd name="connsiteX1868" fmla="*/ 1071911 w 2401758"/>
              <a:gd name="connsiteY1868" fmla="*/ 1388599 h 2400493"/>
              <a:gd name="connsiteX1869" fmla="*/ 1052566 w 2401758"/>
              <a:gd name="connsiteY1869" fmla="*/ 1407448 h 2400493"/>
              <a:gd name="connsiteX1870" fmla="*/ 1033740 w 2401758"/>
              <a:gd name="connsiteY1870" fmla="*/ 1387607 h 2400493"/>
              <a:gd name="connsiteX1871" fmla="*/ 1052566 w 2401758"/>
              <a:gd name="connsiteY1871" fmla="*/ 1369254 h 2400493"/>
              <a:gd name="connsiteX1872" fmla="*/ 916688 w 2401758"/>
              <a:gd name="connsiteY1872" fmla="*/ 1369254 h 2400493"/>
              <a:gd name="connsiteX1873" fmla="*/ 930081 w 2401758"/>
              <a:gd name="connsiteY1873" fmla="*/ 1374214 h 2400493"/>
              <a:gd name="connsiteX1874" fmla="*/ 936033 w 2401758"/>
              <a:gd name="connsiteY1874" fmla="*/ 1389095 h 2400493"/>
              <a:gd name="connsiteX1875" fmla="*/ 931073 w 2401758"/>
              <a:gd name="connsiteY1875" fmla="*/ 1402488 h 2400493"/>
              <a:gd name="connsiteX1876" fmla="*/ 916688 w 2401758"/>
              <a:gd name="connsiteY1876" fmla="*/ 1407944 h 2400493"/>
              <a:gd name="connsiteX1877" fmla="*/ 903297 w 2401758"/>
              <a:gd name="connsiteY1877" fmla="*/ 1402488 h 2400493"/>
              <a:gd name="connsiteX1878" fmla="*/ 897840 w 2401758"/>
              <a:gd name="connsiteY1878" fmla="*/ 1387607 h 2400493"/>
              <a:gd name="connsiteX1879" fmla="*/ 903297 w 2401758"/>
              <a:gd name="connsiteY1879" fmla="*/ 1374214 h 2400493"/>
              <a:gd name="connsiteX1880" fmla="*/ 916688 w 2401758"/>
              <a:gd name="connsiteY1880" fmla="*/ 1369254 h 2400493"/>
              <a:gd name="connsiteX1881" fmla="*/ 783245 w 2401758"/>
              <a:gd name="connsiteY1881" fmla="*/ 1367270 h 2400493"/>
              <a:gd name="connsiteX1882" fmla="*/ 805068 w 2401758"/>
              <a:gd name="connsiteY1882" fmla="*/ 1389591 h 2400493"/>
              <a:gd name="connsiteX1883" fmla="*/ 797134 w 2401758"/>
              <a:gd name="connsiteY1883" fmla="*/ 1404968 h 2400493"/>
              <a:gd name="connsiteX1884" fmla="*/ 782749 w 2401758"/>
              <a:gd name="connsiteY1884" fmla="*/ 1409928 h 2400493"/>
              <a:gd name="connsiteX1885" fmla="*/ 767371 w 2401758"/>
              <a:gd name="connsiteY1885" fmla="*/ 1401992 h 2400493"/>
              <a:gd name="connsiteX1886" fmla="*/ 762411 w 2401758"/>
              <a:gd name="connsiteY1886" fmla="*/ 1388599 h 2400493"/>
              <a:gd name="connsiteX1887" fmla="*/ 769851 w 2401758"/>
              <a:gd name="connsiteY1887" fmla="*/ 1372726 h 2400493"/>
              <a:gd name="connsiteX1888" fmla="*/ 783245 w 2401758"/>
              <a:gd name="connsiteY1888" fmla="*/ 1367270 h 2400493"/>
              <a:gd name="connsiteX1889" fmla="*/ 714326 w 2401758"/>
              <a:gd name="connsiteY1889" fmla="*/ 1367270 h 2400493"/>
              <a:gd name="connsiteX1890" fmla="*/ 736148 w 2401758"/>
              <a:gd name="connsiteY1890" fmla="*/ 1388599 h 2400493"/>
              <a:gd name="connsiteX1891" fmla="*/ 714326 w 2401758"/>
              <a:gd name="connsiteY1891" fmla="*/ 1409928 h 2400493"/>
              <a:gd name="connsiteX1892" fmla="*/ 692999 w 2401758"/>
              <a:gd name="connsiteY1892" fmla="*/ 1388103 h 2400493"/>
              <a:gd name="connsiteX1893" fmla="*/ 714326 w 2401758"/>
              <a:gd name="connsiteY1893" fmla="*/ 1367270 h 2400493"/>
              <a:gd name="connsiteX1894" fmla="*/ 647861 w 2401758"/>
              <a:gd name="connsiteY1894" fmla="*/ 1367270 h 2400493"/>
              <a:gd name="connsiteX1895" fmla="*/ 669683 w 2401758"/>
              <a:gd name="connsiteY1895" fmla="*/ 1388599 h 2400493"/>
              <a:gd name="connsiteX1896" fmla="*/ 648357 w 2401758"/>
              <a:gd name="connsiteY1896" fmla="*/ 1410424 h 2400493"/>
              <a:gd name="connsiteX1897" fmla="*/ 627029 w 2401758"/>
              <a:gd name="connsiteY1897" fmla="*/ 1389591 h 2400493"/>
              <a:gd name="connsiteX1898" fmla="*/ 647861 w 2401758"/>
              <a:gd name="connsiteY1898" fmla="*/ 1367270 h 2400493"/>
              <a:gd name="connsiteX1899" fmla="*/ 514908 w 2401758"/>
              <a:gd name="connsiteY1899" fmla="*/ 1367270 h 2400493"/>
              <a:gd name="connsiteX1900" fmla="*/ 536239 w 2401758"/>
              <a:gd name="connsiteY1900" fmla="*/ 1388103 h 2400493"/>
              <a:gd name="connsiteX1901" fmla="*/ 514908 w 2401758"/>
              <a:gd name="connsiteY1901" fmla="*/ 1409928 h 2400493"/>
              <a:gd name="connsiteX1902" fmla="*/ 493082 w 2401758"/>
              <a:gd name="connsiteY1902" fmla="*/ 1388599 h 2400493"/>
              <a:gd name="connsiteX1903" fmla="*/ 514908 w 2401758"/>
              <a:gd name="connsiteY1903" fmla="*/ 1367270 h 2400493"/>
              <a:gd name="connsiteX1904" fmla="*/ 849699 w 2401758"/>
              <a:gd name="connsiteY1904" fmla="*/ 1366774 h 2400493"/>
              <a:gd name="connsiteX1905" fmla="*/ 872020 w 2401758"/>
              <a:gd name="connsiteY1905" fmla="*/ 1388599 h 2400493"/>
              <a:gd name="connsiteX1906" fmla="*/ 850195 w 2401758"/>
              <a:gd name="connsiteY1906" fmla="*/ 1409928 h 2400493"/>
              <a:gd name="connsiteX1907" fmla="*/ 828866 w 2401758"/>
              <a:gd name="connsiteY1907" fmla="*/ 1389095 h 2400493"/>
              <a:gd name="connsiteX1908" fmla="*/ 849699 w 2401758"/>
              <a:gd name="connsiteY1908" fmla="*/ 1366774 h 2400493"/>
              <a:gd name="connsiteX1909" fmla="*/ 582382 w 2401758"/>
              <a:gd name="connsiteY1909" fmla="*/ 1366774 h 2400493"/>
              <a:gd name="connsiteX1910" fmla="*/ 597760 w 2401758"/>
              <a:gd name="connsiteY1910" fmla="*/ 1373222 h 2400493"/>
              <a:gd name="connsiteX1911" fmla="*/ 603713 w 2401758"/>
              <a:gd name="connsiteY1911" fmla="*/ 1389591 h 2400493"/>
              <a:gd name="connsiteX1912" fmla="*/ 597264 w 2401758"/>
              <a:gd name="connsiteY1912" fmla="*/ 1404472 h 2400493"/>
              <a:gd name="connsiteX1913" fmla="*/ 581886 w 2401758"/>
              <a:gd name="connsiteY1913" fmla="*/ 1409928 h 2400493"/>
              <a:gd name="connsiteX1914" fmla="*/ 566507 w 2401758"/>
              <a:gd name="connsiteY1914" fmla="*/ 1403976 h 2400493"/>
              <a:gd name="connsiteX1915" fmla="*/ 560555 w 2401758"/>
              <a:gd name="connsiteY1915" fmla="*/ 1388103 h 2400493"/>
              <a:gd name="connsiteX1916" fmla="*/ 566011 w 2401758"/>
              <a:gd name="connsiteY1916" fmla="*/ 1372726 h 2400493"/>
              <a:gd name="connsiteX1917" fmla="*/ 582382 w 2401758"/>
              <a:gd name="connsiteY1917" fmla="*/ 1366774 h 2400493"/>
              <a:gd name="connsiteX1918" fmla="*/ 445965 w 2401758"/>
              <a:gd name="connsiteY1918" fmla="*/ 1364790 h 2400493"/>
              <a:gd name="connsiteX1919" fmla="*/ 460848 w 2401758"/>
              <a:gd name="connsiteY1919" fmla="*/ 1371734 h 2400493"/>
              <a:gd name="connsiteX1920" fmla="*/ 469777 w 2401758"/>
              <a:gd name="connsiteY1920" fmla="*/ 1388103 h 2400493"/>
              <a:gd name="connsiteX1921" fmla="*/ 462832 w 2401758"/>
              <a:gd name="connsiteY1921" fmla="*/ 1404472 h 2400493"/>
              <a:gd name="connsiteX1922" fmla="*/ 445965 w 2401758"/>
              <a:gd name="connsiteY1922" fmla="*/ 1412409 h 2400493"/>
              <a:gd name="connsiteX1923" fmla="*/ 431083 w 2401758"/>
              <a:gd name="connsiteY1923" fmla="*/ 1406456 h 2400493"/>
              <a:gd name="connsiteX1924" fmla="*/ 422154 w 2401758"/>
              <a:gd name="connsiteY1924" fmla="*/ 1390087 h 2400493"/>
              <a:gd name="connsiteX1925" fmla="*/ 429099 w 2401758"/>
              <a:gd name="connsiteY1925" fmla="*/ 1373718 h 2400493"/>
              <a:gd name="connsiteX1926" fmla="*/ 445965 w 2401758"/>
              <a:gd name="connsiteY1926" fmla="*/ 1364790 h 2400493"/>
              <a:gd name="connsiteX1927" fmla="*/ 378493 w 2401758"/>
              <a:gd name="connsiteY1927" fmla="*/ 1364790 h 2400493"/>
              <a:gd name="connsiteX1928" fmla="*/ 402799 w 2401758"/>
              <a:gd name="connsiteY1928" fmla="*/ 1387607 h 2400493"/>
              <a:gd name="connsiteX1929" fmla="*/ 379485 w 2401758"/>
              <a:gd name="connsiteY1929" fmla="*/ 1412408 h 2400493"/>
              <a:gd name="connsiteX1930" fmla="*/ 355177 w 2401758"/>
              <a:gd name="connsiteY1930" fmla="*/ 1389591 h 2400493"/>
              <a:gd name="connsiteX1931" fmla="*/ 378493 w 2401758"/>
              <a:gd name="connsiteY1931" fmla="*/ 1364790 h 2400493"/>
              <a:gd name="connsiteX1932" fmla="*/ 312015 w 2401758"/>
              <a:gd name="connsiteY1932" fmla="*/ 1364790 h 2400493"/>
              <a:gd name="connsiteX1933" fmla="*/ 335825 w 2401758"/>
              <a:gd name="connsiteY1933" fmla="*/ 1389591 h 2400493"/>
              <a:gd name="connsiteX1934" fmla="*/ 312015 w 2401758"/>
              <a:gd name="connsiteY1934" fmla="*/ 1412409 h 2400493"/>
              <a:gd name="connsiteX1935" fmla="*/ 288205 w 2401758"/>
              <a:gd name="connsiteY1935" fmla="*/ 1387607 h 2400493"/>
              <a:gd name="connsiteX1936" fmla="*/ 312015 w 2401758"/>
              <a:gd name="connsiteY1936" fmla="*/ 1364790 h 2400493"/>
              <a:gd name="connsiteX1937" fmla="*/ 242063 w 2401758"/>
              <a:gd name="connsiteY1937" fmla="*/ 1364790 h 2400493"/>
              <a:gd name="connsiteX1938" fmla="*/ 266865 w 2401758"/>
              <a:gd name="connsiteY1938" fmla="*/ 1388103 h 2400493"/>
              <a:gd name="connsiteX1939" fmla="*/ 244047 w 2401758"/>
              <a:gd name="connsiteY1939" fmla="*/ 1412409 h 2400493"/>
              <a:gd name="connsiteX1940" fmla="*/ 219246 w 2401758"/>
              <a:gd name="connsiteY1940" fmla="*/ 1389095 h 2400493"/>
              <a:gd name="connsiteX1941" fmla="*/ 242063 w 2401758"/>
              <a:gd name="connsiteY1941" fmla="*/ 1364790 h 2400493"/>
              <a:gd name="connsiteX1942" fmla="*/ 176614 w 2401758"/>
              <a:gd name="connsiteY1942" fmla="*/ 1364790 h 2400493"/>
              <a:gd name="connsiteX1943" fmla="*/ 200423 w 2401758"/>
              <a:gd name="connsiteY1943" fmla="*/ 1389095 h 2400493"/>
              <a:gd name="connsiteX1944" fmla="*/ 176614 w 2401758"/>
              <a:gd name="connsiteY1944" fmla="*/ 1412409 h 2400493"/>
              <a:gd name="connsiteX1945" fmla="*/ 152806 w 2401758"/>
              <a:gd name="connsiteY1945" fmla="*/ 1388103 h 2400493"/>
              <a:gd name="connsiteX1946" fmla="*/ 176614 w 2401758"/>
              <a:gd name="connsiteY1946" fmla="*/ 1364790 h 2400493"/>
              <a:gd name="connsiteX1947" fmla="*/ 42667 w 2401758"/>
              <a:gd name="connsiteY1947" fmla="*/ 1364790 h 2400493"/>
              <a:gd name="connsiteX1948" fmla="*/ 66972 w 2401758"/>
              <a:gd name="connsiteY1948" fmla="*/ 1387607 h 2400493"/>
              <a:gd name="connsiteX1949" fmla="*/ 43659 w 2401758"/>
              <a:gd name="connsiteY1949" fmla="*/ 1412409 h 2400493"/>
              <a:gd name="connsiteX1950" fmla="*/ 19353 w 2401758"/>
              <a:gd name="connsiteY1950" fmla="*/ 1389591 h 2400493"/>
              <a:gd name="connsiteX1951" fmla="*/ 42667 w 2401758"/>
              <a:gd name="connsiteY1951" fmla="*/ 1364790 h 2400493"/>
              <a:gd name="connsiteX1952" fmla="*/ 109132 w 2401758"/>
              <a:gd name="connsiteY1952" fmla="*/ 1364789 h 2400493"/>
              <a:gd name="connsiteX1953" fmla="*/ 133934 w 2401758"/>
              <a:gd name="connsiteY1953" fmla="*/ 1388599 h 2400493"/>
              <a:gd name="connsiteX1954" fmla="*/ 111116 w 2401758"/>
              <a:gd name="connsiteY1954" fmla="*/ 1412408 h 2400493"/>
              <a:gd name="connsiteX1955" fmla="*/ 86315 w 2401758"/>
              <a:gd name="connsiteY1955" fmla="*/ 1388599 h 2400493"/>
              <a:gd name="connsiteX1956" fmla="*/ 109132 w 2401758"/>
              <a:gd name="connsiteY1956" fmla="*/ 1364789 h 2400493"/>
              <a:gd name="connsiteX1957" fmla="*/ 1996009 w 2401758"/>
              <a:gd name="connsiteY1957" fmla="*/ 1319651 h 2400493"/>
              <a:gd name="connsiteX1958" fmla="*/ 1999481 w 2401758"/>
              <a:gd name="connsiteY1958" fmla="*/ 1321635 h 2400493"/>
              <a:gd name="connsiteX1959" fmla="*/ 1996009 w 2401758"/>
              <a:gd name="connsiteY1959" fmla="*/ 1324115 h 2400493"/>
              <a:gd name="connsiteX1960" fmla="*/ 1993529 w 2401758"/>
              <a:gd name="connsiteY1960" fmla="*/ 1322627 h 2400493"/>
              <a:gd name="connsiteX1961" fmla="*/ 1996009 w 2401758"/>
              <a:gd name="connsiteY1961" fmla="*/ 1319651 h 2400493"/>
              <a:gd name="connsiteX1962" fmla="*/ 2062476 w 2401758"/>
              <a:gd name="connsiteY1962" fmla="*/ 1318163 h 2400493"/>
              <a:gd name="connsiteX1963" fmla="*/ 2064460 w 2401758"/>
              <a:gd name="connsiteY1963" fmla="*/ 1321635 h 2400493"/>
              <a:gd name="connsiteX1964" fmla="*/ 2061484 w 2401758"/>
              <a:gd name="connsiteY1964" fmla="*/ 1324115 h 2400493"/>
              <a:gd name="connsiteX1965" fmla="*/ 2059996 w 2401758"/>
              <a:gd name="connsiteY1965" fmla="*/ 1321635 h 2400493"/>
              <a:gd name="connsiteX1966" fmla="*/ 2062476 w 2401758"/>
              <a:gd name="connsiteY1966" fmla="*/ 1318163 h 2400493"/>
              <a:gd name="connsiteX1967" fmla="*/ 1925387 w 2401758"/>
              <a:gd name="connsiteY1967" fmla="*/ 1317047 h 2400493"/>
              <a:gd name="connsiteX1968" fmla="*/ 1929045 w 2401758"/>
              <a:gd name="connsiteY1968" fmla="*/ 1317171 h 2400493"/>
              <a:gd name="connsiteX1969" fmla="*/ 1933510 w 2401758"/>
              <a:gd name="connsiteY1969" fmla="*/ 1323124 h 2400493"/>
              <a:gd name="connsiteX1970" fmla="*/ 1928053 w 2401758"/>
              <a:gd name="connsiteY1970" fmla="*/ 1326596 h 2400493"/>
              <a:gd name="connsiteX1971" fmla="*/ 1923589 w 2401758"/>
              <a:gd name="connsiteY1971" fmla="*/ 1320643 h 2400493"/>
              <a:gd name="connsiteX1972" fmla="*/ 1925387 w 2401758"/>
              <a:gd name="connsiteY1972" fmla="*/ 1317047 h 2400493"/>
              <a:gd name="connsiteX1973" fmla="*/ 1859602 w 2401758"/>
              <a:gd name="connsiteY1973" fmla="*/ 1312211 h 2400493"/>
              <a:gd name="connsiteX1974" fmla="*/ 1869522 w 2401758"/>
              <a:gd name="connsiteY1974" fmla="*/ 1323124 h 2400493"/>
              <a:gd name="connsiteX1975" fmla="*/ 1860594 w 2401758"/>
              <a:gd name="connsiteY1975" fmla="*/ 1331060 h 2400493"/>
              <a:gd name="connsiteX1976" fmla="*/ 1858610 w 2401758"/>
              <a:gd name="connsiteY1976" fmla="*/ 1330564 h 2400493"/>
              <a:gd name="connsiteX1977" fmla="*/ 1857122 w 2401758"/>
              <a:gd name="connsiteY1977" fmla="*/ 1329076 h 2400493"/>
              <a:gd name="connsiteX1978" fmla="*/ 1858610 w 2401758"/>
              <a:gd name="connsiteY1978" fmla="*/ 1312707 h 2400493"/>
              <a:gd name="connsiteX1979" fmla="*/ 1859602 w 2401758"/>
              <a:gd name="connsiteY1979" fmla="*/ 1312211 h 2400493"/>
              <a:gd name="connsiteX1980" fmla="*/ 1792637 w 2401758"/>
              <a:gd name="connsiteY1980" fmla="*/ 1312211 h 2400493"/>
              <a:gd name="connsiteX1981" fmla="*/ 1802558 w 2401758"/>
              <a:gd name="connsiteY1981" fmla="*/ 1321139 h 2400493"/>
              <a:gd name="connsiteX1982" fmla="*/ 1793133 w 2401758"/>
              <a:gd name="connsiteY1982" fmla="*/ 1331556 h 2400493"/>
              <a:gd name="connsiteX1983" fmla="*/ 1783709 w 2401758"/>
              <a:gd name="connsiteY1983" fmla="*/ 1322132 h 2400493"/>
              <a:gd name="connsiteX1984" fmla="*/ 1792637 w 2401758"/>
              <a:gd name="connsiteY1984" fmla="*/ 1312211 h 2400493"/>
              <a:gd name="connsiteX1985" fmla="*/ 1727163 w 2401758"/>
              <a:gd name="connsiteY1985" fmla="*/ 1310227 h 2400493"/>
              <a:gd name="connsiteX1986" fmla="*/ 1738571 w 2401758"/>
              <a:gd name="connsiteY1986" fmla="*/ 1322628 h 2400493"/>
              <a:gd name="connsiteX1987" fmla="*/ 1726171 w 2401758"/>
              <a:gd name="connsiteY1987" fmla="*/ 1334036 h 2400493"/>
              <a:gd name="connsiteX1988" fmla="*/ 1714762 w 2401758"/>
              <a:gd name="connsiteY1988" fmla="*/ 1321636 h 2400493"/>
              <a:gd name="connsiteX1989" fmla="*/ 1727163 w 2401758"/>
              <a:gd name="connsiteY1989" fmla="*/ 1310227 h 2400493"/>
              <a:gd name="connsiteX1990" fmla="*/ 1658215 w 2401758"/>
              <a:gd name="connsiteY1990" fmla="*/ 1309731 h 2400493"/>
              <a:gd name="connsiteX1991" fmla="*/ 1669623 w 2401758"/>
              <a:gd name="connsiteY1991" fmla="*/ 1322132 h 2400493"/>
              <a:gd name="connsiteX1992" fmla="*/ 1657719 w 2401758"/>
              <a:gd name="connsiteY1992" fmla="*/ 1333540 h 2400493"/>
              <a:gd name="connsiteX1993" fmla="*/ 1645814 w 2401758"/>
              <a:gd name="connsiteY1993" fmla="*/ 1320644 h 2400493"/>
              <a:gd name="connsiteX1994" fmla="*/ 1658215 w 2401758"/>
              <a:gd name="connsiteY1994" fmla="*/ 1309731 h 2400493"/>
              <a:gd name="connsiteX1995" fmla="*/ 1591747 w 2401758"/>
              <a:gd name="connsiteY1995" fmla="*/ 1307747 h 2400493"/>
              <a:gd name="connsiteX1996" fmla="*/ 1605139 w 2401758"/>
              <a:gd name="connsiteY1996" fmla="*/ 1322628 h 2400493"/>
              <a:gd name="connsiteX1997" fmla="*/ 1590259 w 2401758"/>
              <a:gd name="connsiteY1997" fmla="*/ 1336020 h 2400493"/>
              <a:gd name="connsiteX1998" fmla="*/ 1576866 w 2401758"/>
              <a:gd name="connsiteY1998" fmla="*/ 1321140 h 2400493"/>
              <a:gd name="connsiteX1999" fmla="*/ 1591747 w 2401758"/>
              <a:gd name="connsiteY1999" fmla="*/ 1307747 h 2400493"/>
              <a:gd name="connsiteX2000" fmla="*/ 1524288 w 2401758"/>
              <a:gd name="connsiteY2000" fmla="*/ 1307251 h 2400493"/>
              <a:gd name="connsiteX2001" fmla="*/ 1538673 w 2401758"/>
              <a:gd name="connsiteY2001" fmla="*/ 1321636 h 2400493"/>
              <a:gd name="connsiteX2002" fmla="*/ 1524288 w 2401758"/>
              <a:gd name="connsiteY2002" fmla="*/ 1336020 h 2400493"/>
              <a:gd name="connsiteX2003" fmla="*/ 1509903 w 2401758"/>
              <a:gd name="connsiteY2003" fmla="*/ 1321636 h 2400493"/>
              <a:gd name="connsiteX2004" fmla="*/ 1524288 w 2401758"/>
              <a:gd name="connsiteY2004" fmla="*/ 1307251 h 2400493"/>
              <a:gd name="connsiteX2005" fmla="*/ 1456332 w 2401758"/>
              <a:gd name="connsiteY2005" fmla="*/ 1305763 h 2400493"/>
              <a:gd name="connsiteX2006" fmla="*/ 1467741 w 2401758"/>
              <a:gd name="connsiteY2006" fmla="*/ 1310227 h 2400493"/>
              <a:gd name="connsiteX2007" fmla="*/ 1473693 w 2401758"/>
              <a:gd name="connsiteY2007" fmla="*/ 1322132 h 2400493"/>
              <a:gd name="connsiteX2008" fmla="*/ 1469725 w 2401758"/>
              <a:gd name="connsiteY2008" fmla="*/ 1333044 h 2400493"/>
              <a:gd name="connsiteX2009" fmla="*/ 1457820 w 2401758"/>
              <a:gd name="connsiteY2009" fmla="*/ 1338997 h 2400493"/>
              <a:gd name="connsiteX2010" fmla="*/ 1446908 w 2401758"/>
              <a:gd name="connsiteY2010" fmla="*/ 1334036 h 2400493"/>
              <a:gd name="connsiteX2011" fmla="*/ 1441451 w 2401758"/>
              <a:gd name="connsiteY2011" fmla="*/ 1322132 h 2400493"/>
              <a:gd name="connsiteX2012" fmla="*/ 1444923 w 2401758"/>
              <a:gd name="connsiteY2012" fmla="*/ 1312211 h 2400493"/>
              <a:gd name="connsiteX2013" fmla="*/ 1456332 w 2401758"/>
              <a:gd name="connsiteY2013" fmla="*/ 1305763 h 2400493"/>
              <a:gd name="connsiteX2014" fmla="*/ 1388376 w 2401758"/>
              <a:gd name="connsiteY2014" fmla="*/ 1305267 h 2400493"/>
              <a:gd name="connsiteX2015" fmla="*/ 1405240 w 2401758"/>
              <a:gd name="connsiteY2015" fmla="*/ 1322132 h 2400493"/>
              <a:gd name="connsiteX2016" fmla="*/ 1387880 w 2401758"/>
              <a:gd name="connsiteY2016" fmla="*/ 1338501 h 2400493"/>
              <a:gd name="connsiteX2017" fmla="*/ 1372007 w 2401758"/>
              <a:gd name="connsiteY2017" fmla="*/ 1321140 h 2400493"/>
              <a:gd name="connsiteX2018" fmla="*/ 1388376 w 2401758"/>
              <a:gd name="connsiteY2018" fmla="*/ 1305267 h 2400493"/>
              <a:gd name="connsiteX2019" fmla="*/ 1321413 w 2401758"/>
              <a:gd name="connsiteY2019" fmla="*/ 1305267 h 2400493"/>
              <a:gd name="connsiteX2020" fmla="*/ 1338278 w 2401758"/>
              <a:gd name="connsiteY2020" fmla="*/ 1322132 h 2400493"/>
              <a:gd name="connsiteX2021" fmla="*/ 1321413 w 2401758"/>
              <a:gd name="connsiteY2021" fmla="*/ 1338997 h 2400493"/>
              <a:gd name="connsiteX2022" fmla="*/ 1304548 w 2401758"/>
              <a:gd name="connsiteY2022" fmla="*/ 1322132 h 2400493"/>
              <a:gd name="connsiteX2023" fmla="*/ 1321413 w 2401758"/>
              <a:gd name="connsiteY2023" fmla="*/ 1305267 h 2400493"/>
              <a:gd name="connsiteX2024" fmla="*/ 1054054 w 2401758"/>
              <a:gd name="connsiteY2024" fmla="*/ 1303282 h 2400493"/>
              <a:gd name="connsiteX2025" fmla="*/ 1066951 w 2401758"/>
              <a:gd name="connsiteY2025" fmla="*/ 1308242 h 2400493"/>
              <a:gd name="connsiteX2026" fmla="*/ 1072407 w 2401758"/>
              <a:gd name="connsiteY2026" fmla="*/ 1323123 h 2400493"/>
              <a:gd name="connsiteX2027" fmla="*/ 1066951 w 2401758"/>
              <a:gd name="connsiteY2027" fmla="*/ 1336516 h 2400493"/>
              <a:gd name="connsiteX2028" fmla="*/ 1052070 w 2401758"/>
              <a:gd name="connsiteY2028" fmla="*/ 1341476 h 2400493"/>
              <a:gd name="connsiteX2029" fmla="*/ 1038692 w 2401758"/>
              <a:gd name="connsiteY2029" fmla="*/ 1335524 h 2400493"/>
              <a:gd name="connsiteX2030" fmla="*/ 1033732 w 2401758"/>
              <a:gd name="connsiteY2030" fmla="*/ 1322131 h 2400493"/>
              <a:gd name="connsiteX2031" fmla="*/ 1038692 w 2401758"/>
              <a:gd name="connsiteY2031" fmla="*/ 1308738 h 2400493"/>
              <a:gd name="connsiteX2032" fmla="*/ 1054054 w 2401758"/>
              <a:gd name="connsiteY2032" fmla="*/ 1303282 h 2400493"/>
              <a:gd name="connsiteX2033" fmla="*/ 1254945 w 2401758"/>
              <a:gd name="connsiteY2033" fmla="*/ 1302787 h 2400493"/>
              <a:gd name="connsiteX2034" fmla="*/ 1269330 w 2401758"/>
              <a:gd name="connsiteY2034" fmla="*/ 1311715 h 2400493"/>
              <a:gd name="connsiteX2035" fmla="*/ 1273298 w 2401758"/>
              <a:gd name="connsiteY2035" fmla="*/ 1322628 h 2400493"/>
              <a:gd name="connsiteX2036" fmla="*/ 1264866 w 2401758"/>
              <a:gd name="connsiteY2036" fmla="*/ 1337013 h 2400493"/>
              <a:gd name="connsiteX2037" fmla="*/ 1253953 w 2401758"/>
              <a:gd name="connsiteY2037" fmla="*/ 1340981 h 2400493"/>
              <a:gd name="connsiteX2038" fmla="*/ 1240560 w 2401758"/>
              <a:gd name="connsiteY2038" fmla="*/ 1333541 h 2400493"/>
              <a:gd name="connsiteX2039" fmla="*/ 1235600 w 2401758"/>
              <a:gd name="connsiteY2039" fmla="*/ 1322628 h 2400493"/>
              <a:gd name="connsiteX2040" fmla="*/ 1243040 w 2401758"/>
              <a:gd name="connsiteY2040" fmla="*/ 1308739 h 2400493"/>
              <a:gd name="connsiteX2041" fmla="*/ 1254945 w 2401758"/>
              <a:gd name="connsiteY2041" fmla="*/ 1302787 h 2400493"/>
              <a:gd name="connsiteX2042" fmla="*/ 1185501 w 2401758"/>
              <a:gd name="connsiteY2042" fmla="*/ 1302787 h 2400493"/>
              <a:gd name="connsiteX2043" fmla="*/ 1198398 w 2401758"/>
              <a:gd name="connsiteY2043" fmla="*/ 1308243 h 2400493"/>
              <a:gd name="connsiteX2044" fmla="*/ 1205838 w 2401758"/>
              <a:gd name="connsiteY2044" fmla="*/ 1322132 h 2400493"/>
              <a:gd name="connsiteX2045" fmla="*/ 1198894 w 2401758"/>
              <a:gd name="connsiteY2045" fmla="*/ 1336021 h 2400493"/>
              <a:gd name="connsiteX2046" fmla="*/ 1185501 w 2401758"/>
              <a:gd name="connsiteY2046" fmla="*/ 1340485 h 2400493"/>
              <a:gd name="connsiteX2047" fmla="*/ 1172604 w 2401758"/>
              <a:gd name="connsiteY2047" fmla="*/ 1335029 h 2400493"/>
              <a:gd name="connsiteX2048" fmla="*/ 1167148 w 2401758"/>
              <a:gd name="connsiteY2048" fmla="*/ 1321140 h 2400493"/>
              <a:gd name="connsiteX2049" fmla="*/ 1172604 w 2401758"/>
              <a:gd name="connsiteY2049" fmla="*/ 1308243 h 2400493"/>
              <a:gd name="connsiteX2050" fmla="*/ 1185501 w 2401758"/>
              <a:gd name="connsiteY2050" fmla="*/ 1302787 h 2400493"/>
              <a:gd name="connsiteX2051" fmla="*/ 1120026 w 2401758"/>
              <a:gd name="connsiteY2051" fmla="*/ 1302786 h 2400493"/>
              <a:gd name="connsiteX2052" fmla="*/ 1138379 w 2401758"/>
              <a:gd name="connsiteY2052" fmla="*/ 1321635 h 2400493"/>
              <a:gd name="connsiteX2053" fmla="*/ 1119034 w 2401758"/>
              <a:gd name="connsiteY2053" fmla="*/ 1340980 h 2400493"/>
              <a:gd name="connsiteX2054" fmla="*/ 1100185 w 2401758"/>
              <a:gd name="connsiteY2054" fmla="*/ 1321139 h 2400493"/>
              <a:gd name="connsiteX2055" fmla="*/ 1120026 w 2401758"/>
              <a:gd name="connsiteY2055" fmla="*/ 1302786 h 2400493"/>
              <a:gd name="connsiteX2056" fmla="*/ 917671 w 2401758"/>
              <a:gd name="connsiteY2056" fmla="*/ 1300803 h 2400493"/>
              <a:gd name="connsiteX2057" fmla="*/ 938504 w 2401758"/>
              <a:gd name="connsiteY2057" fmla="*/ 1322132 h 2400493"/>
              <a:gd name="connsiteX2058" fmla="*/ 932055 w 2401758"/>
              <a:gd name="connsiteY2058" fmla="*/ 1337013 h 2400493"/>
              <a:gd name="connsiteX2059" fmla="*/ 916679 w 2401758"/>
              <a:gd name="connsiteY2059" fmla="*/ 1343957 h 2400493"/>
              <a:gd name="connsiteX2060" fmla="*/ 900806 w 2401758"/>
              <a:gd name="connsiteY2060" fmla="*/ 1336021 h 2400493"/>
              <a:gd name="connsiteX2061" fmla="*/ 895846 w 2401758"/>
              <a:gd name="connsiteY2061" fmla="*/ 1321636 h 2400493"/>
              <a:gd name="connsiteX2062" fmla="*/ 917671 w 2401758"/>
              <a:gd name="connsiteY2062" fmla="*/ 1300803 h 2400493"/>
              <a:gd name="connsiteX2063" fmla="*/ 783757 w 2401758"/>
              <a:gd name="connsiteY2063" fmla="*/ 1300802 h 2400493"/>
              <a:gd name="connsiteX2064" fmla="*/ 805083 w 2401758"/>
              <a:gd name="connsiteY2064" fmla="*/ 1322627 h 2400493"/>
              <a:gd name="connsiteX2065" fmla="*/ 782764 w 2401758"/>
              <a:gd name="connsiteY2065" fmla="*/ 1343460 h 2400493"/>
              <a:gd name="connsiteX2066" fmla="*/ 761929 w 2401758"/>
              <a:gd name="connsiteY2066" fmla="*/ 1321139 h 2400493"/>
              <a:gd name="connsiteX2067" fmla="*/ 783757 w 2401758"/>
              <a:gd name="connsiteY2067" fmla="*/ 1300802 h 2400493"/>
              <a:gd name="connsiteX2068" fmla="*/ 985636 w 2401758"/>
              <a:gd name="connsiteY2068" fmla="*/ 1300306 h 2400493"/>
              <a:gd name="connsiteX2069" fmla="*/ 1000021 w 2401758"/>
              <a:gd name="connsiteY2069" fmla="*/ 1307250 h 2400493"/>
              <a:gd name="connsiteX2070" fmla="*/ 1006468 w 2401758"/>
              <a:gd name="connsiteY2070" fmla="*/ 1321635 h 2400493"/>
              <a:gd name="connsiteX2071" fmla="*/ 1000021 w 2401758"/>
              <a:gd name="connsiteY2071" fmla="*/ 1336516 h 2400493"/>
              <a:gd name="connsiteX2072" fmla="*/ 985140 w 2401758"/>
              <a:gd name="connsiteY2072" fmla="*/ 1342964 h 2400493"/>
              <a:gd name="connsiteX2073" fmla="*/ 971251 w 2401758"/>
              <a:gd name="connsiteY2073" fmla="*/ 1337508 h 2400493"/>
              <a:gd name="connsiteX2074" fmla="*/ 964307 w 2401758"/>
              <a:gd name="connsiteY2074" fmla="*/ 1323123 h 2400493"/>
              <a:gd name="connsiteX2075" fmla="*/ 970259 w 2401758"/>
              <a:gd name="connsiteY2075" fmla="*/ 1308242 h 2400493"/>
              <a:gd name="connsiteX2076" fmla="*/ 985636 w 2401758"/>
              <a:gd name="connsiteY2076" fmla="*/ 1300306 h 2400493"/>
              <a:gd name="connsiteX2077" fmla="*/ 850703 w 2401758"/>
              <a:gd name="connsiteY2077" fmla="*/ 1300306 h 2400493"/>
              <a:gd name="connsiteX2078" fmla="*/ 872032 w 2401758"/>
              <a:gd name="connsiteY2078" fmla="*/ 1322131 h 2400493"/>
              <a:gd name="connsiteX2079" fmla="*/ 850207 w 2401758"/>
              <a:gd name="connsiteY2079" fmla="*/ 1343460 h 2400493"/>
              <a:gd name="connsiteX2080" fmla="*/ 829375 w 2401758"/>
              <a:gd name="connsiteY2080" fmla="*/ 1321139 h 2400493"/>
              <a:gd name="connsiteX2081" fmla="*/ 850703 w 2401758"/>
              <a:gd name="connsiteY2081" fmla="*/ 1300306 h 2400493"/>
              <a:gd name="connsiteX2082" fmla="*/ 715292 w 2401758"/>
              <a:gd name="connsiteY2082" fmla="*/ 1300306 h 2400493"/>
              <a:gd name="connsiteX2083" fmla="*/ 736124 w 2401758"/>
              <a:gd name="connsiteY2083" fmla="*/ 1321635 h 2400493"/>
              <a:gd name="connsiteX2084" fmla="*/ 714797 w 2401758"/>
              <a:gd name="connsiteY2084" fmla="*/ 1343460 h 2400493"/>
              <a:gd name="connsiteX2085" fmla="*/ 693468 w 2401758"/>
              <a:gd name="connsiteY2085" fmla="*/ 1321635 h 2400493"/>
              <a:gd name="connsiteX2086" fmla="*/ 715292 w 2401758"/>
              <a:gd name="connsiteY2086" fmla="*/ 1300306 h 2400493"/>
              <a:gd name="connsiteX2087" fmla="*/ 581885 w 2401758"/>
              <a:gd name="connsiteY2087" fmla="*/ 1298322 h 2400493"/>
              <a:gd name="connsiteX2088" fmla="*/ 605199 w 2401758"/>
              <a:gd name="connsiteY2088" fmla="*/ 1323123 h 2400493"/>
              <a:gd name="connsiteX2089" fmla="*/ 580892 w 2401758"/>
              <a:gd name="connsiteY2089" fmla="*/ 1345940 h 2400493"/>
              <a:gd name="connsiteX2090" fmla="*/ 557577 w 2401758"/>
              <a:gd name="connsiteY2090" fmla="*/ 1321139 h 2400493"/>
              <a:gd name="connsiteX2091" fmla="*/ 581885 w 2401758"/>
              <a:gd name="connsiteY2091" fmla="*/ 1298322 h 2400493"/>
              <a:gd name="connsiteX2092" fmla="*/ 513899 w 2401758"/>
              <a:gd name="connsiteY2092" fmla="*/ 1298322 h 2400493"/>
              <a:gd name="connsiteX2093" fmla="*/ 538702 w 2401758"/>
              <a:gd name="connsiteY2093" fmla="*/ 1321635 h 2400493"/>
              <a:gd name="connsiteX2094" fmla="*/ 515883 w 2401758"/>
              <a:gd name="connsiteY2094" fmla="*/ 1345940 h 2400493"/>
              <a:gd name="connsiteX2095" fmla="*/ 491081 w 2401758"/>
              <a:gd name="connsiteY2095" fmla="*/ 1322627 h 2400493"/>
              <a:gd name="connsiteX2096" fmla="*/ 513899 w 2401758"/>
              <a:gd name="connsiteY2096" fmla="*/ 1298322 h 2400493"/>
              <a:gd name="connsiteX2097" fmla="*/ 378488 w 2401758"/>
              <a:gd name="connsiteY2097" fmla="*/ 1298322 h 2400493"/>
              <a:gd name="connsiteX2098" fmla="*/ 402795 w 2401758"/>
              <a:gd name="connsiteY2098" fmla="*/ 1321139 h 2400493"/>
              <a:gd name="connsiteX2099" fmla="*/ 379480 w 2401758"/>
              <a:gd name="connsiteY2099" fmla="*/ 1345940 h 2400493"/>
              <a:gd name="connsiteX2100" fmla="*/ 355174 w 2401758"/>
              <a:gd name="connsiteY2100" fmla="*/ 1323123 h 2400493"/>
              <a:gd name="connsiteX2101" fmla="*/ 378488 w 2401758"/>
              <a:gd name="connsiteY2101" fmla="*/ 1298322 h 2400493"/>
              <a:gd name="connsiteX2102" fmla="*/ 177100 w 2401758"/>
              <a:gd name="connsiteY2102" fmla="*/ 1298322 h 2400493"/>
              <a:gd name="connsiteX2103" fmla="*/ 200414 w 2401758"/>
              <a:gd name="connsiteY2103" fmla="*/ 1322627 h 2400493"/>
              <a:gd name="connsiteX2104" fmla="*/ 177100 w 2401758"/>
              <a:gd name="connsiteY2104" fmla="*/ 1345940 h 2400493"/>
              <a:gd name="connsiteX2105" fmla="*/ 152796 w 2401758"/>
              <a:gd name="connsiteY2105" fmla="*/ 1322131 h 2400493"/>
              <a:gd name="connsiteX2106" fmla="*/ 177100 w 2401758"/>
              <a:gd name="connsiteY2106" fmla="*/ 1298322 h 2400493"/>
              <a:gd name="connsiteX2107" fmla="*/ 110147 w 2401758"/>
              <a:gd name="connsiteY2107" fmla="*/ 1298322 h 2400493"/>
              <a:gd name="connsiteX2108" fmla="*/ 133461 w 2401758"/>
              <a:gd name="connsiteY2108" fmla="*/ 1322627 h 2400493"/>
              <a:gd name="connsiteX2109" fmla="*/ 108659 w 2401758"/>
              <a:gd name="connsiteY2109" fmla="*/ 1345940 h 2400493"/>
              <a:gd name="connsiteX2110" fmla="*/ 85842 w 2401758"/>
              <a:gd name="connsiteY2110" fmla="*/ 1322131 h 2400493"/>
              <a:gd name="connsiteX2111" fmla="*/ 110147 w 2401758"/>
              <a:gd name="connsiteY2111" fmla="*/ 1298322 h 2400493"/>
              <a:gd name="connsiteX2112" fmla="*/ 43670 w 2401758"/>
              <a:gd name="connsiteY2112" fmla="*/ 1298322 h 2400493"/>
              <a:gd name="connsiteX2113" fmla="*/ 66488 w 2401758"/>
              <a:gd name="connsiteY2113" fmla="*/ 1321635 h 2400493"/>
              <a:gd name="connsiteX2114" fmla="*/ 43174 w 2401758"/>
              <a:gd name="connsiteY2114" fmla="*/ 1345940 h 2400493"/>
              <a:gd name="connsiteX2115" fmla="*/ 19365 w 2401758"/>
              <a:gd name="connsiteY2115" fmla="*/ 1321635 h 2400493"/>
              <a:gd name="connsiteX2116" fmla="*/ 43670 w 2401758"/>
              <a:gd name="connsiteY2116" fmla="*/ 1298322 h 2400493"/>
              <a:gd name="connsiteX2117" fmla="*/ 646819 w 2401758"/>
              <a:gd name="connsiteY2117" fmla="*/ 1297826 h 2400493"/>
              <a:gd name="connsiteX2118" fmla="*/ 663188 w 2401758"/>
              <a:gd name="connsiteY2118" fmla="*/ 1304770 h 2400493"/>
              <a:gd name="connsiteX2119" fmla="*/ 672117 w 2401758"/>
              <a:gd name="connsiteY2119" fmla="*/ 1321635 h 2400493"/>
              <a:gd name="connsiteX2120" fmla="*/ 665172 w 2401758"/>
              <a:gd name="connsiteY2120" fmla="*/ 1336516 h 2400493"/>
              <a:gd name="connsiteX2121" fmla="*/ 648803 w 2401758"/>
              <a:gd name="connsiteY2121" fmla="*/ 1345445 h 2400493"/>
              <a:gd name="connsiteX2122" fmla="*/ 632434 w 2401758"/>
              <a:gd name="connsiteY2122" fmla="*/ 1338500 h 2400493"/>
              <a:gd name="connsiteX2123" fmla="*/ 624002 w 2401758"/>
              <a:gd name="connsiteY2123" fmla="*/ 1321635 h 2400493"/>
              <a:gd name="connsiteX2124" fmla="*/ 630450 w 2401758"/>
              <a:gd name="connsiteY2124" fmla="*/ 1306754 h 2400493"/>
              <a:gd name="connsiteX2125" fmla="*/ 646819 w 2401758"/>
              <a:gd name="connsiteY2125" fmla="*/ 1297826 h 2400493"/>
              <a:gd name="connsiteX2126" fmla="*/ 446448 w 2401758"/>
              <a:gd name="connsiteY2126" fmla="*/ 1297826 h 2400493"/>
              <a:gd name="connsiteX2127" fmla="*/ 469268 w 2401758"/>
              <a:gd name="connsiteY2127" fmla="*/ 1322131 h 2400493"/>
              <a:gd name="connsiteX2128" fmla="*/ 444465 w 2401758"/>
              <a:gd name="connsiteY2128" fmla="*/ 1345445 h 2400493"/>
              <a:gd name="connsiteX2129" fmla="*/ 421646 w 2401758"/>
              <a:gd name="connsiteY2129" fmla="*/ 1321139 h 2400493"/>
              <a:gd name="connsiteX2130" fmla="*/ 446448 w 2401758"/>
              <a:gd name="connsiteY2130" fmla="*/ 1297826 h 2400493"/>
              <a:gd name="connsiteX2131" fmla="*/ 312000 w 2401758"/>
              <a:gd name="connsiteY2131" fmla="*/ 1297826 h 2400493"/>
              <a:gd name="connsiteX2132" fmla="*/ 336305 w 2401758"/>
              <a:gd name="connsiteY2132" fmla="*/ 1321635 h 2400493"/>
              <a:gd name="connsiteX2133" fmla="*/ 312496 w 2401758"/>
              <a:gd name="connsiteY2133" fmla="*/ 1345445 h 2400493"/>
              <a:gd name="connsiteX2134" fmla="*/ 288687 w 2401758"/>
              <a:gd name="connsiteY2134" fmla="*/ 1322627 h 2400493"/>
              <a:gd name="connsiteX2135" fmla="*/ 312000 w 2401758"/>
              <a:gd name="connsiteY2135" fmla="*/ 1297826 h 2400493"/>
              <a:gd name="connsiteX2136" fmla="*/ 242580 w 2401758"/>
              <a:gd name="connsiteY2136" fmla="*/ 1297826 h 2400493"/>
              <a:gd name="connsiteX2137" fmla="*/ 266886 w 2401758"/>
              <a:gd name="connsiteY2137" fmla="*/ 1321635 h 2400493"/>
              <a:gd name="connsiteX2138" fmla="*/ 243076 w 2401758"/>
              <a:gd name="connsiteY2138" fmla="*/ 1345445 h 2400493"/>
              <a:gd name="connsiteX2139" fmla="*/ 219267 w 2401758"/>
              <a:gd name="connsiteY2139" fmla="*/ 1322627 h 2400493"/>
              <a:gd name="connsiteX2140" fmla="*/ 242580 w 2401758"/>
              <a:gd name="connsiteY2140" fmla="*/ 1297826 h 2400493"/>
              <a:gd name="connsiteX2141" fmla="*/ 2062476 w 2401758"/>
              <a:gd name="connsiteY2141" fmla="*/ 1253680 h 2400493"/>
              <a:gd name="connsiteX2142" fmla="*/ 2064956 w 2401758"/>
              <a:gd name="connsiteY2142" fmla="*/ 1256656 h 2400493"/>
              <a:gd name="connsiteX2143" fmla="*/ 2061980 w 2401758"/>
              <a:gd name="connsiteY2143" fmla="*/ 1259136 h 2400493"/>
              <a:gd name="connsiteX2144" fmla="*/ 2060492 w 2401758"/>
              <a:gd name="connsiteY2144" fmla="*/ 1255168 h 2400493"/>
              <a:gd name="connsiteX2145" fmla="*/ 2062476 w 2401758"/>
              <a:gd name="connsiteY2145" fmla="*/ 1253680 h 2400493"/>
              <a:gd name="connsiteX2146" fmla="*/ 1992661 w 2401758"/>
              <a:gd name="connsiteY2146" fmla="*/ 1250579 h 2400493"/>
              <a:gd name="connsiteX2147" fmla="*/ 1996505 w 2401758"/>
              <a:gd name="connsiteY2147" fmla="*/ 1250703 h 2400493"/>
              <a:gd name="connsiteX2148" fmla="*/ 2000969 w 2401758"/>
              <a:gd name="connsiteY2148" fmla="*/ 1256656 h 2400493"/>
              <a:gd name="connsiteX2149" fmla="*/ 1995513 w 2401758"/>
              <a:gd name="connsiteY2149" fmla="*/ 1260128 h 2400493"/>
              <a:gd name="connsiteX2150" fmla="*/ 1991049 w 2401758"/>
              <a:gd name="connsiteY2150" fmla="*/ 1254175 h 2400493"/>
              <a:gd name="connsiteX2151" fmla="*/ 1992661 w 2401758"/>
              <a:gd name="connsiteY2151" fmla="*/ 1250579 h 2400493"/>
              <a:gd name="connsiteX2152" fmla="*/ 1928549 w 2401758"/>
              <a:gd name="connsiteY2152" fmla="*/ 1248224 h 2400493"/>
              <a:gd name="connsiteX2153" fmla="*/ 1935989 w 2401758"/>
              <a:gd name="connsiteY2153" fmla="*/ 1254672 h 2400493"/>
              <a:gd name="connsiteX2154" fmla="*/ 1929541 w 2401758"/>
              <a:gd name="connsiteY2154" fmla="*/ 1262609 h 2400493"/>
              <a:gd name="connsiteX2155" fmla="*/ 1921604 w 2401758"/>
              <a:gd name="connsiteY2155" fmla="*/ 1256656 h 2400493"/>
              <a:gd name="connsiteX2156" fmla="*/ 1928549 w 2401758"/>
              <a:gd name="connsiteY2156" fmla="*/ 1248224 h 2400493"/>
              <a:gd name="connsiteX2157" fmla="*/ 1860594 w 2401758"/>
              <a:gd name="connsiteY2157" fmla="*/ 1245743 h 2400493"/>
              <a:gd name="connsiteX2158" fmla="*/ 1869522 w 2401758"/>
              <a:gd name="connsiteY2158" fmla="*/ 1255664 h 2400493"/>
              <a:gd name="connsiteX2159" fmla="*/ 1860097 w 2401758"/>
              <a:gd name="connsiteY2159" fmla="*/ 1265088 h 2400493"/>
              <a:gd name="connsiteX2160" fmla="*/ 1850673 w 2401758"/>
              <a:gd name="connsiteY2160" fmla="*/ 1255664 h 2400493"/>
              <a:gd name="connsiteX2161" fmla="*/ 1860594 w 2401758"/>
              <a:gd name="connsiteY2161" fmla="*/ 1245743 h 2400493"/>
              <a:gd name="connsiteX2162" fmla="*/ 1792638 w 2401758"/>
              <a:gd name="connsiteY2162" fmla="*/ 1243263 h 2400493"/>
              <a:gd name="connsiteX2163" fmla="*/ 1805038 w 2401758"/>
              <a:gd name="connsiteY2163" fmla="*/ 1254672 h 2400493"/>
              <a:gd name="connsiteX2164" fmla="*/ 1793630 w 2401758"/>
              <a:gd name="connsiteY2164" fmla="*/ 1267072 h 2400493"/>
              <a:gd name="connsiteX2165" fmla="*/ 1781229 w 2401758"/>
              <a:gd name="connsiteY2165" fmla="*/ 1255664 h 2400493"/>
              <a:gd name="connsiteX2166" fmla="*/ 1792638 w 2401758"/>
              <a:gd name="connsiteY2166" fmla="*/ 1243263 h 2400493"/>
              <a:gd name="connsiteX2167" fmla="*/ 1726171 w 2401758"/>
              <a:gd name="connsiteY2167" fmla="*/ 1243263 h 2400493"/>
              <a:gd name="connsiteX2168" fmla="*/ 1738571 w 2401758"/>
              <a:gd name="connsiteY2168" fmla="*/ 1254672 h 2400493"/>
              <a:gd name="connsiteX2169" fmla="*/ 1727659 w 2401758"/>
              <a:gd name="connsiteY2169" fmla="*/ 1267072 h 2400493"/>
              <a:gd name="connsiteX2170" fmla="*/ 1714762 w 2401758"/>
              <a:gd name="connsiteY2170" fmla="*/ 1256160 h 2400493"/>
              <a:gd name="connsiteX2171" fmla="*/ 1726171 w 2401758"/>
              <a:gd name="connsiteY2171" fmla="*/ 1243263 h 2400493"/>
              <a:gd name="connsiteX2172" fmla="*/ 1524288 w 2401758"/>
              <a:gd name="connsiteY2172" fmla="*/ 1241279 h 2400493"/>
              <a:gd name="connsiteX2173" fmla="*/ 1538673 w 2401758"/>
              <a:gd name="connsiteY2173" fmla="*/ 1255168 h 2400493"/>
              <a:gd name="connsiteX2174" fmla="*/ 1524784 w 2401758"/>
              <a:gd name="connsiteY2174" fmla="*/ 1269553 h 2400493"/>
              <a:gd name="connsiteX2175" fmla="*/ 1509903 w 2401758"/>
              <a:gd name="connsiteY2175" fmla="*/ 1256160 h 2400493"/>
              <a:gd name="connsiteX2176" fmla="*/ 1524288 w 2401758"/>
              <a:gd name="connsiteY2176" fmla="*/ 1241279 h 2400493"/>
              <a:gd name="connsiteX2177" fmla="*/ 1658215 w 2401758"/>
              <a:gd name="connsiteY2177" fmla="*/ 1240783 h 2400493"/>
              <a:gd name="connsiteX2178" fmla="*/ 1672104 w 2401758"/>
              <a:gd name="connsiteY2178" fmla="*/ 1255664 h 2400493"/>
              <a:gd name="connsiteX2179" fmla="*/ 1658215 w 2401758"/>
              <a:gd name="connsiteY2179" fmla="*/ 1269057 h 2400493"/>
              <a:gd name="connsiteX2180" fmla="*/ 1643334 w 2401758"/>
              <a:gd name="connsiteY2180" fmla="*/ 1255168 h 2400493"/>
              <a:gd name="connsiteX2181" fmla="*/ 1658215 w 2401758"/>
              <a:gd name="connsiteY2181" fmla="*/ 1240783 h 2400493"/>
              <a:gd name="connsiteX2182" fmla="*/ 1590755 w 2401758"/>
              <a:gd name="connsiteY2182" fmla="*/ 1240783 h 2400493"/>
              <a:gd name="connsiteX2183" fmla="*/ 1605140 w 2401758"/>
              <a:gd name="connsiteY2183" fmla="*/ 1255168 h 2400493"/>
              <a:gd name="connsiteX2184" fmla="*/ 1590755 w 2401758"/>
              <a:gd name="connsiteY2184" fmla="*/ 1269552 h 2400493"/>
              <a:gd name="connsiteX2185" fmla="*/ 1576370 w 2401758"/>
              <a:gd name="connsiteY2185" fmla="*/ 1255168 h 2400493"/>
              <a:gd name="connsiteX2186" fmla="*/ 1590755 w 2401758"/>
              <a:gd name="connsiteY2186" fmla="*/ 1240783 h 2400493"/>
              <a:gd name="connsiteX2187" fmla="*/ 1456828 w 2401758"/>
              <a:gd name="connsiteY2187" fmla="*/ 1238799 h 2400493"/>
              <a:gd name="connsiteX2188" fmla="*/ 1474189 w 2401758"/>
              <a:gd name="connsiteY2188" fmla="*/ 1254672 h 2400493"/>
              <a:gd name="connsiteX2189" fmla="*/ 1457820 w 2401758"/>
              <a:gd name="connsiteY2189" fmla="*/ 1272033 h 2400493"/>
              <a:gd name="connsiteX2190" fmla="*/ 1440955 w 2401758"/>
              <a:gd name="connsiteY2190" fmla="*/ 1256656 h 2400493"/>
              <a:gd name="connsiteX2191" fmla="*/ 1456828 w 2401758"/>
              <a:gd name="connsiteY2191" fmla="*/ 1238799 h 2400493"/>
              <a:gd name="connsiteX2192" fmla="*/ 1388376 w 2401758"/>
              <a:gd name="connsiteY2192" fmla="*/ 1238799 h 2400493"/>
              <a:gd name="connsiteX2193" fmla="*/ 1405241 w 2401758"/>
              <a:gd name="connsiteY2193" fmla="*/ 1255168 h 2400493"/>
              <a:gd name="connsiteX2194" fmla="*/ 1388872 w 2401758"/>
              <a:gd name="connsiteY2194" fmla="*/ 1272033 h 2400493"/>
              <a:gd name="connsiteX2195" fmla="*/ 1372007 w 2401758"/>
              <a:gd name="connsiteY2195" fmla="*/ 1255664 h 2400493"/>
              <a:gd name="connsiteX2196" fmla="*/ 1388376 w 2401758"/>
              <a:gd name="connsiteY2196" fmla="*/ 1238799 h 2400493"/>
              <a:gd name="connsiteX2197" fmla="*/ 1321412 w 2401758"/>
              <a:gd name="connsiteY2197" fmla="*/ 1236815 h 2400493"/>
              <a:gd name="connsiteX2198" fmla="*/ 1332325 w 2401758"/>
              <a:gd name="connsiteY2198" fmla="*/ 1240783 h 2400493"/>
              <a:gd name="connsiteX2199" fmla="*/ 1340757 w 2401758"/>
              <a:gd name="connsiteY2199" fmla="*/ 1254672 h 2400493"/>
              <a:gd name="connsiteX2200" fmla="*/ 1336789 w 2401758"/>
              <a:gd name="connsiteY2200" fmla="*/ 1265585 h 2400493"/>
              <a:gd name="connsiteX2201" fmla="*/ 1321908 w 2401758"/>
              <a:gd name="connsiteY2201" fmla="*/ 1274513 h 2400493"/>
              <a:gd name="connsiteX2202" fmla="*/ 1310500 w 2401758"/>
              <a:gd name="connsiteY2202" fmla="*/ 1269057 h 2400493"/>
              <a:gd name="connsiteX2203" fmla="*/ 1303555 w 2401758"/>
              <a:gd name="connsiteY2203" fmla="*/ 1255168 h 2400493"/>
              <a:gd name="connsiteX2204" fmla="*/ 1307523 w 2401758"/>
              <a:gd name="connsiteY2204" fmla="*/ 1245247 h 2400493"/>
              <a:gd name="connsiteX2205" fmla="*/ 1321412 w 2401758"/>
              <a:gd name="connsiteY2205" fmla="*/ 1236815 h 2400493"/>
              <a:gd name="connsiteX2206" fmla="*/ 1255441 w 2401758"/>
              <a:gd name="connsiteY2206" fmla="*/ 1236815 h 2400493"/>
              <a:gd name="connsiteX2207" fmla="*/ 1268834 w 2401758"/>
              <a:gd name="connsiteY2207" fmla="*/ 1241279 h 2400493"/>
              <a:gd name="connsiteX2208" fmla="*/ 1275282 w 2401758"/>
              <a:gd name="connsiteY2208" fmla="*/ 1255168 h 2400493"/>
              <a:gd name="connsiteX2209" fmla="*/ 1268338 w 2401758"/>
              <a:gd name="connsiteY2209" fmla="*/ 1269057 h 2400493"/>
              <a:gd name="connsiteX2210" fmla="*/ 1255441 w 2401758"/>
              <a:gd name="connsiteY2210" fmla="*/ 1274513 h 2400493"/>
              <a:gd name="connsiteX2211" fmla="*/ 1242544 w 2401758"/>
              <a:gd name="connsiteY2211" fmla="*/ 1269057 h 2400493"/>
              <a:gd name="connsiteX2212" fmla="*/ 1237088 w 2401758"/>
              <a:gd name="connsiteY2212" fmla="*/ 1256160 h 2400493"/>
              <a:gd name="connsiteX2213" fmla="*/ 1242544 w 2401758"/>
              <a:gd name="connsiteY2213" fmla="*/ 1242271 h 2400493"/>
              <a:gd name="connsiteX2214" fmla="*/ 1255441 w 2401758"/>
              <a:gd name="connsiteY2214" fmla="*/ 1236815 h 2400493"/>
              <a:gd name="connsiteX2215" fmla="*/ 1187486 w 2401758"/>
              <a:gd name="connsiteY2215" fmla="*/ 1236319 h 2400493"/>
              <a:gd name="connsiteX2216" fmla="*/ 1204847 w 2401758"/>
              <a:gd name="connsiteY2216" fmla="*/ 1256160 h 2400493"/>
              <a:gd name="connsiteX2217" fmla="*/ 1185006 w 2401758"/>
              <a:gd name="connsiteY2217" fmla="*/ 1275009 h 2400493"/>
              <a:gd name="connsiteX2218" fmla="*/ 1167149 w 2401758"/>
              <a:gd name="connsiteY2218" fmla="*/ 1254176 h 2400493"/>
              <a:gd name="connsiteX2219" fmla="*/ 1187486 w 2401758"/>
              <a:gd name="connsiteY2219" fmla="*/ 1236319 h 2400493"/>
              <a:gd name="connsiteX2220" fmla="*/ 1120522 w 2401758"/>
              <a:gd name="connsiteY2220" fmla="*/ 1236319 h 2400493"/>
              <a:gd name="connsiteX2221" fmla="*/ 1133419 w 2401758"/>
              <a:gd name="connsiteY2221" fmla="*/ 1241279 h 2400493"/>
              <a:gd name="connsiteX2222" fmla="*/ 1138875 w 2401758"/>
              <a:gd name="connsiteY2222" fmla="*/ 1256160 h 2400493"/>
              <a:gd name="connsiteX2223" fmla="*/ 1133419 w 2401758"/>
              <a:gd name="connsiteY2223" fmla="*/ 1269553 h 2400493"/>
              <a:gd name="connsiteX2224" fmla="*/ 1118538 w 2401758"/>
              <a:gd name="connsiteY2224" fmla="*/ 1274513 h 2400493"/>
              <a:gd name="connsiteX2225" fmla="*/ 1105145 w 2401758"/>
              <a:gd name="connsiteY2225" fmla="*/ 1268561 h 2400493"/>
              <a:gd name="connsiteX2226" fmla="*/ 1100185 w 2401758"/>
              <a:gd name="connsiteY2226" fmla="*/ 1255168 h 2400493"/>
              <a:gd name="connsiteX2227" fmla="*/ 1105145 w 2401758"/>
              <a:gd name="connsiteY2227" fmla="*/ 1241775 h 2400493"/>
              <a:gd name="connsiteX2228" fmla="*/ 1120522 w 2401758"/>
              <a:gd name="connsiteY2228" fmla="*/ 1236319 h 2400493"/>
              <a:gd name="connsiteX2229" fmla="*/ 1053063 w 2401758"/>
              <a:gd name="connsiteY2229" fmla="*/ 1233839 h 2400493"/>
              <a:gd name="connsiteX2230" fmla="*/ 1074392 w 2401758"/>
              <a:gd name="connsiteY2230" fmla="*/ 1255664 h 2400493"/>
              <a:gd name="connsiteX2231" fmla="*/ 1052071 w 2401758"/>
              <a:gd name="connsiteY2231" fmla="*/ 1276497 h 2400493"/>
              <a:gd name="connsiteX2232" fmla="*/ 1031762 w 2401758"/>
              <a:gd name="connsiteY2232" fmla="*/ 1255168 h 2400493"/>
              <a:gd name="connsiteX2233" fmla="*/ 1053063 w 2401758"/>
              <a:gd name="connsiteY2233" fmla="*/ 1233839 h 2400493"/>
              <a:gd name="connsiteX2234" fmla="*/ 985604 w 2401758"/>
              <a:gd name="connsiteY2234" fmla="*/ 1233839 h 2400493"/>
              <a:gd name="connsiteX2235" fmla="*/ 1007429 w 2401758"/>
              <a:gd name="connsiteY2235" fmla="*/ 1255168 h 2400493"/>
              <a:gd name="connsiteX2236" fmla="*/ 987092 w 2401758"/>
              <a:gd name="connsiteY2236" fmla="*/ 1276993 h 2400493"/>
              <a:gd name="connsiteX2237" fmla="*/ 964275 w 2401758"/>
              <a:gd name="connsiteY2237" fmla="*/ 1256656 h 2400493"/>
              <a:gd name="connsiteX2238" fmla="*/ 985604 w 2401758"/>
              <a:gd name="connsiteY2238" fmla="*/ 1233839 h 2400493"/>
              <a:gd name="connsiteX2239" fmla="*/ 785225 w 2401758"/>
              <a:gd name="connsiteY2239" fmla="*/ 1233839 h 2400493"/>
              <a:gd name="connsiteX2240" fmla="*/ 805064 w 2401758"/>
              <a:gd name="connsiteY2240" fmla="*/ 1255664 h 2400493"/>
              <a:gd name="connsiteX2241" fmla="*/ 782744 w 2401758"/>
              <a:gd name="connsiteY2241" fmla="*/ 1276497 h 2400493"/>
              <a:gd name="connsiteX2242" fmla="*/ 762407 w 2401758"/>
              <a:gd name="connsiteY2242" fmla="*/ 1254176 h 2400493"/>
              <a:gd name="connsiteX2243" fmla="*/ 785225 w 2401758"/>
              <a:gd name="connsiteY2243" fmla="*/ 1233839 h 2400493"/>
              <a:gd name="connsiteX2244" fmla="*/ 917648 w 2401758"/>
              <a:gd name="connsiteY2244" fmla="*/ 1233343 h 2400493"/>
              <a:gd name="connsiteX2245" fmla="*/ 938481 w 2401758"/>
              <a:gd name="connsiteY2245" fmla="*/ 1254672 h 2400493"/>
              <a:gd name="connsiteX2246" fmla="*/ 917152 w 2401758"/>
              <a:gd name="connsiteY2246" fmla="*/ 1276497 h 2400493"/>
              <a:gd name="connsiteX2247" fmla="*/ 895823 w 2401758"/>
              <a:gd name="connsiteY2247" fmla="*/ 1254672 h 2400493"/>
              <a:gd name="connsiteX2248" fmla="*/ 917648 w 2401758"/>
              <a:gd name="connsiteY2248" fmla="*/ 1233343 h 2400493"/>
              <a:gd name="connsiteX2249" fmla="*/ 851211 w 2401758"/>
              <a:gd name="connsiteY2249" fmla="*/ 1232847 h 2400493"/>
              <a:gd name="connsiteX2250" fmla="*/ 866095 w 2401758"/>
              <a:gd name="connsiteY2250" fmla="*/ 1239295 h 2400493"/>
              <a:gd name="connsiteX2251" fmla="*/ 871550 w 2401758"/>
              <a:gd name="connsiteY2251" fmla="*/ 1254672 h 2400493"/>
              <a:gd name="connsiteX2252" fmla="*/ 870062 w 2401758"/>
              <a:gd name="connsiteY2252" fmla="*/ 1263601 h 2400493"/>
              <a:gd name="connsiteX2253" fmla="*/ 859645 w 2401758"/>
              <a:gd name="connsiteY2253" fmla="*/ 1274513 h 2400493"/>
              <a:gd name="connsiteX2254" fmla="*/ 849724 w 2401758"/>
              <a:gd name="connsiteY2254" fmla="*/ 1276993 h 2400493"/>
              <a:gd name="connsiteX2255" fmla="*/ 834349 w 2401758"/>
              <a:gd name="connsiteY2255" fmla="*/ 1270545 h 2400493"/>
              <a:gd name="connsiteX2256" fmla="*/ 828396 w 2401758"/>
              <a:gd name="connsiteY2256" fmla="*/ 1254176 h 2400493"/>
              <a:gd name="connsiteX2257" fmla="*/ 834844 w 2401758"/>
              <a:gd name="connsiteY2257" fmla="*/ 1238799 h 2400493"/>
              <a:gd name="connsiteX2258" fmla="*/ 851211 w 2401758"/>
              <a:gd name="connsiteY2258" fmla="*/ 1232847 h 2400493"/>
              <a:gd name="connsiteX2259" fmla="*/ 715277 w 2401758"/>
              <a:gd name="connsiteY2259" fmla="*/ 1231855 h 2400493"/>
              <a:gd name="connsiteX2260" fmla="*/ 738590 w 2401758"/>
              <a:gd name="connsiteY2260" fmla="*/ 1255664 h 2400493"/>
              <a:gd name="connsiteX2261" fmla="*/ 714285 w 2401758"/>
              <a:gd name="connsiteY2261" fmla="*/ 1279473 h 2400493"/>
              <a:gd name="connsiteX2262" fmla="*/ 690972 w 2401758"/>
              <a:gd name="connsiteY2262" fmla="*/ 1255664 h 2400493"/>
              <a:gd name="connsiteX2263" fmla="*/ 715277 w 2401758"/>
              <a:gd name="connsiteY2263" fmla="*/ 1231855 h 2400493"/>
              <a:gd name="connsiteX2264" fmla="*/ 312507 w 2401758"/>
              <a:gd name="connsiteY2264" fmla="*/ 1231855 h 2400493"/>
              <a:gd name="connsiteX2265" fmla="*/ 336318 w 2401758"/>
              <a:gd name="connsiteY2265" fmla="*/ 1255664 h 2400493"/>
              <a:gd name="connsiteX2266" fmla="*/ 312011 w 2401758"/>
              <a:gd name="connsiteY2266" fmla="*/ 1279473 h 2400493"/>
              <a:gd name="connsiteX2267" fmla="*/ 288698 w 2401758"/>
              <a:gd name="connsiteY2267" fmla="*/ 1254672 h 2400493"/>
              <a:gd name="connsiteX2268" fmla="*/ 312507 w 2401758"/>
              <a:gd name="connsiteY2268" fmla="*/ 1231855 h 2400493"/>
              <a:gd name="connsiteX2269" fmla="*/ 648801 w 2401758"/>
              <a:gd name="connsiteY2269" fmla="*/ 1231359 h 2400493"/>
              <a:gd name="connsiteX2270" fmla="*/ 671619 w 2401758"/>
              <a:gd name="connsiteY2270" fmla="*/ 1255664 h 2400493"/>
              <a:gd name="connsiteX2271" fmla="*/ 646817 w 2401758"/>
              <a:gd name="connsiteY2271" fmla="*/ 1278977 h 2400493"/>
              <a:gd name="connsiteX2272" fmla="*/ 624000 w 2401758"/>
              <a:gd name="connsiteY2272" fmla="*/ 1254672 h 2400493"/>
              <a:gd name="connsiteX2273" fmla="*/ 648801 w 2401758"/>
              <a:gd name="connsiteY2273" fmla="*/ 1231359 h 2400493"/>
              <a:gd name="connsiteX2274" fmla="*/ 582378 w 2401758"/>
              <a:gd name="connsiteY2274" fmla="*/ 1231359 h 2400493"/>
              <a:gd name="connsiteX2275" fmla="*/ 605198 w 2401758"/>
              <a:gd name="connsiteY2275" fmla="*/ 1255664 h 2400493"/>
              <a:gd name="connsiteX2276" fmla="*/ 580394 w 2401758"/>
              <a:gd name="connsiteY2276" fmla="*/ 1278978 h 2400493"/>
              <a:gd name="connsiteX2277" fmla="*/ 557575 w 2401758"/>
              <a:gd name="connsiteY2277" fmla="*/ 1254672 h 2400493"/>
              <a:gd name="connsiteX2278" fmla="*/ 582378 w 2401758"/>
              <a:gd name="connsiteY2278" fmla="*/ 1231359 h 2400493"/>
              <a:gd name="connsiteX2279" fmla="*/ 515413 w 2401758"/>
              <a:gd name="connsiteY2279" fmla="*/ 1231359 h 2400493"/>
              <a:gd name="connsiteX2280" fmla="*/ 538728 w 2401758"/>
              <a:gd name="connsiteY2280" fmla="*/ 1255664 h 2400493"/>
              <a:gd name="connsiteX2281" fmla="*/ 514421 w 2401758"/>
              <a:gd name="connsiteY2281" fmla="*/ 1278978 h 2400493"/>
              <a:gd name="connsiteX2282" fmla="*/ 491601 w 2401758"/>
              <a:gd name="connsiteY2282" fmla="*/ 1254176 h 2400493"/>
              <a:gd name="connsiteX2283" fmla="*/ 515413 w 2401758"/>
              <a:gd name="connsiteY2283" fmla="*/ 1231359 h 2400493"/>
              <a:gd name="connsiteX2284" fmla="*/ 445466 w 2401758"/>
              <a:gd name="connsiteY2284" fmla="*/ 1231359 h 2400493"/>
              <a:gd name="connsiteX2285" fmla="*/ 469278 w 2401758"/>
              <a:gd name="connsiteY2285" fmla="*/ 1255664 h 2400493"/>
              <a:gd name="connsiteX2286" fmla="*/ 444474 w 2401758"/>
              <a:gd name="connsiteY2286" fmla="*/ 1278978 h 2400493"/>
              <a:gd name="connsiteX2287" fmla="*/ 428103 w 2401758"/>
              <a:gd name="connsiteY2287" fmla="*/ 1272529 h 2400493"/>
              <a:gd name="connsiteX2288" fmla="*/ 421159 w 2401758"/>
              <a:gd name="connsiteY2288" fmla="*/ 1254176 h 2400493"/>
              <a:gd name="connsiteX2289" fmla="*/ 445466 w 2401758"/>
              <a:gd name="connsiteY2289" fmla="*/ 1231359 h 2400493"/>
              <a:gd name="connsiteX2290" fmla="*/ 378480 w 2401758"/>
              <a:gd name="connsiteY2290" fmla="*/ 1231359 h 2400493"/>
              <a:gd name="connsiteX2291" fmla="*/ 402787 w 2401758"/>
              <a:gd name="connsiteY2291" fmla="*/ 1254672 h 2400493"/>
              <a:gd name="connsiteX2292" fmla="*/ 379472 w 2401758"/>
              <a:gd name="connsiteY2292" fmla="*/ 1278978 h 2400493"/>
              <a:gd name="connsiteX2293" fmla="*/ 355166 w 2401758"/>
              <a:gd name="connsiteY2293" fmla="*/ 1255168 h 2400493"/>
              <a:gd name="connsiteX2294" fmla="*/ 362110 w 2401758"/>
              <a:gd name="connsiteY2294" fmla="*/ 1237807 h 2400493"/>
              <a:gd name="connsiteX2295" fmla="*/ 378480 w 2401758"/>
              <a:gd name="connsiteY2295" fmla="*/ 1231359 h 2400493"/>
              <a:gd name="connsiteX2296" fmla="*/ 243066 w 2401758"/>
              <a:gd name="connsiteY2296" fmla="*/ 1231359 h 2400493"/>
              <a:gd name="connsiteX2297" fmla="*/ 266876 w 2401758"/>
              <a:gd name="connsiteY2297" fmla="*/ 1255664 h 2400493"/>
              <a:gd name="connsiteX2298" fmla="*/ 242074 w 2401758"/>
              <a:gd name="connsiteY2298" fmla="*/ 1278978 h 2400493"/>
              <a:gd name="connsiteX2299" fmla="*/ 225705 w 2401758"/>
              <a:gd name="connsiteY2299" fmla="*/ 1272529 h 2400493"/>
              <a:gd name="connsiteX2300" fmla="*/ 218761 w 2401758"/>
              <a:gd name="connsiteY2300" fmla="*/ 1254176 h 2400493"/>
              <a:gd name="connsiteX2301" fmla="*/ 243066 w 2401758"/>
              <a:gd name="connsiteY2301" fmla="*/ 1231359 h 2400493"/>
              <a:gd name="connsiteX2302" fmla="*/ 175604 w 2401758"/>
              <a:gd name="connsiteY2302" fmla="*/ 1231359 h 2400493"/>
              <a:gd name="connsiteX2303" fmla="*/ 200406 w 2401758"/>
              <a:gd name="connsiteY2303" fmla="*/ 1254672 h 2400493"/>
              <a:gd name="connsiteX2304" fmla="*/ 176596 w 2401758"/>
              <a:gd name="connsiteY2304" fmla="*/ 1278978 h 2400493"/>
              <a:gd name="connsiteX2305" fmla="*/ 152787 w 2401758"/>
              <a:gd name="connsiteY2305" fmla="*/ 1255168 h 2400493"/>
              <a:gd name="connsiteX2306" fmla="*/ 175604 w 2401758"/>
              <a:gd name="connsiteY2306" fmla="*/ 1231359 h 2400493"/>
              <a:gd name="connsiteX2307" fmla="*/ 110140 w 2401758"/>
              <a:gd name="connsiteY2307" fmla="*/ 1231359 h 2400493"/>
              <a:gd name="connsiteX2308" fmla="*/ 133950 w 2401758"/>
              <a:gd name="connsiteY2308" fmla="*/ 1255664 h 2400493"/>
              <a:gd name="connsiteX2309" fmla="*/ 109644 w 2401758"/>
              <a:gd name="connsiteY2309" fmla="*/ 1278978 h 2400493"/>
              <a:gd name="connsiteX2310" fmla="*/ 86331 w 2401758"/>
              <a:gd name="connsiteY2310" fmla="*/ 1254176 h 2400493"/>
              <a:gd name="connsiteX2311" fmla="*/ 110140 w 2401758"/>
              <a:gd name="connsiteY2311" fmla="*/ 1231359 h 2400493"/>
              <a:gd name="connsiteX2312" fmla="*/ 43177 w 2401758"/>
              <a:gd name="connsiteY2312" fmla="*/ 1231359 h 2400493"/>
              <a:gd name="connsiteX2313" fmla="*/ 66986 w 2401758"/>
              <a:gd name="connsiteY2313" fmla="*/ 1255664 h 2400493"/>
              <a:gd name="connsiteX2314" fmla="*/ 42681 w 2401758"/>
              <a:gd name="connsiteY2314" fmla="*/ 1278978 h 2400493"/>
              <a:gd name="connsiteX2315" fmla="*/ 19368 w 2401758"/>
              <a:gd name="connsiteY2315" fmla="*/ 1254176 h 2400493"/>
              <a:gd name="connsiteX2316" fmla="*/ 43177 w 2401758"/>
              <a:gd name="connsiteY2316" fmla="*/ 1231359 h 2400493"/>
              <a:gd name="connsiteX2317" fmla="*/ 2128448 w 2401758"/>
              <a:gd name="connsiteY2317" fmla="*/ 1182748 h 2400493"/>
              <a:gd name="connsiteX2318" fmla="*/ 2131424 w 2401758"/>
              <a:gd name="connsiteY2318" fmla="*/ 1185724 h 2400493"/>
              <a:gd name="connsiteX2319" fmla="*/ 2128944 w 2401758"/>
              <a:gd name="connsiteY2319" fmla="*/ 1188700 h 2400493"/>
              <a:gd name="connsiteX2320" fmla="*/ 2126960 w 2401758"/>
              <a:gd name="connsiteY2320" fmla="*/ 1187212 h 2400493"/>
              <a:gd name="connsiteX2321" fmla="*/ 2128448 w 2401758"/>
              <a:gd name="connsiteY2321" fmla="*/ 1182748 h 2400493"/>
              <a:gd name="connsiteX2322" fmla="*/ 2062476 w 2401758"/>
              <a:gd name="connsiteY2322" fmla="*/ 1182252 h 2400493"/>
              <a:gd name="connsiteX2323" fmla="*/ 2068429 w 2401758"/>
              <a:gd name="connsiteY2323" fmla="*/ 1185724 h 2400493"/>
              <a:gd name="connsiteX2324" fmla="*/ 2063469 w 2401758"/>
              <a:gd name="connsiteY2324" fmla="*/ 1191181 h 2400493"/>
              <a:gd name="connsiteX2325" fmla="*/ 2058012 w 2401758"/>
              <a:gd name="connsiteY2325" fmla="*/ 1186716 h 2400493"/>
              <a:gd name="connsiteX2326" fmla="*/ 2062476 w 2401758"/>
              <a:gd name="connsiteY2326" fmla="*/ 1182252 h 2400493"/>
              <a:gd name="connsiteX2327" fmla="*/ 1995512 w 2401758"/>
              <a:gd name="connsiteY2327" fmla="*/ 1179772 h 2400493"/>
              <a:gd name="connsiteX2328" fmla="*/ 2003945 w 2401758"/>
              <a:gd name="connsiteY2328" fmla="*/ 1186221 h 2400493"/>
              <a:gd name="connsiteX2329" fmla="*/ 1996008 w 2401758"/>
              <a:gd name="connsiteY2329" fmla="*/ 1193165 h 2400493"/>
              <a:gd name="connsiteX2330" fmla="*/ 1988072 w 2401758"/>
              <a:gd name="connsiteY2330" fmla="*/ 1186221 h 2400493"/>
              <a:gd name="connsiteX2331" fmla="*/ 1995512 w 2401758"/>
              <a:gd name="connsiteY2331" fmla="*/ 1179772 h 2400493"/>
              <a:gd name="connsiteX2332" fmla="*/ 1928549 w 2401758"/>
              <a:gd name="connsiteY2332" fmla="*/ 1176796 h 2400493"/>
              <a:gd name="connsiteX2333" fmla="*/ 1938469 w 2401758"/>
              <a:gd name="connsiteY2333" fmla="*/ 1185724 h 2400493"/>
              <a:gd name="connsiteX2334" fmla="*/ 1930037 w 2401758"/>
              <a:gd name="connsiteY2334" fmla="*/ 1195645 h 2400493"/>
              <a:gd name="connsiteX2335" fmla="*/ 1919620 w 2401758"/>
              <a:gd name="connsiteY2335" fmla="*/ 1186221 h 2400493"/>
              <a:gd name="connsiteX2336" fmla="*/ 1922100 w 2401758"/>
              <a:gd name="connsiteY2336" fmla="*/ 1180268 h 2400493"/>
              <a:gd name="connsiteX2337" fmla="*/ 1928549 w 2401758"/>
              <a:gd name="connsiteY2337" fmla="*/ 1176796 h 2400493"/>
              <a:gd name="connsiteX2338" fmla="*/ 1860593 w 2401758"/>
              <a:gd name="connsiteY2338" fmla="*/ 1176300 h 2400493"/>
              <a:gd name="connsiteX2339" fmla="*/ 1869522 w 2401758"/>
              <a:gd name="connsiteY2339" fmla="*/ 1186221 h 2400493"/>
              <a:gd name="connsiteX2340" fmla="*/ 1860097 w 2401758"/>
              <a:gd name="connsiteY2340" fmla="*/ 1195645 h 2400493"/>
              <a:gd name="connsiteX2341" fmla="*/ 1850673 w 2401758"/>
              <a:gd name="connsiteY2341" fmla="*/ 1185228 h 2400493"/>
              <a:gd name="connsiteX2342" fmla="*/ 1860593 w 2401758"/>
              <a:gd name="connsiteY2342" fmla="*/ 1176300 h 2400493"/>
              <a:gd name="connsiteX2343" fmla="*/ 1794126 w 2401758"/>
              <a:gd name="connsiteY2343" fmla="*/ 1174315 h 2400493"/>
              <a:gd name="connsiteX2344" fmla="*/ 1805038 w 2401758"/>
              <a:gd name="connsiteY2344" fmla="*/ 1186716 h 2400493"/>
              <a:gd name="connsiteX2345" fmla="*/ 1793134 w 2401758"/>
              <a:gd name="connsiteY2345" fmla="*/ 1198124 h 2400493"/>
              <a:gd name="connsiteX2346" fmla="*/ 1781229 w 2401758"/>
              <a:gd name="connsiteY2346" fmla="*/ 1185228 h 2400493"/>
              <a:gd name="connsiteX2347" fmla="*/ 1794126 w 2401758"/>
              <a:gd name="connsiteY2347" fmla="*/ 1174315 h 2400493"/>
              <a:gd name="connsiteX2348" fmla="*/ 1725674 w 2401758"/>
              <a:gd name="connsiteY2348" fmla="*/ 1171835 h 2400493"/>
              <a:gd name="connsiteX2349" fmla="*/ 1740555 w 2401758"/>
              <a:gd name="connsiteY2349" fmla="*/ 1185724 h 2400493"/>
              <a:gd name="connsiteX2350" fmla="*/ 1736587 w 2401758"/>
              <a:gd name="connsiteY2350" fmla="*/ 1193660 h 2400493"/>
              <a:gd name="connsiteX2351" fmla="*/ 1716250 w 2401758"/>
              <a:gd name="connsiteY2351" fmla="*/ 1194156 h 2400493"/>
              <a:gd name="connsiteX2352" fmla="*/ 1716250 w 2401758"/>
              <a:gd name="connsiteY2352" fmla="*/ 1178779 h 2400493"/>
              <a:gd name="connsiteX2353" fmla="*/ 1725674 w 2401758"/>
              <a:gd name="connsiteY2353" fmla="*/ 1171835 h 2400493"/>
              <a:gd name="connsiteX2354" fmla="*/ 1657719 w 2401758"/>
              <a:gd name="connsiteY2354" fmla="*/ 1171835 h 2400493"/>
              <a:gd name="connsiteX2355" fmla="*/ 1671608 w 2401758"/>
              <a:gd name="connsiteY2355" fmla="*/ 1186220 h 2400493"/>
              <a:gd name="connsiteX2356" fmla="*/ 1657223 w 2401758"/>
              <a:gd name="connsiteY2356" fmla="*/ 1200109 h 2400493"/>
              <a:gd name="connsiteX2357" fmla="*/ 1643334 w 2401758"/>
              <a:gd name="connsiteY2357" fmla="*/ 1185724 h 2400493"/>
              <a:gd name="connsiteX2358" fmla="*/ 1657719 w 2401758"/>
              <a:gd name="connsiteY2358" fmla="*/ 1171835 h 2400493"/>
              <a:gd name="connsiteX2359" fmla="*/ 1591251 w 2401758"/>
              <a:gd name="connsiteY2359" fmla="*/ 1171835 h 2400493"/>
              <a:gd name="connsiteX2360" fmla="*/ 1605140 w 2401758"/>
              <a:gd name="connsiteY2360" fmla="*/ 1186220 h 2400493"/>
              <a:gd name="connsiteX2361" fmla="*/ 1591251 w 2401758"/>
              <a:gd name="connsiteY2361" fmla="*/ 1200605 h 2400493"/>
              <a:gd name="connsiteX2362" fmla="*/ 1576866 w 2401758"/>
              <a:gd name="connsiteY2362" fmla="*/ 1185724 h 2400493"/>
              <a:gd name="connsiteX2363" fmla="*/ 1591251 w 2401758"/>
              <a:gd name="connsiteY2363" fmla="*/ 1171835 h 2400493"/>
              <a:gd name="connsiteX2364" fmla="*/ 1523792 w 2401758"/>
              <a:gd name="connsiteY2364" fmla="*/ 1169355 h 2400493"/>
              <a:gd name="connsiteX2365" fmla="*/ 1540657 w 2401758"/>
              <a:gd name="connsiteY2365" fmla="*/ 1186220 h 2400493"/>
              <a:gd name="connsiteX2366" fmla="*/ 1523792 w 2401758"/>
              <a:gd name="connsiteY2366" fmla="*/ 1202589 h 2400493"/>
              <a:gd name="connsiteX2367" fmla="*/ 1507423 w 2401758"/>
              <a:gd name="connsiteY2367" fmla="*/ 1185228 h 2400493"/>
              <a:gd name="connsiteX2368" fmla="*/ 1523792 w 2401758"/>
              <a:gd name="connsiteY2368" fmla="*/ 1169355 h 2400493"/>
              <a:gd name="connsiteX2369" fmla="*/ 1457820 w 2401758"/>
              <a:gd name="connsiteY2369" fmla="*/ 1169355 h 2400493"/>
              <a:gd name="connsiteX2370" fmla="*/ 1474189 w 2401758"/>
              <a:gd name="connsiteY2370" fmla="*/ 1186220 h 2400493"/>
              <a:gd name="connsiteX2371" fmla="*/ 1457324 w 2401758"/>
              <a:gd name="connsiteY2371" fmla="*/ 1202589 h 2400493"/>
              <a:gd name="connsiteX2372" fmla="*/ 1440955 w 2401758"/>
              <a:gd name="connsiteY2372" fmla="*/ 1185724 h 2400493"/>
              <a:gd name="connsiteX2373" fmla="*/ 1457820 w 2401758"/>
              <a:gd name="connsiteY2373" fmla="*/ 1169355 h 2400493"/>
              <a:gd name="connsiteX2374" fmla="*/ 1321908 w 2401758"/>
              <a:gd name="connsiteY2374" fmla="*/ 1167371 h 2400493"/>
              <a:gd name="connsiteX2375" fmla="*/ 1334805 w 2401758"/>
              <a:gd name="connsiteY2375" fmla="*/ 1172331 h 2400493"/>
              <a:gd name="connsiteX2376" fmla="*/ 1341749 w 2401758"/>
              <a:gd name="connsiteY2376" fmla="*/ 1186220 h 2400493"/>
              <a:gd name="connsiteX2377" fmla="*/ 1334805 w 2401758"/>
              <a:gd name="connsiteY2377" fmla="*/ 1200109 h 2400493"/>
              <a:gd name="connsiteX2378" fmla="*/ 1321908 w 2401758"/>
              <a:gd name="connsiteY2378" fmla="*/ 1205069 h 2400493"/>
              <a:gd name="connsiteX2379" fmla="*/ 1309011 w 2401758"/>
              <a:gd name="connsiteY2379" fmla="*/ 1199613 h 2400493"/>
              <a:gd name="connsiteX2380" fmla="*/ 1303555 w 2401758"/>
              <a:gd name="connsiteY2380" fmla="*/ 1185724 h 2400493"/>
              <a:gd name="connsiteX2381" fmla="*/ 1309011 w 2401758"/>
              <a:gd name="connsiteY2381" fmla="*/ 1172827 h 2400493"/>
              <a:gd name="connsiteX2382" fmla="*/ 1321908 w 2401758"/>
              <a:gd name="connsiteY2382" fmla="*/ 1167371 h 2400493"/>
              <a:gd name="connsiteX2383" fmla="*/ 1254945 w 2401758"/>
              <a:gd name="connsiteY2383" fmla="*/ 1167371 h 2400493"/>
              <a:gd name="connsiteX2384" fmla="*/ 1274290 w 2401758"/>
              <a:gd name="connsiteY2384" fmla="*/ 1186716 h 2400493"/>
              <a:gd name="connsiteX2385" fmla="*/ 1254449 w 2401758"/>
              <a:gd name="connsiteY2385" fmla="*/ 1205565 h 2400493"/>
              <a:gd name="connsiteX2386" fmla="*/ 1236096 w 2401758"/>
              <a:gd name="connsiteY2386" fmla="*/ 1185724 h 2400493"/>
              <a:gd name="connsiteX2387" fmla="*/ 1254945 w 2401758"/>
              <a:gd name="connsiteY2387" fmla="*/ 1167371 h 2400493"/>
              <a:gd name="connsiteX2388" fmla="*/ 1185997 w 2401758"/>
              <a:gd name="connsiteY2388" fmla="*/ 1167371 h 2400493"/>
              <a:gd name="connsiteX2389" fmla="*/ 1200382 w 2401758"/>
              <a:gd name="connsiteY2389" fmla="*/ 1172827 h 2400493"/>
              <a:gd name="connsiteX2390" fmla="*/ 1204846 w 2401758"/>
              <a:gd name="connsiteY2390" fmla="*/ 1185228 h 2400493"/>
              <a:gd name="connsiteX2391" fmla="*/ 1200382 w 2401758"/>
              <a:gd name="connsiteY2391" fmla="*/ 1199613 h 2400493"/>
              <a:gd name="connsiteX2392" fmla="*/ 1185997 w 2401758"/>
              <a:gd name="connsiteY2392" fmla="*/ 1205565 h 2400493"/>
              <a:gd name="connsiteX2393" fmla="*/ 1172604 w 2401758"/>
              <a:gd name="connsiteY2393" fmla="*/ 1200605 h 2400493"/>
              <a:gd name="connsiteX2394" fmla="*/ 1167148 w 2401758"/>
              <a:gd name="connsiteY2394" fmla="*/ 1186220 h 2400493"/>
              <a:gd name="connsiteX2395" fmla="*/ 1172604 w 2401758"/>
              <a:gd name="connsiteY2395" fmla="*/ 1172827 h 2400493"/>
              <a:gd name="connsiteX2396" fmla="*/ 1185997 w 2401758"/>
              <a:gd name="connsiteY2396" fmla="*/ 1167371 h 2400493"/>
              <a:gd name="connsiteX2397" fmla="*/ 1388872 w 2401758"/>
              <a:gd name="connsiteY2397" fmla="*/ 1166875 h 2400493"/>
              <a:gd name="connsiteX2398" fmla="*/ 1403257 w 2401758"/>
              <a:gd name="connsiteY2398" fmla="*/ 1175803 h 2400493"/>
              <a:gd name="connsiteX2399" fmla="*/ 1407225 w 2401758"/>
              <a:gd name="connsiteY2399" fmla="*/ 1186716 h 2400493"/>
              <a:gd name="connsiteX2400" fmla="*/ 1398793 w 2401758"/>
              <a:gd name="connsiteY2400" fmla="*/ 1200605 h 2400493"/>
              <a:gd name="connsiteX2401" fmla="*/ 1387880 w 2401758"/>
              <a:gd name="connsiteY2401" fmla="*/ 1204573 h 2400493"/>
              <a:gd name="connsiteX2402" fmla="*/ 1373991 w 2401758"/>
              <a:gd name="connsiteY2402" fmla="*/ 1195645 h 2400493"/>
              <a:gd name="connsiteX2403" fmla="*/ 1370023 w 2401758"/>
              <a:gd name="connsiteY2403" fmla="*/ 1185724 h 2400493"/>
              <a:gd name="connsiteX2404" fmla="*/ 1377959 w 2401758"/>
              <a:gd name="connsiteY2404" fmla="*/ 1171339 h 2400493"/>
              <a:gd name="connsiteX2405" fmla="*/ 1388872 w 2401758"/>
              <a:gd name="connsiteY2405" fmla="*/ 1166875 h 2400493"/>
              <a:gd name="connsiteX2406" fmla="*/ 1119529 w 2401758"/>
              <a:gd name="connsiteY2406" fmla="*/ 1165387 h 2400493"/>
              <a:gd name="connsiteX2407" fmla="*/ 1140858 w 2401758"/>
              <a:gd name="connsiteY2407" fmla="*/ 1186717 h 2400493"/>
              <a:gd name="connsiteX2408" fmla="*/ 1119033 w 2401758"/>
              <a:gd name="connsiteY2408" fmla="*/ 1208046 h 2400493"/>
              <a:gd name="connsiteX2409" fmla="*/ 1098200 w 2401758"/>
              <a:gd name="connsiteY2409" fmla="*/ 1185725 h 2400493"/>
              <a:gd name="connsiteX2410" fmla="*/ 1119529 w 2401758"/>
              <a:gd name="connsiteY2410" fmla="*/ 1165387 h 2400493"/>
              <a:gd name="connsiteX2411" fmla="*/ 1052566 w 2401758"/>
              <a:gd name="connsiteY2411" fmla="*/ 1164891 h 2400493"/>
              <a:gd name="connsiteX2412" fmla="*/ 1074391 w 2401758"/>
              <a:gd name="connsiteY2412" fmla="*/ 1186220 h 2400493"/>
              <a:gd name="connsiteX2413" fmla="*/ 1053558 w 2401758"/>
              <a:gd name="connsiteY2413" fmla="*/ 1207549 h 2400493"/>
              <a:gd name="connsiteX2414" fmla="*/ 1031277 w 2401758"/>
              <a:gd name="connsiteY2414" fmla="*/ 1186716 h 2400493"/>
              <a:gd name="connsiteX2415" fmla="*/ 1052566 w 2401758"/>
              <a:gd name="connsiteY2415" fmla="*/ 1164891 h 2400493"/>
              <a:gd name="connsiteX2416" fmla="*/ 985624 w 2401758"/>
              <a:gd name="connsiteY2416" fmla="*/ 1164891 h 2400493"/>
              <a:gd name="connsiteX2417" fmla="*/ 1007449 w 2401758"/>
              <a:gd name="connsiteY2417" fmla="*/ 1186220 h 2400493"/>
              <a:gd name="connsiteX2418" fmla="*/ 987112 w 2401758"/>
              <a:gd name="connsiteY2418" fmla="*/ 1208045 h 2400493"/>
              <a:gd name="connsiteX2419" fmla="*/ 964295 w 2401758"/>
              <a:gd name="connsiteY2419" fmla="*/ 1187708 h 2400493"/>
              <a:gd name="connsiteX2420" fmla="*/ 985624 w 2401758"/>
              <a:gd name="connsiteY2420" fmla="*/ 1164891 h 2400493"/>
              <a:gd name="connsiteX2421" fmla="*/ 917675 w 2401758"/>
              <a:gd name="connsiteY2421" fmla="*/ 1164395 h 2400493"/>
              <a:gd name="connsiteX2422" fmla="*/ 938508 w 2401758"/>
              <a:gd name="connsiteY2422" fmla="*/ 1185228 h 2400493"/>
              <a:gd name="connsiteX2423" fmla="*/ 917179 w 2401758"/>
              <a:gd name="connsiteY2423" fmla="*/ 1207549 h 2400493"/>
              <a:gd name="connsiteX2424" fmla="*/ 895851 w 2401758"/>
              <a:gd name="connsiteY2424" fmla="*/ 1185724 h 2400493"/>
              <a:gd name="connsiteX2425" fmla="*/ 917675 w 2401758"/>
              <a:gd name="connsiteY2425" fmla="*/ 1164395 h 2400493"/>
              <a:gd name="connsiteX2426" fmla="*/ 851698 w 2401758"/>
              <a:gd name="connsiteY2426" fmla="*/ 1162411 h 2400493"/>
              <a:gd name="connsiteX2427" fmla="*/ 868068 w 2401758"/>
              <a:gd name="connsiteY2427" fmla="*/ 1171339 h 2400493"/>
              <a:gd name="connsiteX2428" fmla="*/ 874516 w 2401758"/>
              <a:gd name="connsiteY2428" fmla="*/ 1186220 h 2400493"/>
              <a:gd name="connsiteX2429" fmla="*/ 866085 w 2401758"/>
              <a:gd name="connsiteY2429" fmla="*/ 1203085 h 2400493"/>
              <a:gd name="connsiteX2430" fmla="*/ 849715 w 2401758"/>
              <a:gd name="connsiteY2430" fmla="*/ 1210030 h 2400493"/>
              <a:gd name="connsiteX2431" fmla="*/ 833347 w 2401758"/>
              <a:gd name="connsiteY2431" fmla="*/ 1201101 h 2400493"/>
              <a:gd name="connsiteX2432" fmla="*/ 827393 w 2401758"/>
              <a:gd name="connsiteY2432" fmla="*/ 1186220 h 2400493"/>
              <a:gd name="connsiteX2433" fmla="*/ 835330 w 2401758"/>
              <a:gd name="connsiteY2433" fmla="*/ 1169355 h 2400493"/>
              <a:gd name="connsiteX2434" fmla="*/ 851698 w 2401758"/>
              <a:gd name="connsiteY2434" fmla="*/ 1162411 h 2400493"/>
              <a:gd name="connsiteX2435" fmla="*/ 783244 w 2401758"/>
              <a:gd name="connsiteY2435" fmla="*/ 1162411 h 2400493"/>
              <a:gd name="connsiteX2436" fmla="*/ 807549 w 2401758"/>
              <a:gd name="connsiteY2436" fmla="*/ 1185228 h 2400493"/>
              <a:gd name="connsiteX2437" fmla="*/ 784236 w 2401758"/>
              <a:gd name="connsiteY2437" fmla="*/ 1210030 h 2400493"/>
              <a:gd name="connsiteX2438" fmla="*/ 759929 w 2401758"/>
              <a:gd name="connsiteY2438" fmla="*/ 1187212 h 2400493"/>
              <a:gd name="connsiteX2439" fmla="*/ 783244 w 2401758"/>
              <a:gd name="connsiteY2439" fmla="*/ 1162411 h 2400493"/>
              <a:gd name="connsiteX2440" fmla="*/ 715275 w 2401758"/>
              <a:gd name="connsiteY2440" fmla="*/ 1162411 h 2400493"/>
              <a:gd name="connsiteX2441" fmla="*/ 738588 w 2401758"/>
              <a:gd name="connsiteY2441" fmla="*/ 1187212 h 2400493"/>
              <a:gd name="connsiteX2442" fmla="*/ 714283 w 2401758"/>
              <a:gd name="connsiteY2442" fmla="*/ 1210030 h 2400493"/>
              <a:gd name="connsiteX2443" fmla="*/ 690970 w 2401758"/>
              <a:gd name="connsiteY2443" fmla="*/ 1185228 h 2400493"/>
              <a:gd name="connsiteX2444" fmla="*/ 715275 w 2401758"/>
              <a:gd name="connsiteY2444" fmla="*/ 1162411 h 2400493"/>
              <a:gd name="connsiteX2445" fmla="*/ 648347 w 2401758"/>
              <a:gd name="connsiteY2445" fmla="*/ 1162411 h 2400493"/>
              <a:gd name="connsiteX2446" fmla="*/ 671163 w 2401758"/>
              <a:gd name="connsiteY2446" fmla="*/ 1187213 h 2400493"/>
              <a:gd name="connsiteX2447" fmla="*/ 647355 w 2401758"/>
              <a:gd name="connsiteY2447" fmla="*/ 1210030 h 2400493"/>
              <a:gd name="connsiteX2448" fmla="*/ 624044 w 2401758"/>
              <a:gd name="connsiteY2448" fmla="*/ 1185725 h 2400493"/>
              <a:gd name="connsiteX2449" fmla="*/ 648347 w 2401758"/>
              <a:gd name="connsiteY2449" fmla="*/ 1162411 h 2400493"/>
              <a:gd name="connsiteX2450" fmla="*/ 581362 w 2401758"/>
              <a:gd name="connsiteY2450" fmla="*/ 1162411 h 2400493"/>
              <a:gd name="connsiteX2451" fmla="*/ 605173 w 2401758"/>
              <a:gd name="connsiteY2451" fmla="*/ 1186716 h 2400493"/>
              <a:gd name="connsiteX2452" fmla="*/ 580866 w 2401758"/>
              <a:gd name="connsiteY2452" fmla="*/ 1210030 h 2400493"/>
              <a:gd name="connsiteX2453" fmla="*/ 557552 w 2401758"/>
              <a:gd name="connsiteY2453" fmla="*/ 1185228 h 2400493"/>
              <a:gd name="connsiteX2454" fmla="*/ 581362 w 2401758"/>
              <a:gd name="connsiteY2454" fmla="*/ 1162411 h 2400493"/>
              <a:gd name="connsiteX2455" fmla="*/ 513918 w 2401758"/>
              <a:gd name="connsiteY2455" fmla="*/ 1162411 h 2400493"/>
              <a:gd name="connsiteX2456" fmla="*/ 538723 w 2401758"/>
              <a:gd name="connsiteY2456" fmla="*/ 1185724 h 2400493"/>
              <a:gd name="connsiteX2457" fmla="*/ 514910 w 2401758"/>
              <a:gd name="connsiteY2457" fmla="*/ 1210030 h 2400493"/>
              <a:gd name="connsiteX2458" fmla="*/ 490603 w 2401758"/>
              <a:gd name="connsiteY2458" fmla="*/ 1186220 h 2400493"/>
              <a:gd name="connsiteX2459" fmla="*/ 497548 w 2401758"/>
              <a:gd name="connsiteY2459" fmla="*/ 1168859 h 2400493"/>
              <a:gd name="connsiteX2460" fmla="*/ 513918 w 2401758"/>
              <a:gd name="connsiteY2460" fmla="*/ 1162411 h 2400493"/>
              <a:gd name="connsiteX2461" fmla="*/ 446424 w 2401758"/>
              <a:gd name="connsiteY2461" fmla="*/ 1161915 h 2400493"/>
              <a:gd name="connsiteX2462" fmla="*/ 469738 w 2401758"/>
              <a:gd name="connsiteY2462" fmla="*/ 1185228 h 2400493"/>
              <a:gd name="connsiteX2463" fmla="*/ 445928 w 2401758"/>
              <a:gd name="connsiteY2463" fmla="*/ 1210030 h 2400493"/>
              <a:gd name="connsiteX2464" fmla="*/ 422118 w 2401758"/>
              <a:gd name="connsiteY2464" fmla="*/ 1185724 h 2400493"/>
              <a:gd name="connsiteX2465" fmla="*/ 446424 w 2401758"/>
              <a:gd name="connsiteY2465" fmla="*/ 1161915 h 2400493"/>
              <a:gd name="connsiteX2466" fmla="*/ 109632 w 2401758"/>
              <a:gd name="connsiteY2466" fmla="*/ 1160923 h 2400493"/>
              <a:gd name="connsiteX2467" fmla="*/ 127985 w 2401758"/>
              <a:gd name="connsiteY2467" fmla="*/ 1167371 h 2400493"/>
              <a:gd name="connsiteX2468" fmla="*/ 136914 w 2401758"/>
              <a:gd name="connsiteY2468" fmla="*/ 1186220 h 2400493"/>
              <a:gd name="connsiteX2469" fmla="*/ 128977 w 2401758"/>
              <a:gd name="connsiteY2469" fmla="*/ 1204573 h 2400493"/>
              <a:gd name="connsiteX2470" fmla="*/ 111120 w 2401758"/>
              <a:gd name="connsiteY2470" fmla="*/ 1212510 h 2400493"/>
              <a:gd name="connsiteX2471" fmla="*/ 92767 w 2401758"/>
              <a:gd name="connsiteY2471" fmla="*/ 1206062 h 2400493"/>
              <a:gd name="connsiteX2472" fmla="*/ 84335 w 2401758"/>
              <a:gd name="connsiteY2472" fmla="*/ 1187213 h 2400493"/>
              <a:gd name="connsiteX2473" fmla="*/ 91775 w 2401758"/>
              <a:gd name="connsiteY2473" fmla="*/ 1168860 h 2400493"/>
              <a:gd name="connsiteX2474" fmla="*/ 109632 w 2401758"/>
              <a:gd name="connsiteY2474" fmla="*/ 1160923 h 2400493"/>
              <a:gd name="connsiteX2475" fmla="*/ 42680 w 2401758"/>
              <a:gd name="connsiteY2475" fmla="*/ 1160923 h 2400493"/>
              <a:gd name="connsiteX2476" fmla="*/ 61033 w 2401758"/>
              <a:gd name="connsiteY2476" fmla="*/ 1167371 h 2400493"/>
              <a:gd name="connsiteX2477" fmla="*/ 69962 w 2401758"/>
              <a:gd name="connsiteY2477" fmla="*/ 1186220 h 2400493"/>
              <a:gd name="connsiteX2478" fmla="*/ 62025 w 2401758"/>
              <a:gd name="connsiteY2478" fmla="*/ 1204573 h 2400493"/>
              <a:gd name="connsiteX2479" fmla="*/ 44168 w 2401758"/>
              <a:gd name="connsiteY2479" fmla="*/ 1212510 h 2400493"/>
              <a:gd name="connsiteX2480" fmla="*/ 25816 w 2401758"/>
              <a:gd name="connsiteY2480" fmla="*/ 1206062 h 2400493"/>
              <a:gd name="connsiteX2481" fmla="*/ 17384 w 2401758"/>
              <a:gd name="connsiteY2481" fmla="*/ 1187213 h 2400493"/>
              <a:gd name="connsiteX2482" fmla="*/ 24824 w 2401758"/>
              <a:gd name="connsiteY2482" fmla="*/ 1168860 h 2400493"/>
              <a:gd name="connsiteX2483" fmla="*/ 42680 w 2401758"/>
              <a:gd name="connsiteY2483" fmla="*/ 1160923 h 2400493"/>
              <a:gd name="connsiteX2484" fmla="*/ 243548 w 2401758"/>
              <a:gd name="connsiteY2484" fmla="*/ 1159931 h 2400493"/>
              <a:gd name="connsiteX2485" fmla="*/ 261405 w 2401758"/>
              <a:gd name="connsiteY2485" fmla="*/ 1168363 h 2400493"/>
              <a:gd name="connsiteX2486" fmla="*/ 269342 w 2401758"/>
              <a:gd name="connsiteY2486" fmla="*/ 1187212 h 2400493"/>
              <a:gd name="connsiteX2487" fmla="*/ 260909 w 2401758"/>
              <a:gd name="connsiteY2487" fmla="*/ 1205069 h 2400493"/>
              <a:gd name="connsiteX2488" fmla="*/ 242556 w 2401758"/>
              <a:gd name="connsiteY2488" fmla="*/ 1212510 h 2400493"/>
              <a:gd name="connsiteX2489" fmla="*/ 224699 w 2401758"/>
              <a:gd name="connsiteY2489" fmla="*/ 1204077 h 2400493"/>
              <a:gd name="connsiteX2490" fmla="*/ 216763 w 2401758"/>
              <a:gd name="connsiteY2490" fmla="*/ 1185228 h 2400493"/>
              <a:gd name="connsiteX2491" fmla="*/ 225196 w 2401758"/>
              <a:gd name="connsiteY2491" fmla="*/ 1167371 h 2400493"/>
              <a:gd name="connsiteX2492" fmla="*/ 243548 w 2401758"/>
              <a:gd name="connsiteY2492" fmla="*/ 1159931 h 2400493"/>
              <a:gd name="connsiteX2493" fmla="*/ 177081 w 2401758"/>
              <a:gd name="connsiteY2493" fmla="*/ 1159931 h 2400493"/>
              <a:gd name="connsiteX2494" fmla="*/ 194938 w 2401758"/>
              <a:gd name="connsiteY2494" fmla="*/ 1168363 h 2400493"/>
              <a:gd name="connsiteX2495" fmla="*/ 202875 w 2401758"/>
              <a:gd name="connsiteY2495" fmla="*/ 1186716 h 2400493"/>
              <a:gd name="connsiteX2496" fmla="*/ 194442 w 2401758"/>
              <a:gd name="connsiteY2496" fmla="*/ 1205069 h 2400493"/>
              <a:gd name="connsiteX2497" fmla="*/ 176089 w 2401758"/>
              <a:gd name="connsiteY2497" fmla="*/ 1212510 h 2400493"/>
              <a:gd name="connsiteX2498" fmla="*/ 158232 w 2401758"/>
              <a:gd name="connsiteY2498" fmla="*/ 1204077 h 2400493"/>
              <a:gd name="connsiteX2499" fmla="*/ 150296 w 2401758"/>
              <a:gd name="connsiteY2499" fmla="*/ 1186220 h 2400493"/>
              <a:gd name="connsiteX2500" fmla="*/ 158728 w 2401758"/>
              <a:gd name="connsiteY2500" fmla="*/ 1167371 h 2400493"/>
              <a:gd name="connsiteX2501" fmla="*/ 177081 w 2401758"/>
              <a:gd name="connsiteY2501" fmla="*/ 1159931 h 2400493"/>
              <a:gd name="connsiteX2502" fmla="*/ 312511 w 2401758"/>
              <a:gd name="connsiteY2502" fmla="*/ 1159930 h 2400493"/>
              <a:gd name="connsiteX2503" fmla="*/ 338305 w 2401758"/>
              <a:gd name="connsiteY2503" fmla="*/ 1186220 h 2400493"/>
              <a:gd name="connsiteX2504" fmla="*/ 312511 w 2401758"/>
              <a:gd name="connsiteY2504" fmla="*/ 1212013 h 2400493"/>
              <a:gd name="connsiteX2505" fmla="*/ 286221 w 2401758"/>
              <a:gd name="connsiteY2505" fmla="*/ 1185228 h 2400493"/>
              <a:gd name="connsiteX2506" fmla="*/ 312511 w 2401758"/>
              <a:gd name="connsiteY2506" fmla="*/ 1159930 h 2400493"/>
              <a:gd name="connsiteX2507" fmla="*/ 378475 w 2401758"/>
              <a:gd name="connsiteY2507" fmla="*/ 1159435 h 2400493"/>
              <a:gd name="connsiteX2508" fmla="*/ 397821 w 2401758"/>
              <a:gd name="connsiteY2508" fmla="*/ 1170348 h 2400493"/>
              <a:gd name="connsiteX2509" fmla="*/ 404270 w 2401758"/>
              <a:gd name="connsiteY2509" fmla="*/ 1185228 h 2400493"/>
              <a:gd name="connsiteX2510" fmla="*/ 402286 w 2401758"/>
              <a:gd name="connsiteY2510" fmla="*/ 1196637 h 2400493"/>
              <a:gd name="connsiteX2511" fmla="*/ 390381 w 2401758"/>
              <a:gd name="connsiteY2511" fmla="*/ 1208542 h 2400493"/>
              <a:gd name="connsiteX2512" fmla="*/ 378971 w 2401758"/>
              <a:gd name="connsiteY2512" fmla="*/ 1212014 h 2400493"/>
              <a:gd name="connsiteX2513" fmla="*/ 368059 w 2401758"/>
              <a:gd name="connsiteY2513" fmla="*/ 1209534 h 2400493"/>
              <a:gd name="connsiteX2514" fmla="*/ 356153 w 2401758"/>
              <a:gd name="connsiteY2514" fmla="*/ 1198125 h 2400493"/>
              <a:gd name="connsiteX2515" fmla="*/ 352186 w 2401758"/>
              <a:gd name="connsiteY2515" fmla="*/ 1186716 h 2400493"/>
              <a:gd name="connsiteX2516" fmla="*/ 355161 w 2401758"/>
              <a:gd name="connsiteY2516" fmla="*/ 1174812 h 2400493"/>
              <a:gd name="connsiteX2517" fmla="*/ 367067 w 2401758"/>
              <a:gd name="connsiteY2517" fmla="*/ 1162907 h 2400493"/>
              <a:gd name="connsiteX2518" fmla="*/ 378475 w 2401758"/>
              <a:gd name="connsiteY2518" fmla="*/ 1159435 h 2400493"/>
              <a:gd name="connsiteX2519" fmla="*/ 2127952 w 2401758"/>
              <a:gd name="connsiteY2519" fmla="*/ 1117769 h 2400493"/>
              <a:gd name="connsiteX2520" fmla="*/ 2132416 w 2401758"/>
              <a:gd name="connsiteY2520" fmla="*/ 1119257 h 2400493"/>
              <a:gd name="connsiteX2521" fmla="*/ 2129440 w 2401758"/>
              <a:gd name="connsiteY2521" fmla="*/ 1122233 h 2400493"/>
              <a:gd name="connsiteX2522" fmla="*/ 2126464 w 2401758"/>
              <a:gd name="connsiteY2522" fmla="*/ 1119753 h 2400493"/>
              <a:gd name="connsiteX2523" fmla="*/ 2127952 w 2401758"/>
              <a:gd name="connsiteY2523" fmla="*/ 1117769 h 2400493"/>
              <a:gd name="connsiteX2524" fmla="*/ 2062972 w 2401758"/>
              <a:gd name="connsiteY2524" fmla="*/ 1114792 h 2400493"/>
              <a:gd name="connsiteX2525" fmla="*/ 2066941 w 2401758"/>
              <a:gd name="connsiteY2525" fmla="*/ 1119753 h 2400493"/>
              <a:gd name="connsiteX2526" fmla="*/ 2061484 w 2401758"/>
              <a:gd name="connsiteY2526" fmla="*/ 1124713 h 2400493"/>
              <a:gd name="connsiteX2527" fmla="*/ 2057020 w 2401758"/>
              <a:gd name="connsiteY2527" fmla="*/ 1119753 h 2400493"/>
              <a:gd name="connsiteX2528" fmla="*/ 2062972 w 2401758"/>
              <a:gd name="connsiteY2528" fmla="*/ 1114792 h 2400493"/>
              <a:gd name="connsiteX2529" fmla="*/ 1995016 w 2401758"/>
              <a:gd name="connsiteY2529" fmla="*/ 1112312 h 2400493"/>
              <a:gd name="connsiteX2530" fmla="*/ 2002953 w 2401758"/>
              <a:gd name="connsiteY2530" fmla="*/ 1119257 h 2400493"/>
              <a:gd name="connsiteX2531" fmla="*/ 1996008 w 2401758"/>
              <a:gd name="connsiteY2531" fmla="*/ 1126697 h 2400493"/>
              <a:gd name="connsiteX2532" fmla="*/ 1988568 w 2401758"/>
              <a:gd name="connsiteY2532" fmla="*/ 1120249 h 2400493"/>
              <a:gd name="connsiteX2533" fmla="*/ 1995016 w 2401758"/>
              <a:gd name="connsiteY2533" fmla="*/ 1112312 h 2400493"/>
              <a:gd name="connsiteX2534" fmla="*/ 1929542 w 2401758"/>
              <a:gd name="connsiteY2534" fmla="*/ 1109832 h 2400493"/>
              <a:gd name="connsiteX2535" fmla="*/ 1938470 w 2401758"/>
              <a:gd name="connsiteY2535" fmla="*/ 1119753 h 2400493"/>
              <a:gd name="connsiteX2536" fmla="*/ 1929045 w 2401758"/>
              <a:gd name="connsiteY2536" fmla="*/ 1129177 h 2400493"/>
              <a:gd name="connsiteX2537" fmla="*/ 1919621 w 2401758"/>
              <a:gd name="connsiteY2537" fmla="*/ 1119753 h 2400493"/>
              <a:gd name="connsiteX2538" fmla="*/ 1929542 w 2401758"/>
              <a:gd name="connsiteY2538" fmla="*/ 1109832 h 2400493"/>
              <a:gd name="connsiteX2539" fmla="*/ 1859106 w 2401758"/>
              <a:gd name="connsiteY2539" fmla="*/ 1107848 h 2400493"/>
              <a:gd name="connsiteX2540" fmla="*/ 1871506 w 2401758"/>
              <a:gd name="connsiteY2540" fmla="*/ 1119257 h 2400493"/>
              <a:gd name="connsiteX2541" fmla="*/ 1860098 w 2401758"/>
              <a:gd name="connsiteY2541" fmla="*/ 1131657 h 2400493"/>
              <a:gd name="connsiteX2542" fmla="*/ 1847697 w 2401758"/>
              <a:gd name="connsiteY2542" fmla="*/ 1120249 h 2400493"/>
              <a:gd name="connsiteX2543" fmla="*/ 1859106 w 2401758"/>
              <a:gd name="connsiteY2543" fmla="*/ 1107848 h 2400493"/>
              <a:gd name="connsiteX2544" fmla="*/ 1793630 w 2401758"/>
              <a:gd name="connsiteY2544" fmla="*/ 1107848 h 2400493"/>
              <a:gd name="connsiteX2545" fmla="*/ 1805038 w 2401758"/>
              <a:gd name="connsiteY2545" fmla="*/ 1119753 h 2400493"/>
              <a:gd name="connsiteX2546" fmla="*/ 1793630 w 2401758"/>
              <a:gd name="connsiteY2546" fmla="*/ 1131657 h 2400493"/>
              <a:gd name="connsiteX2547" fmla="*/ 1781229 w 2401758"/>
              <a:gd name="connsiteY2547" fmla="*/ 1119257 h 2400493"/>
              <a:gd name="connsiteX2548" fmla="*/ 1793630 w 2401758"/>
              <a:gd name="connsiteY2548" fmla="*/ 1107848 h 2400493"/>
              <a:gd name="connsiteX2549" fmla="*/ 1726667 w 2401758"/>
              <a:gd name="connsiteY2549" fmla="*/ 1105368 h 2400493"/>
              <a:gd name="connsiteX2550" fmla="*/ 1741051 w 2401758"/>
              <a:gd name="connsiteY2550" fmla="*/ 1119753 h 2400493"/>
              <a:gd name="connsiteX2551" fmla="*/ 1726667 w 2401758"/>
              <a:gd name="connsiteY2551" fmla="*/ 1134138 h 2400493"/>
              <a:gd name="connsiteX2552" fmla="*/ 1712282 w 2401758"/>
              <a:gd name="connsiteY2552" fmla="*/ 1119753 h 2400493"/>
              <a:gd name="connsiteX2553" fmla="*/ 1726667 w 2401758"/>
              <a:gd name="connsiteY2553" fmla="*/ 1105368 h 2400493"/>
              <a:gd name="connsiteX2554" fmla="*/ 1657719 w 2401758"/>
              <a:gd name="connsiteY2554" fmla="*/ 1105368 h 2400493"/>
              <a:gd name="connsiteX2555" fmla="*/ 1672104 w 2401758"/>
              <a:gd name="connsiteY2555" fmla="*/ 1119753 h 2400493"/>
              <a:gd name="connsiteX2556" fmla="*/ 1657719 w 2401758"/>
              <a:gd name="connsiteY2556" fmla="*/ 1134138 h 2400493"/>
              <a:gd name="connsiteX2557" fmla="*/ 1643334 w 2401758"/>
              <a:gd name="connsiteY2557" fmla="*/ 1119753 h 2400493"/>
              <a:gd name="connsiteX2558" fmla="*/ 1657719 w 2401758"/>
              <a:gd name="connsiteY2558" fmla="*/ 1105368 h 2400493"/>
              <a:gd name="connsiteX2559" fmla="*/ 1589763 w 2401758"/>
              <a:gd name="connsiteY2559" fmla="*/ 1102888 h 2400493"/>
              <a:gd name="connsiteX2560" fmla="*/ 1607124 w 2401758"/>
              <a:gd name="connsiteY2560" fmla="*/ 1119257 h 2400493"/>
              <a:gd name="connsiteX2561" fmla="*/ 1590755 w 2401758"/>
              <a:gd name="connsiteY2561" fmla="*/ 1136122 h 2400493"/>
              <a:gd name="connsiteX2562" fmla="*/ 1573890 w 2401758"/>
              <a:gd name="connsiteY2562" fmla="*/ 1119257 h 2400493"/>
              <a:gd name="connsiteX2563" fmla="*/ 1589763 w 2401758"/>
              <a:gd name="connsiteY2563" fmla="*/ 1102888 h 2400493"/>
              <a:gd name="connsiteX2564" fmla="*/ 1524287 w 2401758"/>
              <a:gd name="connsiteY2564" fmla="*/ 1102888 h 2400493"/>
              <a:gd name="connsiteX2565" fmla="*/ 1536192 w 2401758"/>
              <a:gd name="connsiteY2565" fmla="*/ 1108840 h 2400493"/>
              <a:gd name="connsiteX2566" fmla="*/ 1540656 w 2401758"/>
              <a:gd name="connsiteY2566" fmla="*/ 1119753 h 2400493"/>
              <a:gd name="connsiteX2567" fmla="*/ 1534704 w 2401758"/>
              <a:gd name="connsiteY2567" fmla="*/ 1131657 h 2400493"/>
              <a:gd name="connsiteX2568" fmla="*/ 1523295 w 2401758"/>
              <a:gd name="connsiteY2568" fmla="*/ 1136617 h 2400493"/>
              <a:gd name="connsiteX2569" fmla="*/ 1511390 w 2401758"/>
              <a:gd name="connsiteY2569" fmla="*/ 1130169 h 2400493"/>
              <a:gd name="connsiteX2570" fmla="*/ 1506926 w 2401758"/>
              <a:gd name="connsiteY2570" fmla="*/ 1118760 h 2400493"/>
              <a:gd name="connsiteX2571" fmla="*/ 1513871 w 2401758"/>
              <a:gd name="connsiteY2571" fmla="*/ 1107352 h 2400493"/>
              <a:gd name="connsiteX2572" fmla="*/ 1524287 w 2401758"/>
              <a:gd name="connsiteY2572" fmla="*/ 1102888 h 2400493"/>
              <a:gd name="connsiteX2573" fmla="*/ 1458316 w 2401758"/>
              <a:gd name="connsiteY2573" fmla="*/ 1102888 h 2400493"/>
              <a:gd name="connsiteX2574" fmla="*/ 1470716 w 2401758"/>
              <a:gd name="connsiteY2574" fmla="*/ 1107848 h 2400493"/>
              <a:gd name="connsiteX2575" fmla="*/ 1473693 w 2401758"/>
              <a:gd name="connsiteY2575" fmla="*/ 1116280 h 2400493"/>
              <a:gd name="connsiteX2576" fmla="*/ 1470220 w 2401758"/>
              <a:gd name="connsiteY2576" fmla="*/ 1131657 h 2400493"/>
              <a:gd name="connsiteX2577" fmla="*/ 1463772 w 2401758"/>
              <a:gd name="connsiteY2577" fmla="*/ 1136618 h 2400493"/>
              <a:gd name="connsiteX2578" fmla="*/ 1448395 w 2401758"/>
              <a:gd name="connsiteY2578" fmla="*/ 1136618 h 2400493"/>
              <a:gd name="connsiteX2579" fmla="*/ 1439963 w 2401758"/>
              <a:gd name="connsiteY2579" fmla="*/ 1123721 h 2400493"/>
              <a:gd name="connsiteX2580" fmla="*/ 1439963 w 2401758"/>
              <a:gd name="connsiteY2580" fmla="*/ 1117769 h 2400493"/>
              <a:gd name="connsiteX2581" fmla="*/ 1443931 w 2401758"/>
              <a:gd name="connsiteY2581" fmla="*/ 1107352 h 2400493"/>
              <a:gd name="connsiteX2582" fmla="*/ 1454348 w 2401758"/>
              <a:gd name="connsiteY2582" fmla="*/ 1103384 h 2400493"/>
              <a:gd name="connsiteX2583" fmla="*/ 1458316 w 2401758"/>
              <a:gd name="connsiteY2583" fmla="*/ 1102888 h 2400493"/>
              <a:gd name="connsiteX2584" fmla="*/ 1321909 w 2401758"/>
              <a:gd name="connsiteY2584" fmla="*/ 1100904 h 2400493"/>
              <a:gd name="connsiteX2585" fmla="*/ 1340758 w 2401758"/>
              <a:gd name="connsiteY2585" fmla="*/ 1119753 h 2400493"/>
              <a:gd name="connsiteX2586" fmla="*/ 1320917 w 2401758"/>
              <a:gd name="connsiteY2586" fmla="*/ 1138602 h 2400493"/>
              <a:gd name="connsiteX2587" fmla="*/ 1302564 w 2401758"/>
              <a:gd name="connsiteY2587" fmla="*/ 1118761 h 2400493"/>
              <a:gd name="connsiteX2588" fmla="*/ 1321909 w 2401758"/>
              <a:gd name="connsiteY2588" fmla="*/ 1100904 h 2400493"/>
              <a:gd name="connsiteX2589" fmla="*/ 1255937 w 2401758"/>
              <a:gd name="connsiteY2589" fmla="*/ 1100407 h 2400493"/>
              <a:gd name="connsiteX2590" fmla="*/ 1269329 w 2401758"/>
              <a:gd name="connsiteY2590" fmla="*/ 1106360 h 2400493"/>
              <a:gd name="connsiteX2591" fmla="*/ 1274290 w 2401758"/>
              <a:gd name="connsiteY2591" fmla="*/ 1119752 h 2400493"/>
              <a:gd name="connsiteX2592" fmla="*/ 1269329 w 2401758"/>
              <a:gd name="connsiteY2592" fmla="*/ 1133145 h 2400493"/>
              <a:gd name="connsiteX2593" fmla="*/ 1253952 w 2401758"/>
              <a:gd name="connsiteY2593" fmla="*/ 1138601 h 2400493"/>
              <a:gd name="connsiteX2594" fmla="*/ 1241056 w 2401758"/>
              <a:gd name="connsiteY2594" fmla="*/ 1133641 h 2400493"/>
              <a:gd name="connsiteX2595" fmla="*/ 1235599 w 2401758"/>
              <a:gd name="connsiteY2595" fmla="*/ 1118760 h 2400493"/>
              <a:gd name="connsiteX2596" fmla="*/ 1241056 w 2401758"/>
              <a:gd name="connsiteY2596" fmla="*/ 1105368 h 2400493"/>
              <a:gd name="connsiteX2597" fmla="*/ 1255937 w 2401758"/>
              <a:gd name="connsiteY2597" fmla="*/ 1100407 h 2400493"/>
              <a:gd name="connsiteX2598" fmla="*/ 1388376 w 2401758"/>
              <a:gd name="connsiteY2598" fmla="*/ 1099912 h 2400493"/>
              <a:gd name="connsiteX2599" fmla="*/ 1402265 w 2401758"/>
              <a:gd name="connsiteY2599" fmla="*/ 1106360 h 2400493"/>
              <a:gd name="connsiteX2600" fmla="*/ 1408217 w 2401758"/>
              <a:gd name="connsiteY2600" fmla="*/ 1119753 h 2400493"/>
              <a:gd name="connsiteX2601" fmla="*/ 1401769 w 2401758"/>
              <a:gd name="connsiteY2601" fmla="*/ 1132650 h 2400493"/>
              <a:gd name="connsiteX2602" fmla="*/ 1387880 w 2401758"/>
              <a:gd name="connsiteY2602" fmla="*/ 1138106 h 2400493"/>
              <a:gd name="connsiteX2603" fmla="*/ 1374983 w 2401758"/>
              <a:gd name="connsiteY2603" fmla="*/ 1132650 h 2400493"/>
              <a:gd name="connsiteX2604" fmla="*/ 1369527 w 2401758"/>
              <a:gd name="connsiteY2604" fmla="*/ 1118265 h 2400493"/>
              <a:gd name="connsiteX2605" fmla="*/ 1375479 w 2401758"/>
              <a:gd name="connsiteY2605" fmla="*/ 1105368 h 2400493"/>
              <a:gd name="connsiteX2606" fmla="*/ 1388376 w 2401758"/>
              <a:gd name="connsiteY2606" fmla="*/ 1099912 h 2400493"/>
              <a:gd name="connsiteX2607" fmla="*/ 1186990 w 2401758"/>
              <a:gd name="connsiteY2607" fmla="*/ 1098423 h 2400493"/>
              <a:gd name="connsiteX2608" fmla="*/ 1207823 w 2401758"/>
              <a:gd name="connsiteY2608" fmla="*/ 1119752 h 2400493"/>
              <a:gd name="connsiteX2609" fmla="*/ 1185998 w 2401758"/>
              <a:gd name="connsiteY2609" fmla="*/ 1141081 h 2400493"/>
              <a:gd name="connsiteX2610" fmla="*/ 1164668 w 2401758"/>
              <a:gd name="connsiteY2610" fmla="*/ 1119256 h 2400493"/>
              <a:gd name="connsiteX2611" fmla="*/ 1186990 w 2401758"/>
              <a:gd name="connsiteY2611" fmla="*/ 1098423 h 2400493"/>
              <a:gd name="connsiteX2612" fmla="*/ 1119529 w 2401758"/>
              <a:gd name="connsiteY2612" fmla="*/ 1098423 h 2400493"/>
              <a:gd name="connsiteX2613" fmla="*/ 1140858 w 2401758"/>
              <a:gd name="connsiteY2613" fmla="*/ 1120248 h 2400493"/>
              <a:gd name="connsiteX2614" fmla="*/ 1118537 w 2401758"/>
              <a:gd name="connsiteY2614" fmla="*/ 1141081 h 2400493"/>
              <a:gd name="connsiteX2615" fmla="*/ 1097704 w 2401758"/>
              <a:gd name="connsiteY2615" fmla="*/ 1118760 h 2400493"/>
              <a:gd name="connsiteX2616" fmla="*/ 1119529 w 2401758"/>
              <a:gd name="connsiteY2616" fmla="*/ 1098423 h 2400493"/>
              <a:gd name="connsiteX2617" fmla="*/ 1053062 w 2401758"/>
              <a:gd name="connsiteY2617" fmla="*/ 1097927 h 2400493"/>
              <a:gd name="connsiteX2618" fmla="*/ 1067943 w 2401758"/>
              <a:gd name="connsiteY2618" fmla="*/ 1104871 h 2400493"/>
              <a:gd name="connsiteX2619" fmla="*/ 1074392 w 2401758"/>
              <a:gd name="connsiteY2619" fmla="*/ 1120744 h 2400493"/>
              <a:gd name="connsiteX2620" fmla="*/ 1067943 w 2401758"/>
              <a:gd name="connsiteY2620" fmla="*/ 1134633 h 2400493"/>
              <a:gd name="connsiteX2621" fmla="*/ 1052566 w 2401758"/>
              <a:gd name="connsiteY2621" fmla="*/ 1141081 h 2400493"/>
              <a:gd name="connsiteX2622" fmla="*/ 1037688 w 2401758"/>
              <a:gd name="connsiteY2622" fmla="*/ 1134137 h 2400493"/>
              <a:gd name="connsiteX2623" fmla="*/ 1031240 w 2401758"/>
              <a:gd name="connsiteY2623" fmla="*/ 1118760 h 2400493"/>
              <a:gd name="connsiteX2624" fmla="*/ 1038681 w 2401758"/>
              <a:gd name="connsiteY2624" fmla="*/ 1103879 h 2400493"/>
              <a:gd name="connsiteX2625" fmla="*/ 1053062 w 2401758"/>
              <a:gd name="connsiteY2625" fmla="*/ 1097927 h 2400493"/>
              <a:gd name="connsiteX2626" fmla="*/ 986631 w 2401758"/>
              <a:gd name="connsiteY2626" fmla="*/ 1097927 h 2400493"/>
              <a:gd name="connsiteX2627" fmla="*/ 1007464 w 2401758"/>
              <a:gd name="connsiteY2627" fmla="*/ 1120248 h 2400493"/>
              <a:gd name="connsiteX2628" fmla="*/ 986135 w 2401758"/>
              <a:gd name="connsiteY2628" fmla="*/ 1141081 h 2400493"/>
              <a:gd name="connsiteX2629" fmla="*/ 964807 w 2401758"/>
              <a:gd name="connsiteY2629" fmla="*/ 1119256 h 2400493"/>
              <a:gd name="connsiteX2630" fmla="*/ 986631 w 2401758"/>
              <a:gd name="connsiteY2630" fmla="*/ 1097927 h 2400493"/>
              <a:gd name="connsiteX2631" fmla="*/ 917199 w 2401758"/>
              <a:gd name="connsiteY2631" fmla="*/ 1095943 h 2400493"/>
              <a:gd name="connsiteX2632" fmla="*/ 941007 w 2401758"/>
              <a:gd name="connsiteY2632" fmla="*/ 1120248 h 2400493"/>
              <a:gd name="connsiteX2633" fmla="*/ 917199 w 2401758"/>
              <a:gd name="connsiteY2633" fmla="*/ 1143562 h 2400493"/>
              <a:gd name="connsiteX2634" fmla="*/ 893390 w 2401758"/>
              <a:gd name="connsiteY2634" fmla="*/ 1119256 h 2400493"/>
              <a:gd name="connsiteX2635" fmla="*/ 917199 w 2401758"/>
              <a:gd name="connsiteY2635" fmla="*/ 1095943 h 2400493"/>
              <a:gd name="connsiteX2636" fmla="*/ 849740 w 2401758"/>
              <a:gd name="connsiteY2636" fmla="*/ 1095943 h 2400493"/>
              <a:gd name="connsiteX2637" fmla="*/ 874045 w 2401758"/>
              <a:gd name="connsiteY2637" fmla="*/ 1118760 h 2400493"/>
              <a:gd name="connsiteX2638" fmla="*/ 850732 w 2401758"/>
              <a:gd name="connsiteY2638" fmla="*/ 1143562 h 2400493"/>
              <a:gd name="connsiteX2639" fmla="*/ 826426 w 2401758"/>
              <a:gd name="connsiteY2639" fmla="*/ 1120744 h 2400493"/>
              <a:gd name="connsiteX2640" fmla="*/ 849740 w 2401758"/>
              <a:gd name="connsiteY2640" fmla="*/ 1095943 h 2400493"/>
              <a:gd name="connsiteX2641" fmla="*/ 784257 w 2401758"/>
              <a:gd name="connsiteY2641" fmla="*/ 1095447 h 2400493"/>
              <a:gd name="connsiteX2642" fmla="*/ 807570 w 2401758"/>
              <a:gd name="connsiteY2642" fmla="*/ 1119752 h 2400493"/>
              <a:gd name="connsiteX2643" fmla="*/ 784257 w 2401758"/>
              <a:gd name="connsiteY2643" fmla="*/ 1142570 h 2400493"/>
              <a:gd name="connsiteX2644" fmla="*/ 759950 w 2401758"/>
              <a:gd name="connsiteY2644" fmla="*/ 1119256 h 2400493"/>
              <a:gd name="connsiteX2645" fmla="*/ 784257 w 2401758"/>
              <a:gd name="connsiteY2645" fmla="*/ 1095447 h 2400493"/>
              <a:gd name="connsiteX2646" fmla="*/ 714291 w 2401758"/>
              <a:gd name="connsiteY2646" fmla="*/ 1095447 h 2400493"/>
              <a:gd name="connsiteX2647" fmla="*/ 738596 w 2401758"/>
              <a:gd name="connsiteY2647" fmla="*/ 1119256 h 2400493"/>
              <a:gd name="connsiteX2648" fmla="*/ 714787 w 2401758"/>
              <a:gd name="connsiteY2648" fmla="*/ 1143066 h 2400493"/>
              <a:gd name="connsiteX2649" fmla="*/ 690979 w 2401758"/>
              <a:gd name="connsiteY2649" fmla="*/ 1118760 h 2400493"/>
              <a:gd name="connsiteX2650" fmla="*/ 714291 w 2401758"/>
              <a:gd name="connsiteY2650" fmla="*/ 1095447 h 2400493"/>
              <a:gd name="connsiteX2651" fmla="*/ 649345 w 2401758"/>
              <a:gd name="connsiteY2651" fmla="*/ 1095447 h 2400493"/>
              <a:gd name="connsiteX2652" fmla="*/ 672161 w 2401758"/>
              <a:gd name="connsiteY2652" fmla="*/ 1119752 h 2400493"/>
              <a:gd name="connsiteX2653" fmla="*/ 647858 w 2401758"/>
              <a:gd name="connsiteY2653" fmla="*/ 1143562 h 2400493"/>
              <a:gd name="connsiteX2654" fmla="*/ 624546 w 2401758"/>
              <a:gd name="connsiteY2654" fmla="*/ 1118760 h 2400493"/>
              <a:gd name="connsiteX2655" fmla="*/ 630994 w 2401758"/>
              <a:gd name="connsiteY2655" fmla="*/ 1102391 h 2400493"/>
              <a:gd name="connsiteX2656" fmla="*/ 649345 w 2401758"/>
              <a:gd name="connsiteY2656" fmla="*/ 1095447 h 2400493"/>
              <a:gd name="connsiteX2657" fmla="*/ 43663 w 2401758"/>
              <a:gd name="connsiteY2657" fmla="*/ 1093464 h 2400493"/>
              <a:gd name="connsiteX2658" fmla="*/ 69457 w 2401758"/>
              <a:gd name="connsiteY2658" fmla="*/ 1119753 h 2400493"/>
              <a:gd name="connsiteX2659" fmla="*/ 42671 w 2401758"/>
              <a:gd name="connsiteY2659" fmla="*/ 1146042 h 2400493"/>
              <a:gd name="connsiteX2660" fmla="*/ 16878 w 2401758"/>
              <a:gd name="connsiteY2660" fmla="*/ 1119753 h 2400493"/>
              <a:gd name="connsiteX2661" fmla="*/ 43663 w 2401758"/>
              <a:gd name="connsiteY2661" fmla="*/ 1093464 h 2400493"/>
              <a:gd name="connsiteX2662" fmla="*/ 514425 w 2401758"/>
              <a:gd name="connsiteY2662" fmla="*/ 1093463 h 2400493"/>
              <a:gd name="connsiteX2663" fmla="*/ 540718 w 2401758"/>
              <a:gd name="connsiteY2663" fmla="*/ 1118760 h 2400493"/>
              <a:gd name="connsiteX2664" fmla="*/ 515913 w 2401758"/>
              <a:gd name="connsiteY2664" fmla="*/ 1145546 h 2400493"/>
              <a:gd name="connsiteX2665" fmla="*/ 489125 w 2401758"/>
              <a:gd name="connsiteY2665" fmla="*/ 1119752 h 2400493"/>
              <a:gd name="connsiteX2666" fmla="*/ 514425 w 2401758"/>
              <a:gd name="connsiteY2666" fmla="*/ 1093463 h 2400493"/>
              <a:gd name="connsiteX2667" fmla="*/ 446945 w 2401758"/>
              <a:gd name="connsiteY2667" fmla="*/ 1093463 h 2400493"/>
              <a:gd name="connsiteX2668" fmla="*/ 464803 w 2401758"/>
              <a:gd name="connsiteY2668" fmla="*/ 1101400 h 2400493"/>
              <a:gd name="connsiteX2669" fmla="*/ 472243 w 2401758"/>
              <a:gd name="connsiteY2669" fmla="*/ 1119753 h 2400493"/>
              <a:gd name="connsiteX2670" fmla="*/ 463315 w 2401758"/>
              <a:gd name="connsiteY2670" fmla="*/ 1138602 h 2400493"/>
              <a:gd name="connsiteX2671" fmla="*/ 444960 w 2401758"/>
              <a:gd name="connsiteY2671" fmla="*/ 1145050 h 2400493"/>
              <a:gd name="connsiteX2672" fmla="*/ 427103 w 2401758"/>
              <a:gd name="connsiteY2672" fmla="*/ 1137114 h 2400493"/>
              <a:gd name="connsiteX2673" fmla="*/ 420157 w 2401758"/>
              <a:gd name="connsiteY2673" fmla="*/ 1118761 h 2400493"/>
              <a:gd name="connsiteX2674" fmla="*/ 428591 w 2401758"/>
              <a:gd name="connsiteY2674" fmla="*/ 1099912 h 2400493"/>
              <a:gd name="connsiteX2675" fmla="*/ 446945 w 2401758"/>
              <a:gd name="connsiteY2675" fmla="*/ 1093463 h 2400493"/>
              <a:gd name="connsiteX2676" fmla="*/ 377997 w 2401758"/>
              <a:gd name="connsiteY2676" fmla="*/ 1093463 h 2400493"/>
              <a:gd name="connsiteX2677" fmla="*/ 405281 w 2401758"/>
              <a:gd name="connsiteY2677" fmla="*/ 1118760 h 2400493"/>
              <a:gd name="connsiteX2678" fmla="*/ 380477 w 2401758"/>
              <a:gd name="connsiteY2678" fmla="*/ 1145546 h 2400493"/>
              <a:gd name="connsiteX2679" fmla="*/ 353194 w 2401758"/>
              <a:gd name="connsiteY2679" fmla="*/ 1120248 h 2400493"/>
              <a:gd name="connsiteX2680" fmla="*/ 377997 w 2401758"/>
              <a:gd name="connsiteY2680" fmla="*/ 1093463 h 2400493"/>
              <a:gd name="connsiteX2681" fmla="*/ 312525 w 2401758"/>
              <a:gd name="connsiteY2681" fmla="*/ 1093463 h 2400493"/>
              <a:gd name="connsiteX2682" fmla="*/ 338816 w 2401758"/>
              <a:gd name="connsiteY2682" fmla="*/ 1120248 h 2400493"/>
              <a:gd name="connsiteX2683" fmla="*/ 312525 w 2401758"/>
              <a:gd name="connsiteY2683" fmla="*/ 1145546 h 2400493"/>
              <a:gd name="connsiteX2684" fmla="*/ 286236 w 2401758"/>
              <a:gd name="connsiteY2684" fmla="*/ 1118760 h 2400493"/>
              <a:gd name="connsiteX2685" fmla="*/ 312525 w 2401758"/>
              <a:gd name="connsiteY2685" fmla="*/ 1093463 h 2400493"/>
              <a:gd name="connsiteX2686" fmla="*/ 244064 w 2401758"/>
              <a:gd name="connsiteY2686" fmla="*/ 1093463 h 2400493"/>
              <a:gd name="connsiteX2687" fmla="*/ 269362 w 2401758"/>
              <a:gd name="connsiteY2687" fmla="*/ 1120744 h 2400493"/>
              <a:gd name="connsiteX2688" fmla="*/ 242576 w 2401758"/>
              <a:gd name="connsiteY2688" fmla="*/ 1145546 h 2400493"/>
              <a:gd name="connsiteX2689" fmla="*/ 217279 w 2401758"/>
              <a:gd name="connsiteY2689" fmla="*/ 1118264 h 2400493"/>
              <a:gd name="connsiteX2690" fmla="*/ 244064 w 2401758"/>
              <a:gd name="connsiteY2690" fmla="*/ 1093463 h 2400493"/>
              <a:gd name="connsiteX2691" fmla="*/ 176590 w 2401758"/>
              <a:gd name="connsiteY2691" fmla="*/ 1093463 h 2400493"/>
              <a:gd name="connsiteX2692" fmla="*/ 202384 w 2401758"/>
              <a:gd name="connsiteY2692" fmla="*/ 1120248 h 2400493"/>
              <a:gd name="connsiteX2693" fmla="*/ 176094 w 2401758"/>
              <a:gd name="connsiteY2693" fmla="*/ 1145546 h 2400493"/>
              <a:gd name="connsiteX2694" fmla="*/ 150301 w 2401758"/>
              <a:gd name="connsiteY2694" fmla="*/ 1118760 h 2400493"/>
              <a:gd name="connsiteX2695" fmla="*/ 176590 w 2401758"/>
              <a:gd name="connsiteY2695" fmla="*/ 1093463 h 2400493"/>
              <a:gd name="connsiteX2696" fmla="*/ 108640 w 2401758"/>
              <a:gd name="connsiteY2696" fmla="*/ 1093463 h 2400493"/>
              <a:gd name="connsiteX2697" fmla="*/ 135922 w 2401758"/>
              <a:gd name="connsiteY2697" fmla="*/ 1119256 h 2400493"/>
              <a:gd name="connsiteX2698" fmla="*/ 110624 w 2401758"/>
              <a:gd name="connsiteY2698" fmla="*/ 1145546 h 2400493"/>
              <a:gd name="connsiteX2699" fmla="*/ 83343 w 2401758"/>
              <a:gd name="connsiteY2699" fmla="*/ 1119752 h 2400493"/>
              <a:gd name="connsiteX2700" fmla="*/ 108640 w 2401758"/>
              <a:gd name="connsiteY2700" fmla="*/ 1093463 h 2400493"/>
              <a:gd name="connsiteX2701" fmla="*/ 581366 w 2401758"/>
              <a:gd name="connsiteY2701" fmla="*/ 1092967 h 2400493"/>
              <a:gd name="connsiteX2702" fmla="*/ 597240 w 2401758"/>
              <a:gd name="connsiteY2702" fmla="*/ 1100407 h 2400493"/>
              <a:gd name="connsiteX2703" fmla="*/ 607658 w 2401758"/>
              <a:gd name="connsiteY2703" fmla="*/ 1119752 h 2400493"/>
              <a:gd name="connsiteX2704" fmla="*/ 601208 w 2401758"/>
              <a:gd name="connsiteY2704" fmla="*/ 1134137 h 2400493"/>
              <a:gd name="connsiteX2705" fmla="*/ 582358 w 2401758"/>
              <a:gd name="connsiteY2705" fmla="*/ 1145546 h 2400493"/>
              <a:gd name="connsiteX2706" fmla="*/ 566982 w 2401758"/>
              <a:gd name="connsiteY2706" fmla="*/ 1139097 h 2400493"/>
              <a:gd name="connsiteX2707" fmla="*/ 555076 w 2401758"/>
              <a:gd name="connsiteY2707" fmla="*/ 1120248 h 2400493"/>
              <a:gd name="connsiteX2708" fmla="*/ 562020 w 2401758"/>
              <a:gd name="connsiteY2708" fmla="*/ 1103880 h 2400493"/>
              <a:gd name="connsiteX2709" fmla="*/ 581366 w 2401758"/>
              <a:gd name="connsiteY2709" fmla="*/ 1092967 h 2400493"/>
              <a:gd name="connsiteX2710" fmla="*/ 2198388 w 2401758"/>
              <a:gd name="connsiteY2710" fmla="*/ 1049317 h 2400493"/>
              <a:gd name="connsiteX2711" fmla="*/ 2200372 w 2401758"/>
              <a:gd name="connsiteY2711" fmla="*/ 1052789 h 2400493"/>
              <a:gd name="connsiteX2712" fmla="*/ 2197396 w 2401758"/>
              <a:gd name="connsiteY2712" fmla="*/ 1055269 h 2400493"/>
              <a:gd name="connsiteX2713" fmla="*/ 2195908 w 2401758"/>
              <a:gd name="connsiteY2713" fmla="*/ 1052789 h 2400493"/>
              <a:gd name="connsiteX2714" fmla="*/ 2198388 w 2401758"/>
              <a:gd name="connsiteY2714" fmla="*/ 1049317 h 2400493"/>
              <a:gd name="connsiteX2715" fmla="*/ 2129936 w 2401758"/>
              <a:gd name="connsiteY2715" fmla="*/ 1047829 h 2400493"/>
              <a:gd name="connsiteX2716" fmla="*/ 2134896 w 2401758"/>
              <a:gd name="connsiteY2716" fmla="*/ 1053285 h 2400493"/>
              <a:gd name="connsiteX2717" fmla="*/ 2128944 w 2401758"/>
              <a:gd name="connsiteY2717" fmla="*/ 1057253 h 2400493"/>
              <a:gd name="connsiteX2718" fmla="*/ 2124480 w 2401758"/>
              <a:gd name="connsiteY2718" fmla="*/ 1052789 h 2400493"/>
              <a:gd name="connsiteX2719" fmla="*/ 2129936 w 2401758"/>
              <a:gd name="connsiteY2719" fmla="*/ 1047829 h 2400493"/>
              <a:gd name="connsiteX2720" fmla="*/ 2062972 w 2401758"/>
              <a:gd name="connsiteY2720" fmla="*/ 1046341 h 2400493"/>
              <a:gd name="connsiteX2721" fmla="*/ 2070908 w 2401758"/>
              <a:gd name="connsiteY2721" fmla="*/ 1053285 h 2400493"/>
              <a:gd name="connsiteX2722" fmla="*/ 2062476 w 2401758"/>
              <a:gd name="connsiteY2722" fmla="*/ 1059733 h 2400493"/>
              <a:gd name="connsiteX2723" fmla="*/ 2055532 w 2401758"/>
              <a:gd name="connsiteY2723" fmla="*/ 1053285 h 2400493"/>
              <a:gd name="connsiteX2724" fmla="*/ 2062972 w 2401758"/>
              <a:gd name="connsiteY2724" fmla="*/ 1046341 h 2400493"/>
              <a:gd name="connsiteX2725" fmla="*/ 1996009 w 2401758"/>
              <a:gd name="connsiteY2725" fmla="*/ 1043364 h 2400493"/>
              <a:gd name="connsiteX2726" fmla="*/ 2005434 w 2401758"/>
              <a:gd name="connsiteY2726" fmla="*/ 1052789 h 2400493"/>
              <a:gd name="connsiteX2727" fmla="*/ 1996009 w 2401758"/>
              <a:gd name="connsiteY2727" fmla="*/ 1062213 h 2400493"/>
              <a:gd name="connsiteX2728" fmla="*/ 1986089 w 2401758"/>
              <a:gd name="connsiteY2728" fmla="*/ 1053285 h 2400493"/>
              <a:gd name="connsiteX2729" fmla="*/ 1996009 w 2401758"/>
              <a:gd name="connsiteY2729" fmla="*/ 1043364 h 2400493"/>
              <a:gd name="connsiteX2730" fmla="*/ 1929046 w 2401758"/>
              <a:gd name="connsiteY2730" fmla="*/ 1040884 h 2400493"/>
              <a:gd name="connsiteX2731" fmla="*/ 1940950 w 2401758"/>
              <a:gd name="connsiteY2731" fmla="*/ 1052789 h 2400493"/>
              <a:gd name="connsiteX2732" fmla="*/ 1929046 w 2401758"/>
              <a:gd name="connsiteY2732" fmla="*/ 1064693 h 2400493"/>
              <a:gd name="connsiteX2733" fmla="*/ 1917141 w 2401758"/>
              <a:gd name="connsiteY2733" fmla="*/ 1052789 h 2400493"/>
              <a:gd name="connsiteX2734" fmla="*/ 1929046 w 2401758"/>
              <a:gd name="connsiteY2734" fmla="*/ 1040884 h 2400493"/>
              <a:gd name="connsiteX2735" fmla="*/ 1860098 w 2401758"/>
              <a:gd name="connsiteY2735" fmla="*/ 1040884 h 2400493"/>
              <a:gd name="connsiteX2736" fmla="*/ 1871506 w 2401758"/>
              <a:gd name="connsiteY2736" fmla="*/ 1054277 h 2400493"/>
              <a:gd name="connsiteX2737" fmla="*/ 1858610 w 2401758"/>
              <a:gd name="connsiteY2737" fmla="*/ 1064693 h 2400493"/>
              <a:gd name="connsiteX2738" fmla="*/ 1847697 w 2401758"/>
              <a:gd name="connsiteY2738" fmla="*/ 1051797 h 2400493"/>
              <a:gd name="connsiteX2739" fmla="*/ 1860098 w 2401758"/>
              <a:gd name="connsiteY2739" fmla="*/ 1040884 h 2400493"/>
              <a:gd name="connsiteX2740" fmla="*/ 1793134 w 2401758"/>
              <a:gd name="connsiteY2740" fmla="*/ 1038404 h 2400493"/>
              <a:gd name="connsiteX2741" fmla="*/ 1807518 w 2401758"/>
              <a:gd name="connsiteY2741" fmla="*/ 1052789 h 2400493"/>
              <a:gd name="connsiteX2742" fmla="*/ 1794126 w 2401758"/>
              <a:gd name="connsiteY2742" fmla="*/ 1067173 h 2400493"/>
              <a:gd name="connsiteX2743" fmla="*/ 1778749 w 2401758"/>
              <a:gd name="connsiteY2743" fmla="*/ 1053285 h 2400493"/>
              <a:gd name="connsiteX2744" fmla="*/ 1793134 w 2401758"/>
              <a:gd name="connsiteY2744" fmla="*/ 1038404 h 2400493"/>
              <a:gd name="connsiteX2745" fmla="*/ 1726667 w 2401758"/>
              <a:gd name="connsiteY2745" fmla="*/ 1038404 h 2400493"/>
              <a:gd name="connsiteX2746" fmla="*/ 1741051 w 2401758"/>
              <a:gd name="connsiteY2746" fmla="*/ 1052789 h 2400493"/>
              <a:gd name="connsiteX2747" fmla="*/ 1726667 w 2401758"/>
              <a:gd name="connsiteY2747" fmla="*/ 1067174 h 2400493"/>
              <a:gd name="connsiteX2748" fmla="*/ 1712282 w 2401758"/>
              <a:gd name="connsiteY2748" fmla="*/ 1052789 h 2400493"/>
              <a:gd name="connsiteX2749" fmla="*/ 1726667 w 2401758"/>
              <a:gd name="connsiteY2749" fmla="*/ 1038404 h 2400493"/>
              <a:gd name="connsiteX2750" fmla="*/ 1590755 w 2401758"/>
              <a:gd name="connsiteY2750" fmla="*/ 1036421 h 2400493"/>
              <a:gd name="connsiteX2751" fmla="*/ 1602660 w 2401758"/>
              <a:gd name="connsiteY2751" fmla="*/ 1042373 h 2400493"/>
              <a:gd name="connsiteX2752" fmla="*/ 1607124 w 2401758"/>
              <a:gd name="connsiteY2752" fmla="*/ 1053286 h 2400493"/>
              <a:gd name="connsiteX2753" fmla="*/ 1601171 w 2401758"/>
              <a:gd name="connsiteY2753" fmla="*/ 1065190 h 2400493"/>
              <a:gd name="connsiteX2754" fmla="*/ 1589763 w 2401758"/>
              <a:gd name="connsiteY2754" fmla="*/ 1070150 h 2400493"/>
              <a:gd name="connsiteX2755" fmla="*/ 1577858 w 2401758"/>
              <a:gd name="connsiteY2755" fmla="*/ 1063702 h 2400493"/>
              <a:gd name="connsiteX2756" fmla="*/ 1573394 w 2401758"/>
              <a:gd name="connsiteY2756" fmla="*/ 1052294 h 2400493"/>
              <a:gd name="connsiteX2757" fmla="*/ 1580338 w 2401758"/>
              <a:gd name="connsiteY2757" fmla="*/ 1040885 h 2400493"/>
              <a:gd name="connsiteX2758" fmla="*/ 1590755 w 2401758"/>
              <a:gd name="connsiteY2758" fmla="*/ 1036421 h 2400493"/>
              <a:gd name="connsiteX2759" fmla="*/ 1524288 w 2401758"/>
              <a:gd name="connsiteY2759" fmla="*/ 1036420 h 2400493"/>
              <a:gd name="connsiteX2760" fmla="*/ 1541153 w 2401758"/>
              <a:gd name="connsiteY2760" fmla="*/ 1052789 h 2400493"/>
              <a:gd name="connsiteX2761" fmla="*/ 1524784 w 2401758"/>
              <a:gd name="connsiteY2761" fmla="*/ 1069654 h 2400493"/>
              <a:gd name="connsiteX2762" fmla="*/ 1507919 w 2401758"/>
              <a:gd name="connsiteY2762" fmla="*/ 1053285 h 2400493"/>
              <a:gd name="connsiteX2763" fmla="*/ 1524288 w 2401758"/>
              <a:gd name="connsiteY2763" fmla="*/ 1036420 h 2400493"/>
              <a:gd name="connsiteX2764" fmla="*/ 1657719 w 2401758"/>
              <a:gd name="connsiteY2764" fmla="*/ 1035428 h 2400493"/>
              <a:gd name="connsiteX2765" fmla="*/ 1669624 w 2401758"/>
              <a:gd name="connsiteY2765" fmla="*/ 1041380 h 2400493"/>
              <a:gd name="connsiteX2766" fmla="*/ 1674584 w 2401758"/>
              <a:gd name="connsiteY2766" fmla="*/ 1052789 h 2400493"/>
              <a:gd name="connsiteX2767" fmla="*/ 1668135 w 2401758"/>
              <a:gd name="connsiteY2767" fmla="*/ 1064694 h 2400493"/>
              <a:gd name="connsiteX2768" fmla="*/ 1657223 w 2401758"/>
              <a:gd name="connsiteY2768" fmla="*/ 1068662 h 2400493"/>
              <a:gd name="connsiteX2769" fmla="*/ 1645318 w 2401758"/>
              <a:gd name="connsiteY2769" fmla="*/ 1062709 h 2400493"/>
              <a:gd name="connsiteX2770" fmla="*/ 1640854 w 2401758"/>
              <a:gd name="connsiteY2770" fmla="*/ 1051301 h 2400493"/>
              <a:gd name="connsiteX2771" fmla="*/ 1646310 w 2401758"/>
              <a:gd name="connsiteY2771" fmla="*/ 1040388 h 2400493"/>
              <a:gd name="connsiteX2772" fmla="*/ 1657719 w 2401758"/>
              <a:gd name="connsiteY2772" fmla="*/ 1035428 h 2400493"/>
              <a:gd name="connsiteX2773" fmla="*/ 1456828 w 2401758"/>
              <a:gd name="connsiteY2773" fmla="*/ 1033940 h 2400493"/>
              <a:gd name="connsiteX2774" fmla="*/ 1476669 w 2401758"/>
              <a:gd name="connsiteY2774" fmla="*/ 1052293 h 2400493"/>
              <a:gd name="connsiteX2775" fmla="*/ 1457820 w 2401758"/>
              <a:gd name="connsiteY2775" fmla="*/ 1072134 h 2400493"/>
              <a:gd name="connsiteX2776" fmla="*/ 1438475 w 2401758"/>
              <a:gd name="connsiteY2776" fmla="*/ 1053285 h 2400493"/>
              <a:gd name="connsiteX2777" fmla="*/ 1456828 w 2401758"/>
              <a:gd name="connsiteY2777" fmla="*/ 1033940 h 2400493"/>
              <a:gd name="connsiteX2778" fmla="*/ 1388872 w 2401758"/>
              <a:gd name="connsiteY2778" fmla="*/ 1033940 h 2400493"/>
              <a:gd name="connsiteX2779" fmla="*/ 1407721 w 2401758"/>
              <a:gd name="connsiteY2779" fmla="*/ 1053781 h 2400493"/>
              <a:gd name="connsiteX2780" fmla="*/ 1387880 w 2401758"/>
              <a:gd name="connsiteY2780" fmla="*/ 1072134 h 2400493"/>
              <a:gd name="connsiteX2781" fmla="*/ 1369527 w 2401758"/>
              <a:gd name="connsiteY2781" fmla="*/ 1053285 h 2400493"/>
              <a:gd name="connsiteX2782" fmla="*/ 1388872 w 2401758"/>
              <a:gd name="connsiteY2782" fmla="*/ 1033940 h 2400493"/>
              <a:gd name="connsiteX2783" fmla="*/ 1322900 w 2401758"/>
              <a:gd name="connsiteY2783" fmla="*/ 1033444 h 2400493"/>
              <a:gd name="connsiteX2784" fmla="*/ 1336293 w 2401758"/>
              <a:gd name="connsiteY2784" fmla="*/ 1038901 h 2400493"/>
              <a:gd name="connsiteX2785" fmla="*/ 1341253 w 2401758"/>
              <a:gd name="connsiteY2785" fmla="*/ 1053782 h 2400493"/>
              <a:gd name="connsiteX2786" fmla="*/ 1335301 w 2401758"/>
              <a:gd name="connsiteY2786" fmla="*/ 1067174 h 2400493"/>
              <a:gd name="connsiteX2787" fmla="*/ 1321908 w 2401758"/>
              <a:gd name="connsiteY2787" fmla="*/ 1072135 h 2400493"/>
              <a:gd name="connsiteX2788" fmla="*/ 1308515 w 2401758"/>
              <a:gd name="connsiteY2788" fmla="*/ 1067174 h 2400493"/>
              <a:gd name="connsiteX2789" fmla="*/ 1303059 w 2401758"/>
              <a:gd name="connsiteY2789" fmla="*/ 1051797 h 2400493"/>
              <a:gd name="connsiteX2790" fmla="*/ 1308019 w 2401758"/>
              <a:gd name="connsiteY2790" fmla="*/ 1038901 h 2400493"/>
              <a:gd name="connsiteX2791" fmla="*/ 1322900 w 2401758"/>
              <a:gd name="connsiteY2791" fmla="*/ 1033444 h 2400493"/>
              <a:gd name="connsiteX2792" fmla="*/ 1053062 w 2401758"/>
              <a:gd name="connsiteY2792" fmla="*/ 1031956 h 2400493"/>
              <a:gd name="connsiteX2793" fmla="*/ 1074391 w 2401758"/>
              <a:gd name="connsiteY2793" fmla="*/ 1053285 h 2400493"/>
              <a:gd name="connsiteX2794" fmla="*/ 1052566 w 2401758"/>
              <a:gd name="connsiteY2794" fmla="*/ 1074614 h 2400493"/>
              <a:gd name="connsiteX2795" fmla="*/ 1031750 w 2401758"/>
              <a:gd name="connsiteY2795" fmla="*/ 1052293 h 2400493"/>
              <a:gd name="connsiteX2796" fmla="*/ 1053062 w 2401758"/>
              <a:gd name="connsiteY2796" fmla="*/ 1031956 h 2400493"/>
              <a:gd name="connsiteX2797" fmla="*/ 1254945 w 2401758"/>
              <a:gd name="connsiteY2797" fmla="*/ 1031460 h 2400493"/>
              <a:gd name="connsiteX2798" fmla="*/ 1276274 w 2401758"/>
              <a:gd name="connsiteY2798" fmla="*/ 1053285 h 2400493"/>
              <a:gd name="connsiteX2799" fmla="*/ 1255441 w 2401758"/>
              <a:gd name="connsiteY2799" fmla="*/ 1074614 h 2400493"/>
              <a:gd name="connsiteX2800" fmla="*/ 1233120 w 2401758"/>
              <a:gd name="connsiteY2800" fmla="*/ 1053781 h 2400493"/>
              <a:gd name="connsiteX2801" fmla="*/ 1254945 w 2401758"/>
              <a:gd name="connsiteY2801" fmla="*/ 1031460 h 2400493"/>
              <a:gd name="connsiteX2802" fmla="*/ 1121018 w 2401758"/>
              <a:gd name="connsiteY2802" fmla="*/ 1031460 h 2400493"/>
              <a:gd name="connsiteX2803" fmla="*/ 1134907 w 2401758"/>
              <a:gd name="connsiteY2803" fmla="*/ 1038404 h 2400493"/>
              <a:gd name="connsiteX2804" fmla="*/ 1140859 w 2401758"/>
              <a:gd name="connsiteY2804" fmla="*/ 1053781 h 2400493"/>
              <a:gd name="connsiteX2805" fmla="*/ 1132427 w 2401758"/>
              <a:gd name="connsiteY2805" fmla="*/ 1069654 h 2400493"/>
              <a:gd name="connsiteX2806" fmla="*/ 1118042 w 2401758"/>
              <a:gd name="connsiteY2806" fmla="*/ 1074614 h 2400493"/>
              <a:gd name="connsiteX2807" fmla="*/ 1103161 w 2401758"/>
              <a:gd name="connsiteY2807" fmla="*/ 1067174 h 2400493"/>
              <a:gd name="connsiteX2808" fmla="*/ 1097209 w 2401758"/>
              <a:gd name="connsiteY2808" fmla="*/ 1052789 h 2400493"/>
              <a:gd name="connsiteX2809" fmla="*/ 1104153 w 2401758"/>
              <a:gd name="connsiteY2809" fmla="*/ 1037908 h 2400493"/>
              <a:gd name="connsiteX2810" fmla="*/ 1121018 w 2401758"/>
              <a:gd name="connsiteY2810" fmla="*/ 1031460 h 2400493"/>
              <a:gd name="connsiteX2811" fmla="*/ 1185005 w 2401758"/>
              <a:gd name="connsiteY2811" fmla="*/ 1030964 h 2400493"/>
              <a:gd name="connsiteX2812" fmla="*/ 1207326 w 2401758"/>
              <a:gd name="connsiteY2812" fmla="*/ 1051797 h 2400493"/>
              <a:gd name="connsiteX2813" fmla="*/ 1186493 w 2401758"/>
              <a:gd name="connsiteY2813" fmla="*/ 1074118 h 2400493"/>
              <a:gd name="connsiteX2814" fmla="*/ 1164668 w 2401758"/>
              <a:gd name="connsiteY2814" fmla="*/ 1052789 h 2400493"/>
              <a:gd name="connsiteX2815" fmla="*/ 1185005 w 2401758"/>
              <a:gd name="connsiteY2815" fmla="*/ 1030964 h 2400493"/>
              <a:gd name="connsiteX2816" fmla="*/ 849735 w 2401758"/>
              <a:gd name="connsiteY2816" fmla="*/ 1029971 h 2400493"/>
              <a:gd name="connsiteX2817" fmla="*/ 874040 w 2401758"/>
              <a:gd name="connsiteY2817" fmla="*/ 1053285 h 2400493"/>
              <a:gd name="connsiteX2818" fmla="*/ 849735 w 2401758"/>
              <a:gd name="connsiteY2818" fmla="*/ 1077094 h 2400493"/>
              <a:gd name="connsiteX2819" fmla="*/ 826422 w 2401758"/>
              <a:gd name="connsiteY2819" fmla="*/ 1052789 h 2400493"/>
              <a:gd name="connsiteX2820" fmla="*/ 849735 w 2401758"/>
              <a:gd name="connsiteY2820" fmla="*/ 1029971 h 2400493"/>
              <a:gd name="connsiteX2821" fmla="*/ 918176 w 2401758"/>
              <a:gd name="connsiteY2821" fmla="*/ 1029476 h 2400493"/>
              <a:gd name="connsiteX2822" fmla="*/ 940993 w 2401758"/>
              <a:gd name="connsiteY2822" fmla="*/ 1053285 h 2400493"/>
              <a:gd name="connsiteX2823" fmla="*/ 916192 w 2401758"/>
              <a:gd name="connsiteY2823" fmla="*/ 1077095 h 2400493"/>
              <a:gd name="connsiteX2824" fmla="*/ 893375 w 2401758"/>
              <a:gd name="connsiteY2824" fmla="*/ 1053285 h 2400493"/>
              <a:gd name="connsiteX2825" fmla="*/ 918176 w 2401758"/>
              <a:gd name="connsiteY2825" fmla="*/ 1029476 h 2400493"/>
              <a:gd name="connsiteX2826" fmla="*/ 986612 w 2401758"/>
              <a:gd name="connsiteY2826" fmla="*/ 1028980 h 2400493"/>
              <a:gd name="connsiteX2827" fmla="*/ 1009926 w 2401758"/>
              <a:gd name="connsiteY2827" fmla="*/ 1052789 h 2400493"/>
              <a:gd name="connsiteX2828" fmla="*/ 985620 w 2401758"/>
              <a:gd name="connsiteY2828" fmla="*/ 1076598 h 2400493"/>
              <a:gd name="connsiteX2829" fmla="*/ 962307 w 2401758"/>
              <a:gd name="connsiteY2829" fmla="*/ 1052789 h 2400493"/>
              <a:gd name="connsiteX2830" fmla="*/ 986612 w 2401758"/>
              <a:gd name="connsiteY2830" fmla="*/ 1028980 h 2400493"/>
              <a:gd name="connsiteX2831" fmla="*/ 783724 w 2401758"/>
              <a:gd name="connsiteY2831" fmla="*/ 1028980 h 2400493"/>
              <a:gd name="connsiteX2832" fmla="*/ 807535 w 2401758"/>
              <a:gd name="connsiteY2832" fmla="*/ 1053285 h 2400493"/>
              <a:gd name="connsiteX2833" fmla="*/ 783228 w 2401758"/>
              <a:gd name="connsiteY2833" fmla="*/ 1076599 h 2400493"/>
              <a:gd name="connsiteX2834" fmla="*/ 759915 w 2401758"/>
              <a:gd name="connsiteY2834" fmla="*/ 1051797 h 2400493"/>
              <a:gd name="connsiteX2835" fmla="*/ 783724 w 2401758"/>
              <a:gd name="connsiteY2835" fmla="*/ 1028980 h 2400493"/>
              <a:gd name="connsiteX2836" fmla="*/ 714291 w 2401758"/>
              <a:gd name="connsiteY2836" fmla="*/ 1028980 h 2400493"/>
              <a:gd name="connsiteX2837" fmla="*/ 738596 w 2401758"/>
              <a:gd name="connsiteY2837" fmla="*/ 1052293 h 2400493"/>
              <a:gd name="connsiteX2838" fmla="*/ 715283 w 2401758"/>
              <a:gd name="connsiteY2838" fmla="*/ 1076599 h 2400493"/>
              <a:gd name="connsiteX2839" fmla="*/ 690979 w 2401758"/>
              <a:gd name="connsiteY2839" fmla="*/ 1052789 h 2400493"/>
              <a:gd name="connsiteX2840" fmla="*/ 697922 w 2401758"/>
              <a:gd name="connsiteY2840" fmla="*/ 1035428 h 2400493"/>
              <a:gd name="connsiteX2841" fmla="*/ 714291 w 2401758"/>
              <a:gd name="connsiteY2841" fmla="*/ 1028980 h 2400493"/>
              <a:gd name="connsiteX2842" fmla="*/ 445952 w 2401758"/>
              <a:gd name="connsiteY2842" fmla="*/ 1026996 h 2400493"/>
              <a:gd name="connsiteX2843" fmla="*/ 471746 w 2401758"/>
              <a:gd name="connsiteY2843" fmla="*/ 1053781 h 2400493"/>
              <a:gd name="connsiteX2844" fmla="*/ 445456 w 2401758"/>
              <a:gd name="connsiteY2844" fmla="*/ 1079079 h 2400493"/>
              <a:gd name="connsiteX2845" fmla="*/ 419661 w 2401758"/>
              <a:gd name="connsiteY2845" fmla="*/ 1052293 h 2400493"/>
              <a:gd name="connsiteX2846" fmla="*/ 445952 w 2401758"/>
              <a:gd name="connsiteY2846" fmla="*/ 1026996 h 2400493"/>
              <a:gd name="connsiteX2847" fmla="*/ 379468 w 2401758"/>
              <a:gd name="connsiteY2847" fmla="*/ 1026996 h 2400493"/>
              <a:gd name="connsiteX2848" fmla="*/ 397822 w 2401758"/>
              <a:gd name="connsiteY2848" fmla="*/ 1034932 h 2400493"/>
              <a:gd name="connsiteX2849" fmla="*/ 405759 w 2401758"/>
              <a:gd name="connsiteY2849" fmla="*/ 1054277 h 2400493"/>
              <a:gd name="connsiteX2850" fmla="*/ 397326 w 2401758"/>
              <a:gd name="connsiteY2850" fmla="*/ 1072134 h 2400493"/>
              <a:gd name="connsiteX2851" fmla="*/ 378972 w 2401758"/>
              <a:gd name="connsiteY2851" fmla="*/ 1079079 h 2400493"/>
              <a:gd name="connsiteX2852" fmla="*/ 360619 w 2401758"/>
              <a:gd name="connsiteY2852" fmla="*/ 1071638 h 2400493"/>
              <a:gd name="connsiteX2853" fmla="*/ 352683 w 2401758"/>
              <a:gd name="connsiteY2853" fmla="*/ 1052293 h 2400493"/>
              <a:gd name="connsiteX2854" fmla="*/ 361115 w 2401758"/>
              <a:gd name="connsiteY2854" fmla="*/ 1034436 h 2400493"/>
              <a:gd name="connsiteX2855" fmla="*/ 379468 w 2401758"/>
              <a:gd name="connsiteY2855" fmla="*/ 1026996 h 2400493"/>
              <a:gd name="connsiteX2856" fmla="*/ 312514 w 2401758"/>
              <a:gd name="connsiteY2856" fmla="*/ 1026996 h 2400493"/>
              <a:gd name="connsiteX2857" fmla="*/ 330868 w 2401758"/>
              <a:gd name="connsiteY2857" fmla="*/ 1034436 h 2400493"/>
              <a:gd name="connsiteX2858" fmla="*/ 338804 w 2401758"/>
              <a:gd name="connsiteY2858" fmla="*/ 1053781 h 2400493"/>
              <a:gd name="connsiteX2859" fmla="*/ 330868 w 2401758"/>
              <a:gd name="connsiteY2859" fmla="*/ 1072134 h 2400493"/>
              <a:gd name="connsiteX2860" fmla="*/ 312514 w 2401758"/>
              <a:gd name="connsiteY2860" fmla="*/ 1080070 h 2400493"/>
              <a:gd name="connsiteX2861" fmla="*/ 294161 w 2401758"/>
              <a:gd name="connsiteY2861" fmla="*/ 1072630 h 2400493"/>
              <a:gd name="connsiteX2862" fmla="*/ 286225 w 2401758"/>
              <a:gd name="connsiteY2862" fmla="*/ 1053285 h 2400493"/>
              <a:gd name="connsiteX2863" fmla="*/ 294161 w 2401758"/>
              <a:gd name="connsiteY2863" fmla="*/ 1034932 h 2400493"/>
              <a:gd name="connsiteX2864" fmla="*/ 312514 w 2401758"/>
              <a:gd name="connsiteY2864" fmla="*/ 1026996 h 2400493"/>
              <a:gd name="connsiteX2865" fmla="*/ 648351 w 2401758"/>
              <a:gd name="connsiteY2865" fmla="*/ 1026995 h 2400493"/>
              <a:gd name="connsiteX2866" fmla="*/ 673646 w 2401758"/>
              <a:gd name="connsiteY2866" fmla="*/ 1053285 h 2400493"/>
              <a:gd name="connsiteX2867" fmla="*/ 647854 w 2401758"/>
              <a:gd name="connsiteY2867" fmla="*/ 1079078 h 2400493"/>
              <a:gd name="connsiteX2868" fmla="*/ 622063 w 2401758"/>
              <a:gd name="connsiteY2868" fmla="*/ 1053285 h 2400493"/>
              <a:gd name="connsiteX2869" fmla="*/ 648351 w 2401758"/>
              <a:gd name="connsiteY2869" fmla="*/ 1026995 h 2400493"/>
              <a:gd name="connsiteX2870" fmla="*/ 579882 w 2401758"/>
              <a:gd name="connsiteY2870" fmla="*/ 1026500 h 2400493"/>
              <a:gd name="connsiteX2871" fmla="*/ 607661 w 2401758"/>
              <a:gd name="connsiteY2871" fmla="*/ 1052293 h 2400493"/>
              <a:gd name="connsiteX2872" fmla="*/ 582362 w 2401758"/>
              <a:gd name="connsiteY2872" fmla="*/ 1078583 h 2400493"/>
              <a:gd name="connsiteX2873" fmla="*/ 555079 w 2401758"/>
              <a:gd name="connsiteY2873" fmla="*/ 1052789 h 2400493"/>
              <a:gd name="connsiteX2874" fmla="*/ 579882 w 2401758"/>
              <a:gd name="connsiteY2874" fmla="*/ 1026500 h 2400493"/>
              <a:gd name="connsiteX2875" fmla="*/ 515898 w 2401758"/>
              <a:gd name="connsiteY2875" fmla="*/ 1026500 h 2400493"/>
              <a:gd name="connsiteX2876" fmla="*/ 540702 w 2401758"/>
              <a:gd name="connsiteY2876" fmla="*/ 1053285 h 2400493"/>
              <a:gd name="connsiteX2877" fmla="*/ 513418 w 2401758"/>
              <a:gd name="connsiteY2877" fmla="*/ 1078583 h 2400493"/>
              <a:gd name="connsiteX2878" fmla="*/ 488615 w 2401758"/>
              <a:gd name="connsiteY2878" fmla="*/ 1051797 h 2400493"/>
              <a:gd name="connsiteX2879" fmla="*/ 515898 w 2401758"/>
              <a:gd name="connsiteY2879" fmla="*/ 1026500 h 2400493"/>
              <a:gd name="connsiteX2880" fmla="*/ 244569 w 2401758"/>
              <a:gd name="connsiteY2880" fmla="*/ 1026500 h 2400493"/>
              <a:gd name="connsiteX2881" fmla="*/ 261930 w 2401758"/>
              <a:gd name="connsiteY2881" fmla="*/ 1034436 h 2400493"/>
              <a:gd name="connsiteX2882" fmla="*/ 269371 w 2401758"/>
              <a:gd name="connsiteY2882" fmla="*/ 1053781 h 2400493"/>
              <a:gd name="connsiteX2883" fmla="*/ 242585 w 2401758"/>
              <a:gd name="connsiteY2883" fmla="*/ 1079079 h 2400493"/>
              <a:gd name="connsiteX2884" fmla="*/ 224232 w 2401758"/>
              <a:gd name="connsiteY2884" fmla="*/ 1071142 h 2400493"/>
              <a:gd name="connsiteX2885" fmla="*/ 216792 w 2401758"/>
              <a:gd name="connsiteY2885" fmla="*/ 1051797 h 2400493"/>
              <a:gd name="connsiteX2886" fmla="*/ 244569 w 2401758"/>
              <a:gd name="connsiteY2886" fmla="*/ 1026500 h 2400493"/>
              <a:gd name="connsiteX2887" fmla="*/ 175104 w 2401758"/>
              <a:gd name="connsiteY2887" fmla="*/ 1026500 h 2400493"/>
              <a:gd name="connsiteX2888" fmla="*/ 194448 w 2401758"/>
              <a:gd name="connsiteY2888" fmla="*/ 1033940 h 2400493"/>
              <a:gd name="connsiteX2889" fmla="*/ 202384 w 2401758"/>
              <a:gd name="connsiteY2889" fmla="*/ 1052293 h 2400493"/>
              <a:gd name="connsiteX2890" fmla="*/ 194448 w 2401758"/>
              <a:gd name="connsiteY2890" fmla="*/ 1071638 h 2400493"/>
              <a:gd name="connsiteX2891" fmla="*/ 176096 w 2401758"/>
              <a:gd name="connsiteY2891" fmla="*/ 1079079 h 2400493"/>
              <a:gd name="connsiteX2892" fmla="*/ 157743 w 2401758"/>
              <a:gd name="connsiteY2892" fmla="*/ 1071638 h 2400493"/>
              <a:gd name="connsiteX2893" fmla="*/ 150303 w 2401758"/>
              <a:gd name="connsiteY2893" fmla="*/ 1054278 h 2400493"/>
              <a:gd name="connsiteX2894" fmla="*/ 175104 w 2401758"/>
              <a:gd name="connsiteY2894" fmla="*/ 1026500 h 2400493"/>
              <a:gd name="connsiteX2895" fmla="*/ 109650 w 2401758"/>
              <a:gd name="connsiteY2895" fmla="*/ 1026500 h 2400493"/>
              <a:gd name="connsiteX2896" fmla="*/ 128003 w 2401758"/>
              <a:gd name="connsiteY2896" fmla="*/ 1034436 h 2400493"/>
              <a:gd name="connsiteX2897" fmla="*/ 135940 w 2401758"/>
              <a:gd name="connsiteY2897" fmla="*/ 1053781 h 2400493"/>
              <a:gd name="connsiteX2898" fmla="*/ 128499 w 2401758"/>
              <a:gd name="connsiteY2898" fmla="*/ 1071142 h 2400493"/>
              <a:gd name="connsiteX2899" fmla="*/ 109154 w 2401758"/>
              <a:gd name="connsiteY2899" fmla="*/ 1079078 h 2400493"/>
              <a:gd name="connsiteX2900" fmla="*/ 90801 w 2401758"/>
              <a:gd name="connsiteY2900" fmla="*/ 1071142 h 2400493"/>
              <a:gd name="connsiteX2901" fmla="*/ 82865 w 2401758"/>
              <a:gd name="connsiteY2901" fmla="*/ 1052789 h 2400493"/>
              <a:gd name="connsiteX2902" fmla="*/ 90305 w 2401758"/>
              <a:gd name="connsiteY2902" fmla="*/ 1034436 h 2400493"/>
              <a:gd name="connsiteX2903" fmla="*/ 109650 w 2401758"/>
              <a:gd name="connsiteY2903" fmla="*/ 1026500 h 2400493"/>
              <a:gd name="connsiteX2904" fmla="*/ 44656 w 2401758"/>
              <a:gd name="connsiteY2904" fmla="*/ 1026500 h 2400493"/>
              <a:gd name="connsiteX2905" fmla="*/ 62513 w 2401758"/>
              <a:gd name="connsiteY2905" fmla="*/ 1034933 h 2400493"/>
              <a:gd name="connsiteX2906" fmla="*/ 69458 w 2401758"/>
              <a:gd name="connsiteY2906" fmla="*/ 1052789 h 2400493"/>
              <a:gd name="connsiteX2907" fmla="*/ 62017 w 2401758"/>
              <a:gd name="connsiteY2907" fmla="*/ 1071638 h 2400493"/>
              <a:gd name="connsiteX2908" fmla="*/ 42672 w 2401758"/>
              <a:gd name="connsiteY2908" fmla="*/ 1079575 h 2400493"/>
              <a:gd name="connsiteX2909" fmla="*/ 24815 w 2401758"/>
              <a:gd name="connsiteY2909" fmla="*/ 1071142 h 2400493"/>
              <a:gd name="connsiteX2910" fmla="*/ 17375 w 2401758"/>
              <a:gd name="connsiteY2910" fmla="*/ 1052789 h 2400493"/>
              <a:gd name="connsiteX2911" fmla="*/ 25311 w 2401758"/>
              <a:gd name="connsiteY2911" fmla="*/ 1034436 h 2400493"/>
              <a:gd name="connsiteX2912" fmla="*/ 44656 w 2401758"/>
              <a:gd name="connsiteY2912" fmla="*/ 1026500 h 2400493"/>
              <a:gd name="connsiteX2913" fmla="*/ 2197892 w 2401758"/>
              <a:gd name="connsiteY2913" fmla="*/ 984338 h 2400493"/>
              <a:gd name="connsiteX2914" fmla="*/ 2200372 w 2401758"/>
              <a:gd name="connsiteY2914" fmla="*/ 987314 h 2400493"/>
              <a:gd name="connsiteX2915" fmla="*/ 2197396 w 2401758"/>
              <a:gd name="connsiteY2915" fmla="*/ 989794 h 2400493"/>
              <a:gd name="connsiteX2916" fmla="*/ 2195908 w 2401758"/>
              <a:gd name="connsiteY2916" fmla="*/ 985826 h 2400493"/>
              <a:gd name="connsiteX2917" fmla="*/ 2197892 w 2401758"/>
              <a:gd name="connsiteY2917" fmla="*/ 984338 h 2400493"/>
              <a:gd name="connsiteX2918" fmla="*/ 1022 w 2401758"/>
              <a:gd name="connsiteY2918" fmla="*/ 984337 h 2400493"/>
              <a:gd name="connsiteX2919" fmla="*/ 3502 w 2401758"/>
              <a:gd name="connsiteY2919" fmla="*/ 985329 h 2400493"/>
              <a:gd name="connsiteX2920" fmla="*/ 2014 w 2401758"/>
              <a:gd name="connsiteY2920" fmla="*/ 988305 h 2400493"/>
              <a:gd name="connsiteX2921" fmla="*/ 526 w 2401758"/>
              <a:gd name="connsiteY2921" fmla="*/ 986321 h 2400493"/>
              <a:gd name="connsiteX2922" fmla="*/ 1022 w 2401758"/>
              <a:gd name="connsiteY2922" fmla="*/ 984337 h 2400493"/>
              <a:gd name="connsiteX2923" fmla="*/ 2125782 w 2401758"/>
              <a:gd name="connsiteY2923" fmla="*/ 981237 h 2400493"/>
              <a:gd name="connsiteX2924" fmla="*/ 2129440 w 2401758"/>
              <a:gd name="connsiteY2924" fmla="*/ 981361 h 2400493"/>
              <a:gd name="connsiteX2925" fmla="*/ 2133905 w 2401758"/>
              <a:gd name="connsiteY2925" fmla="*/ 987314 h 2400493"/>
              <a:gd name="connsiteX2926" fmla="*/ 2128448 w 2401758"/>
              <a:gd name="connsiteY2926" fmla="*/ 990786 h 2400493"/>
              <a:gd name="connsiteX2927" fmla="*/ 2123984 w 2401758"/>
              <a:gd name="connsiteY2927" fmla="*/ 984833 h 2400493"/>
              <a:gd name="connsiteX2928" fmla="*/ 2125782 w 2401758"/>
              <a:gd name="connsiteY2928" fmla="*/ 981237 h 2400493"/>
              <a:gd name="connsiteX2929" fmla="*/ 2061980 w 2401758"/>
              <a:gd name="connsiteY2929" fmla="*/ 978881 h 2400493"/>
              <a:gd name="connsiteX2930" fmla="*/ 2069420 w 2401758"/>
              <a:gd name="connsiteY2930" fmla="*/ 985825 h 2400493"/>
              <a:gd name="connsiteX2931" fmla="*/ 2062972 w 2401758"/>
              <a:gd name="connsiteY2931" fmla="*/ 993266 h 2400493"/>
              <a:gd name="connsiteX2932" fmla="*/ 2055035 w 2401758"/>
              <a:gd name="connsiteY2932" fmla="*/ 986817 h 2400493"/>
              <a:gd name="connsiteX2933" fmla="*/ 2061980 w 2401758"/>
              <a:gd name="connsiteY2933" fmla="*/ 978881 h 2400493"/>
              <a:gd name="connsiteX2934" fmla="*/ 1995513 w 2401758"/>
              <a:gd name="connsiteY2934" fmla="*/ 976897 h 2400493"/>
              <a:gd name="connsiteX2935" fmla="*/ 2004937 w 2401758"/>
              <a:gd name="connsiteY2935" fmla="*/ 986322 h 2400493"/>
              <a:gd name="connsiteX2936" fmla="*/ 1995513 w 2401758"/>
              <a:gd name="connsiteY2936" fmla="*/ 995746 h 2400493"/>
              <a:gd name="connsiteX2937" fmla="*/ 1985592 w 2401758"/>
              <a:gd name="connsiteY2937" fmla="*/ 985825 h 2400493"/>
              <a:gd name="connsiteX2938" fmla="*/ 1995513 w 2401758"/>
              <a:gd name="connsiteY2938" fmla="*/ 976897 h 2400493"/>
              <a:gd name="connsiteX2939" fmla="*/ 1929046 w 2401758"/>
              <a:gd name="connsiteY2939" fmla="*/ 974417 h 2400493"/>
              <a:gd name="connsiteX2940" fmla="*/ 1940950 w 2401758"/>
              <a:gd name="connsiteY2940" fmla="*/ 986322 h 2400493"/>
              <a:gd name="connsiteX2941" fmla="*/ 1929046 w 2401758"/>
              <a:gd name="connsiteY2941" fmla="*/ 998226 h 2400493"/>
              <a:gd name="connsiteX2942" fmla="*/ 1917141 w 2401758"/>
              <a:gd name="connsiteY2942" fmla="*/ 986322 h 2400493"/>
              <a:gd name="connsiteX2943" fmla="*/ 1929046 w 2401758"/>
              <a:gd name="connsiteY2943" fmla="*/ 974417 h 2400493"/>
              <a:gd name="connsiteX2944" fmla="*/ 1860594 w 2401758"/>
              <a:gd name="connsiteY2944" fmla="*/ 974417 h 2400493"/>
              <a:gd name="connsiteX2945" fmla="*/ 1872002 w 2401758"/>
              <a:gd name="connsiteY2945" fmla="*/ 986322 h 2400493"/>
              <a:gd name="connsiteX2946" fmla="*/ 1859105 w 2401758"/>
              <a:gd name="connsiteY2946" fmla="*/ 998226 h 2400493"/>
              <a:gd name="connsiteX2947" fmla="*/ 1848193 w 2401758"/>
              <a:gd name="connsiteY2947" fmla="*/ 985330 h 2400493"/>
              <a:gd name="connsiteX2948" fmla="*/ 1860594 w 2401758"/>
              <a:gd name="connsiteY2948" fmla="*/ 974417 h 2400493"/>
              <a:gd name="connsiteX2949" fmla="*/ 1793630 w 2401758"/>
              <a:gd name="connsiteY2949" fmla="*/ 971937 h 2400493"/>
              <a:gd name="connsiteX2950" fmla="*/ 1807022 w 2401758"/>
              <a:gd name="connsiteY2950" fmla="*/ 986818 h 2400493"/>
              <a:gd name="connsiteX2951" fmla="*/ 1792142 w 2401758"/>
              <a:gd name="connsiteY2951" fmla="*/ 1000211 h 2400493"/>
              <a:gd name="connsiteX2952" fmla="*/ 1778749 w 2401758"/>
              <a:gd name="connsiteY2952" fmla="*/ 985330 h 2400493"/>
              <a:gd name="connsiteX2953" fmla="*/ 1793630 w 2401758"/>
              <a:gd name="connsiteY2953" fmla="*/ 971937 h 2400493"/>
              <a:gd name="connsiteX2954" fmla="*/ 1725675 w 2401758"/>
              <a:gd name="connsiteY2954" fmla="*/ 971937 h 2400493"/>
              <a:gd name="connsiteX2955" fmla="*/ 1740555 w 2401758"/>
              <a:gd name="connsiteY2955" fmla="*/ 986322 h 2400493"/>
              <a:gd name="connsiteX2956" fmla="*/ 1726667 w 2401758"/>
              <a:gd name="connsiteY2956" fmla="*/ 1000707 h 2400493"/>
              <a:gd name="connsiteX2957" fmla="*/ 1712282 w 2401758"/>
              <a:gd name="connsiteY2957" fmla="*/ 986818 h 2400493"/>
              <a:gd name="connsiteX2958" fmla="*/ 1725675 w 2401758"/>
              <a:gd name="connsiteY2958" fmla="*/ 971937 h 2400493"/>
              <a:gd name="connsiteX2959" fmla="*/ 1656727 w 2401758"/>
              <a:gd name="connsiteY2959" fmla="*/ 969457 h 2400493"/>
              <a:gd name="connsiteX2960" fmla="*/ 1674584 w 2401758"/>
              <a:gd name="connsiteY2960" fmla="*/ 985330 h 2400493"/>
              <a:gd name="connsiteX2961" fmla="*/ 1657719 w 2401758"/>
              <a:gd name="connsiteY2961" fmla="*/ 1002691 h 2400493"/>
              <a:gd name="connsiteX2962" fmla="*/ 1640854 w 2401758"/>
              <a:gd name="connsiteY2962" fmla="*/ 986322 h 2400493"/>
              <a:gd name="connsiteX2963" fmla="*/ 1656727 w 2401758"/>
              <a:gd name="connsiteY2963" fmla="*/ 969457 h 2400493"/>
              <a:gd name="connsiteX2964" fmla="*/ 1592243 w 2401758"/>
              <a:gd name="connsiteY2964" fmla="*/ 969456 h 2400493"/>
              <a:gd name="connsiteX2965" fmla="*/ 1608116 w 2401758"/>
              <a:gd name="connsiteY2965" fmla="*/ 987313 h 2400493"/>
              <a:gd name="connsiteX2966" fmla="*/ 1590259 w 2401758"/>
              <a:gd name="connsiteY2966" fmla="*/ 1003186 h 2400493"/>
              <a:gd name="connsiteX2967" fmla="*/ 1574386 w 2401758"/>
              <a:gd name="connsiteY2967" fmla="*/ 985329 h 2400493"/>
              <a:gd name="connsiteX2968" fmla="*/ 1592243 w 2401758"/>
              <a:gd name="connsiteY2968" fmla="*/ 969456 h 2400493"/>
              <a:gd name="connsiteX2969" fmla="*/ 1524783 w 2401758"/>
              <a:gd name="connsiteY2969" fmla="*/ 967969 h 2400493"/>
              <a:gd name="connsiteX2970" fmla="*/ 1532719 w 2401758"/>
              <a:gd name="connsiteY2970" fmla="*/ 970449 h 2400493"/>
              <a:gd name="connsiteX2971" fmla="*/ 1541152 w 2401758"/>
              <a:gd name="connsiteY2971" fmla="*/ 978385 h 2400493"/>
              <a:gd name="connsiteX2972" fmla="*/ 1543136 w 2401758"/>
              <a:gd name="connsiteY2972" fmla="*/ 986818 h 2400493"/>
              <a:gd name="connsiteX2973" fmla="*/ 1536192 w 2401758"/>
              <a:gd name="connsiteY2973" fmla="*/ 1000211 h 2400493"/>
              <a:gd name="connsiteX2974" fmla="*/ 1524287 w 2401758"/>
              <a:gd name="connsiteY2974" fmla="*/ 1005667 h 2400493"/>
              <a:gd name="connsiteX2975" fmla="*/ 1510398 w 2401758"/>
              <a:gd name="connsiteY2975" fmla="*/ 997234 h 2400493"/>
              <a:gd name="connsiteX2976" fmla="*/ 1506430 w 2401758"/>
              <a:gd name="connsiteY2976" fmla="*/ 986322 h 2400493"/>
              <a:gd name="connsiteX2977" fmla="*/ 1512878 w 2401758"/>
              <a:gd name="connsiteY2977" fmla="*/ 973425 h 2400493"/>
              <a:gd name="connsiteX2978" fmla="*/ 1524783 w 2401758"/>
              <a:gd name="connsiteY2978" fmla="*/ 967969 h 2400493"/>
              <a:gd name="connsiteX2979" fmla="*/ 1456332 w 2401758"/>
              <a:gd name="connsiteY2979" fmla="*/ 966977 h 2400493"/>
              <a:gd name="connsiteX2980" fmla="*/ 1476669 w 2401758"/>
              <a:gd name="connsiteY2980" fmla="*/ 985330 h 2400493"/>
              <a:gd name="connsiteX2981" fmla="*/ 1458316 w 2401758"/>
              <a:gd name="connsiteY2981" fmla="*/ 1005171 h 2400493"/>
              <a:gd name="connsiteX2982" fmla="*/ 1438475 w 2401758"/>
              <a:gd name="connsiteY2982" fmla="*/ 986322 h 2400493"/>
              <a:gd name="connsiteX2983" fmla="*/ 1456332 w 2401758"/>
              <a:gd name="connsiteY2983" fmla="*/ 966977 h 2400493"/>
              <a:gd name="connsiteX2984" fmla="*/ 1388872 w 2401758"/>
              <a:gd name="connsiteY2984" fmla="*/ 966976 h 2400493"/>
              <a:gd name="connsiteX2985" fmla="*/ 1407721 w 2401758"/>
              <a:gd name="connsiteY2985" fmla="*/ 986321 h 2400493"/>
              <a:gd name="connsiteX2986" fmla="*/ 1388376 w 2401758"/>
              <a:gd name="connsiteY2986" fmla="*/ 1005170 h 2400493"/>
              <a:gd name="connsiteX2987" fmla="*/ 1370023 w 2401758"/>
              <a:gd name="connsiteY2987" fmla="*/ 985329 h 2400493"/>
              <a:gd name="connsiteX2988" fmla="*/ 1388872 w 2401758"/>
              <a:gd name="connsiteY2988" fmla="*/ 966976 h 2400493"/>
              <a:gd name="connsiteX2989" fmla="*/ 1322404 w 2401758"/>
              <a:gd name="connsiteY2989" fmla="*/ 965488 h 2400493"/>
              <a:gd name="connsiteX2990" fmla="*/ 1336789 w 2401758"/>
              <a:gd name="connsiteY2990" fmla="*/ 972433 h 2400493"/>
              <a:gd name="connsiteX2991" fmla="*/ 1342741 w 2401758"/>
              <a:gd name="connsiteY2991" fmla="*/ 987313 h 2400493"/>
              <a:gd name="connsiteX2992" fmla="*/ 1336789 w 2401758"/>
              <a:gd name="connsiteY2992" fmla="*/ 1000706 h 2400493"/>
              <a:gd name="connsiteX2993" fmla="*/ 1322404 w 2401758"/>
              <a:gd name="connsiteY2993" fmla="*/ 1007154 h 2400493"/>
              <a:gd name="connsiteX2994" fmla="*/ 1307523 w 2401758"/>
              <a:gd name="connsiteY2994" fmla="*/ 1001202 h 2400493"/>
              <a:gd name="connsiteX2995" fmla="*/ 1300083 w 2401758"/>
              <a:gd name="connsiteY2995" fmla="*/ 985825 h 2400493"/>
              <a:gd name="connsiteX2996" fmla="*/ 1307523 w 2401758"/>
              <a:gd name="connsiteY2996" fmla="*/ 971441 h 2400493"/>
              <a:gd name="connsiteX2997" fmla="*/ 1322404 w 2401758"/>
              <a:gd name="connsiteY2997" fmla="*/ 965488 h 2400493"/>
              <a:gd name="connsiteX2998" fmla="*/ 1185501 w 2401758"/>
              <a:gd name="connsiteY2998" fmla="*/ 964993 h 2400493"/>
              <a:gd name="connsiteX2999" fmla="*/ 1207326 w 2401758"/>
              <a:gd name="connsiteY2999" fmla="*/ 986322 h 2400493"/>
              <a:gd name="connsiteX3000" fmla="*/ 1185501 w 2401758"/>
              <a:gd name="connsiteY3000" fmla="*/ 1007651 h 2400493"/>
              <a:gd name="connsiteX3001" fmla="*/ 1164172 w 2401758"/>
              <a:gd name="connsiteY3001" fmla="*/ 985826 h 2400493"/>
              <a:gd name="connsiteX3002" fmla="*/ 1185501 w 2401758"/>
              <a:gd name="connsiteY3002" fmla="*/ 964993 h 2400493"/>
              <a:gd name="connsiteX3003" fmla="*/ 1255937 w 2401758"/>
              <a:gd name="connsiteY3003" fmla="*/ 964992 h 2400493"/>
              <a:gd name="connsiteX3004" fmla="*/ 1276274 w 2401758"/>
              <a:gd name="connsiteY3004" fmla="*/ 986321 h 2400493"/>
              <a:gd name="connsiteX3005" fmla="*/ 1254945 w 2401758"/>
              <a:gd name="connsiteY3005" fmla="*/ 1007650 h 2400493"/>
              <a:gd name="connsiteX3006" fmla="*/ 1233616 w 2401758"/>
              <a:gd name="connsiteY3006" fmla="*/ 985825 h 2400493"/>
              <a:gd name="connsiteX3007" fmla="*/ 1255937 w 2401758"/>
              <a:gd name="connsiteY3007" fmla="*/ 964992 h 2400493"/>
              <a:gd name="connsiteX3008" fmla="*/ 1119529 w 2401758"/>
              <a:gd name="connsiteY3008" fmla="*/ 964992 h 2400493"/>
              <a:gd name="connsiteX3009" fmla="*/ 1140858 w 2401758"/>
              <a:gd name="connsiteY3009" fmla="*/ 986321 h 2400493"/>
              <a:gd name="connsiteX3010" fmla="*/ 1119033 w 2401758"/>
              <a:gd name="connsiteY3010" fmla="*/ 1007650 h 2400493"/>
              <a:gd name="connsiteX3011" fmla="*/ 1098200 w 2401758"/>
              <a:gd name="connsiteY3011" fmla="*/ 985329 h 2400493"/>
              <a:gd name="connsiteX3012" fmla="*/ 1119529 w 2401758"/>
              <a:gd name="connsiteY3012" fmla="*/ 964992 h 2400493"/>
              <a:gd name="connsiteX3013" fmla="*/ 1053062 w 2401758"/>
              <a:gd name="connsiteY3013" fmla="*/ 962512 h 2400493"/>
              <a:gd name="connsiteX3014" fmla="*/ 1076871 w 2401758"/>
              <a:gd name="connsiteY3014" fmla="*/ 986817 h 2400493"/>
              <a:gd name="connsiteX3015" fmla="*/ 1053062 w 2401758"/>
              <a:gd name="connsiteY3015" fmla="*/ 1010131 h 2400493"/>
              <a:gd name="connsiteX3016" fmla="*/ 1029264 w 2401758"/>
              <a:gd name="connsiteY3016" fmla="*/ 985825 h 2400493"/>
              <a:gd name="connsiteX3017" fmla="*/ 1053062 w 2401758"/>
              <a:gd name="connsiteY3017" fmla="*/ 962512 h 2400493"/>
              <a:gd name="connsiteX3018" fmla="*/ 986628 w 2401758"/>
              <a:gd name="connsiteY3018" fmla="*/ 962512 h 2400493"/>
              <a:gd name="connsiteX3019" fmla="*/ 1009941 w 2401758"/>
              <a:gd name="connsiteY3019" fmla="*/ 986321 h 2400493"/>
              <a:gd name="connsiteX3020" fmla="*/ 985636 w 2401758"/>
              <a:gd name="connsiteY3020" fmla="*/ 1010131 h 2400493"/>
              <a:gd name="connsiteX3021" fmla="*/ 962323 w 2401758"/>
              <a:gd name="connsiteY3021" fmla="*/ 986321 h 2400493"/>
              <a:gd name="connsiteX3022" fmla="*/ 986628 w 2401758"/>
              <a:gd name="connsiteY3022" fmla="*/ 962512 h 2400493"/>
              <a:gd name="connsiteX3023" fmla="*/ 917657 w 2401758"/>
              <a:gd name="connsiteY3023" fmla="*/ 962512 h 2400493"/>
              <a:gd name="connsiteX3024" fmla="*/ 940971 w 2401758"/>
              <a:gd name="connsiteY3024" fmla="*/ 987313 h 2400493"/>
              <a:gd name="connsiteX3025" fmla="*/ 934521 w 2401758"/>
              <a:gd name="connsiteY3025" fmla="*/ 1003682 h 2400493"/>
              <a:gd name="connsiteX3026" fmla="*/ 917161 w 2401758"/>
              <a:gd name="connsiteY3026" fmla="*/ 1010131 h 2400493"/>
              <a:gd name="connsiteX3027" fmla="*/ 893352 w 2401758"/>
              <a:gd name="connsiteY3027" fmla="*/ 984833 h 2400493"/>
              <a:gd name="connsiteX3028" fmla="*/ 917657 w 2401758"/>
              <a:gd name="connsiteY3028" fmla="*/ 962512 h 2400493"/>
              <a:gd name="connsiteX3029" fmla="*/ 851181 w 2401758"/>
              <a:gd name="connsiteY3029" fmla="*/ 962512 h 2400493"/>
              <a:gd name="connsiteX3030" fmla="*/ 867550 w 2401758"/>
              <a:gd name="connsiteY3030" fmla="*/ 968960 h 2400493"/>
              <a:gd name="connsiteX3031" fmla="*/ 873999 w 2401758"/>
              <a:gd name="connsiteY3031" fmla="*/ 987809 h 2400493"/>
              <a:gd name="connsiteX3032" fmla="*/ 849692 w 2401758"/>
              <a:gd name="connsiteY3032" fmla="*/ 1010130 h 2400493"/>
              <a:gd name="connsiteX3033" fmla="*/ 826380 w 2401758"/>
              <a:gd name="connsiteY3033" fmla="*/ 985329 h 2400493"/>
              <a:gd name="connsiteX3034" fmla="*/ 832828 w 2401758"/>
              <a:gd name="connsiteY3034" fmla="*/ 968960 h 2400493"/>
              <a:gd name="connsiteX3035" fmla="*/ 851181 w 2401758"/>
              <a:gd name="connsiteY3035" fmla="*/ 962512 h 2400493"/>
              <a:gd name="connsiteX3036" fmla="*/ 714784 w 2401758"/>
              <a:gd name="connsiteY3036" fmla="*/ 960528 h 2400493"/>
              <a:gd name="connsiteX3037" fmla="*/ 733633 w 2401758"/>
              <a:gd name="connsiteY3037" fmla="*/ 968464 h 2400493"/>
              <a:gd name="connsiteX3038" fmla="*/ 740577 w 2401758"/>
              <a:gd name="connsiteY3038" fmla="*/ 986817 h 2400493"/>
              <a:gd name="connsiteX3039" fmla="*/ 732641 w 2401758"/>
              <a:gd name="connsiteY3039" fmla="*/ 1005170 h 2400493"/>
              <a:gd name="connsiteX3040" fmla="*/ 714784 w 2401758"/>
              <a:gd name="connsiteY3040" fmla="*/ 1013107 h 2400493"/>
              <a:gd name="connsiteX3041" fmla="*/ 695440 w 2401758"/>
              <a:gd name="connsiteY3041" fmla="*/ 1004178 h 2400493"/>
              <a:gd name="connsiteX3042" fmla="*/ 688495 w 2401758"/>
              <a:gd name="connsiteY3042" fmla="*/ 985825 h 2400493"/>
              <a:gd name="connsiteX3043" fmla="*/ 696432 w 2401758"/>
              <a:gd name="connsiteY3043" fmla="*/ 967472 h 2400493"/>
              <a:gd name="connsiteX3044" fmla="*/ 714784 w 2401758"/>
              <a:gd name="connsiteY3044" fmla="*/ 960528 h 2400493"/>
              <a:gd name="connsiteX3045" fmla="*/ 649306 w 2401758"/>
              <a:gd name="connsiteY3045" fmla="*/ 960528 h 2400493"/>
              <a:gd name="connsiteX3046" fmla="*/ 674108 w 2401758"/>
              <a:gd name="connsiteY3046" fmla="*/ 986817 h 2400493"/>
              <a:gd name="connsiteX3047" fmla="*/ 646826 w 2401758"/>
              <a:gd name="connsiteY3047" fmla="*/ 1012611 h 2400493"/>
              <a:gd name="connsiteX3048" fmla="*/ 622026 w 2401758"/>
              <a:gd name="connsiteY3048" fmla="*/ 986321 h 2400493"/>
              <a:gd name="connsiteX3049" fmla="*/ 649306 w 2401758"/>
              <a:gd name="connsiteY3049" fmla="*/ 960528 h 2400493"/>
              <a:gd name="connsiteX3050" fmla="*/ 784232 w 2401758"/>
              <a:gd name="connsiteY3050" fmla="*/ 960032 h 2400493"/>
              <a:gd name="connsiteX3051" fmla="*/ 795640 w 2401758"/>
              <a:gd name="connsiteY3051" fmla="*/ 963504 h 2400493"/>
              <a:gd name="connsiteX3052" fmla="*/ 807545 w 2401758"/>
              <a:gd name="connsiteY3052" fmla="*/ 975409 h 2400493"/>
              <a:gd name="connsiteX3053" fmla="*/ 809034 w 2401758"/>
              <a:gd name="connsiteY3053" fmla="*/ 987313 h 2400493"/>
              <a:gd name="connsiteX3054" fmla="*/ 799112 w 2401758"/>
              <a:gd name="connsiteY3054" fmla="*/ 1005666 h 2400493"/>
              <a:gd name="connsiteX3055" fmla="*/ 783735 w 2401758"/>
              <a:gd name="connsiteY3055" fmla="*/ 1012115 h 2400493"/>
              <a:gd name="connsiteX3056" fmla="*/ 772328 w 2401758"/>
              <a:gd name="connsiteY3056" fmla="*/ 1008643 h 2400493"/>
              <a:gd name="connsiteX3057" fmla="*/ 760422 w 2401758"/>
              <a:gd name="connsiteY3057" fmla="*/ 996738 h 2400493"/>
              <a:gd name="connsiteX3058" fmla="*/ 757446 w 2401758"/>
              <a:gd name="connsiteY3058" fmla="*/ 984833 h 2400493"/>
              <a:gd name="connsiteX3059" fmla="*/ 761414 w 2401758"/>
              <a:gd name="connsiteY3059" fmla="*/ 973425 h 2400493"/>
              <a:gd name="connsiteX3060" fmla="*/ 773321 w 2401758"/>
              <a:gd name="connsiteY3060" fmla="*/ 962512 h 2400493"/>
              <a:gd name="connsiteX3061" fmla="*/ 784232 w 2401758"/>
              <a:gd name="connsiteY3061" fmla="*/ 960032 h 2400493"/>
              <a:gd name="connsiteX3062" fmla="*/ 582846 w 2401758"/>
              <a:gd name="connsiteY3062" fmla="*/ 960032 h 2400493"/>
              <a:gd name="connsiteX3063" fmla="*/ 607649 w 2401758"/>
              <a:gd name="connsiteY3063" fmla="*/ 986818 h 2400493"/>
              <a:gd name="connsiteX3064" fmla="*/ 580366 w 2401758"/>
              <a:gd name="connsiteY3064" fmla="*/ 1012115 h 2400493"/>
              <a:gd name="connsiteX3065" fmla="*/ 555564 w 2401758"/>
              <a:gd name="connsiteY3065" fmla="*/ 985329 h 2400493"/>
              <a:gd name="connsiteX3066" fmla="*/ 582846 w 2401758"/>
              <a:gd name="connsiteY3066" fmla="*/ 960032 h 2400493"/>
              <a:gd name="connsiteX3067" fmla="*/ 513897 w 2401758"/>
              <a:gd name="connsiteY3067" fmla="*/ 960032 h 2400493"/>
              <a:gd name="connsiteX3068" fmla="*/ 540684 w 2401758"/>
              <a:gd name="connsiteY3068" fmla="*/ 986321 h 2400493"/>
              <a:gd name="connsiteX3069" fmla="*/ 533243 w 2401758"/>
              <a:gd name="connsiteY3069" fmla="*/ 1004674 h 2400493"/>
              <a:gd name="connsiteX3070" fmla="*/ 515881 w 2401758"/>
              <a:gd name="connsiteY3070" fmla="*/ 1012611 h 2400493"/>
              <a:gd name="connsiteX3071" fmla="*/ 488103 w 2401758"/>
              <a:gd name="connsiteY3071" fmla="*/ 987313 h 2400493"/>
              <a:gd name="connsiteX3072" fmla="*/ 495544 w 2401758"/>
              <a:gd name="connsiteY3072" fmla="*/ 967968 h 2400493"/>
              <a:gd name="connsiteX3073" fmla="*/ 513897 w 2401758"/>
              <a:gd name="connsiteY3073" fmla="*/ 960032 h 2400493"/>
              <a:gd name="connsiteX3074" fmla="*/ 446445 w 2401758"/>
              <a:gd name="connsiteY3074" fmla="*/ 960032 h 2400493"/>
              <a:gd name="connsiteX3075" fmla="*/ 464799 w 2401758"/>
              <a:gd name="connsiteY3075" fmla="*/ 967968 h 2400493"/>
              <a:gd name="connsiteX3076" fmla="*/ 472241 w 2401758"/>
              <a:gd name="connsiteY3076" fmla="*/ 987313 h 2400493"/>
              <a:gd name="connsiteX3077" fmla="*/ 445453 w 2401758"/>
              <a:gd name="connsiteY3077" fmla="*/ 1012611 h 2400493"/>
              <a:gd name="connsiteX3078" fmla="*/ 427099 w 2401758"/>
              <a:gd name="connsiteY3078" fmla="*/ 1004674 h 2400493"/>
              <a:gd name="connsiteX3079" fmla="*/ 419659 w 2401758"/>
              <a:gd name="connsiteY3079" fmla="*/ 986817 h 2400493"/>
              <a:gd name="connsiteX3080" fmla="*/ 446445 w 2401758"/>
              <a:gd name="connsiteY3080" fmla="*/ 960032 h 2400493"/>
              <a:gd name="connsiteX3081" fmla="*/ 378468 w 2401758"/>
              <a:gd name="connsiteY3081" fmla="*/ 960032 h 2400493"/>
              <a:gd name="connsiteX3082" fmla="*/ 405750 w 2401758"/>
              <a:gd name="connsiteY3082" fmla="*/ 985826 h 2400493"/>
              <a:gd name="connsiteX3083" fmla="*/ 379460 w 2401758"/>
              <a:gd name="connsiteY3083" fmla="*/ 1012611 h 2400493"/>
              <a:gd name="connsiteX3084" fmla="*/ 353171 w 2401758"/>
              <a:gd name="connsiteY3084" fmla="*/ 986818 h 2400493"/>
              <a:gd name="connsiteX3085" fmla="*/ 378468 w 2401758"/>
              <a:gd name="connsiteY3085" fmla="*/ 960032 h 2400493"/>
              <a:gd name="connsiteX3086" fmla="*/ 310026 w 2401758"/>
              <a:gd name="connsiteY3086" fmla="*/ 960032 h 2400493"/>
              <a:gd name="connsiteX3087" fmla="*/ 313499 w 2401758"/>
              <a:gd name="connsiteY3087" fmla="*/ 960032 h 2400493"/>
              <a:gd name="connsiteX3088" fmla="*/ 331852 w 2401758"/>
              <a:gd name="connsiteY3088" fmla="*/ 966976 h 2400493"/>
              <a:gd name="connsiteX3089" fmla="*/ 338301 w 2401758"/>
              <a:gd name="connsiteY3089" fmla="*/ 984337 h 2400493"/>
              <a:gd name="connsiteX3090" fmla="*/ 338301 w 2401758"/>
              <a:gd name="connsiteY3090" fmla="*/ 986817 h 2400493"/>
              <a:gd name="connsiteX3091" fmla="*/ 323915 w 2401758"/>
              <a:gd name="connsiteY3091" fmla="*/ 1011123 h 2400493"/>
              <a:gd name="connsiteX3092" fmla="*/ 319451 w 2401758"/>
              <a:gd name="connsiteY3092" fmla="*/ 1012115 h 2400493"/>
              <a:gd name="connsiteX3093" fmla="*/ 307546 w 2401758"/>
              <a:gd name="connsiteY3093" fmla="*/ 1012115 h 2400493"/>
              <a:gd name="connsiteX3094" fmla="*/ 291673 w 2401758"/>
              <a:gd name="connsiteY3094" fmla="*/ 1004674 h 2400493"/>
              <a:gd name="connsiteX3095" fmla="*/ 286217 w 2401758"/>
              <a:gd name="connsiteY3095" fmla="*/ 995250 h 2400493"/>
              <a:gd name="connsiteX3096" fmla="*/ 286217 w 2401758"/>
              <a:gd name="connsiteY3096" fmla="*/ 975409 h 2400493"/>
              <a:gd name="connsiteX3097" fmla="*/ 294154 w 2401758"/>
              <a:gd name="connsiteY3097" fmla="*/ 964992 h 2400493"/>
              <a:gd name="connsiteX3098" fmla="*/ 310026 w 2401758"/>
              <a:gd name="connsiteY3098" fmla="*/ 960032 h 2400493"/>
              <a:gd name="connsiteX3099" fmla="*/ 44144 w 2401758"/>
              <a:gd name="connsiteY3099" fmla="*/ 958544 h 2400493"/>
              <a:gd name="connsiteX3100" fmla="*/ 58528 w 2401758"/>
              <a:gd name="connsiteY3100" fmla="*/ 963008 h 2400493"/>
              <a:gd name="connsiteX3101" fmla="*/ 67457 w 2401758"/>
              <a:gd name="connsiteY3101" fmla="*/ 972929 h 2400493"/>
              <a:gd name="connsiteX3102" fmla="*/ 71921 w 2401758"/>
              <a:gd name="connsiteY3102" fmla="*/ 985825 h 2400493"/>
              <a:gd name="connsiteX3103" fmla="*/ 62497 w 2401758"/>
              <a:gd name="connsiteY3103" fmla="*/ 1006658 h 2400493"/>
              <a:gd name="connsiteX3104" fmla="*/ 43152 w 2401758"/>
              <a:gd name="connsiteY3104" fmla="*/ 1015091 h 2400493"/>
              <a:gd name="connsiteX3105" fmla="*/ 22318 w 2401758"/>
              <a:gd name="connsiteY3105" fmla="*/ 1005170 h 2400493"/>
              <a:gd name="connsiteX3106" fmla="*/ 14878 w 2401758"/>
              <a:gd name="connsiteY3106" fmla="*/ 985825 h 2400493"/>
              <a:gd name="connsiteX3107" fmla="*/ 26287 w 2401758"/>
              <a:gd name="connsiteY3107" fmla="*/ 964496 h 2400493"/>
              <a:gd name="connsiteX3108" fmla="*/ 44144 w 2401758"/>
              <a:gd name="connsiteY3108" fmla="*/ 958544 h 2400493"/>
              <a:gd name="connsiteX3109" fmla="*/ 243055 w 2401758"/>
              <a:gd name="connsiteY3109" fmla="*/ 958048 h 2400493"/>
              <a:gd name="connsiteX3110" fmla="*/ 264881 w 2401758"/>
              <a:gd name="connsiteY3110" fmla="*/ 967969 h 2400493"/>
              <a:gd name="connsiteX3111" fmla="*/ 272321 w 2401758"/>
              <a:gd name="connsiteY3111" fmla="*/ 986322 h 2400493"/>
              <a:gd name="connsiteX3112" fmla="*/ 261408 w 2401758"/>
              <a:gd name="connsiteY3112" fmla="*/ 1008147 h 2400493"/>
              <a:gd name="connsiteX3113" fmla="*/ 242559 w 2401758"/>
              <a:gd name="connsiteY3113" fmla="*/ 1015091 h 2400493"/>
              <a:gd name="connsiteX3114" fmla="*/ 221230 w 2401758"/>
              <a:gd name="connsiteY3114" fmla="*/ 1003682 h 2400493"/>
              <a:gd name="connsiteX3115" fmla="*/ 215278 w 2401758"/>
              <a:gd name="connsiteY3115" fmla="*/ 985825 h 2400493"/>
              <a:gd name="connsiteX3116" fmla="*/ 226687 w 2401758"/>
              <a:gd name="connsiteY3116" fmla="*/ 964000 h 2400493"/>
              <a:gd name="connsiteX3117" fmla="*/ 243055 w 2401758"/>
              <a:gd name="connsiteY3117" fmla="*/ 958048 h 2400493"/>
              <a:gd name="connsiteX3118" fmla="*/ 110147 w 2401758"/>
              <a:gd name="connsiteY3118" fmla="*/ 958048 h 2400493"/>
              <a:gd name="connsiteX3119" fmla="*/ 130484 w 2401758"/>
              <a:gd name="connsiteY3119" fmla="*/ 967472 h 2400493"/>
              <a:gd name="connsiteX3120" fmla="*/ 138420 w 2401758"/>
              <a:gd name="connsiteY3120" fmla="*/ 986322 h 2400493"/>
              <a:gd name="connsiteX3121" fmla="*/ 130484 w 2401758"/>
              <a:gd name="connsiteY3121" fmla="*/ 1005667 h 2400493"/>
              <a:gd name="connsiteX3122" fmla="*/ 110147 w 2401758"/>
              <a:gd name="connsiteY3122" fmla="*/ 1015091 h 2400493"/>
              <a:gd name="connsiteX3123" fmla="*/ 89809 w 2401758"/>
              <a:gd name="connsiteY3123" fmla="*/ 1006163 h 2400493"/>
              <a:gd name="connsiteX3124" fmla="*/ 81378 w 2401758"/>
              <a:gd name="connsiteY3124" fmla="*/ 985825 h 2400493"/>
              <a:gd name="connsiteX3125" fmla="*/ 91794 w 2401758"/>
              <a:gd name="connsiteY3125" fmla="*/ 964992 h 2400493"/>
              <a:gd name="connsiteX3126" fmla="*/ 110147 w 2401758"/>
              <a:gd name="connsiteY3126" fmla="*/ 958048 h 2400493"/>
              <a:gd name="connsiteX3127" fmla="*/ 176606 w 2401758"/>
              <a:gd name="connsiteY3127" fmla="*/ 957552 h 2400493"/>
              <a:gd name="connsiteX3128" fmla="*/ 195951 w 2401758"/>
              <a:gd name="connsiteY3128" fmla="*/ 965984 h 2400493"/>
              <a:gd name="connsiteX3129" fmla="*/ 204879 w 2401758"/>
              <a:gd name="connsiteY3129" fmla="*/ 986322 h 2400493"/>
              <a:gd name="connsiteX3130" fmla="*/ 194959 w 2401758"/>
              <a:gd name="connsiteY3130" fmla="*/ 1007155 h 2400493"/>
              <a:gd name="connsiteX3131" fmla="*/ 175614 w 2401758"/>
              <a:gd name="connsiteY3131" fmla="*/ 1015091 h 2400493"/>
              <a:gd name="connsiteX3132" fmla="*/ 153789 w 2401758"/>
              <a:gd name="connsiteY3132" fmla="*/ 1003682 h 2400493"/>
              <a:gd name="connsiteX3133" fmla="*/ 147341 w 2401758"/>
              <a:gd name="connsiteY3133" fmla="*/ 985826 h 2400493"/>
              <a:gd name="connsiteX3134" fmla="*/ 157758 w 2401758"/>
              <a:gd name="connsiteY3134" fmla="*/ 964992 h 2400493"/>
              <a:gd name="connsiteX3135" fmla="*/ 176606 w 2401758"/>
              <a:gd name="connsiteY3135" fmla="*/ 957552 h 2400493"/>
              <a:gd name="connsiteX3136" fmla="*/ 2264855 w 2401758"/>
              <a:gd name="connsiteY3136" fmla="*/ 915390 h 2400493"/>
              <a:gd name="connsiteX3137" fmla="*/ 2267335 w 2401758"/>
              <a:gd name="connsiteY3137" fmla="*/ 918366 h 2400493"/>
              <a:gd name="connsiteX3138" fmla="*/ 2264359 w 2401758"/>
              <a:gd name="connsiteY3138" fmla="*/ 920846 h 2400493"/>
              <a:gd name="connsiteX3139" fmla="*/ 2262871 w 2401758"/>
              <a:gd name="connsiteY3139" fmla="*/ 916878 h 2400493"/>
              <a:gd name="connsiteX3140" fmla="*/ 2264855 w 2401758"/>
              <a:gd name="connsiteY3140" fmla="*/ 915390 h 2400493"/>
              <a:gd name="connsiteX3141" fmla="*/ 2198388 w 2401758"/>
              <a:gd name="connsiteY3141" fmla="*/ 914894 h 2400493"/>
              <a:gd name="connsiteX3142" fmla="*/ 2201860 w 2401758"/>
              <a:gd name="connsiteY3142" fmla="*/ 917374 h 2400493"/>
              <a:gd name="connsiteX3143" fmla="*/ 2198388 w 2401758"/>
              <a:gd name="connsiteY3143" fmla="*/ 919358 h 2400493"/>
              <a:gd name="connsiteX3144" fmla="*/ 2195908 w 2401758"/>
              <a:gd name="connsiteY3144" fmla="*/ 916382 h 2400493"/>
              <a:gd name="connsiteX3145" fmla="*/ 2198388 w 2401758"/>
              <a:gd name="connsiteY3145" fmla="*/ 914894 h 2400493"/>
              <a:gd name="connsiteX3146" fmla="*/ 2129440 w 2401758"/>
              <a:gd name="connsiteY3146" fmla="*/ 910429 h 2400493"/>
              <a:gd name="connsiteX3147" fmla="*/ 2137377 w 2401758"/>
              <a:gd name="connsiteY3147" fmla="*/ 917870 h 2400493"/>
              <a:gd name="connsiteX3148" fmla="*/ 2128944 w 2401758"/>
              <a:gd name="connsiteY3148" fmla="*/ 923822 h 2400493"/>
              <a:gd name="connsiteX3149" fmla="*/ 2122000 w 2401758"/>
              <a:gd name="connsiteY3149" fmla="*/ 917374 h 2400493"/>
              <a:gd name="connsiteX3150" fmla="*/ 2129440 w 2401758"/>
              <a:gd name="connsiteY3150" fmla="*/ 910429 h 2400493"/>
              <a:gd name="connsiteX3151" fmla="*/ 2005 w 2401758"/>
              <a:gd name="connsiteY3151" fmla="*/ 910429 h 2400493"/>
              <a:gd name="connsiteX3152" fmla="*/ 2997 w 2401758"/>
              <a:gd name="connsiteY3152" fmla="*/ 915389 h 2400493"/>
              <a:gd name="connsiteX3153" fmla="*/ 2997 w 2401758"/>
              <a:gd name="connsiteY3153" fmla="*/ 923326 h 2400493"/>
              <a:gd name="connsiteX3154" fmla="*/ 1509 w 2401758"/>
              <a:gd name="connsiteY3154" fmla="*/ 924318 h 2400493"/>
              <a:gd name="connsiteX3155" fmla="*/ 516 w 2401758"/>
              <a:gd name="connsiteY3155" fmla="*/ 923326 h 2400493"/>
              <a:gd name="connsiteX3156" fmla="*/ 516 w 2401758"/>
              <a:gd name="connsiteY3156" fmla="*/ 917373 h 2400493"/>
              <a:gd name="connsiteX3157" fmla="*/ 2005 w 2401758"/>
              <a:gd name="connsiteY3157" fmla="*/ 910429 h 2400493"/>
              <a:gd name="connsiteX3158" fmla="*/ 2061981 w 2401758"/>
              <a:gd name="connsiteY3158" fmla="*/ 907453 h 2400493"/>
              <a:gd name="connsiteX3159" fmla="*/ 2071901 w 2401758"/>
              <a:gd name="connsiteY3159" fmla="*/ 916381 h 2400493"/>
              <a:gd name="connsiteX3160" fmla="*/ 2061981 w 2401758"/>
              <a:gd name="connsiteY3160" fmla="*/ 926302 h 2400493"/>
              <a:gd name="connsiteX3161" fmla="*/ 2052556 w 2401758"/>
              <a:gd name="connsiteY3161" fmla="*/ 916878 h 2400493"/>
              <a:gd name="connsiteX3162" fmla="*/ 2061981 w 2401758"/>
              <a:gd name="connsiteY3162" fmla="*/ 907453 h 2400493"/>
              <a:gd name="connsiteX3163" fmla="*/ 1928054 w 2401758"/>
              <a:gd name="connsiteY3163" fmla="*/ 905469 h 2400493"/>
              <a:gd name="connsiteX3164" fmla="*/ 1940950 w 2401758"/>
              <a:gd name="connsiteY3164" fmla="*/ 917374 h 2400493"/>
              <a:gd name="connsiteX3165" fmla="*/ 1929542 w 2401758"/>
              <a:gd name="connsiteY3165" fmla="*/ 929278 h 2400493"/>
              <a:gd name="connsiteX3166" fmla="*/ 1917141 w 2401758"/>
              <a:gd name="connsiteY3166" fmla="*/ 917870 h 2400493"/>
              <a:gd name="connsiteX3167" fmla="*/ 1928054 w 2401758"/>
              <a:gd name="connsiteY3167" fmla="*/ 905469 h 2400493"/>
              <a:gd name="connsiteX3168" fmla="*/ 1995513 w 2401758"/>
              <a:gd name="connsiteY3168" fmla="*/ 904973 h 2400493"/>
              <a:gd name="connsiteX3169" fmla="*/ 2007417 w 2401758"/>
              <a:gd name="connsiteY3169" fmla="*/ 916878 h 2400493"/>
              <a:gd name="connsiteX3170" fmla="*/ 1995513 w 2401758"/>
              <a:gd name="connsiteY3170" fmla="*/ 928782 h 2400493"/>
              <a:gd name="connsiteX3171" fmla="*/ 1983608 w 2401758"/>
              <a:gd name="connsiteY3171" fmla="*/ 916878 h 2400493"/>
              <a:gd name="connsiteX3172" fmla="*/ 1995513 w 2401758"/>
              <a:gd name="connsiteY3172" fmla="*/ 904973 h 2400493"/>
              <a:gd name="connsiteX3173" fmla="*/ 1860098 w 2401758"/>
              <a:gd name="connsiteY3173" fmla="*/ 902989 h 2400493"/>
              <a:gd name="connsiteX3174" fmla="*/ 1873986 w 2401758"/>
              <a:gd name="connsiteY3174" fmla="*/ 917374 h 2400493"/>
              <a:gd name="connsiteX3175" fmla="*/ 1859602 w 2401758"/>
              <a:gd name="connsiteY3175" fmla="*/ 931263 h 2400493"/>
              <a:gd name="connsiteX3176" fmla="*/ 1845713 w 2401758"/>
              <a:gd name="connsiteY3176" fmla="*/ 916878 h 2400493"/>
              <a:gd name="connsiteX3177" fmla="*/ 1860098 w 2401758"/>
              <a:gd name="connsiteY3177" fmla="*/ 902989 h 2400493"/>
              <a:gd name="connsiteX3178" fmla="*/ 1793134 w 2401758"/>
              <a:gd name="connsiteY3178" fmla="*/ 902989 h 2400493"/>
              <a:gd name="connsiteX3179" fmla="*/ 1807518 w 2401758"/>
              <a:gd name="connsiteY3179" fmla="*/ 916878 h 2400493"/>
              <a:gd name="connsiteX3180" fmla="*/ 1793630 w 2401758"/>
              <a:gd name="connsiteY3180" fmla="*/ 931263 h 2400493"/>
              <a:gd name="connsiteX3181" fmla="*/ 1779245 w 2401758"/>
              <a:gd name="connsiteY3181" fmla="*/ 917374 h 2400493"/>
              <a:gd name="connsiteX3182" fmla="*/ 1793134 w 2401758"/>
              <a:gd name="connsiteY3182" fmla="*/ 902989 h 2400493"/>
              <a:gd name="connsiteX3183" fmla="*/ 1725178 w 2401758"/>
              <a:gd name="connsiteY3183" fmla="*/ 900509 h 2400493"/>
              <a:gd name="connsiteX3184" fmla="*/ 1736586 w 2401758"/>
              <a:gd name="connsiteY3184" fmla="*/ 904973 h 2400493"/>
              <a:gd name="connsiteX3185" fmla="*/ 1743531 w 2401758"/>
              <a:gd name="connsiteY3185" fmla="*/ 916878 h 2400493"/>
              <a:gd name="connsiteX3186" fmla="*/ 1738571 w 2401758"/>
              <a:gd name="connsiteY3186" fmla="*/ 927790 h 2400493"/>
              <a:gd name="connsiteX3187" fmla="*/ 1726666 w 2401758"/>
              <a:gd name="connsiteY3187" fmla="*/ 933743 h 2400493"/>
              <a:gd name="connsiteX3188" fmla="*/ 1715257 w 2401758"/>
              <a:gd name="connsiteY3188" fmla="*/ 929279 h 2400493"/>
              <a:gd name="connsiteX3189" fmla="*/ 1709305 w 2401758"/>
              <a:gd name="connsiteY3189" fmla="*/ 917374 h 2400493"/>
              <a:gd name="connsiteX3190" fmla="*/ 1714265 w 2401758"/>
              <a:gd name="connsiteY3190" fmla="*/ 905965 h 2400493"/>
              <a:gd name="connsiteX3191" fmla="*/ 1725178 w 2401758"/>
              <a:gd name="connsiteY3191" fmla="*/ 900509 h 2400493"/>
              <a:gd name="connsiteX3192" fmla="*/ 1658214 w 2401758"/>
              <a:gd name="connsiteY3192" fmla="*/ 900509 h 2400493"/>
              <a:gd name="connsiteX3193" fmla="*/ 1670119 w 2401758"/>
              <a:gd name="connsiteY3193" fmla="*/ 906958 h 2400493"/>
              <a:gd name="connsiteX3194" fmla="*/ 1674583 w 2401758"/>
              <a:gd name="connsiteY3194" fmla="*/ 918366 h 2400493"/>
              <a:gd name="connsiteX3195" fmla="*/ 1668135 w 2401758"/>
              <a:gd name="connsiteY3195" fmla="*/ 930271 h 2400493"/>
              <a:gd name="connsiteX3196" fmla="*/ 1656726 w 2401758"/>
              <a:gd name="connsiteY3196" fmla="*/ 933743 h 2400493"/>
              <a:gd name="connsiteX3197" fmla="*/ 1644821 w 2401758"/>
              <a:gd name="connsiteY3197" fmla="*/ 927295 h 2400493"/>
              <a:gd name="connsiteX3198" fmla="*/ 1640853 w 2401758"/>
              <a:gd name="connsiteY3198" fmla="*/ 915886 h 2400493"/>
              <a:gd name="connsiteX3199" fmla="*/ 1647798 w 2401758"/>
              <a:gd name="connsiteY3199" fmla="*/ 904478 h 2400493"/>
              <a:gd name="connsiteX3200" fmla="*/ 1658214 w 2401758"/>
              <a:gd name="connsiteY3200" fmla="*/ 900509 h 2400493"/>
              <a:gd name="connsiteX3201" fmla="*/ 1591251 w 2401758"/>
              <a:gd name="connsiteY3201" fmla="*/ 900509 h 2400493"/>
              <a:gd name="connsiteX3202" fmla="*/ 1607620 w 2401758"/>
              <a:gd name="connsiteY3202" fmla="*/ 917870 h 2400493"/>
              <a:gd name="connsiteX3203" fmla="*/ 1590259 w 2401758"/>
              <a:gd name="connsiteY3203" fmla="*/ 934239 h 2400493"/>
              <a:gd name="connsiteX3204" fmla="*/ 1573890 w 2401758"/>
              <a:gd name="connsiteY3204" fmla="*/ 916878 h 2400493"/>
              <a:gd name="connsiteX3205" fmla="*/ 1591251 w 2401758"/>
              <a:gd name="connsiteY3205" fmla="*/ 900509 h 2400493"/>
              <a:gd name="connsiteX3206" fmla="*/ 1524288 w 2401758"/>
              <a:gd name="connsiteY3206" fmla="*/ 898525 h 2400493"/>
              <a:gd name="connsiteX3207" fmla="*/ 1537681 w 2401758"/>
              <a:gd name="connsiteY3207" fmla="*/ 902989 h 2400493"/>
              <a:gd name="connsiteX3208" fmla="*/ 1544129 w 2401758"/>
              <a:gd name="connsiteY3208" fmla="*/ 916878 h 2400493"/>
              <a:gd name="connsiteX3209" fmla="*/ 1537185 w 2401758"/>
              <a:gd name="connsiteY3209" fmla="*/ 930767 h 2400493"/>
              <a:gd name="connsiteX3210" fmla="*/ 1524288 w 2401758"/>
              <a:gd name="connsiteY3210" fmla="*/ 936223 h 2400493"/>
              <a:gd name="connsiteX3211" fmla="*/ 1511391 w 2401758"/>
              <a:gd name="connsiteY3211" fmla="*/ 930767 h 2400493"/>
              <a:gd name="connsiteX3212" fmla="*/ 1505935 w 2401758"/>
              <a:gd name="connsiteY3212" fmla="*/ 917870 h 2400493"/>
              <a:gd name="connsiteX3213" fmla="*/ 1511391 w 2401758"/>
              <a:gd name="connsiteY3213" fmla="*/ 903981 h 2400493"/>
              <a:gd name="connsiteX3214" fmla="*/ 1524288 w 2401758"/>
              <a:gd name="connsiteY3214" fmla="*/ 898525 h 2400493"/>
              <a:gd name="connsiteX3215" fmla="*/ 1457819 w 2401758"/>
              <a:gd name="connsiteY3215" fmla="*/ 898029 h 2400493"/>
              <a:gd name="connsiteX3216" fmla="*/ 1476668 w 2401758"/>
              <a:gd name="connsiteY3216" fmla="*/ 917374 h 2400493"/>
              <a:gd name="connsiteX3217" fmla="*/ 1457323 w 2401758"/>
              <a:gd name="connsiteY3217" fmla="*/ 936223 h 2400493"/>
              <a:gd name="connsiteX3218" fmla="*/ 1438970 w 2401758"/>
              <a:gd name="connsiteY3218" fmla="*/ 916382 h 2400493"/>
              <a:gd name="connsiteX3219" fmla="*/ 1457819 w 2401758"/>
              <a:gd name="connsiteY3219" fmla="*/ 898029 h 2400493"/>
              <a:gd name="connsiteX3220" fmla="*/ 1388376 w 2401758"/>
              <a:gd name="connsiteY3220" fmla="*/ 897533 h 2400493"/>
              <a:gd name="connsiteX3221" fmla="*/ 1401769 w 2401758"/>
              <a:gd name="connsiteY3221" fmla="*/ 902493 h 2400493"/>
              <a:gd name="connsiteX3222" fmla="*/ 1407225 w 2401758"/>
              <a:gd name="connsiteY3222" fmla="*/ 916382 h 2400493"/>
              <a:gd name="connsiteX3223" fmla="*/ 1402761 w 2401758"/>
              <a:gd name="connsiteY3223" fmla="*/ 930767 h 2400493"/>
              <a:gd name="connsiteX3224" fmla="*/ 1388376 w 2401758"/>
              <a:gd name="connsiteY3224" fmla="*/ 936223 h 2400493"/>
              <a:gd name="connsiteX3225" fmla="*/ 1374984 w 2401758"/>
              <a:gd name="connsiteY3225" fmla="*/ 930767 h 2400493"/>
              <a:gd name="connsiteX3226" fmla="*/ 1369527 w 2401758"/>
              <a:gd name="connsiteY3226" fmla="*/ 915886 h 2400493"/>
              <a:gd name="connsiteX3227" fmla="*/ 1374984 w 2401758"/>
              <a:gd name="connsiteY3227" fmla="*/ 902493 h 2400493"/>
              <a:gd name="connsiteX3228" fmla="*/ 1388376 w 2401758"/>
              <a:gd name="connsiteY3228" fmla="*/ 897533 h 2400493"/>
              <a:gd name="connsiteX3229" fmla="*/ 1322405 w 2401758"/>
              <a:gd name="connsiteY3229" fmla="*/ 896045 h 2400493"/>
              <a:gd name="connsiteX3230" fmla="*/ 1343238 w 2401758"/>
              <a:gd name="connsiteY3230" fmla="*/ 917374 h 2400493"/>
              <a:gd name="connsiteX3231" fmla="*/ 1336790 w 2401758"/>
              <a:gd name="connsiteY3231" fmla="*/ 932255 h 2400493"/>
              <a:gd name="connsiteX3232" fmla="*/ 1320421 w 2401758"/>
              <a:gd name="connsiteY3232" fmla="*/ 938703 h 2400493"/>
              <a:gd name="connsiteX3233" fmla="*/ 1305540 w 2401758"/>
              <a:gd name="connsiteY3233" fmla="*/ 931263 h 2400493"/>
              <a:gd name="connsiteX3234" fmla="*/ 1300580 w 2401758"/>
              <a:gd name="connsiteY3234" fmla="*/ 916878 h 2400493"/>
              <a:gd name="connsiteX3235" fmla="*/ 1322405 w 2401758"/>
              <a:gd name="connsiteY3235" fmla="*/ 896045 h 2400493"/>
              <a:gd name="connsiteX3236" fmla="*/ 1254945 w 2401758"/>
              <a:gd name="connsiteY3236" fmla="*/ 895549 h 2400493"/>
              <a:gd name="connsiteX3237" fmla="*/ 1276770 w 2401758"/>
              <a:gd name="connsiteY3237" fmla="*/ 916878 h 2400493"/>
              <a:gd name="connsiteX3238" fmla="*/ 1255937 w 2401758"/>
              <a:gd name="connsiteY3238" fmla="*/ 938207 h 2400493"/>
              <a:gd name="connsiteX3239" fmla="*/ 1233616 w 2401758"/>
              <a:gd name="connsiteY3239" fmla="*/ 917374 h 2400493"/>
              <a:gd name="connsiteX3240" fmla="*/ 1254945 w 2401758"/>
              <a:gd name="connsiteY3240" fmla="*/ 895549 h 2400493"/>
              <a:gd name="connsiteX3241" fmla="*/ 1186493 w 2401758"/>
              <a:gd name="connsiteY3241" fmla="*/ 895549 h 2400493"/>
              <a:gd name="connsiteX3242" fmla="*/ 1207326 w 2401758"/>
              <a:gd name="connsiteY3242" fmla="*/ 917870 h 2400493"/>
              <a:gd name="connsiteX3243" fmla="*/ 1185005 w 2401758"/>
              <a:gd name="connsiteY3243" fmla="*/ 938703 h 2400493"/>
              <a:gd name="connsiteX3244" fmla="*/ 1164668 w 2401758"/>
              <a:gd name="connsiteY3244" fmla="*/ 916878 h 2400493"/>
              <a:gd name="connsiteX3245" fmla="*/ 1186493 w 2401758"/>
              <a:gd name="connsiteY3245" fmla="*/ 895549 h 2400493"/>
              <a:gd name="connsiteX3246" fmla="*/ 1119530 w 2401758"/>
              <a:gd name="connsiteY3246" fmla="*/ 893565 h 2400493"/>
              <a:gd name="connsiteX3247" fmla="*/ 1143339 w 2401758"/>
              <a:gd name="connsiteY3247" fmla="*/ 918366 h 2400493"/>
              <a:gd name="connsiteX3248" fmla="*/ 1119530 w 2401758"/>
              <a:gd name="connsiteY3248" fmla="*/ 941184 h 2400493"/>
              <a:gd name="connsiteX3249" fmla="*/ 1095720 w 2401758"/>
              <a:gd name="connsiteY3249" fmla="*/ 916382 h 2400493"/>
              <a:gd name="connsiteX3250" fmla="*/ 1119530 w 2401758"/>
              <a:gd name="connsiteY3250" fmla="*/ 893565 h 2400493"/>
              <a:gd name="connsiteX3251" fmla="*/ 1053558 w 2401758"/>
              <a:gd name="connsiteY3251" fmla="*/ 893565 h 2400493"/>
              <a:gd name="connsiteX3252" fmla="*/ 1076376 w 2401758"/>
              <a:gd name="connsiteY3252" fmla="*/ 917870 h 2400493"/>
              <a:gd name="connsiteX3253" fmla="*/ 1051574 w 2401758"/>
              <a:gd name="connsiteY3253" fmla="*/ 941184 h 2400493"/>
              <a:gd name="connsiteX3254" fmla="*/ 1028801 w 2401758"/>
              <a:gd name="connsiteY3254" fmla="*/ 916878 h 2400493"/>
              <a:gd name="connsiteX3255" fmla="*/ 1053558 w 2401758"/>
              <a:gd name="connsiteY3255" fmla="*/ 893565 h 2400493"/>
              <a:gd name="connsiteX3256" fmla="*/ 987134 w 2401758"/>
              <a:gd name="connsiteY3256" fmla="*/ 893565 h 2400493"/>
              <a:gd name="connsiteX3257" fmla="*/ 1003502 w 2401758"/>
              <a:gd name="connsiteY3257" fmla="*/ 900013 h 2400493"/>
              <a:gd name="connsiteX3258" fmla="*/ 1009951 w 2401758"/>
              <a:gd name="connsiteY3258" fmla="*/ 917374 h 2400493"/>
              <a:gd name="connsiteX3259" fmla="*/ 984654 w 2401758"/>
              <a:gd name="connsiteY3259" fmla="*/ 941184 h 2400493"/>
              <a:gd name="connsiteX3260" fmla="*/ 962334 w 2401758"/>
              <a:gd name="connsiteY3260" fmla="*/ 916878 h 2400493"/>
              <a:gd name="connsiteX3261" fmla="*/ 987134 w 2401758"/>
              <a:gd name="connsiteY3261" fmla="*/ 893565 h 2400493"/>
              <a:gd name="connsiteX3262" fmla="*/ 917160 w 2401758"/>
              <a:gd name="connsiteY3262" fmla="*/ 893068 h 2400493"/>
              <a:gd name="connsiteX3263" fmla="*/ 940970 w 2401758"/>
              <a:gd name="connsiteY3263" fmla="*/ 917373 h 2400493"/>
              <a:gd name="connsiteX3264" fmla="*/ 916664 w 2401758"/>
              <a:gd name="connsiteY3264" fmla="*/ 940687 h 2400493"/>
              <a:gd name="connsiteX3265" fmla="*/ 893351 w 2401758"/>
              <a:gd name="connsiteY3265" fmla="*/ 915885 h 2400493"/>
              <a:gd name="connsiteX3266" fmla="*/ 917160 w 2401758"/>
              <a:gd name="connsiteY3266" fmla="*/ 893068 h 2400493"/>
              <a:gd name="connsiteX3267" fmla="*/ 784254 w 2401758"/>
              <a:gd name="connsiteY3267" fmla="*/ 891085 h 2400493"/>
              <a:gd name="connsiteX3268" fmla="*/ 810049 w 2401758"/>
              <a:gd name="connsiteY3268" fmla="*/ 917374 h 2400493"/>
              <a:gd name="connsiteX3269" fmla="*/ 783262 w 2401758"/>
              <a:gd name="connsiteY3269" fmla="*/ 943664 h 2400493"/>
              <a:gd name="connsiteX3270" fmla="*/ 757467 w 2401758"/>
              <a:gd name="connsiteY3270" fmla="*/ 917374 h 2400493"/>
              <a:gd name="connsiteX3271" fmla="*/ 784254 w 2401758"/>
              <a:gd name="connsiteY3271" fmla="*/ 891085 h 2400493"/>
              <a:gd name="connsiteX3272" fmla="*/ 715287 w 2401758"/>
              <a:gd name="connsiteY3272" fmla="*/ 891085 h 2400493"/>
              <a:gd name="connsiteX3273" fmla="*/ 741080 w 2401758"/>
              <a:gd name="connsiteY3273" fmla="*/ 917374 h 2400493"/>
              <a:gd name="connsiteX3274" fmla="*/ 713799 w 2401758"/>
              <a:gd name="connsiteY3274" fmla="*/ 943168 h 2400493"/>
              <a:gd name="connsiteX3275" fmla="*/ 688503 w 2401758"/>
              <a:gd name="connsiteY3275" fmla="*/ 916878 h 2400493"/>
              <a:gd name="connsiteX3276" fmla="*/ 715287 w 2401758"/>
              <a:gd name="connsiteY3276" fmla="*/ 891085 h 2400493"/>
              <a:gd name="connsiteX3277" fmla="*/ 647851 w 2401758"/>
              <a:gd name="connsiteY3277" fmla="*/ 891084 h 2400493"/>
              <a:gd name="connsiteX3278" fmla="*/ 674635 w 2401758"/>
              <a:gd name="connsiteY3278" fmla="*/ 916381 h 2400493"/>
              <a:gd name="connsiteX3279" fmla="*/ 667195 w 2401758"/>
              <a:gd name="connsiteY3279" fmla="*/ 935726 h 2400493"/>
              <a:gd name="connsiteX3280" fmla="*/ 648843 w 2401758"/>
              <a:gd name="connsiteY3280" fmla="*/ 943663 h 2400493"/>
              <a:gd name="connsiteX3281" fmla="*/ 622060 w 2401758"/>
              <a:gd name="connsiteY3281" fmla="*/ 917373 h 2400493"/>
              <a:gd name="connsiteX3282" fmla="*/ 629996 w 2401758"/>
              <a:gd name="connsiteY3282" fmla="*/ 899020 h 2400493"/>
              <a:gd name="connsiteX3283" fmla="*/ 647851 w 2401758"/>
              <a:gd name="connsiteY3283" fmla="*/ 891084 h 2400493"/>
              <a:gd name="connsiteX3284" fmla="*/ 512414 w 2401758"/>
              <a:gd name="connsiteY3284" fmla="*/ 891084 h 2400493"/>
              <a:gd name="connsiteX3285" fmla="*/ 515887 w 2401758"/>
              <a:gd name="connsiteY3285" fmla="*/ 891084 h 2400493"/>
              <a:gd name="connsiteX3286" fmla="*/ 534241 w 2401758"/>
              <a:gd name="connsiteY3286" fmla="*/ 898028 h 2400493"/>
              <a:gd name="connsiteX3287" fmla="*/ 540689 w 2401758"/>
              <a:gd name="connsiteY3287" fmla="*/ 915389 h 2400493"/>
              <a:gd name="connsiteX3288" fmla="*/ 540689 w 2401758"/>
              <a:gd name="connsiteY3288" fmla="*/ 917869 h 2400493"/>
              <a:gd name="connsiteX3289" fmla="*/ 526304 w 2401758"/>
              <a:gd name="connsiteY3289" fmla="*/ 942175 h 2400493"/>
              <a:gd name="connsiteX3290" fmla="*/ 521839 w 2401758"/>
              <a:gd name="connsiteY3290" fmla="*/ 943167 h 2400493"/>
              <a:gd name="connsiteX3291" fmla="*/ 509934 w 2401758"/>
              <a:gd name="connsiteY3291" fmla="*/ 943167 h 2400493"/>
              <a:gd name="connsiteX3292" fmla="*/ 494060 w 2401758"/>
              <a:gd name="connsiteY3292" fmla="*/ 935726 h 2400493"/>
              <a:gd name="connsiteX3293" fmla="*/ 488604 w 2401758"/>
              <a:gd name="connsiteY3293" fmla="*/ 926302 h 2400493"/>
              <a:gd name="connsiteX3294" fmla="*/ 488604 w 2401758"/>
              <a:gd name="connsiteY3294" fmla="*/ 906461 h 2400493"/>
              <a:gd name="connsiteX3295" fmla="*/ 496541 w 2401758"/>
              <a:gd name="connsiteY3295" fmla="*/ 896044 h 2400493"/>
              <a:gd name="connsiteX3296" fmla="*/ 512414 w 2401758"/>
              <a:gd name="connsiteY3296" fmla="*/ 891084 h 2400493"/>
              <a:gd name="connsiteX3297" fmla="*/ 850690 w 2401758"/>
              <a:gd name="connsiteY3297" fmla="*/ 890588 h 2400493"/>
              <a:gd name="connsiteX3298" fmla="*/ 876484 w 2401758"/>
              <a:gd name="connsiteY3298" fmla="*/ 916877 h 2400493"/>
              <a:gd name="connsiteX3299" fmla="*/ 850690 w 2401758"/>
              <a:gd name="connsiteY3299" fmla="*/ 942671 h 2400493"/>
              <a:gd name="connsiteX3300" fmla="*/ 824401 w 2401758"/>
              <a:gd name="connsiteY3300" fmla="*/ 917373 h 2400493"/>
              <a:gd name="connsiteX3301" fmla="*/ 850690 w 2401758"/>
              <a:gd name="connsiteY3301" fmla="*/ 890588 h 2400493"/>
              <a:gd name="connsiteX3302" fmla="*/ 582382 w 2401758"/>
              <a:gd name="connsiteY3302" fmla="*/ 890588 h 2400493"/>
              <a:gd name="connsiteX3303" fmla="*/ 600241 w 2401758"/>
              <a:gd name="connsiteY3303" fmla="*/ 899020 h 2400493"/>
              <a:gd name="connsiteX3304" fmla="*/ 607186 w 2401758"/>
              <a:gd name="connsiteY3304" fmla="*/ 916877 h 2400493"/>
              <a:gd name="connsiteX3305" fmla="*/ 599744 w 2401758"/>
              <a:gd name="connsiteY3305" fmla="*/ 935726 h 2400493"/>
              <a:gd name="connsiteX3306" fmla="*/ 580398 w 2401758"/>
              <a:gd name="connsiteY3306" fmla="*/ 943663 h 2400493"/>
              <a:gd name="connsiteX3307" fmla="*/ 562539 w 2401758"/>
              <a:gd name="connsiteY3307" fmla="*/ 935230 h 2400493"/>
              <a:gd name="connsiteX3308" fmla="*/ 555099 w 2401758"/>
              <a:gd name="connsiteY3308" fmla="*/ 916877 h 2400493"/>
              <a:gd name="connsiteX3309" fmla="*/ 563035 w 2401758"/>
              <a:gd name="connsiteY3309" fmla="*/ 898524 h 2400493"/>
              <a:gd name="connsiteX3310" fmla="*/ 582382 w 2401758"/>
              <a:gd name="connsiteY3310" fmla="*/ 890588 h 2400493"/>
              <a:gd name="connsiteX3311" fmla="*/ 445437 w 2401758"/>
              <a:gd name="connsiteY3311" fmla="*/ 889100 h 2400493"/>
              <a:gd name="connsiteX3312" fmla="*/ 464783 w 2401758"/>
              <a:gd name="connsiteY3312" fmla="*/ 897036 h 2400493"/>
              <a:gd name="connsiteX3313" fmla="*/ 474207 w 2401758"/>
              <a:gd name="connsiteY3313" fmla="*/ 916878 h 2400493"/>
              <a:gd name="connsiteX3314" fmla="*/ 467263 w 2401758"/>
              <a:gd name="connsiteY3314" fmla="*/ 935230 h 2400493"/>
              <a:gd name="connsiteX3315" fmla="*/ 446429 w 2401758"/>
              <a:gd name="connsiteY3315" fmla="*/ 945647 h 2400493"/>
              <a:gd name="connsiteX3316" fmla="*/ 428572 w 2401758"/>
              <a:gd name="connsiteY3316" fmla="*/ 939695 h 2400493"/>
              <a:gd name="connsiteX3317" fmla="*/ 417163 w 2401758"/>
              <a:gd name="connsiteY3317" fmla="*/ 918366 h 2400493"/>
              <a:gd name="connsiteX3318" fmla="*/ 424603 w 2401758"/>
              <a:gd name="connsiteY3318" fmla="*/ 899021 h 2400493"/>
              <a:gd name="connsiteX3319" fmla="*/ 445437 w 2401758"/>
              <a:gd name="connsiteY3319" fmla="*/ 889100 h 2400493"/>
              <a:gd name="connsiteX3320" fmla="*/ 243552 w 2401758"/>
              <a:gd name="connsiteY3320" fmla="*/ 889100 h 2400493"/>
              <a:gd name="connsiteX3321" fmla="*/ 271825 w 2401758"/>
              <a:gd name="connsiteY3321" fmla="*/ 917373 h 2400493"/>
              <a:gd name="connsiteX3322" fmla="*/ 243552 w 2401758"/>
              <a:gd name="connsiteY3322" fmla="*/ 946143 h 2400493"/>
              <a:gd name="connsiteX3323" fmla="*/ 214782 w 2401758"/>
              <a:gd name="connsiteY3323" fmla="*/ 916877 h 2400493"/>
              <a:gd name="connsiteX3324" fmla="*/ 243552 w 2401758"/>
              <a:gd name="connsiteY3324" fmla="*/ 889100 h 2400493"/>
              <a:gd name="connsiteX3325" fmla="*/ 379483 w 2401758"/>
              <a:gd name="connsiteY3325" fmla="*/ 888604 h 2400493"/>
              <a:gd name="connsiteX3326" fmla="*/ 398829 w 2401758"/>
              <a:gd name="connsiteY3326" fmla="*/ 896540 h 2400493"/>
              <a:gd name="connsiteX3327" fmla="*/ 408253 w 2401758"/>
              <a:gd name="connsiteY3327" fmla="*/ 916878 h 2400493"/>
              <a:gd name="connsiteX3328" fmla="*/ 399821 w 2401758"/>
              <a:gd name="connsiteY3328" fmla="*/ 936223 h 2400493"/>
              <a:gd name="connsiteX3329" fmla="*/ 379979 w 2401758"/>
              <a:gd name="connsiteY3329" fmla="*/ 945647 h 2400493"/>
              <a:gd name="connsiteX3330" fmla="*/ 361624 w 2401758"/>
              <a:gd name="connsiteY3330" fmla="*/ 938703 h 2400493"/>
              <a:gd name="connsiteX3331" fmla="*/ 351207 w 2401758"/>
              <a:gd name="connsiteY3331" fmla="*/ 917870 h 2400493"/>
              <a:gd name="connsiteX3332" fmla="*/ 359640 w 2401758"/>
              <a:gd name="connsiteY3332" fmla="*/ 897532 h 2400493"/>
              <a:gd name="connsiteX3333" fmla="*/ 379483 w 2401758"/>
              <a:gd name="connsiteY3333" fmla="*/ 888604 h 2400493"/>
              <a:gd name="connsiteX3334" fmla="*/ 176607 w 2401758"/>
              <a:gd name="connsiteY3334" fmla="*/ 888604 h 2400493"/>
              <a:gd name="connsiteX3335" fmla="*/ 205377 w 2401758"/>
              <a:gd name="connsiteY3335" fmla="*/ 916878 h 2400493"/>
              <a:gd name="connsiteX3336" fmla="*/ 177599 w 2401758"/>
              <a:gd name="connsiteY3336" fmla="*/ 946144 h 2400493"/>
              <a:gd name="connsiteX3337" fmla="*/ 148333 w 2401758"/>
              <a:gd name="connsiteY3337" fmla="*/ 917374 h 2400493"/>
              <a:gd name="connsiteX3338" fmla="*/ 176607 w 2401758"/>
              <a:gd name="connsiteY3338" fmla="*/ 888604 h 2400493"/>
              <a:gd name="connsiteX3339" fmla="*/ 109637 w 2401758"/>
              <a:gd name="connsiteY3339" fmla="*/ 888604 h 2400493"/>
              <a:gd name="connsiteX3340" fmla="*/ 138406 w 2401758"/>
              <a:gd name="connsiteY3340" fmla="*/ 916878 h 2400493"/>
              <a:gd name="connsiteX3341" fmla="*/ 110629 w 2401758"/>
              <a:gd name="connsiteY3341" fmla="*/ 946144 h 2400493"/>
              <a:gd name="connsiteX3342" fmla="*/ 81363 w 2401758"/>
              <a:gd name="connsiteY3342" fmla="*/ 917374 h 2400493"/>
              <a:gd name="connsiteX3343" fmla="*/ 109637 w 2401758"/>
              <a:gd name="connsiteY3343" fmla="*/ 888604 h 2400493"/>
              <a:gd name="connsiteX3344" fmla="*/ 42661 w 2401758"/>
              <a:gd name="connsiteY3344" fmla="*/ 888604 h 2400493"/>
              <a:gd name="connsiteX3345" fmla="*/ 71927 w 2401758"/>
              <a:gd name="connsiteY3345" fmla="*/ 916382 h 2400493"/>
              <a:gd name="connsiteX3346" fmla="*/ 44646 w 2401758"/>
              <a:gd name="connsiteY3346" fmla="*/ 945647 h 2400493"/>
              <a:gd name="connsiteX3347" fmla="*/ 14884 w 2401758"/>
              <a:gd name="connsiteY3347" fmla="*/ 917374 h 2400493"/>
              <a:gd name="connsiteX3348" fmla="*/ 42661 w 2401758"/>
              <a:gd name="connsiteY3348" fmla="*/ 888604 h 2400493"/>
              <a:gd name="connsiteX3349" fmla="*/ 311517 w 2401758"/>
              <a:gd name="connsiteY3349" fmla="*/ 887612 h 2400493"/>
              <a:gd name="connsiteX3350" fmla="*/ 332351 w 2401758"/>
              <a:gd name="connsiteY3350" fmla="*/ 897533 h 2400493"/>
              <a:gd name="connsiteX3351" fmla="*/ 340287 w 2401758"/>
              <a:gd name="connsiteY3351" fmla="*/ 916878 h 2400493"/>
              <a:gd name="connsiteX3352" fmla="*/ 331359 w 2401758"/>
              <a:gd name="connsiteY3352" fmla="*/ 936719 h 2400493"/>
              <a:gd name="connsiteX3353" fmla="*/ 311021 w 2401758"/>
              <a:gd name="connsiteY3353" fmla="*/ 945151 h 2400493"/>
              <a:gd name="connsiteX3354" fmla="*/ 290188 w 2401758"/>
              <a:gd name="connsiteY3354" fmla="*/ 934735 h 2400493"/>
              <a:gd name="connsiteX3355" fmla="*/ 283243 w 2401758"/>
              <a:gd name="connsiteY3355" fmla="*/ 916382 h 2400493"/>
              <a:gd name="connsiteX3356" fmla="*/ 292668 w 2401758"/>
              <a:gd name="connsiteY3356" fmla="*/ 896540 h 2400493"/>
              <a:gd name="connsiteX3357" fmla="*/ 311517 w 2401758"/>
              <a:gd name="connsiteY3357" fmla="*/ 887612 h 2400493"/>
              <a:gd name="connsiteX3358" fmla="*/ 2264855 w 2401758"/>
              <a:gd name="connsiteY3358" fmla="*/ 846938 h 2400493"/>
              <a:gd name="connsiteX3359" fmla="*/ 2266839 w 2401758"/>
              <a:gd name="connsiteY3359" fmla="*/ 850410 h 2400493"/>
              <a:gd name="connsiteX3360" fmla="*/ 2263863 w 2401758"/>
              <a:gd name="connsiteY3360" fmla="*/ 852890 h 2400493"/>
              <a:gd name="connsiteX3361" fmla="*/ 2262375 w 2401758"/>
              <a:gd name="connsiteY3361" fmla="*/ 850410 h 2400493"/>
              <a:gd name="connsiteX3362" fmla="*/ 2264855 w 2401758"/>
              <a:gd name="connsiteY3362" fmla="*/ 846938 h 2400493"/>
              <a:gd name="connsiteX3363" fmla="*/ 2198388 w 2401758"/>
              <a:gd name="connsiteY3363" fmla="*/ 845946 h 2400493"/>
              <a:gd name="connsiteX3364" fmla="*/ 2204340 w 2401758"/>
              <a:gd name="connsiteY3364" fmla="*/ 850410 h 2400493"/>
              <a:gd name="connsiteX3365" fmla="*/ 2198388 w 2401758"/>
              <a:gd name="connsiteY3365" fmla="*/ 854874 h 2400493"/>
              <a:gd name="connsiteX3366" fmla="*/ 2193428 w 2401758"/>
              <a:gd name="connsiteY3366" fmla="*/ 849914 h 2400493"/>
              <a:gd name="connsiteX3367" fmla="*/ 2198388 w 2401758"/>
              <a:gd name="connsiteY3367" fmla="*/ 845946 h 2400493"/>
              <a:gd name="connsiteX3368" fmla="*/ 2129935 w 2401758"/>
              <a:gd name="connsiteY3368" fmla="*/ 843466 h 2400493"/>
              <a:gd name="connsiteX3369" fmla="*/ 2136384 w 2401758"/>
              <a:gd name="connsiteY3369" fmla="*/ 850906 h 2400493"/>
              <a:gd name="connsiteX3370" fmla="*/ 2128943 w 2401758"/>
              <a:gd name="connsiteY3370" fmla="*/ 857851 h 2400493"/>
              <a:gd name="connsiteX3371" fmla="*/ 2121999 w 2401758"/>
              <a:gd name="connsiteY3371" fmla="*/ 850906 h 2400493"/>
              <a:gd name="connsiteX3372" fmla="*/ 2129935 w 2401758"/>
              <a:gd name="connsiteY3372" fmla="*/ 843466 h 2400493"/>
              <a:gd name="connsiteX3373" fmla="*/ 2010 w 2401758"/>
              <a:gd name="connsiteY3373" fmla="*/ 841482 h 2400493"/>
              <a:gd name="connsiteX3374" fmla="*/ 3002 w 2401758"/>
              <a:gd name="connsiteY3374" fmla="*/ 849914 h 2400493"/>
              <a:gd name="connsiteX3375" fmla="*/ 1018 w 2401758"/>
              <a:gd name="connsiteY3375" fmla="*/ 859835 h 2400493"/>
              <a:gd name="connsiteX3376" fmla="*/ 522 w 2401758"/>
              <a:gd name="connsiteY3376" fmla="*/ 850906 h 2400493"/>
              <a:gd name="connsiteX3377" fmla="*/ 2010 w 2401758"/>
              <a:gd name="connsiteY3377" fmla="*/ 841482 h 2400493"/>
              <a:gd name="connsiteX3378" fmla="*/ 2062476 w 2401758"/>
              <a:gd name="connsiteY3378" fmla="*/ 840986 h 2400493"/>
              <a:gd name="connsiteX3379" fmla="*/ 2071901 w 2401758"/>
              <a:gd name="connsiteY3379" fmla="*/ 849914 h 2400493"/>
              <a:gd name="connsiteX3380" fmla="*/ 2063469 w 2401758"/>
              <a:gd name="connsiteY3380" fmla="*/ 859835 h 2400493"/>
              <a:gd name="connsiteX3381" fmla="*/ 2053052 w 2401758"/>
              <a:gd name="connsiteY3381" fmla="*/ 850410 h 2400493"/>
              <a:gd name="connsiteX3382" fmla="*/ 2062476 w 2401758"/>
              <a:gd name="connsiteY3382" fmla="*/ 840986 h 2400493"/>
              <a:gd name="connsiteX3383" fmla="*/ 1995513 w 2401758"/>
              <a:gd name="connsiteY3383" fmla="*/ 838506 h 2400493"/>
              <a:gd name="connsiteX3384" fmla="*/ 2007417 w 2401758"/>
              <a:gd name="connsiteY3384" fmla="*/ 850411 h 2400493"/>
              <a:gd name="connsiteX3385" fmla="*/ 1995513 w 2401758"/>
              <a:gd name="connsiteY3385" fmla="*/ 862315 h 2400493"/>
              <a:gd name="connsiteX3386" fmla="*/ 1983608 w 2401758"/>
              <a:gd name="connsiteY3386" fmla="*/ 850411 h 2400493"/>
              <a:gd name="connsiteX3387" fmla="*/ 1995513 w 2401758"/>
              <a:gd name="connsiteY3387" fmla="*/ 838506 h 2400493"/>
              <a:gd name="connsiteX3388" fmla="*/ 1928550 w 2401758"/>
              <a:gd name="connsiteY3388" fmla="*/ 838506 h 2400493"/>
              <a:gd name="connsiteX3389" fmla="*/ 1940950 w 2401758"/>
              <a:gd name="connsiteY3389" fmla="*/ 849915 h 2400493"/>
              <a:gd name="connsiteX3390" fmla="*/ 1930038 w 2401758"/>
              <a:gd name="connsiteY3390" fmla="*/ 862315 h 2400493"/>
              <a:gd name="connsiteX3391" fmla="*/ 1917141 w 2401758"/>
              <a:gd name="connsiteY3391" fmla="*/ 851403 h 2400493"/>
              <a:gd name="connsiteX3392" fmla="*/ 1928550 w 2401758"/>
              <a:gd name="connsiteY3392" fmla="*/ 838506 h 2400493"/>
              <a:gd name="connsiteX3393" fmla="*/ 1860098 w 2401758"/>
              <a:gd name="connsiteY3393" fmla="*/ 836521 h 2400493"/>
              <a:gd name="connsiteX3394" fmla="*/ 1873986 w 2401758"/>
              <a:gd name="connsiteY3394" fmla="*/ 850906 h 2400493"/>
              <a:gd name="connsiteX3395" fmla="*/ 1859602 w 2401758"/>
              <a:gd name="connsiteY3395" fmla="*/ 864795 h 2400493"/>
              <a:gd name="connsiteX3396" fmla="*/ 1845713 w 2401758"/>
              <a:gd name="connsiteY3396" fmla="*/ 850410 h 2400493"/>
              <a:gd name="connsiteX3397" fmla="*/ 1860098 w 2401758"/>
              <a:gd name="connsiteY3397" fmla="*/ 836521 h 2400493"/>
              <a:gd name="connsiteX3398" fmla="*/ 1792638 w 2401758"/>
              <a:gd name="connsiteY3398" fmla="*/ 836025 h 2400493"/>
              <a:gd name="connsiteX3399" fmla="*/ 1807518 w 2401758"/>
              <a:gd name="connsiteY3399" fmla="*/ 850410 h 2400493"/>
              <a:gd name="connsiteX3400" fmla="*/ 1793630 w 2401758"/>
              <a:gd name="connsiteY3400" fmla="*/ 864795 h 2400493"/>
              <a:gd name="connsiteX3401" fmla="*/ 1779245 w 2401758"/>
              <a:gd name="connsiteY3401" fmla="*/ 850906 h 2400493"/>
              <a:gd name="connsiteX3402" fmla="*/ 1792638 w 2401758"/>
              <a:gd name="connsiteY3402" fmla="*/ 836025 h 2400493"/>
              <a:gd name="connsiteX3403" fmla="*/ 1726171 w 2401758"/>
              <a:gd name="connsiteY3403" fmla="*/ 833545 h 2400493"/>
              <a:gd name="connsiteX3404" fmla="*/ 1743036 w 2401758"/>
              <a:gd name="connsiteY3404" fmla="*/ 850410 h 2400493"/>
              <a:gd name="connsiteX3405" fmla="*/ 1726171 w 2401758"/>
              <a:gd name="connsiteY3405" fmla="*/ 866779 h 2400493"/>
              <a:gd name="connsiteX3406" fmla="*/ 1709802 w 2401758"/>
              <a:gd name="connsiteY3406" fmla="*/ 849418 h 2400493"/>
              <a:gd name="connsiteX3407" fmla="*/ 1726171 w 2401758"/>
              <a:gd name="connsiteY3407" fmla="*/ 833545 h 2400493"/>
              <a:gd name="connsiteX3408" fmla="*/ 1657223 w 2401758"/>
              <a:gd name="connsiteY3408" fmla="*/ 833545 h 2400493"/>
              <a:gd name="connsiteX3409" fmla="*/ 1674088 w 2401758"/>
              <a:gd name="connsiteY3409" fmla="*/ 850410 h 2400493"/>
              <a:gd name="connsiteX3410" fmla="*/ 1657223 w 2401758"/>
              <a:gd name="connsiteY3410" fmla="*/ 867275 h 2400493"/>
              <a:gd name="connsiteX3411" fmla="*/ 1640358 w 2401758"/>
              <a:gd name="connsiteY3411" fmla="*/ 850410 h 2400493"/>
              <a:gd name="connsiteX3412" fmla="*/ 1657223 w 2401758"/>
              <a:gd name="connsiteY3412" fmla="*/ 833545 h 2400493"/>
              <a:gd name="connsiteX3413" fmla="*/ 1457324 w 2401758"/>
              <a:gd name="connsiteY3413" fmla="*/ 832057 h 2400493"/>
              <a:gd name="connsiteX3414" fmla="*/ 1471709 w 2401758"/>
              <a:gd name="connsiteY3414" fmla="*/ 837513 h 2400493"/>
              <a:gd name="connsiteX3415" fmla="*/ 1476173 w 2401758"/>
              <a:gd name="connsiteY3415" fmla="*/ 849914 h 2400493"/>
              <a:gd name="connsiteX3416" fmla="*/ 1471709 w 2401758"/>
              <a:gd name="connsiteY3416" fmla="*/ 864299 h 2400493"/>
              <a:gd name="connsiteX3417" fmla="*/ 1457324 w 2401758"/>
              <a:gd name="connsiteY3417" fmla="*/ 870251 h 2400493"/>
              <a:gd name="connsiteX3418" fmla="*/ 1443931 w 2401758"/>
              <a:gd name="connsiteY3418" fmla="*/ 865291 h 2400493"/>
              <a:gd name="connsiteX3419" fmla="*/ 1438475 w 2401758"/>
              <a:gd name="connsiteY3419" fmla="*/ 850906 h 2400493"/>
              <a:gd name="connsiteX3420" fmla="*/ 1443931 w 2401758"/>
              <a:gd name="connsiteY3420" fmla="*/ 837513 h 2400493"/>
              <a:gd name="connsiteX3421" fmla="*/ 1457324 w 2401758"/>
              <a:gd name="connsiteY3421" fmla="*/ 832057 h 2400493"/>
              <a:gd name="connsiteX3422" fmla="*/ 1590755 w 2401758"/>
              <a:gd name="connsiteY3422" fmla="*/ 831561 h 2400493"/>
              <a:gd name="connsiteX3423" fmla="*/ 1610100 w 2401758"/>
              <a:gd name="connsiteY3423" fmla="*/ 850906 h 2400493"/>
              <a:gd name="connsiteX3424" fmla="*/ 1590259 w 2401758"/>
              <a:gd name="connsiteY3424" fmla="*/ 869755 h 2400493"/>
              <a:gd name="connsiteX3425" fmla="*/ 1571906 w 2401758"/>
              <a:gd name="connsiteY3425" fmla="*/ 849914 h 2400493"/>
              <a:gd name="connsiteX3426" fmla="*/ 1590755 w 2401758"/>
              <a:gd name="connsiteY3426" fmla="*/ 831561 h 2400493"/>
              <a:gd name="connsiteX3427" fmla="*/ 1524784 w 2401758"/>
              <a:gd name="connsiteY3427" fmla="*/ 831561 h 2400493"/>
              <a:gd name="connsiteX3428" fmla="*/ 1543137 w 2401758"/>
              <a:gd name="connsiteY3428" fmla="*/ 851402 h 2400493"/>
              <a:gd name="connsiteX3429" fmla="*/ 1522800 w 2401758"/>
              <a:gd name="connsiteY3429" fmla="*/ 869755 h 2400493"/>
              <a:gd name="connsiteX3430" fmla="*/ 1504447 w 2401758"/>
              <a:gd name="connsiteY3430" fmla="*/ 850410 h 2400493"/>
              <a:gd name="connsiteX3431" fmla="*/ 1524784 w 2401758"/>
              <a:gd name="connsiteY3431" fmla="*/ 831561 h 2400493"/>
              <a:gd name="connsiteX3432" fmla="*/ 1388376 w 2401758"/>
              <a:gd name="connsiteY3432" fmla="*/ 829081 h 2400493"/>
              <a:gd name="connsiteX3433" fmla="*/ 1410201 w 2401758"/>
              <a:gd name="connsiteY3433" fmla="*/ 850410 h 2400493"/>
              <a:gd name="connsiteX3434" fmla="*/ 1389368 w 2401758"/>
              <a:gd name="connsiteY3434" fmla="*/ 871739 h 2400493"/>
              <a:gd name="connsiteX3435" fmla="*/ 1367047 w 2401758"/>
              <a:gd name="connsiteY3435" fmla="*/ 850906 h 2400493"/>
              <a:gd name="connsiteX3436" fmla="*/ 1388376 w 2401758"/>
              <a:gd name="connsiteY3436" fmla="*/ 829081 h 2400493"/>
              <a:gd name="connsiteX3437" fmla="*/ 1321909 w 2401758"/>
              <a:gd name="connsiteY3437" fmla="*/ 829081 h 2400493"/>
              <a:gd name="connsiteX3438" fmla="*/ 1343238 w 2401758"/>
              <a:gd name="connsiteY3438" fmla="*/ 850906 h 2400493"/>
              <a:gd name="connsiteX3439" fmla="*/ 1321413 w 2401758"/>
              <a:gd name="connsiteY3439" fmla="*/ 872235 h 2400493"/>
              <a:gd name="connsiteX3440" fmla="*/ 1300580 w 2401758"/>
              <a:gd name="connsiteY3440" fmla="*/ 849914 h 2400493"/>
              <a:gd name="connsiteX3441" fmla="*/ 1321909 w 2401758"/>
              <a:gd name="connsiteY3441" fmla="*/ 829081 h 2400493"/>
              <a:gd name="connsiteX3442" fmla="*/ 1255441 w 2401758"/>
              <a:gd name="connsiteY3442" fmla="*/ 828585 h 2400493"/>
              <a:gd name="connsiteX3443" fmla="*/ 1270818 w 2401758"/>
              <a:gd name="connsiteY3443" fmla="*/ 835033 h 2400493"/>
              <a:gd name="connsiteX3444" fmla="*/ 1276771 w 2401758"/>
              <a:gd name="connsiteY3444" fmla="*/ 850410 h 2400493"/>
              <a:gd name="connsiteX3445" fmla="*/ 1271314 w 2401758"/>
              <a:gd name="connsiteY3445" fmla="*/ 865787 h 2400493"/>
              <a:gd name="connsiteX3446" fmla="*/ 1254945 w 2401758"/>
              <a:gd name="connsiteY3446" fmla="*/ 871739 h 2400493"/>
              <a:gd name="connsiteX3447" fmla="*/ 1238577 w 2401758"/>
              <a:gd name="connsiteY3447" fmla="*/ 865787 h 2400493"/>
              <a:gd name="connsiteX3448" fmla="*/ 1233120 w 2401758"/>
              <a:gd name="connsiteY3448" fmla="*/ 850410 h 2400493"/>
              <a:gd name="connsiteX3449" fmla="*/ 1239073 w 2401758"/>
              <a:gd name="connsiteY3449" fmla="*/ 835033 h 2400493"/>
              <a:gd name="connsiteX3450" fmla="*/ 1255441 w 2401758"/>
              <a:gd name="connsiteY3450" fmla="*/ 828585 h 2400493"/>
              <a:gd name="connsiteX3451" fmla="*/ 1185005 w 2401758"/>
              <a:gd name="connsiteY3451" fmla="*/ 826601 h 2400493"/>
              <a:gd name="connsiteX3452" fmla="*/ 1209806 w 2401758"/>
              <a:gd name="connsiteY3452" fmla="*/ 849915 h 2400493"/>
              <a:gd name="connsiteX3453" fmla="*/ 1186989 w 2401758"/>
              <a:gd name="connsiteY3453" fmla="*/ 874220 h 2400493"/>
              <a:gd name="connsiteX3454" fmla="*/ 1162188 w 2401758"/>
              <a:gd name="connsiteY3454" fmla="*/ 850907 h 2400493"/>
              <a:gd name="connsiteX3455" fmla="*/ 1185005 w 2401758"/>
              <a:gd name="connsiteY3455" fmla="*/ 826601 h 2400493"/>
              <a:gd name="connsiteX3456" fmla="*/ 1119529 w 2401758"/>
              <a:gd name="connsiteY3456" fmla="*/ 826601 h 2400493"/>
              <a:gd name="connsiteX3457" fmla="*/ 1142842 w 2401758"/>
              <a:gd name="connsiteY3457" fmla="*/ 851402 h 2400493"/>
              <a:gd name="connsiteX3458" fmla="*/ 1118537 w 2401758"/>
              <a:gd name="connsiteY3458" fmla="*/ 874220 h 2400493"/>
              <a:gd name="connsiteX3459" fmla="*/ 1095224 w 2401758"/>
              <a:gd name="connsiteY3459" fmla="*/ 849418 h 2400493"/>
              <a:gd name="connsiteX3460" fmla="*/ 1119529 w 2401758"/>
              <a:gd name="connsiteY3460" fmla="*/ 826601 h 2400493"/>
              <a:gd name="connsiteX3461" fmla="*/ 1054054 w 2401758"/>
              <a:gd name="connsiteY3461" fmla="*/ 826601 h 2400493"/>
              <a:gd name="connsiteX3462" fmla="*/ 1076872 w 2401758"/>
              <a:gd name="connsiteY3462" fmla="*/ 850410 h 2400493"/>
              <a:gd name="connsiteX3463" fmla="*/ 1052566 w 2401758"/>
              <a:gd name="connsiteY3463" fmla="*/ 874219 h 2400493"/>
              <a:gd name="connsiteX3464" fmla="*/ 1029265 w 2401758"/>
              <a:gd name="connsiteY3464" fmla="*/ 849418 h 2400493"/>
              <a:gd name="connsiteX3465" fmla="*/ 1054054 w 2401758"/>
              <a:gd name="connsiteY3465" fmla="*/ 826601 h 2400493"/>
              <a:gd name="connsiteX3466" fmla="*/ 987628 w 2401758"/>
              <a:gd name="connsiteY3466" fmla="*/ 826601 h 2400493"/>
              <a:gd name="connsiteX3467" fmla="*/ 1009949 w 2401758"/>
              <a:gd name="connsiteY3467" fmla="*/ 850906 h 2400493"/>
              <a:gd name="connsiteX3468" fmla="*/ 985148 w 2401758"/>
              <a:gd name="connsiteY3468" fmla="*/ 874220 h 2400493"/>
              <a:gd name="connsiteX3469" fmla="*/ 968780 w 2401758"/>
              <a:gd name="connsiteY3469" fmla="*/ 867771 h 2400493"/>
              <a:gd name="connsiteX3470" fmla="*/ 962331 w 2401758"/>
              <a:gd name="connsiteY3470" fmla="*/ 850410 h 2400493"/>
              <a:gd name="connsiteX3471" fmla="*/ 987628 w 2401758"/>
              <a:gd name="connsiteY3471" fmla="*/ 826601 h 2400493"/>
              <a:gd name="connsiteX3472" fmla="*/ 849732 w 2401758"/>
              <a:gd name="connsiteY3472" fmla="*/ 824616 h 2400493"/>
              <a:gd name="connsiteX3473" fmla="*/ 876518 w 2401758"/>
              <a:gd name="connsiteY3473" fmla="*/ 850410 h 2400493"/>
              <a:gd name="connsiteX3474" fmla="*/ 851219 w 2401758"/>
              <a:gd name="connsiteY3474" fmla="*/ 876699 h 2400493"/>
              <a:gd name="connsiteX3475" fmla="*/ 824433 w 2401758"/>
              <a:gd name="connsiteY3475" fmla="*/ 850906 h 2400493"/>
              <a:gd name="connsiteX3476" fmla="*/ 849732 w 2401758"/>
              <a:gd name="connsiteY3476" fmla="*/ 824616 h 2400493"/>
              <a:gd name="connsiteX3477" fmla="*/ 916691 w 2401758"/>
              <a:gd name="connsiteY3477" fmla="*/ 824121 h 2400493"/>
              <a:gd name="connsiteX3478" fmla="*/ 942981 w 2401758"/>
              <a:gd name="connsiteY3478" fmla="*/ 849914 h 2400493"/>
              <a:gd name="connsiteX3479" fmla="*/ 918179 w 2401758"/>
              <a:gd name="connsiteY3479" fmla="*/ 876204 h 2400493"/>
              <a:gd name="connsiteX3480" fmla="*/ 891395 w 2401758"/>
              <a:gd name="connsiteY3480" fmla="*/ 850410 h 2400493"/>
              <a:gd name="connsiteX3481" fmla="*/ 916691 w 2401758"/>
              <a:gd name="connsiteY3481" fmla="*/ 824121 h 2400493"/>
              <a:gd name="connsiteX3482" fmla="*/ 782738 w 2401758"/>
              <a:gd name="connsiteY3482" fmla="*/ 824121 h 2400493"/>
              <a:gd name="connsiteX3483" fmla="*/ 810021 w 2401758"/>
              <a:gd name="connsiteY3483" fmla="*/ 849914 h 2400493"/>
              <a:gd name="connsiteX3484" fmla="*/ 784723 w 2401758"/>
              <a:gd name="connsiteY3484" fmla="*/ 876203 h 2400493"/>
              <a:gd name="connsiteX3485" fmla="*/ 757441 w 2401758"/>
              <a:gd name="connsiteY3485" fmla="*/ 850410 h 2400493"/>
              <a:gd name="connsiteX3486" fmla="*/ 782738 w 2401758"/>
              <a:gd name="connsiteY3486" fmla="*/ 824121 h 2400493"/>
              <a:gd name="connsiteX3487" fmla="*/ 715287 w 2401758"/>
              <a:gd name="connsiteY3487" fmla="*/ 824121 h 2400493"/>
              <a:gd name="connsiteX3488" fmla="*/ 733639 w 2401758"/>
              <a:gd name="connsiteY3488" fmla="*/ 832057 h 2400493"/>
              <a:gd name="connsiteX3489" fmla="*/ 741080 w 2401758"/>
              <a:gd name="connsiteY3489" fmla="*/ 851402 h 2400493"/>
              <a:gd name="connsiteX3490" fmla="*/ 714295 w 2401758"/>
              <a:gd name="connsiteY3490" fmla="*/ 876700 h 2400493"/>
              <a:gd name="connsiteX3491" fmla="*/ 695943 w 2401758"/>
              <a:gd name="connsiteY3491" fmla="*/ 868763 h 2400493"/>
              <a:gd name="connsiteX3492" fmla="*/ 688503 w 2401758"/>
              <a:gd name="connsiteY3492" fmla="*/ 850410 h 2400493"/>
              <a:gd name="connsiteX3493" fmla="*/ 715287 w 2401758"/>
              <a:gd name="connsiteY3493" fmla="*/ 824121 h 2400493"/>
              <a:gd name="connsiteX3494" fmla="*/ 648856 w 2401758"/>
              <a:gd name="connsiteY3494" fmla="*/ 824121 h 2400493"/>
              <a:gd name="connsiteX3495" fmla="*/ 674648 w 2401758"/>
              <a:gd name="connsiteY3495" fmla="*/ 850410 h 2400493"/>
              <a:gd name="connsiteX3496" fmla="*/ 647864 w 2401758"/>
              <a:gd name="connsiteY3496" fmla="*/ 876700 h 2400493"/>
              <a:gd name="connsiteX3497" fmla="*/ 621578 w 2401758"/>
              <a:gd name="connsiteY3497" fmla="*/ 849914 h 2400493"/>
              <a:gd name="connsiteX3498" fmla="*/ 648856 w 2401758"/>
              <a:gd name="connsiteY3498" fmla="*/ 824121 h 2400493"/>
              <a:gd name="connsiteX3499" fmla="*/ 580893 w 2401758"/>
              <a:gd name="connsiteY3499" fmla="*/ 822137 h 2400493"/>
              <a:gd name="connsiteX3500" fmla="*/ 594783 w 2401758"/>
              <a:gd name="connsiteY3500" fmla="*/ 826601 h 2400493"/>
              <a:gd name="connsiteX3501" fmla="*/ 604704 w 2401758"/>
              <a:gd name="connsiteY3501" fmla="*/ 835530 h 2400493"/>
              <a:gd name="connsiteX3502" fmla="*/ 609665 w 2401758"/>
              <a:gd name="connsiteY3502" fmla="*/ 850907 h 2400493"/>
              <a:gd name="connsiteX3503" fmla="*/ 603712 w 2401758"/>
              <a:gd name="connsiteY3503" fmla="*/ 867771 h 2400493"/>
              <a:gd name="connsiteX3504" fmla="*/ 581885 w 2401758"/>
              <a:gd name="connsiteY3504" fmla="*/ 879180 h 2400493"/>
              <a:gd name="connsiteX3505" fmla="*/ 564027 w 2401758"/>
              <a:gd name="connsiteY3505" fmla="*/ 873228 h 2400493"/>
              <a:gd name="connsiteX3506" fmla="*/ 552617 w 2401758"/>
              <a:gd name="connsiteY3506" fmla="*/ 851899 h 2400493"/>
              <a:gd name="connsiteX3507" fmla="*/ 559065 w 2401758"/>
              <a:gd name="connsiteY3507" fmla="*/ 833050 h 2400493"/>
              <a:gd name="connsiteX3508" fmla="*/ 580893 w 2401758"/>
              <a:gd name="connsiteY3508" fmla="*/ 822137 h 2400493"/>
              <a:gd name="connsiteX3509" fmla="*/ 379482 w 2401758"/>
              <a:gd name="connsiteY3509" fmla="*/ 822137 h 2400493"/>
              <a:gd name="connsiteX3510" fmla="*/ 407757 w 2401758"/>
              <a:gd name="connsiteY3510" fmla="*/ 850906 h 2400493"/>
              <a:gd name="connsiteX3511" fmla="*/ 377994 w 2401758"/>
              <a:gd name="connsiteY3511" fmla="*/ 879676 h 2400493"/>
              <a:gd name="connsiteX3512" fmla="*/ 350214 w 2401758"/>
              <a:gd name="connsiteY3512" fmla="*/ 850410 h 2400493"/>
              <a:gd name="connsiteX3513" fmla="*/ 379482 w 2401758"/>
              <a:gd name="connsiteY3513" fmla="*/ 822137 h 2400493"/>
              <a:gd name="connsiteX3514" fmla="*/ 176120 w 2401758"/>
              <a:gd name="connsiteY3514" fmla="*/ 822137 h 2400493"/>
              <a:gd name="connsiteX3515" fmla="*/ 205384 w 2401758"/>
              <a:gd name="connsiteY3515" fmla="*/ 849915 h 2400493"/>
              <a:gd name="connsiteX3516" fmla="*/ 177112 w 2401758"/>
              <a:gd name="connsiteY3516" fmla="*/ 879676 h 2400493"/>
              <a:gd name="connsiteX3517" fmla="*/ 147846 w 2401758"/>
              <a:gd name="connsiteY3517" fmla="*/ 850411 h 2400493"/>
              <a:gd name="connsiteX3518" fmla="*/ 176120 w 2401758"/>
              <a:gd name="connsiteY3518" fmla="*/ 822137 h 2400493"/>
              <a:gd name="connsiteX3519" fmla="*/ 109623 w 2401758"/>
              <a:gd name="connsiteY3519" fmla="*/ 822137 h 2400493"/>
              <a:gd name="connsiteX3520" fmla="*/ 138889 w 2401758"/>
              <a:gd name="connsiteY3520" fmla="*/ 849915 h 2400493"/>
              <a:gd name="connsiteX3521" fmla="*/ 110615 w 2401758"/>
              <a:gd name="connsiteY3521" fmla="*/ 879676 h 2400493"/>
              <a:gd name="connsiteX3522" fmla="*/ 81350 w 2401758"/>
              <a:gd name="connsiteY3522" fmla="*/ 850411 h 2400493"/>
              <a:gd name="connsiteX3523" fmla="*/ 109623 w 2401758"/>
              <a:gd name="connsiteY3523" fmla="*/ 822137 h 2400493"/>
              <a:gd name="connsiteX3524" fmla="*/ 43648 w 2401758"/>
              <a:gd name="connsiteY3524" fmla="*/ 822137 h 2400493"/>
              <a:gd name="connsiteX3525" fmla="*/ 71922 w 2401758"/>
              <a:gd name="connsiteY3525" fmla="*/ 851898 h 2400493"/>
              <a:gd name="connsiteX3526" fmla="*/ 42656 w 2401758"/>
              <a:gd name="connsiteY3526" fmla="*/ 879676 h 2400493"/>
              <a:gd name="connsiteX3527" fmla="*/ 14383 w 2401758"/>
              <a:gd name="connsiteY3527" fmla="*/ 849418 h 2400493"/>
              <a:gd name="connsiteX3528" fmla="*/ 43648 w 2401758"/>
              <a:gd name="connsiteY3528" fmla="*/ 822137 h 2400493"/>
              <a:gd name="connsiteX3529" fmla="*/ 514888 w 2401758"/>
              <a:gd name="connsiteY3529" fmla="*/ 822136 h 2400493"/>
              <a:gd name="connsiteX3530" fmla="*/ 535721 w 2401758"/>
              <a:gd name="connsiteY3530" fmla="*/ 832553 h 2400493"/>
              <a:gd name="connsiteX3531" fmla="*/ 543658 w 2401758"/>
              <a:gd name="connsiteY3531" fmla="*/ 850906 h 2400493"/>
              <a:gd name="connsiteX3532" fmla="*/ 533737 w 2401758"/>
              <a:gd name="connsiteY3532" fmla="*/ 870747 h 2400493"/>
              <a:gd name="connsiteX3533" fmla="*/ 514392 w 2401758"/>
              <a:gd name="connsiteY3533" fmla="*/ 878683 h 2400493"/>
              <a:gd name="connsiteX3534" fmla="*/ 493558 w 2401758"/>
              <a:gd name="connsiteY3534" fmla="*/ 868763 h 2400493"/>
              <a:gd name="connsiteX3535" fmla="*/ 486117 w 2401758"/>
              <a:gd name="connsiteY3535" fmla="*/ 849418 h 2400493"/>
              <a:gd name="connsiteX3536" fmla="*/ 496534 w 2401758"/>
              <a:gd name="connsiteY3536" fmla="*/ 829081 h 2400493"/>
              <a:gd name="connsiteX3537" fmla="*/ 514888 w 2401758"/>
              <a:gd name="connsiteY3537" fmla="*/ 822136 h 2400493"/>
              <a:gd name="connsiteX3538" fmla="*/ 445431 w 2401758"/>
              <a:gd name="connsiteY3538" fmla="*/ 822136 h 2400493"/>
              <a:gd name="connsiteX3539" fmla="*/ 474200 w 2401758"/>
              <a:gd name="connsiteY3539" fmla="*/ 850410 h 2400493"/>
              <a:gd name="connsiteX3540" fmla="*/ 446423 w 2401758"/>
              <a:gd name="connsiteY3540" fmla="*/ 879179 h 2400493"/>
              <a:gd name="connsiteX3541" fmla="*/ 417157 w 2401758"/>
              <a:gd name="connsiteY3541" fmla="*/ 851402 h 2400493"/>
              <a:gd name="connsiteX3542" fmla="*/ 445431 w 2401758"/>
              <a:gd name="connsiteY3542" fmla="*/ 822136 h 2400493"/>
              <a:gd name="connsiteX3543" fmla="*/ 313001 w 2401758"/>
              <a:gd name="connsiteY3543" fmla="*/ 822136 h 2400493"/>
              <a:gd name="connsiteX3544" fmla="*/ 340780 w 2401758"/>
              <a:gd name="connsiteY3544" fmla="*/ 850906 h 2400493"/>
              <a:gd name="connsiteX3545" fmla="*/ 312505 w 2401758"/>
              <a:gd name="connsiteY3545" fmla="*/ 879179 h 2400493"/>
              <a:gd name="connsiteX3546" fmla="*/ 283736 w 2401758"/>
              <a:gd name="connsiteY3546" fmla="*/ 849914 h 2400493"/>
              <a:gd name="connsiteX3547" fmla="*/ 313001 w 2401758"/>
              <a:gd name="connsiteY3547" fmla="*/ 822136 h 2400493"/>
              <a:gd name="connsiteX3548" fmla="*/ 243566 w 2401758"/>
              <a:gd name="connsiteY3548" fmla="*/ 821641 h 2400493"/>
              <a:gd name="connsiteX3549" fmla="*/ 263903 w 2401758"/>
              <a:gd name="connsiteY3549" fmla="*/ 830073 h 2400493"/>
              <a:gd name="connsiteX3550" fmla="*/ 272335 w 2401758"/>
              <a:gd name="connsiteY3550" fmla="*/ 851402 h 2400493"/>
              <a:gd name="connsiteX3551" fmla="*/ 242077 w 2401758"/>
              <a:gd name="connsiteY3551" fmla="*/ 879180 h 2400493"/>
              <a:gd name="connsiteX3552" fmla="*/ 222732 w 2401758"/>
              <a:gd name="connsiteY3552" fmla="*/ 870747 h 2400493"/>
              <a:gd name="connsiteX3553" fmla="*/ 214300 w 2401758"/>
              <a:gd name="connsiteY3553" fmla="*/ 849418 h 2400493"/>
              <a:gd name="connsiteX3554" fmla="*/ 243566 w 2401758"/>
              <a:gd name="connsiteY3554" fmla="*/ 821641 h 2400493"/>
              <a:gd name="connsiteX3555" fmla="*/ 2264359 w 2401758"/>
              <a:gd name="connsiteY3555" fmla="*/ 779974 h 2400493"/>
              <a:gd name="connsiteX3556" fmla="*/ 2267335 w 2401758"/>
              <a:gd name="connsiteY3556" fmla="*/ 782950 h 2400493"/>
              <a:gd name="connsiteX3557" fmla="*/ 2264855 w 2401758"/>
              <a:gd name="connsiteY3557" fmla="*/ 785926 h 2400493"/>
              <a:gd name="connsiteX3558" fmla="*/ 2262871 w 2401758"/>
              <a:gd name="connsiteY3558" fmla="*/ 784438 h 2400493"/>
              <a:gd name="connsiteX3559" fmla="*/ 2264359 w 2401758"/>
              <a:gd name="connsiteY3559" fmla="*/ 779974 h 2400493"/>
              <a:gd name="connsiteX3560" fmla="*/ 2199380 w 2401758"/>
              <a:gd name="connsiteY3560" fmla="*/ 778983 h 2400493"/>
              <a:gd name="connsiteX3561" fmla="*/ 2202852 w 2401758"/>
              <a:gd name="connsiteY3561" fmla="*/ 784439 h 2400493"/>
              <a:gd name="connsiteX3562" fmla="*/ 2196899 w 2401758"/>
              <a:gd name="connsiteY3562" fmla="*/ 788903 h 2400493"/>
              <a:gd name="connsiteX3563" fmla="*/ 2193427 w 2401758"/>
              <a:gd name="connsiteY3563" fmla="*/ 783447 h 2400493"/>
              <a:gd name="connsiteX3564" fmla="*/ 2199380 w 2401758"/>
              <a:gd name="connsiteY3564" fmla="*/ 778983 h 2400493"/>
              <a:gd name="connsiteX3565" fmla="*/ 2128448 w 2401758"/>
              <a:gd name="connsiteY3565" fmla="*/ 774518 h 2400493"/>
              <a:gd name="connsiteX3566" fmla="*/ 2138368 w 2401758"/>
              <a:gd name="connsiteY3566" fmla="*/ 783446 h 2400493"/>
              <a:gd name="connsiteX3567" fmla="*/ 2129439 w 2401758"/>
              <a:gd name="connsiteY3567" fmla="*/ 793367 h 2400493"/>
              <a:gd name="connsiteX3568" fmla="*/ 2119023 w 2401758"/>
              <a:gd name="connsiteY3568" fmla="*/ 784935 h 2400493"/>
              <a:gd name="connsiteX3569" fmla="*/ 2128448 w 2401758"/>
              <a:gd name="connsiteY3569" fmla="*/ 774518 h 2400493"/>
              <a:gd name="connsiteX3570" fmla="*/ 2062973 w 2401758"/>
              <a:gd name="connsiteY3570" fmla="*/ 774518 h 2400493"/>
              <a:gd name="connsiteX3571" fmla="*/ 2071901 w 2401758"/>
              <a:gd name="connsiteY3571" fmla="*/ 784438 h 2400493"/>
              <a:gd name="connsiteX3572" fmla="*/ 2060989 w 2401758"/>
              <a:gd name="connsiteY3572" fmla="*/ 793863 h 2400493"/>
              <a:gd name="connsiteX3573" fmla="*/ 2052556 w 2401758"/>
              <a:gd name="connsiteY3573" fmla="*/ 783446 h 2400493"/>
              <a:gd name="connsiteX3574" fmla="*/ 2062973 w 2401758"/>
              <a:gd name="connsiteY3574" fmla="*/ 774518 h 2400493"/>
              <a:gd name="connsiteX3575" fmla="*/ 992 w 2401758"/>
              <a:gd name="connsiteY3575" fmla="*/ 772534 h 2400493"/>
              <a:gd name="connsiteX3576" fmla="*/ 3472 w 2401758"/>
              <a:gd name="connsiteY3576" fmla="*/ 784439 h 2400493"/>
              <a:gd name="connsiteX3577" fmla="*/ 1984 w 2401758"/>
              <a:gd name="connsiteY3577" fmla="*/ 795351 h 2400493"/>
              <a:gd name="connsiteX3578" fmla="*/ 496 w 2401758"/>
              <a:gd name="connsiteY3578" fmla="*/ 784935 h 2400493"/>
              <a:gd name="connsiteX3579" fmla="*/ 992 w 2401758"/>
              <a:gd name="connsiteY3579" fmla="*/ 772534 h 2400493"/>
              <a:gd name="connsiteX3580" fmla="*/ 1996009 w 2401758"/>
              <a:gd name="connsiteY3580" fmla="*/ 772038 h 2400493"/>
              <a:gd name="connsiteX3581" fmla="*/ 2007418 w 2401758"/>
              <a:gd name="connsiteY3581" fmla="*/ 783943 h 2400493"/>
              <a:gd name="connsiteX3582" fmla="*/ 1995513 w 2401758"/>
              <a:gd name="connsiteY3582" fmla="*/ 795847 h 2400493"/>
              <a:gd name="connsiteX3583" fmla="*/ 1983608 w 2401758"/>
              <a:gd name="connsiteY3583" fmla="*/ 783447 h 2400493"/>
              <a:gd name="connsiteX3584" fmla="*/ 1996009 w 2401758"/>
              <a:gd name="connsiteY3584" fmla="*/ 772038 h 2400493"/>
              <a:gd name="connsiteX3585" fmla="*/ 1929541 w 2401758"/>
              <a:gd name="connsiteY3585" fmla="*/ 769558 h 2400493"/>
              <a:gd name="connsiteX3586" fmla="*/ 1943429 w 2401758"/>
              <a:gd name="connsiteY3586" fmla="*/ 784439 h 2400493"/>
              <a:gd name="connsiteX3587" fmla="*/ 1929541 w 2401758"/>
              <a:gd name="connsiteY3587" fmla="*/ 797832 h 2400493"/>
              <a:gd name="connsiteX3588" fmla="*/ 1914660 w 2401758"/>
              <a:gd name="connsiteY3588" fmla="*/ 783943 h 2400493"/>
              <a:gd name="connsiteX3589" fmla="*/ 1929541 w 2401758"/>
              <a:gd name="connsiteY3589" fmla="*/ 769558 h 2400493"/>
              <a:gd name="connsiteX3590" fmla="*/ 1861090 w 2401758"/>
              <a:gd name="connsiteY3590" fmla="*/ 769558 h 2400493"/>
              <a:gd name="connsiteX3591" fmla="*/ 1871010 w 2401758"/>
              <a:gd name="connsiteY3591" fmla="*/ 774518 h 2400493"/>
              <a:gd name="connsiteX3592" fmla="*/ 1874482 w 2401758"/>
              <a:gd name="connsiteY3592" fmla="*/ 784934 h 2400493"/>
              <a:gd name="connsiteX3593" fmla="*/ 1869522 w 2401758"/>
              <a:gd name="connsiteY3593" fmla="*/ 794855 h 2400493"/>
              <a:gd name="connsiteX3594" fmla="*/ 1859105 w 2401758"/>
              <a:gd name="connsiteY3594" fmla="*/ 798327 h 2400493"/>
              <a:gd name="connsiteX3595" fmla="*/ 1849185 w 2401758"/>
              <a:gd name="connsiteY3595" fmla="*/ 793367 h 2400493"/>
              <a:gd name="connsiteX3596" fmla="*/ 1845713 w 2401758"/>
              <a:gd name="connsiteY3596" fmla="*/ 782454 h 2400493"/>
              <a:gd name="connsiteX3597" fmla="*/ 1850673 w 2401758"/>
              <a:gd name="connsiteY3597" fmla="*/ 773030 h 2400493"/>
              <a:gd name="connsiteX3598" fmla="*/ 1861090 w 2401758"/>
              <a:gd name="connsiteY3598" fmla="*/ 769558 h 2400493"/>
              <a:gd name="connsiteX3599" fmla="*/ 1792638 w 2401758"/>
              <a:gd name="connsiteY3599" fmla="*/ 767078 h 2400493"/>
              <a:gd name="connsiteX3600" fmla="*/ 1804047 w 2401758"/>
              <a:gd name="connsiteY3600" fmla="*/ 771542 h 2400493"/>
              <a:gd name="connsiteX3601" fmla="*/ 1809999 w 2401758"/>
              <a:gd name="connsiteY3601" fmla="*/ 783943 h 2400493"/>
              <a:gd name="connsiteX3602" fmla="*/ 1803550 w 2401758"/>
              <a:gd name="connsiteY3602" fmla="*/ 795847 h 2400493"/>
              <a:gd name="connsiteX3603" fmla="*/ 1792638 w 2401758"/>
              <a:gd name="connsiteY3603" fmla="*/ 800312 h 2400493"/>
              <a:gd name="connsiteX3604" fmla="*/ 1780733 w 2401758"/>
              <a:gd name="connsiteY3604" fmla="*/ 794359 h 2400493"/>
              <a:gd name="connsiteX3605" fmla="*/ 1776269 w 2401758"/>
              <a:gd name="connsiteY3605" fmla="*/ 782951 h 2400493"/>
              <a:gd name="connsiteX3606" fmla="*/ 1781725 w 2401758"/>
              <a:gd name="connsiteY3606" fmla="*/ 772038 h 2400493"/>
              <a:gd name="connsiteX3607" fmla="*/ 1792638 w 2401758"/>
              <a:gd name="connsiteY3607" fmla="*/ 767078 h 2400493"/>
              <a:gd name="connsiteX3608" fmla="*/ 1725674 w 2401758"/>
              <a:gd name="connsiteY3608" fmla="*/ 767078 h 2400493"/>
              <a:gd name="connsiteX3609" fmla="*/ 1737083 w 2401758"/>
              <a:gd name="connsiteY3609" fmla="*/ 771542 h 2400493"/>
              <a:gd name="connsiteX3610" fmla="*/ 1743035 w 2401758"/>
              <a:gd name="connsiteY3610" fmla="*/ 782951 h 2400493"/>
              <a:gd name="connsiteX3611" fmla="*/ 1738571 w 2401758"/>
              <a:gd name="connsiteY3611" fmla="*/ 794360 h 2400493"/>
              <a:gd name="connsiteX3612" fmla="*/ 1726667 w 2401758"/>
              <a:gd name="connsiteY3612" fmla="*/ 800808 h 2400493"/>
              <a:gd name="connsiteX3613" fmla="*/ 1716250 w 2401758"/>
              <a:gd name="connsiteY3613" fmla="*/ 796344 h 2400493"/>
              <a:gd name="connsiteX3614" fmla="*/ 1709306 w 2401758"/>
              <a:gd name="connsiteY3614" fmla="*/ 784935 h 2400493"/>
              <a:gd name="connsiteX3615" fmla="*/ 1713770 w 2401758"/>
              <a:gd name="connsiteY3615" fmla="*/ 773526 h 2400493"/>
              <a:gd name="connsiteX3616" fmla="*/ 1725674 w 2401758"/>
              <a:gd name="connsiteY3616" fmla="*/ 767078 h 2400493"/>
              <a:gd name="connsiteX3617" fmla="*/ 1659703 w 2401758"/>
              <a:gd name="connsiteY3617" fmla="*/ 766582 h 2400493"/>
              <a:gd name="connsiteX3618" fmla="*/ 1670120 w 2401758"/>
              <a:gd name="connsiteY3618" fmla="*/ 770550 h 2400493"/>
              <a:gd name="connsiteX3619" fmla="*/ 1674088 w 2401758"/>
              <a:gd name="connsiteY3619" fmla="*/ 789399 h 2400493"/>
              <a:gd name="connsiteX3620" fmla="*/ 1666151 w 2401758"/>
              <a:gd name="connsiteY3620" fmla="*/ 798824 h 2400493"/>
              <a:gd name="connsiteX3621" fmla="*/ 1657223 w 2401758"/>
              <a:gd name="connsiteY3621" fmla="*/ 800808 h 2400493"/>
              <a:gd name="connsiteX3622" fmla="*/ 1644326 w 2401758"/>
              <a:gd name="connsiteY3622" fmla="*/ 796344 h 2400493"/>
              <a:gd name="connsiteX3623" fmla="*/ 1640358 w 2401758"/>
              <a:gd name="connsiteY3623" fmla="*/ 783447 h 2400493"/>
              <a:gd name="connsiteX3624" fmla="*/ 1646310 w 2401758"/>
              <a:gd name="connsiteY3624" fmla="*/ 769062 h 2400493"/>
              <a:gd name="connsiteX3625" fmla="*/ 1659703 w 2401758"/>
              <a:gd name="connsiteY3625" fmla="*/ 766582 h 2400493"/>
              <a:gd name="connsiteX3626" fmla="*/ 1590755 w 2401758"/>
              <a:gd name="connsiteY3626" fmla="*/ 765094 h 2400493"/>
              <a:gd name="connsiteX3627" fmla="*/ 1605140 w 2401758"/>
              <a:gd name="connsiteY3627" fmla="*/ 770550 h 2400493"/>
              <a:gd name="connsiteX3628" fmla="*/ 1610596 w 2401758"/>
              <a:gd name="connsiteY3628" fmla="*/ 783447 h 2400493"/>
              <a:gd name="connsiteX3629" fmla="*/ 1604148 w 2401758"/>
              <a:gd name="connsiteY3629" fmla="*/ 797336 h 2400493"/>
              <a:gd name="connsiteX3630" fmla="*/ 1591251 w 2401758"/>
              <a:gd name="connsiteY3630" fmla="*/ 802792 h 2400493"/>
              <a:gd name="connsiteX3631" fmla="*/ 1578354 w 2401758"/>
              <a:gd name="connsiteY3631" fmla="*/ 797832 h 2400493"/>
              <a:gd name="connsiteX3632" fmla="*/ 1572402 w 2401758"/>
              <a:gd name="connsiteY3632" fmla="*/ 785431 h 2400493"/>
              <a:gd name="connsiteX3633" fmla="*/ 1577858 w 2401758"/>
              <a:gd name="connsiteY3633" fmla="*/ 771046 h 2400493"/>
              <a:gd name="connsiteX3634" fmla="*/ 1590755 w 2401758"/>
              <a:gd name="connsiteY3634" fmla="*/ 765094 h 2400493"/>
              <a:gd name="connsiteX3635" fmla="*/ 1525279 w 2401758"/>
              <a:gd name="connsiteY3635" fmla="*/ 764598 h 2400493"/>
              <a:gd name="connsiteX3636" fmla="*/ 1543632 w 2401758"/>
              <a:gd name="connsiteY3636" fmla="*/ 783447 h 2400493"/>
              <a:gd name="connsiteX3637" fmla="*/ 1524287 w 2401758"/>
              <a:gd name="connsiteY3637" fmla="*/ 802792 h 2400493"/>
              <a:gd name="connsiteX3638" fmla="*/ 1505438 w 2401758"/>
              <a:gd name="connsiteY3638" fmla="*/ 783447 h 2400493"/>
              <a:gd name="connsiteX3639" fmla="*/ 1525279 w 2401758"/>
              <a:gd name="connsiteY3639" fmla="*/ 764598 h 2400493"/>
              <a:gd name="connsiteX3640" fmla="*/ 1458811 w 2401758"/>
              <a:gd name="connsiteY3640" fmla="*/ 763110 h 2400493"/>
              <a:gd name="connsiteX3641" fmla="*/ 1472204 w 2401758"/>
              <a:gd name="connsiteY3641" fmla="*/ 769062 h 2400493"/>
              <a:gd name="connsiteX3642" fmla="*/ 1478652 w 2401758"/>
              <a:gd name="connsiteY3642" fmla="*/ 783447 h 2400493"/>
              <a:gd name="connsiteX3643" fmla="*/ 1472700 w 2401758"/>
              <a:gd name="connsiteY3643" fmla="*/ 798328 h 2400493"/>
              <a:gd name="connsiteX3644" fmla="*/ 1457323 w 2401758"/>
              <a:gd name="connsiteY3644" fmla="*/ 805768 h 2400493"/>
              <a:gd name="connsiteX3645" fmla="*/ 1442939 w 2401758"/>
              <a:gd name="connsiteY3645" fmla="*/ 798328 h 2400493"/>
              <a:gd name="connsiteX3646" fmla="*/ 1436986 w 2401758"/>
              <a:gd name="connsiteY3646" fmla="*/ 783447 h 2400493"/>
              <a:gd name="connsiteX3647" fmla="*/ 1443931 w 2401758"/>
              <a:gd name="connsiteY3647" fmla="*/ 769062 h 2400493"/>
              <a:gd name="connsiteX3648" fmla="*/ 1458811 w 2401758"/>
              <a:gd name="connsiteY3648" fmla="*/ 763110 h 2400493"/>
              <a:gd name="connsiteX3649" fmla="*/ 1387384 w 2401758"/>
              <a:gd name="connsiteY3649" fmla="*/ 762118 h 2400493"/>
              <a:gd name="connsiteX3650" fmla="*/ 1409705 w 2401758"/>
              <a:gd name="connsiteY3650" fmla="*/ 782951 h 2400493"/>
              <a:gd name="connsiteX3651" fmla="*/ 1388872 w 2401758"/>
              <a:gd name="connsiteY3651" fmla="*/ 805272 h 2400493"/>
              <a:gd name="connsiteX3652" fmla="*/ 1367047 w 2401758"/>
              <a:gd name="connsiteY3652" fmla="*/ 783943 h 2400493"/>
              <a:gd name="connsiteX3653" fmla="*/ 1387384 w 2401758"/>
              <a:gd name="connsiteY3653" fmla="*/ 762118 h 2400493"/>
              <a:gd name="connsiteX3654" fmla="*/ 1322404 w 2401758"/>
              <a:gd name="connsiteY3654" fmla="*/ 762117 h 2400493"/>
              <a:gd name="connsiteX3655" fmla="*/ 1337285 w 2401758"/>
              <a:gd name="connsiteY3655" fmla="*/ 769558 h 2400493"/>
              <a:gd name="connsiteX3656" fmla="*/ 1343237 w 2401758"/>
              <a:gd name="connsiteY3656" fmla="*/ 783943 h 2400493"/>
              <a:gd name="connsiteX3657" fmla="*/ 1336293 w 2401758"/>
              <a:gd name="connsiteY3657" fmla="*/ 798823 h 2400493"/>
              <a:gd name="connsiteX3658" fmla="*/ 1321412 w 2401758"/>
              <a:gd name="connsiteY3658" fmla="*/ 804776 h 2400493"/>
              <a:gd name="connsiteX3659" fmla="*/ 1306532 w 2401758"/>
              <a:gd name="connsiteY3659" fmla="*/ 798327 h 2400493"/>
              <a:gd name="connsiteX3660" fmla="*/ 1300083 w 2401758"/>
              <a:gd name="connsiteY3660" fmla="*/ 782951 h 2400493"/>
              <a:gd name="connsiteX3661" fmla="*/ 1308020 w 2401758"/>
              <a:gd name="connsiteY3661" fmla="*/ 767078 h 2400493"/>
              <a:gd name="connsiteX3662" fmla="*/ 1322404 w 2401758"/>
              <a:gd name="connsiteY3662" fmla="*/ 762117 h 2400493"/>
              <a:gd name="connsiteX3663" fmla="*/ 1119033 w 2401758"/>
              <a:gd name="connsiteY3663" fmla="*/ 760630 h 2400493"/>
              <a:gd name="connsiteX3664" fmla="*/ 1143339 w 2401758"/>
              <a:gd name="connsiteY3664" fmla="*/ 783943 h 2400493"/>
              <a:gd name="connsiteX3665" fmla="*/ 1119033 w 2401758"/>
              <a:gd name="connsiteY3665" fmla="*/ 807752 h 2400493"/>
              <a:gd name="connsiteX3666" fmla="*/ 1095720 w 2401758"/>
              <a:gd name="connsiteY3666" fmla="*/ 783447 h 2400493"/>
              <a:gd name="connsiteX3667" fmla="*/ 1119033 w 2401758"/>
              <a:gd name="connsiteY3667" fmla="*/ 760630 h 2400493"/>
              <a:gd name="connsiteX3668" fmla="*/ 1254449 w 2401758"/>
              <a:gd name="connsiteY3668" fmla="*/ 760629 h 2400493"/>
              <a:gd name="connsiteX3669" fmla="*/ 1269826 w 2401758"/>
              <a:gd name="connsiteY3669" fmla="*/ 766581 h 2400493"/>
              <a:gd name="connsiteX3670" fmla="*/ 1279250 w 2401758"/>
              <a:gd name="connsiteY3670" fmla="*/ 784438 h 2400493"/>
              <a:gd name="connsiteX3671" fmla="*/ 1272802 w 2401758"/>
              <a:gd name="connsiteY3671" fmla="*/ 798823 h 2400493"/>
              <a:gd name="connsiteX3672" fmla="*/ 1256433 w 2401758"/>
              <a:gd name="connsiteY3672" fmla="*/ 807752 h 2400493"/>
              <a:gd name="connsiteX3673" fmla="*/ 1241056 w 2401758"/>
              <a:gd name="connsiteY3673" fmla="*/ 801799 h 2400493"/>
              <a:gd name="connsiteX3674" fmla="*/ 1232127 w 2401758"/>
              <a:gd name="connsiteY3674" fmla="*/ 784438 h 2400493"/>
              <a:gd name="connsiteX3675" fmla="*/ 1238080 w 2401758"/>
              <a:gd name="connsiteY3675" fmla="*/ 769557 h 2400493"/>
              <a:gd name="connsiteX3676" fmla="*/ 1254449 w 2401758"/>
              <a:gd name="connsiteY3676" fmla="*/ 760629 h 2400493"/>
              <a:gd name="connsiteX3677" fmla="*/ 1185005 w 2401758"/>
              <a:gd name="connsiteY3677" fmla="*/ 760133 h 2400493"/>
              <a:gd name="connsiteX3678" fmla="*/ 1209807 w 2401758"/>
              <a:gd name="connsiteY3678" fmla="*/ 783446 h 2400493"/>
              <a:gd name="connsiteX3679" fmla="*/ 1186989 w 2401758"/>
              <a:gd name="connsiteY3679" fmla="*/ 807751 h 2400493"/>
              <a:gd name="connsiteX3680" fmla="*/ 1162188 w 2401758"/>
              <a:gd name="connsiteY3680" fmla="*/ 784438 h 2400493"/>
              <a:gd name="connsiteX3681" fmla="*/ 1185005 w 2401758"/>
              <a:gd name="connsiteY3681" fmla="*/ 760133 h 2400493"/>
              <a:gd name="connsiteX3682" fmla="*/ 1051574 w 2401758"/>
              <a:gd name="connsiteY3682" fmla="*/ 760133 h 2400493"/>
              <a:gd name="connsiteX3683" fmla="*/ 1076376 w 2401758"/>
              <a:gd name="connsiteY3683" fmla="*/ 783446 h 2400493"/>
              <a:gd name="connsiteX3684" fmla="*/ 1052566 w 2401758"/>
              <a:gd name="connsiteY3684" fmla="*/ 807752 h 2400493"/>
              <a:gd name="connsiteX3685" fmla="*/ 1028779 w 2401758"/>
              <a:gd name="connsiteY3685" fmla="*/ 783942 h 2400493"/>
              <a:gd name="connsiteX3686" fmla="*/ 1051574 w 2401758"/>
              <a:gd name="connsiteY3686" fmla="*/ 760133 h 2400493"/>
              <a:gd name="connsiteX3687" fmla="*/ 849734 w 2401758"/>
              <a:gd name="connsiteY3687" fmla="*/ 758149 h 2400493"/>
              <a:gd name="connsiteX3688" fmla="*/ 876521 w 2401758"/>
              <a:gd name="connsiteY3688" fmla="*/ 783942 h 2400493"/>
              <a:gd name="connsiteX3689" fmla="*/ 851220 w 2401758"/>
              <a:gd name="connsiteY3689" fmla="*/ 810232 h 2400493"/>
              <a:gd name="connsiteX3690" fmla="*/ 824436 w 2401758"/>
              <a:gd name="connsiteY3690" fmla="*/ 784439 h 2400493"/>
              <a:gd name="connsiteX3691" fmla="*/ 849734 w 2401758"/>
              <a:gd name="connsiteY3691" fmla="*/ 758149 h 2400493"/>
              <a:gd name="connsiteX3692" fmla="*/ 985108 w 2401758"/>
              <a:gd name="connsiteY3692" fmla="*/ 757653 h 2400493"/>
              <a:gd name="connsiteX3693" fmla="*/ 996021 w 2401758"/>
              <a:gd name="connsiteY3693" fmla="*/ 760629 h 2400493"/>
              <a:gd name="connsiteX3694" fmla="*/ 1007926 w 2401758"/>
              <a:gd name="connsiteY3694" fmla="*/ 772038 h 2400493"/>
              <a:gd name="connsiteX3695" fmla="*/ 1011398 w 2401758"/>
              <a:gd name="connsiteY3695" fmla="*/ 782950 h 2400493"/>
              <a:gd name="connsiteX3696" fmla="*/ 1009414 w 2401758"/>
              <a:gd name="connsiteY3696" fmla="*/ 794359 h 2400493"/>
              <a:gd name="connsiteX3697" fmla="*/ 998005 w 2401758"/>
              <a:gd name="connsiteY3697" fmla="*/ 806264 h 2400493"/>
              <a:gd name="connsiteX3698" fmla="*/ 986596 w 2401758"/>
              <a:gd name="connsiteY3698" fmla="*/ 810232 h 2400493"/>
              <a:gd name="connsiteX3699" fmla="*/ 975684 w 2401758"/>
              <a:gd name="connsiteY3699" fmla="*/ 807256 h 2400493"/>
              <a:gd name="connsiteX3700" fmla="*/ 963283 w 2401758"/>
              <a:gd name="connsiteY3700" fmla="*/ 796343 h 2400493"/>
              <a:gd name="connsiteX3701" fmla="*/ 959315 w 2401758"/>
              <a:gd name="connsiteY3701" fmla="*/ 784934 h 2400493"/>
              <a:gd name="connsiteX3702" fmla="*/ 962291 w 2401758"/>
              <a:gd name="connsiteY3702" fmla="*/ 773030 h 2400493"/>
              <a:gd name="connsiteX3703" fmla="*/ 973700 w 2401758"/>
              <a:gd name="connsiteY3703" fmla="*/ 761125 h 2400493"/>
              <a:gd name="connsiteX3704" fmla="*/ 985108 w 2401758"/>
              <a:gd name="connsiteY3704" fmla="*/ 757653 h 2400493"/>
              <a:gd name="connsiteX3705" fmla="*/ 918154 w 2401758"/>
              <a:gd name="connsiteY3705" fmla="*/ 757653 h 2400493"/>
              <a:gd name="connsiteX3706" fmla="*/ 943452 w 2401758"/>
              <a:gd name="connsiteY3706" fmla="*/ 783942 h 2400493"/>
              <a:gd name="connsiteX3707" fmla="*/ 916666 w 2401758"/>
              <a:gd name="connsiteY3707" fmla="*/ 810232 h 2400493"/>
              <a:gd name="connsiteX3708" fmla="*/ 891369 w 2401758"/>
              <a:gd name="connsiteY3708" fmla="*/ 783942 h 2400493"/>
              <a:gd name="connsiteX3709" fmla="*/ 918154 w 2401758"/>
              <a:gd name="connsiteY3709" fmla="*/ 757653 h 2400493"/>
              <a:gd name="connsiteX3710" fmla="*/ 783725 w 2401758"/>
              <a:gd name="connsiteY3710" fmla="*/ 757653 h 2400493"/>
              <a:gd name="connsiteX3711" fmla="*/ 802078 w 2401758"/>
              <a:gd name="connsiteY3711" fmla="*/ 765589 h 2400493"/>
              <a:gd name="connsiteX3712" fmla="*/ 809519 w 2401758"/>
              <a:gd name="connsiteY3712" fmla="*/ 783942 h 2400493"/>
              <a:gd name="connsiteX3713" fmla="*/ 802078 w 2401758"/>
              <a:gd name="connsiteY3713" fmla="*/ 802295 h 2400493"/>
              <a:gd name="connsiteX3714" fmla="*/ 782733 w 2401758"/>
              <a:gd name="connsiteY3714" fmla="*/ 810232 h 2400493"/>
              <a:gd name="connsiteX3715" fmla="*/ 764380 w 2401758"/>
              <a:gd name="connsiteY3715" fmla="*/ 802295 h 2400493"/>
              <a:gd name="connsiteX3716" fmla="*/ 756940 w 2401758"/>
              <a:gd name="connsiteY3716" fmla="*/ 783942 h 2400493"/>
              <a:gd name="connsiteX3717" fmla="*/ 764380 w 2401758"/>
              <a:gd name="connsiteY3717" fmla="*/ 765589 h 2400493"/>
              <a:gd name="connsiteX3718" fmla="*/ 783725 w 2401758"/>
              <a:gd name="connsiteY3718" fmla="*/ 757653 h 2400493"/>
              <a:gd name="connsiteX3719" fmla="*/ 711623 w 2401758"/>
              <a:gd name="connsiteY3719" fmla="*/ 757653 h 2400493"/>
              <a:gd name="connsiteX3720" fmla="*/ 725202 w 2401758"/>
              <a:gd name="connsiteY3720" fmla="*/ 758645 h 2400493"/>
              <a:gd name="connsiteX3721" fmla="*/ 735619 w 2401758"/>
              <a:gd name="connsiteY3721" fmla="*/ 766581 h 2400493"/>
              <a:gd name="connsiteX3722" fmla="*/ 741074 w 2401758"/>
              <a:gd name="connsiteY3722" fmla="*/ 780966 h 2400493"/>
              <a:gd name="connsiteX3723" fmla="*/ 741074 w 2401758"/>
              <a:gd name="connsiteY3723" fmla="*/ 786919 h 2400493"/>
              <a:gd name="connsiteX3724" fmla="*/ 734130 w 2401758"/>
              <a:gd name="connsiteY3724" fmla="*/ 803783 h 2400493"/>
              <a:gd name="connsiteX3725" fmla="*/ 716770 w 2401758"/>
              <a:gd name="connsiteY3725" fmla="*/ 810232 h 2400493"/>
              <a:gd name="connsiteX3726" fmla="*/ 714289 w 2401758"/>
              <a:gd name="connsiteY3726" fmla="*/ 810232 h 2400493"/>
              <a:gd name="connsiteX3727" fmla="*/ 689489 w 2401758"/>
              <a:gd name="connsiteY3727" fmla="*/ 795847 h 2400493"/>
              <a:gd name="connsiteX3728" fmla="*/ 688497 w 2401758"/>
              <a:gd name="connsiteY3728" fmla="*/ 791383 h 2400493"/>
              <a:gd name="connsiteX3729" fmla="*/ 688497 w 2401758"/>
              <a:gd name="connsiteY3729" fmla="*/ 780966 h 2400493"/>
              <a:gd name="connsiteX3730" fmla="*/ 698417 w 2401758"/>
              <a:gd name="connsiteY3730" fmla="*/ 762613 h 2400493"/>
              <a:gd name="connsiteX3731" fmla="*/ 711623 w 2401758"/>
              <a:gd name="connsiteY3731" fmla="*/ 757653 h 2400493"/>
              <a:gd name="connsiteX3732" fmla="*/ 43674 w 2401758"/>
              <a:gd name="connsiteY3732" fmla="*/ 755669 h 2400493"/>
              <a:gd name="connsiteX3733" fmla="*/ 64507 w 2401758"/>
              <a:gd name="connsiteY3733" fmla="*/ 763109 h 2400493"/>
              <a:gd name="connsiteX3734" fmla="*/ 71947 w 2401758"/>
              <a:gd name="connsiteY3734" fmla="*/ 783446 h 2400493"/>
              <a:gd name="connsiteX3735" fmla="*/ 64507 w 2401758"/>
              <a:gd name="connsiteY3735" fmla="*/ 805272 h 2400493"/>
              <a:gd name="connsiteX3736" fmla="*/ 43674 w 2401758"/>
              <a:gd name="connsiteY3736" fmla="*/ 812712 h 2400493"/>
              <a:gd name="connsiteX3737" fmla="*/ 22840 w 2401758"/>
              <a:gd name="connsiteY3737" fmla="*/ 805272 h 2400493"/>
              <a:gd name="connsiteX3738" fmla="*/ 14904 w 2401758"/>
              <a:gd name="connsiteY3738" fmla="*/ 783446 h 2400493"/>
              <a:gd name="connsiteX3739" fmla="*/ 22840 w 2401758"/>
              <a:gd name="connsiteY3739" fmla="*/ 763109 h 2400493"/>
              <a:gd name="connsiteX3740" fmla="*/ 43674 w 2401758"/>
              <a:gd name="connsiteY3740" fmla="*/ 755669 h 2400493"/>
              <a:gd name="connsiteX3741" fmla="*/ 648837 w 2401758"/>
              <a:gd name="connsiteY3741" fmla="*/ 755173 h 2400493"/>
              <a:gd name="connsiteX3742" fmla="*/ 669668 w 2401758"/>
              <a:gd name="connsiteY3742" fmla="*/ 765094 h 2400493"/>
              <a:gd name="connsiteX3743" fmla="*/ 677108 w 2401758"/>
              <a:gd name="connsiteY3743" fmla="*/ 783446 h 2400493"/>
              <a:gd name="connsiteX3744" fmla="*/ 667685 w 2401758"/>
              <a:gd name="connsiteY3744" fmla="*/ 803288 h 2400493"/>
              <a:gd name="connsiteX3745" fmla="*/ 648341 w 2401758"/>
              <a:gd name="connsiteY3745" fmla="*/ 812712 h 2400493"/>
              <a:gd name="connsiteX3746" fmla="*/ 628996 w 2401758"/>
              <a:gd name="connsiteY3746" fmla="*/ 803784 h 2400493"/>
              <a:gd name="connsiteX3747" fmla="*/ 620069 w 2401758"/>
              <a:gd name="connsiteY3747" fmla="*/ 783943 h 2400493"/>
              <a:gd name="connsiteX3748" fmla="*/ 628500 w 2401758"/>
              <a:gd name="connsiteY3748" fmla="*/ 763605 h 2400493"/>
              <a:gd name="connsiteX3749" fmla="*/ 648837 w 2401758"/>
              <a:gd name="connsiteY3749" fmla="*/ 755173 h 2400493"/>
              <a:gd name="connsiteX3750" fmla="*/ 581394 w 2401758"/>
              <a:gd name="connsiteY3750" fmla="*/ 755173 h 2400493"/>
              <a:gd name="connsiteX3751" fmla="*/ 610165 w 2401758"/>
              <a:gd name="connsiteY3751" fmla="*/ 783447 h 2400493"/>
              <a:gd name="connsiteX3752" fmla="*/ 582386 w 2401758"/>
              <a:gd name="connsiteY3752" fmla="*/ 812216 h 2400493"/>
              <a:gd name="connsiteX3753" fmla="*/ 553118 w 2401758"/>
              <a:gd name="connsiteY3753" fmla="*/ 784935 h 2400493"/>
              <a:gd name="connsiteX3754" fmla="*/ 581394 w 2401758"/>
              <a:gd name="connsiteY3754" fmla="*/ 755173 h 2400493"/>
              <a:gd name="connsiteX3755" fmla="*/ 513404 w 2401758"/>
              <a:gd name="connsiteY3755" fmla="*/ 755173 h 2400493"/>
              <a:gd name="connsiteX3756" fmla="*/ 543166 w 2401758"/>
              <a:gd name="connsiteY3756" fmla="*/ 783447 h 2400493"/>
              <a:gd name="connsiteX3757" fmla="*/ 515388 w 2401758"/>
              <a:gd name="connsiteY3757" fmla="*/ 812216 h 2400493"/>
              <a:gd name="connsiteX3758" fmla="*/ 486121 w 2401758"/>
              <a:gd name="connsiteY3758" fmla="*/ 784439 h 2400493"/>
              <a:gd name="connsiteX3759" fmla="*/ 513404 w 2401758"/>
              <a:gd name="connsiteY3759" fmla="*/ 755173 h 2400493"/>
              <a:gd name="connsiteX3760" fmla="*/ 445957 w 2401758"/>
              <a:gd name="connsiteY3760" fmla="*/ 755173 h 2400493"/>
              <a:gd name="connsiteX3761" fmla="*/ 474729 w 2401758"/>
              <a:gd name="connsiteY3761" fmla="*/ 784438 h 2400493"/>
              <a:gd name="connsiteX3762" fmla="*/ 466296 w 2401758"/>
              <a:gd name="connsiteY3762" fmla="*/ 804279 h 2400493"/>
              <a:gd name="connsiteX3763" fmla="*/ 444965 w 2401758"/>
              <a:gd name="connsiteY3763" fmla="*/ 812712 h 2400493"/>
              <a:gd name="connsiteX3764" fmla="*/ 417186 w 2401758"/>
              <a:gd name="connsiteY3764" fmla="*/ 783446 h 2400493"/>
              <a:gd name="connsiteX3765" fmla="*/ 425619 w 2401758"/>
              <a:gd name="connsiteY3765" fmla="*/ 763605 h 2400493"/>
              <a:gd name="connsiteX3766" fmla="*/ 445957 w 2401758"/>
              <a:gd name="connsiteY3766" fmla="*/ 755173 h 2400493"/>
              <a:gd name="connsiteX3767" fmla="*/ 378477 w 2401758"/>
              <a:gd name="connsiteY3767" fmla="*/ 755173 h 2400493"/>
              <a:gd name="connsiteX3768" fmla="*/ 407742 w 2401758"/>
              <a:gd name="connsiteY3768" fmla="*/ 782951 h 2400493"/>
              <a:gd name="connsiteX3769" fmla="*/ 379469 w 2401758"/>
              <a:gd name="connsiteY3769" fmla="*/ 812712 h 2400493"/>
              <a:gd name="connsiteX3770" fmla="*/ 350202 w 2401758"/>
              <a:gd name="connsiteY3770" fmla="*/ 783447 h 2400493"/>
              <a:gd name="connsiteX3771" fmla="*/ 378477 w 2401758"/>
              <a:gd name="connsiteY3771" fmla="*/ 755173 h 2400493"/>
              <a:gd name="connsiteX3772" fmla="*/ 312015 w 2401758"/>
              <a:gd name="connsiteY3772" fmla="*/ 755173 h 2400493"/>
              <a:gd name="connsiteX3773" fmla="*/ 341281 w 2401758"/>
              <a:gd name="connsiteY3773" fmla="*/ 783943 h 2400493"/>
              <a:gd name="connsiteX3774" fmla="*/ 312511 w 2401758"/>
              <a:gd name="connsiteY3774" fmla="*/ 812216 h 2400493"/>
              <a:gd name="connsiteX3775" fmla="*/ 283245 w 2401758"/>
              <a:gd name="connsiteY3775" fmla="*/ 782951 h 2400493"/>
              <a:gd name="connsiteX3776" fmla="*/ 312015 w 2401758"/>
              <a:gd name="connsiteY3776" fmla="*/ 755173 h 2400493"/>
              <a:gd name="connsiteX3777" fmla="*/ 243074 w 2401758"/>
              <a:gd name="connsiteY3777" fmla="*/ 754677 h 2400493"/>
              <a:gd name="connsiteX3778" fmla="*/ 272836 w 2401758"/>
              <a:gd name="connsiteY3778" fmla="*/ 783447 h 2400493"/>
              <a:gd name="connsiteX3779" fmla="*/ 244066 w 2401758"/>
              <a:gd name="connsiteY3779" fmla="*/ 812217 h 2400493"/>
              <a:gd name="connsiteX3780" fmla="*/ 214801 w 2401758"/>
              <a:gd name="connsiteY3780" fmla="*/ 784935 h 2400493"/>
              <a:gd name="connsiteX3781" fmla="*/ 243074 w 2401758"/>
              <a:gd name="connsiteY3781" fmla="*/ 754677 h 2400493"/>
              <a:gd name="connsiteX3782" fmla="*/ 177606 w 2401758"/>
              <a:gd name="connsiteY3782" fmla="*/ 754677 h 2400493"/>
              <a:gd name="connsiteX3783" fmla="*/ 196951 w 2401758"/>
              <a:gd name="connsiteY3783" fmla="*/ 762117 h 2400493"/>
              <a:gd name="connsiteX3784" fmla="*/ 204887 w 2401758"/>
              <a:gd name="connsiteY3784" fmla="*/ 783943 h 2400493"/>
              <a:gd name="connsiteX3785" fmla="*/ 196951 w 2401758"/>
              <a:gd name="connsiteY3785" fmla="*/ 804280 h 2400493"/>
              <a:gd name="connsiteX3786" fmla="*/ 175622 w 2401758"/>
              <a:gd name="connsiteY3786" fmla="*/ 812216 h 2400493"/>
              <a:gd name="connsiteX3787" fmla="*/ 155780 w 2401758"/>
              <a:gd name="connsiteY3787" fmla="*/ 804776 h 2400493"/>
              <a:gd name="connsiteX3788" fmla="*/ 147844 w 2401758"/>
              <a:gd name="connsiteY3788" fmla="*/ 782951 h 2400493"/>
              <a:gd name="connsiteX3789" fmla="*/ 155780 w 2401758"/>
              <a:gd name="connsiteY3789" fmla="*/ 762117 h 2400493"/>
              <a:gd name="connsiteX3790" fmla="*/ 177606 w 2401758"/>
              <a:gd name="connsiteY3790" fmla="*/ 754677 h 2400493"/>
              <a:gd name="connsiteX3791" fmla="*/ 111110 w 2401758"/>
              <a:gd name="connsiteY3791" fmla="*/ 754677 h 2400493"/>
              <a:gd name="connsiteX3792" fmla="*/ 130455 w 2401758"/>
              <a:gd name="connsiteY3792" fmla="*/ 762117 h 2400493"/>
              <a:gd name="connsiteX3793" fmla="*/ 138391 w 2401758"/>
              <a:gd name="connsiteY3793" fmla="*/ 784935 h 2400493"/>
              <a:gd name="connsiteX3794" fmla="*/ 130455 w 2401758"/>
              <a:gd name="connsiteY3794" fmla="*/ 804280 h 2400493"/>
              <a:gd name="connsiteX3795" fmla="*/ 108629 w 2401758"/>
              <a:gd name="connsiteY3795" fmla="*/ 812216 h 2400493"/>
              <a:gd name="connsiteX3796" fmla="*/ 89284 w 2401758"/>
              <a:gd name="connsiteY3796" fmla="*/ 804776 h 2400493"/>
              <a:gd name="connsiteX3797" fmla="*/ 81348 w 2401758"/>
              <a:gd name="connsiteY3797" fmla="*/ 782951 h 2400493"/>
              <a:gd name="connsiteX3798" fmla="*/ 89284 w 2401758"/>
              <a:gd name="connsiteY3798" fmla="*/ 762117 h 2400493"/>
              <a:gd name="connsiteX3799" fmla="*/ 111110 w 2401758"/>
              <a:gd name="connsiteY3799" fmla="*/ 754677 h 2400493"/>
              <a:gd name="connsiteX3800" fmla="*/ 2331323 w 2401758"/>
              <a:gd name="connsiteY3800" fmla="*/ 712515 h 2400493"/>
              <a:gd name="connsiteX3801" fmla="*/ 2334795 w 2401758"/>
              <a:gd name="connsiteY3801" fmla="*/ 714995 h 2400493"/>
              <a:gd name="connsiteX3802" fmla="*/ 2331323 w 2401758"/>
              <a:gd name="connsiteY3802" fmla="*/ 716979 h 2400493"/>
              <a:gd name="connsiteX3803" fmla="*/ 2328843 w 2401758"/>
              <a:gd name="connsiteY3803" fmla="*/ 714003 h 2400493"/>
              <a:gd name="connsiteX3804" fmla="*/ 2331323 w 2401758"/>
              <a:gd name="connsiteY3804" fmla="*/ 712515 h 2400493"/>
              <a:gd name="connsiteX3805" fmla="*/ 2264359 w 2401758"/>
              <a:gd name="connsiteY3805" fmla="*/ 708547 h 2400493"/>
              <a:gd name="connsiteX3806" fmla="*/ 2269319 w 2401758"/>
              <a:gd name="connsiteY3806" fmla="*/ 714003 h 2400493"/>
              <a:gd name="connsiteX3807" fmla="*/ 2264359 w 2401758"/>
              <a:gd name="connsiteY3807" fmla="*/ 718964 h 2400493"/>
              <a:gd name="connsiteX3808" fmla="*/ 2259895 w 2401758"/>
              <a:gd name="connsiteY3808" fmla="*/ 714499 h 2400493"/>
              <a:gd name="connsiteX3809" fmla="*/ 2264359 w 2401758"/>
              <a:gd name="connsiteY3809" fmla="*/ 708547 h 2400493"/>
              <a:gd name="connsiteX3810" fmla="*/ 2197892 w 2401758"/>
              <a:gd name="connsiteY3810" fmla="*/ 708051 h 2400493"/>
              <a:gd name="connsiteX3811" fmla="*/ 2206324 w 2401758"/>
              <a:gd name="connsiteY3811" fmla="*/ 714499 h 2400493"/>
              <a:gd name="connsiteX3812" fmla="*/ 2198388 w 2401758"/>
              <a:gd name="connsiteY3812" fmla="*/ 721940 h 2400493"/>
              <a:gd name="connsiteX3813" fmla="*/ 2190948 w 2401758"/>
              <a:gd name="connsiteY3813" fmla="*/ 714499 h 2400493"/>
              <a:gd name="connsiteX3814" fmla="*/ 2197892 w 2401758"/>
              <a:gd name="connsiteY3814" fmla="*/ 708051 h 2400493"/>
              <a:gd name="connsiteX3815" fmla="*/ 2128944 w 2401758"/>
              <a:gd name="connsiteY3815" fmla="*/ 705571 h 2400493"/>
              <a:gd name="connsiteX3816" fmla="*/ 2138368 w 2401758"/>
              <a:gd name="connsiteY3816" fmla="*/ 714499 h 2400493"/>
              <a:gd name="connsiteX3817" fmla="*/ 2129936 w 2401758"/>
              <a:gd name="connsiteY3817" fmla="*/ 724420 h 2400493"/>
              <a:gd name="connsiteX3818" fmla="*/ 2119519 w 2401758"/>
              <a:gd name="connsiteY3818" fmla="*/ 714995 h 2400493"/>
              <a:gd name="connsiteX3819" fmla="*/ 2128944 w 2401758"/>
              <a:gd name="connsiteY3819" fmla="*/ 705571 h 2400493"/>
              <a:gd name="connsiteX3820" fmla="*/ 2062477 w 2401758"/>
              <a:gd name="connsiteY3820" fmla="*/ 703090 h 2400493"/>
              <a:gd name="connsiteX3821" fmla="*/ 2074381 w 2401758"/>
              <a:gd name="connsiteY3821" fmla="*/ 714995 h 2400493"/>
              <a:gd name="connsiteX3822" fmla="*/ 2062477 w 2401758"/>
              <a:gd name="connsiteY3822" fmla="*/ 726899 h 2400493"/>
              <a:gd name="connsiteX3823" fmla="*/ 2050572 w 2401758"/>
              <a:gd name="connsiteY3823" fmla="*/ 714995 h 2400493"/>
              <a:gd name="connsiteX3824" fmla="*/ 2062477 w 2401758"/>
              <a:gd name="connsiteY3824" fmla="*/ 703090 h 2400493"/>
              <a:gd name="connsiteX3825" fmla="*/ 1994521 w 2401758"/>
              <a:gd name="connsiteY3825" fmla="*/ 703090 h 2400493"/>
              <a:gd name="connsiteX3826" fmla="*/ 2007417 w 2401758"/>
              <a:gd name="connsiteY3826" fmla="*/ 714995 h 2400493"/>
              <a:gd name="connsiteX3827" fmla="*/ 1996009 w 2401758"/>
              <a:gd name="connsiteY3827" fmla="*/ 726899 h 2400493"/>
              <a:gd name="connsiteX3828" fmla="*/ 1983608 w 2401758"/>
              <a:gd name="connsiteY3828" fmla="*/ 715491 h 2400493"/>
              <a:gd name="connsiteX3829" fmla="*/ 1994521 w 2401758"/>
              <a:gd name="connsiteY3829" fmla="*/ 703090 h 2400493"/>
              <a:gd name="connsiteX3830" fmla="*/ 1513 w 2401758"/>
              <a:gd name="connsiteY3830" fmla="*/ 703090 h 2400493"/>
              <a:gd name="connsiteX3831" fmla="*/ 4985 w 2401758"/>
              <a:gd name="connsiteY3831" fmla="*/ 712515 h 2400493"/>
              <a:gd name="connsiteX3832" fmla="*/ 2505 w 2401758"/>
              <a:gd name="connsiteY3832" fmla="*/ 725411 h 2400493"/>
              <a:gd name="connsiteX3833" fmla="*/ 1513 w 2401758"/>
              <a:gd name="connsiteY3833" fmla="*/ 726403 h 2400493"/>
              <a:gd name="connsiteX3834" fmla="*/ 25 w 2401758"/>
              <a:gd name="connsiteY3834" fmla="*/ 724915 h 2400493"/>
              <a:gd name="connsiteX3835" fmla="*/ 521 w 2401758"/>
              <a:gd name="connsiteY3835" fmla="*/ 714499 h 2400493"/>
              <a:gd name="connsiteX3836" fmla="*/ 521 w 2401758"/>
              <a:gd name="connsiteY3836" fmla="*/ 712018 h 2400493"/>
              <a:gd name="connsiteX3837" fmla="*/ 1513 w 2401758"/>
              <a:gd name="connsiteY3837" fmla="*/ 703090 h 2400493"/>
              <a:gd name="connsiteX3838" fmla="*/ 1930038 w 2401758"/>
              <a:gd name="connsiteY3838" fmla="*/ 700610 h 2400493"/>
              <a:gd name="connsiteX3839" fmla="*/ 1943430 w 2401758"/>
              <a:gd name="connsiteY3839" fmla="*/ 715491 h 2400493"/>
              <a:gd name="connsiteX3840" fmla="*/ 1928550 w 2401758"/>
              <a:gd name="connsiteY3840" fmla="*/ 728883 h 2400493"/>
              <a:gd name="connsiteX3841" fmla="*/ 1915157 w 2401758"/>
              <a:gd name="connsiteY3841" fmla="*/ 714003 h 2400493"/>
              <a:gd name="connsiteX3842" fmla="*/ 1930038 w 2401758"/>
              <a:gd name="connsiteY3842" fmla="*/ 700610 h 2400493"/>
              <a:gd name="connsiteX3843" fmla="*/ 1860594 w 2401758"/>
              <a:gd name="connsiteY3843" fmla="*/ 700114 h 2400493"/>
              <a:gd name="connsiteX3844" fmla="*/ 1874482 w 2401758"/>
              <a:gd name="connsiteY3844" fmla="*/ 714995 h 2400493"/>
              <a:gd name="connsiteX3845" fmla="*/ 1859602 w 2401758"/>
              <a:gd name="connsiteY3845" fmla="*/ 728883 h 2400493"/>
              <a:gd name="connsiteX3846" fmla="*/ 1845713 w 2401758"/>
              <a:gd name="connsiteY3846" fmla="*/ 714003 h 2400493"/>
              <a:gd name="connsiteX3847" fmla="*/ 1860594 w 2401758"/>
              <a:gd name="connsiteY3847" fmla="*/ 700114 h 2400493"/>
              <a:gd name="connsiteX3848" fmla="*/ 1792638 w 2401758"/>
              <a:gd name="connsiteY3848" fmla="*/ 698130 h 2400493"/>
              <a:gd name="connsiteX3849" fmla="*/ 1810495 w 2401758"/>
              <a:gd name="connsiteY3849" fmla="*/ 714003 h 2400493"/>
              <a:gd name="connsiteX3850" fmla="*/ 1793630 w 2401758"/>
              <a:gd name="connsiteY3850" fmla="*/ 731364 h 2400493"/>
              <a:gd name="connsiteX3851" fmla="*/ 1776765 w 2401758"/>
              <a:gd name="connsiteY3851" fmla="*/ 714995 h 2400493"/>
              <a:gd name="connsiteX3852" fmla="*/ 1792638 w 2401758"/>
              <a:gd name="connsiteY3852" fmla="*/ 698130 h 2400493"/>
              <a:gd name="connsiteX3853" fmla="*/ 1727659 w 2401758"/>
              <a:gd name="connsiteY3853" fmla="*/ 697634 h 2400493"/>
              <a:gd name="connsiteX3854" fmla="*/ 1743532 w 2401758"/>
              <a:gd name="connsiteY3854" fmla="*/ 715491 h 2400493"/>
              <a:gd name="connsiteX3855" fmla="*/ 1725675 w 2401758"/>
              <a:gd name="connsiteY3855" fmla="*/ 731364 h 2400493"/>
              <a:gd name="connsiteX3856" fmla="*/ 1709802 w 2401758"/>
              <a:gd name="connsiteY3856" fmla="*/ 713507 h 2400493"/>
              <a:gd name="connsiteX3857" fmla="*/ 1727659 w 2401758"/>
              <a:gd name="connsiteY3857" fmla="*/ 697634 h 2400493"/>
              <a:gd name="connsiteX3858" fmla="*/ 1657223 w 2401758"/>
              <a:gd name="connsiteY3858" fmla="*/ 696146 h 2400493"/>
              <a:gd name="connsiteX3859" fmla="*/ 1670120 w 2401758"/>
              <a:gd name="connsiteY3859" fmla="*/ 702594 h 2400493"/>
              <a:gd name="connsiteX3860" fmla="*/ 1676568 w 2401758"/>
              <a:gd name="connsiteY3860" fmla="*/ 714995 h 2400493"/>
              <a:gd name="connsiteX3861" fmla="*/ 1668136 w 2401758"/>
              <a:gd name="connsiteY3861" fmla="*/ 729380 h 2400493"/>
              <a:gd name="connsiteX3862" fmla="*/ 1657223 w 2401758"/>
              <a:gd name="connsiteY3862" fmla="*/ 733844 h 2400493"/>
              <a:gd name="connsiteX3863" fmla="*/ 1642838 w 2401758"/>
              <a:gd name="connsiteY3863" fmla="*/ 725412 h 2400493"/>
              <a:gd name="connsiteX3864" fmla="*/ 1638870 w 2401758"/>
              <a:gd name="connsiteY3864" fmla="*/ 714499 h 2400493"/>
              <a:gd name="connsiteX3865" fmla="*/ 1646310 w 2401758"/>
              <a:gd name="connsiteY3865" fmla="*/ 701106 h 2400493"/>
              <a:gd name="connsiteX3866" fmla="*/ 1657223 w 2401758"/>
              <a:gd name="connsiteY3866" fmla="*/ 696146 h 2400493"/>
              <a:gd name="connsiteX3867" fmla="*/ 1525775 w 2401758"/>
              <a:gd name="connsiteY3867" fmla="*/ 696146 h 2400493"/>
              <a:gd name="connsiteX3868" fmla="*/ 1539168 w 2401758"/>
              <a:gd name="connsiteY3868" fmla="*/ 702098 h 2400493"/>
              <a:gd name="connsiteX3869" fmla="*/ 1544128 w 2401758"/>
              <a:gd name="connsiteY3869" fmla="*/ 715491 h 2400493"/>
              <a:gd name="connsiteX3870" fmla="*/ 1539168 w 2401758"/>
              <a:gd name="connsiteY3870" fmla="*/ 728884 h 2400493"/>
              <a:gd name="connsiteX3871" fmla="*/ 1523791 w 2401758"/>
              <a:gd name="connsiteY3871" fmla="*/ 733844 h 2400493"/>
              <a:gd name="connsiteX3872" fmla="*/ 1510895 w 2401758"/>
              <a:gd name="connsiteY3872" fmla="*/ 728884 h 2400493"/>
              <a:gd name="connsiteX3873" fmla="*/ 1505438 w 2401758"/>
              <a:gd name="connsiteY3873" fmla="*/ 714499 h 2400493"/>
              <a:gd name="connsiteX3874" fmla="*/ 1510895 w 2401758"/>
              <a:gd name="connsiteY3874" fmla="*/ 701106 h 2400493"/>
              <a:gd name="connsiteX3875" fmla="*/ 1525775 w 2401758"/>
              <a:gd name="connsiteY3875" fmla="*/ 696146 h 2400493"/>
              <a:gd name="connsiteX3876" fmla="*/ 1590259 w 2401758"/>
              <a:gd name="connsiteY3876" fmla="*/ 695650 h 2400493"/>
              <a:gd name="connsiteX3877" fmla="*/ 1610100 w 2401758"/>
              <a:gd name="connsiteY3877" fmla="*/ 714003 h 2400493"/>
              <a:gd name="connsiteX3878" fmla="*/ 1591251 w 2401758"/>
              <a:gd name="connsiteY3878" fmla="*/ 733844 h 2400493"/>
              <a:gd name="connsiteX3879" fmla="*/ 1571906 w 2401758"/>
              <a:gd name="connsiteY3879" fmla="*/ 715987 h 2400493"/>
              <a:gd name="connsiteX3880" fmla="*/ 1590259 w 2401758"/>
              <a:gd name="connsiteY3880" fmla="*/ 695650 h 2400493"/>
              <a:gd name="connsiteX3881" fmla="*/ 1387880 w 2401758"/>
              <a:gd name="connsiteY3881" fmla="*/ 693666 h 2400493"/>
              <a:gd name="connsiteX3882" fmla="*/ 1409705 w 2401758"/>
              <a:gd name="connsiteY3882" fmla="*/ 714995 h 2400493"/>
              <a:gd name="connsiteX3883" fmla="*/ 1387880 w 2401758"/>
              <a:gd name="connsiteY3883" fmla="*/ 736324 h 2400493"/>
              <a:gd name="connsiteX3884" fmla="*/ 1366551 w 2401758"/>
              <a:gd name="connsiteY3884" fmla="*/ 714499 h 2400493"/>
              <a:gd name="connsiteX3885" fmla="*/ 1387880 w 2401758"/>
              <a:gd name="connsiteY3885" fmla="*/ 693666 h 2400493"/>
              <a:gd name="connsiteX3886" fmla="*/ 1322900 w 2401758"/>
              <a:gd name="connsiteY3886" fmla="*/ 693666 h 2400493"/>
              <a:gd name="connsiteX3887" fmla="*/ 1343237 w 2401758"/>
              <a:gd name="connsiteY3887" fmla="*/ 715987 h 2400493"/>
              <a:gd name="connsiteX3888" fmla="*/ 1320420 w 2401758"/>
              <a:gd name="connsiteY3888" fmla="*/ 736324 h 2400493"/>
              <a:gd name="connsiteX3889" fmla="*/ 1300579 w 2401758"/>
              <a:gd name="connsiteY3889" fmla="*/ 714499 h 2400493"/>
              <a:gd name="connsiteX3890" fmla="*/ 1322900 w 2401758"/>
              <a:gd name="connsiteY3890" fmla="*/ 693666 h 2400493"/>
              <a:gd name="connsiteX3891" fmla="*/ 1457820 w 2401758"/>
              <a:gd name="connsiteY3891" fmla="*/ 693665 h 2400493"/>
              <a:gd name="connsiteX3892" fmla="*/ 1479149 w 2401758"/>
              <a:gd name="connsiteY3892" fmla="*/ 714995 h 2400493"/>
              <a:gd name="connsiteX3893" fmla="*/ 1457324 w 2401758"/>
              <a:gd name="connsiteY3893" fmla="*/ 736324 h 2400493"/>
              <a:gd name="connsiteX3894" fmla="*/ 1436491 w 2401758"/>
              <a:gd name="connsiteY3894" fmla="*/ 714002 h 2400493"/>
              <a:gd name="connsiteX3895" fmla="*/ 1457820 w 2401758"/>
              <a:gd name="connsiteY3895" fmla="*/ 693665 h 2400493"/>
              <a:gd name="connsiteX3896" fmla="*/ 1185501 w 2401758"/>
              <a:gd name="connsiteY3896" fmla="*/ 691682 h 2400493"/>
              <a:gd name="connsiteX3897" fmla="*/ 1209807 w 2401758"/>
              <a:gd name="connsiteY3897" fmla="*/ 714995 h 2400493"/>
              <a:gd name="connsiteX3898" fmla="*/ 1185501 w 2401758"/>
              <a:gd name="connsiteY3898" fmla="*/ 738804 h 2400493"/>
              <a:gd name="connsiteX3899" fmla="*/ 1162188 w 2401758"/>
              <a:gd name="connsiteY3899" fmla="*/ 714499 h 2400493"/>
              <a:gd name="connsiteX3900" fmla="*/ 1185501 w 2401758"/>
              <a:gd name="connsiteY3900" fmla="*/ 691682 h 2400493"/>
              <a:gd name="connsiteX3901" fmla="*/ 1255441 w 2401758"/>
              <a:gd name="connsiteY3901" fmla="*/ 691186 h 2400493"/>
              <a:gd name="connsiteX3902" fmla="*/ 1278755 w 2401758"/>
              <a:gd name="connsiteY3902" fmla="*/ 714995 h 2400493"/>
              <a:gd name="connsiteX3903" fmla="*/ 1254449 w 2401758"/>
              <a:gd name="connsiteY3903" fmla="*/ 738804 h 2400493"/>
              <a:gd name="connsiteX3904" fmla="*/ 1231136 w 2401758"/>
              <a:gd name="connsiteY3904" fmla="*/ 714995 h 2400493"/>
              <a:gd name="connsiteX3905" fmla="*/ 1255441 w 2401758"/>
              <a:gd name="connsiteY3905" fmla="*/ 691186 h 2400493"/>
              <a:gd name="connsiteX3906" fmla="*/ 1121018 w 2401758"/>
              <a:gd name="connsiteY3906" fmla="*/ 690690 h 2400493"/>
              <a:gd name="connsiteX3907" fmla="*/ 1143339 w 2401758"/>
              <a:gd name="connsiteY3907" fmla="*/ 714995 h 2400493"/>
              <a:gd name="connsiteX3908" fmla="*/ 1118538 w 2401758"/>
              <a:gd name="connsiteY3908" fmla="*/ 738309 h 2400493"/>
              <a:gd name="connsiteX3909" fmla="*/ 1102169 w 2401758"/>
              <a:gd name="connsiteY3909" fmla="*/ 731860 h 2400493"/>
              <a:gd name="connsiteX3910" fmla="*/ 1095721 w 2401758"/>
              <a:gd name="connsiteY3910" fmla="*/ 714499 h 2400493"/>
              <a:gd name="connsiteX3911" fmla="*/ 1121018 w 2401758"/>
              <a:gd name="connsiteY3911" fmla="*/ 690690 h 2400493"/>
              <a:gd name="connsiteX3912" fmla="*/ 987132 w 2401758"/>
              <a:gd name="connsiteY3912" fmla="*/ 689201 h 2400493"/>
              <a:gd name="connsiteX3913" fmla="*/ 1004989 w 2401758"/>
              <a:gd name="connsiteY3913" fmla="*/ 697138 h 2400493"/>
              <a:gd name="connsiteX3914" fmla="*/ 1012925 w 2401758"/>
              <a:gd name="connsiteY3914" fmla="*/ 714995 h 2400493"/>
              <a:gd name="connsiteX3915" fmla="*/ 1003997 w 2401758"/>
              <a:gd name="connsiteY3915" fmla="*/ 734340 h 2400493"/>
              <a:gd name="connsiteX3916" fmla="*/ 985644 w 2401758"/>
              <a:gd name="connsiteY3916" fmla="*/ 741284 h 2400493"/>
              <a:gd name="connsiteX3917" fmla="*/ 967788 w 2401758"/>
              <a:gd name="connsiteY3917" fmla="*/ 733348 h 2400493"/>
              <a:gd name="connsiteX3918" fmla="*/ 960844 w 2401758"/>
              <a:gd name="connsiteY3918" fmla="*/ 714995 h 2400493"/>
              <a:gd name="connsiteX3919" fmla="*/ 968780 w 2401758"/>
              <a:gd name="connsiteY3919" fmla="*/ 696146 h 2400493"/>
              <a:gd name="connsiteX3920" fmla="*/ 987132 w 2401758"/>
              <a:gd name="connsiteY3920" fmla="*/ 689201 h 2400493"/>
              <a:gd name="connsiteX3921" fmla="*/ 1053062 w 2401758"/>
              <a:gd name="connsiteY3921" fmla="*/ 688706 h 2400493"/>
              <a:gd name="connsiteX3922" fmla="*/ 1071912 w 2401758"/>
              <a:gd name="connsiteY3922" fmla="*/ 700115 h 2400493"/>
              <a:gd name="connsiteX3923" fmla="*/ 1077864 w 2401758"/>
              <a:gd name="connsiteY3923" fmla="*/ 714995 h 2400493"/>
              <a:gd name="connsiteX3924" fmla="*/ 1067943 w 2401758"/>
              <a:gd name="connsiteY3924" fmla="*/ 733348 h 2400493"/>
              <a:gd name="connsiteX3925" fmla="*/ 1053062 w 2401758"/>
              <a:gd name="connsiteY3925" fmla="*/ 741285 h 2400493"/>
              <a:gd name="connsiteX3926" fmla="*/ 1034739 w 2401758"/>
              <a:gd name="connsiteY3926" fmla="*/ 731860 h 2400493"/>
              <a:gd name="connsiteX3927" fmla="*/ 1026306 w 2401758"/>
              <a:gd name="connsiteY3927" fmla="*/ 714995 h 2400493"/>
              <a:gd name="connsiteX3928" fmla="*/ 1036227 w 2401758"/>
              <a:gd name="connsiteY3928" fmla="*/ 696642 h 2400493"/>
              <a:gd name="connsiteX3929" fmla="*/ 1053062 w 2401758"/>
              <a:gd name="connsiteY3929" fmla="*/ 688706 h 2400493"/>
              <a:gd name="connsiteX3930" fmla="*/ 917662 w 2401758"/>
              <a:gd name="connsiteY3930" fmla="*/ 688706 h 2400493"/>
              <a:gd name="connsiteX3931" fmla="*/ 943455 w 2401758"/>
              <a:gd name="connsiteY3931" fmla="*/ 715491 h 2400493"/>
              <a:gd name="connsiteX3932" fmla="*/ 917165 w 2401758"/>
              <a:gd name="connsiteY3932" fmla="*/ 740789 h 2400493"/>
              <a:gd name="connsiteX3933" fmla="*/ 891372 w 2401758"/>
              <a:gd name="connsiteY3933" fmla="*/ 714003 h 2400493"/>
              <a:gd name="connsiteX3934" fmla="*/ 917662 w 2401758"/>
              <a:gd name="connsiteY3934" fmla="*/ 688706 h 2400493"/>
              <a:gd name="connsiteX3935" fmla="*/ 776281 w 2401758"/>
              <a:gd name="connsiteY3935" fmla="*/ 688705 h 2400493"/>
              <a:gd name="connsiteX3936" fmla="*/ 786696 w 2401758"/>
              <a:gd name="connsiteY3936" fmla="*/ 688705 h 2400493"/>
              <a:gd name="connsiteX3937" fmla="*/ 802569 w 2401758"/>
              <a:gd name="connsiteY3937" fmla="*/ 695649 h 2400493"/>
              <a:gd name="connsiteX3938" fmla="*/ 809514 w 2401758"/>
              <a:gd name="connsiteY3938" fmla="*/ 711522 h 2400493"/>
              <a:gd name="connsiteX3939" fmla="*/ 809514 w 2401758"/>
              <a:gd name="connsiteY3939" fmla="*/ 718467 h 2400493"/>
              <a:gd name="connsiteX3940" fmla="*/ 802569 w 2401758"/>
              <a:gd name="connsiteY3940" fmla="*/ 734340 h 2400493"/>
              <a:gd name="connsiteX3941" fmla="*/ 786696 w 2401758"/>
              <a:gd name="connsiteY3941" fmla="*/ 741284 h 2400493"/>
              <a:gd name="connsiteX3942" fmla="*/ 781736 w 2401758"/>
              <a:gd name="connsiteY3942" fmla="*/ 741284 h 2400493"/>
              <a:gd name="connsiteX3943" fmla="*/ 763383 w 2401758"/>
              <a:gd name="connsiteY3943" fmla="*/ 734340 h 2400493"/>
              <a:gd name="connsiteX3944" fmla="*/ 756935 w 2401758"/>
              <a:gd name="connsiteY3944" fmla="*/ 716979 h 2400493"/>
              <a:gd name="connsiteX3945" fmla="*/ 757431 w 2401758"/>
              <a:gd name="connsiteY3945" fmla="*/ 714498 h 2400493"/>
              <a:gd name="connsiteX3946" fmla="*/ 771816 w 2401758"/>
              <a:gd name="connsiteY3946" fmla="*/ 689697 h 2400493"/>
              <a:gd name="connsiteX3947" fmla="*/ 776281 w 2401758"/>
              <a:gd name="connsiteY3947" fmla="*/ 688705 h 2400493"/>
              <a:gd name="connsiteX3948" fmla="*/ 850218 w 2401758"/>
              <a:gd name="connsiteY3948" fmla="*/ 688209 h 2400493"/>
              <a:gd name="connsiteX3949" fmla="*/ 876509 w 2401758"/>
              <a:gd name="connsiteY3949" fmla="*/ 715490 h 2400493"/>
              <a:gd name="connsiteX3950" fmla="*/ 868571 w 2401758"/>
              <a:gd name="connsiteY3950" fmla="*/ 733347 h 2400493"/>
              <a:gd name="connsiteX3951" fmla="*/ 850218 w 2401758"/>
              <a:gd name="connsiteY3951" fmla="*/ 740788 h 2400493"/>
              <a:gd name="connsiteX3952" fmla="*/ 823928 w 2401758"/>
              <a:gd name="connsiteY3952" fmla="*/ 714002 h 2400493"/>
              <a:gd name="connsiteX3953" fmla="*/ 831866 w 2401758"/>
              <a:gd name="connsiteY3953" fmla="*/ 695649 h 2400493"/>
              <a:gd name="connsiteX3954" fmla="*/ 850218 w 2401758"/>
              <a:gd name="connsiteY3954" fmla="*/ 688209 h 2400493"/>
              <a:gd name="connsiteX3955" fmla="*/ 715293 w 2401758"/>
              <a:gd name="connsiteY3955" fmla="*/ 686721 h 2400493"/>
              <a:gd name="connsiteX3956" fmla="*/ 735133 w 2401758"/>
              <a:gd name="connsiteY3956" fmla="*/ 695650 h 2400493"/>
              <a:gd name="connsiteX3957" fmla="*/ 744060 w 2401758"/>
              <a:gd name="connsiteY3957" fmla="*/ 714003 h 2400493"/>
              <a:gd name="connsiteX3958" fmla="*/ 735133 w 2401758"/>
              <a:gd name="connsiteY3958" fmla="*/ 733844 h 2400493"/>
              <a:gd name="connsiteX3959" fmla="*/ 715293 w 2401758"/>
              <a:gd name="connsiteY3959" fmla="*/ 743268 h 2400493"/>
              <a:gd name="connsiteX3960" fmla="*/ 696941 w 2401758"/>
              <a:gd name="connsiteY3960" fmla="*/ 736324 h 2400493"/>
              <a:gd name="connsiteX3961" fmla="*/ 687020 w 2401758"/>
              <a:gd name="connsiteY3961" fmla="*/ 715491 h 2400493"/>
              <a:gd name="connsiteX3962" fmla="*/ 695453 w 2401758"/>
              <a:gd name="connsiteY3962" fmla="*/ 695154 h 2400493"/>
              <a:gd name="connsiteX3963" fmla="*/ 715293 w 2401758"/>
              <a:gd name="connsiteY3963" fmla="*/ 686721 h 2400493"/>
              <a:gd name="connsiteX3964" fmla="*/ 582389 w 2401758"/>
              <a:gd name="connsiteY3964" fmla="*/ 686721 h 2400493"/>
              <a:gd name="connsiteX3965" fmla="*/ 610169 w 2401758"/>
              <a:gd name="connsiteY3965" fmla="*/ 714994 h 2400493"/>
              <a:gd name="connsiteX3966" fmla="*/ 581893 w 2401758"/>
              <a:gd name="connsiteY3966" fmla="*/ 743764 h 2400493"/>
              <a:gd name="connsiteX3967" fmla="*/ 553122 w 2401758"/>
              <a:gd name="connsiteY3967" fmla="*/ 714498 h 2400493"/>
              <a:gd name="connsiteX3968" fmla="*/ 582389 w 2401758"/>
              <a:gd name="connsiteY3968" fmla="*/ 686721 h 2400493"/>
              <a:gd name="connsiteX3969" fmla="*/ 378984 w 2401758"/>
              <a:gd name="connsiteY3969" fmla="*/ 686721 h 2400493"/>
              <a:gd name="connsiteX3970" fmla="*/ 400315 w 2401758"/>
              <a:gd name="connsiteY3970" fmla="*/ 694162 h 2400493"/>
              <a:gd name="connsiteX3971" fmla="*/ 407755 w 2401758"/>
              <a:gd name="connsiteY3971" fmla="*/ 715987 h 2400493"/>
              <a:gd name="connsiteX3972" fmla="*/ 400315 w 2401758"/>
              <a:gd name="connsiteY3972" fmla="*/ 735828 h 2400493"/>
              <a:gd name="connsiteX3973" fmla="*/ 378488 w 2401758"/>
              <a:gd name="connsiteY3973" fmla="*/ 743764 h 2400493"/>
              <a:gd name="connsiteX3974" fmla="*/ 357653 w 2401758"/>
              <a:gd name="connsiteY3974" fmla="*/ 735828 h 2400493"/>
              <a:gd name="connsiteX3975" fmla="*/ 350212 w 2401758"/>
              <a:gd name="connsiteY3975" fmla="*/ 714003 h 2400493"/>
              <a:gd name="connsiteX3976" fmla="*/ 357653 w 2401758"/>
              <a:gd name="connsiteY3976" fmla="*/ 694658 h 2400493"/>
              <a:gd name="connsiteX3977" fmla="*/ 378984 w 2401758"/>
              <a:gd name="connsiteY3977" fmla="*/ 686721 h 2400493"/>
              <a:gd name="connsiteX3978" fmla="*/ 646864 w 2401758"/>
              <a:gd name="connsiteY3978" fmla="*/ 686225 h 2400493"/>
              <a:gd name="connsiteX3979" fmla="*/ 676623 w 2401758"/>
              <a:gd name="connsiteY3979" fmla="*/ 714499 h 2400493"/>
              <a:gd name="connsiteX3980" fmla="*/ 648351 w 2401758"/>
              <a:gd name="connsiteY3980" fmla="*/ 743268 h 2400493"/>
              <a:gd name="connsiteX3981" fmla="*/ 619585 w 2401758"/>
              <a:gd name="connsiteY3981" fmla="*/ 715491 h 2400493"/>
              <a:gd name="connsiteX3982" fmla="*/ 646864 w 2401758"/>
              <a:gd name="connsiteY3982" fmla="*/ 686225 h 2400493"/>
              <a:gd name="connsiteX3983" fmla="*/ 514394 w 2401758"/>
              <a:gd name="connsiteY3983" fmla="*/ 685729 h 2400493"/>
              <a:gd name="connsiteX3984" fmla="*/ 543661 w 2401758"/>
              <a:gd name="connsiteY3984" fmla="*/ 714499 h 2400493"/>
              <a:gd name="connsiteX3985" fmla="*/ 515386 w 2401758"/>
              <a:gd name="connsiteY3985" fmla="*/ 743269 h 2400493"/>
              <a:gd name="connsiteX3986" fmla="*/ 486120 w 2401758"/>
              <a:gd name="connsiteY3986" fmla="*/ 715987 h 2400493"/>
              <a:gd name="connsiteX3987" fmla="*/ 514394 w 2401758"/>
              <a:gd name="connsiteY3987" fmla="*/ 685729 h 2400493"/>
              <a:gd name="connsiteX3988" fmla="*/ 445929 w 2401758"/>
              <a:gd name="connsiteY3988" fmla="*/ 685729 h 2400493"/>
              <a:gd name="connsiteX3989" fmla="*/ 474699 w 2401758"/>
              <a:gd name="connsiteY3989" fmla="*/ 714995 h 2400493"/>
              <a:gd name="connsiteX3990" fmla="*/ 445929 w 2401758"/>
              <a:gd name="connsiteY3990" fmla="*/ 743268 h 2400493"/>
              <a:gd name="connsiteX3991" fmla="*/ 417159 w 2401758"/>
              <a:gd name="connsiteY3991" fmla="*/ 714003 h 2400493"/>
              <a:gd name="connsiteX3992" fmla="*/ 445929 w 2401758"/>
              <a:gd name="connsiteY3992" fmla="*/ 685729 h 2400493"/>
              <a:gd name="connsiteX3993" fmla="*/ 242064 w 2401758"/>
              <a:gd name="connsiteY3993" fmla="*/ 684242 h 2400493"/>
              <a:gd name="connsiteX3994" fmla="*/ 261409 w 2401758"/>
              <a:gd name="connsiteY3994" fmla="*/ 691682 h 2400493"/>
              <a:gd name="connsiteX3995" fmla="*/ 273810 w 2401758"/>
              <a:gd name="connsiteY3995" fmla="*/ 714995 h 2400493"/>
              <a:gd name="connsiteX3996" fmla="*/ 265874 w 2401758"/>
              <a:gd name="connsiteY3996" fmla="*/ 734340 h 2400493"/>
              <a:gd name="connsiteX3997" fmla="*/ 242560 w 2401758"/>
              <a:gd name="connsiteY3997" fmla="*/ 745749 h 2400493"/>
              <a:gd name="connsiteX3998" fmla="*/ 224208 w 2401758"/>
              <a:gd name="connsiteY3998" fmla="*/ 737813 h 2400493"/>
              <a:gd name="connsiteX3999" fmla="*/ 212303 w 2401758"/>
              <a:gd name="connsiteY3999" fmla="*/ 715491 h 2400493"/>
              <a:gd name="connsiteX4000" fmla="*/ 219744 w 2401758"/>
              <a:gd name="connsiteY4000" fmla="*/ 696146 h 2400493"/>
              <a:gd name="connsiteX4001" fmla="*/ 242064 w 2401758"/>
              <a:gd name="connsiteY4001" fmla="*/ 684242 h 2400493"/>
              <a:gd name="connsiteX4002" fmla="*/ 313007 w 2401758"/>
              <a:gd name="connsiteY4002" fmla="*/ 684241 h 2400493"/>
              <a:gd name="connsiteX4003" fmla="*/ 327392 w 2401758"/>
              <a:gd name="connsiteY4003" fmla="*/ 688705 h 2400493"/>
              <a:gd name="connsiteX4004" fmla="*/ 338801 w 2401758"/>
              <a:gd name="connsiteY4004" fmla="*/ 700114 h 2400493"/>
              <a:gd name="connsiteX4005" fmla="*/ 343266 w 2401758"/>
              <a:gd name="connsiteY4005" fmla="*/ 714995 h 2400493"/>
              <a:gd name="connsiteX4006" fmla="*/ 336321 w 2401758"/>
              <a:gd name="connsiteY4006" fmla="*/ 732851 h 2400493"/>
              <a:gd name="connsiteX4007" fmla="*/ 313007 w 2401758"/>
              <a:gd name="connsiteY4007" fmla="*/ 745252 h 2400493"/>
              <a:gd name="connsiteX4008" fmla="*/ 300606 w 2401758"/>
              <a:gd name="connsiteY4008" fmla="*/ 741780 h 2400493"/>
              <a:gd name="connsiteX4009" fmla="*/ 287213 w 2401758"/>
              <a:gd name="connsiteY4009" fmla="*/ 730867 h 2400493"/>
              <a:gd name="connsiteX4010" fmla="*/ 281757 w 2401758"/>
              <a:gd name="connsiteY4010" fmla="*/ 715490 h 2400493"/>
              <a:gd name="connsiteX4011" fmla="*/ 289197 w 2401758"/>
              <a:gd name="connsiteY4011" fmla="*/ 696145 h 2400493"/>
              <a:gd name="connsiteX4012" fmla="*/ 313007 w 2401758"/>
              <a:gd name="connsiteY4012" fmla="*/ 684241 h 2400493"/>
              <a:gd name="connsiteX4013" fmla="*/ 42680 w 2401758"/>
              <a:gd name="connsiteY4013" fmla="*/ 684241 h 2400493"/>
              <a:gd name="connsiteX4014" fmla="*/ 63017 w 2401758"/>
              <a:gd name="connsiteY4014" fmla="*/ 692177 h 2400493"/>
              <a:gd name="connsiteX4015" fmla="*/ 74426 w 2401758"/>
              <a:gd name="connsiteY4015" fmla="*/ 714499 h 2400493"/>
              <a:gd name="connsiteX4016" fmla="*/ 65498 w 2401758"/>
              <a:gd name="connsiteY4016" fmla="*/ 734340 h 2400493"/>
              <a:gd name="connsiteX4017" fmla="*/ 42680 w 2401758"/>
              <a:gd name="connsiteY4017" fmla="*/ 745748 h 2400493"/>
              <a:gd name="connsiteX4018" fmla="*/ 24327 w 2401758"/>
              <a:gd name="connsiteY4018" fmla="*/ 737812 h 2400493"/>
              <a:gd name="connsiteX4019" fmla="*/ 12919 w 2401758"/>
              <a:gd name="connsiteY4019" fmla="*/ 715491 h 2400493"/>
              <a:gd name="connsiteX4020" fmla="*/ 20359 w 2401758"/>
              <a:gd name="connsiteY4020" fmla="*/ 696146 h 2400493"/>
              <a:gd name="connsiteX4021" fmla="*/ 42680 w 2401758"/>
              <a:gd name="connsiteY4021" fmla="*/ 684241 h 2400493"/>
              <a:gd name="connsiteX4022" fmla="*/ 176604 w 2401758"/>
              <a:gd name="connsiteY4022" fmla="*/ 683249 h 2400493"/>
              <a:gd name="connsiteX4023" fmla="*/ 196445 w 2401758"/>
              <a:gd name="connsiteY4023" fmla="*/ 692674 h 2400493"/>
              <a:gd name="connsiteX4024" fmla="*/ 206862 w 2401758"/>
              <a:gd name="connsiteY4024" fmla="*/ 714499 h 2400493"/>
              <a:gd name="connsiteX4025" fmla="*/ 196445 w 2401758"/>
              <a:gd name="connsiteY4025" fmla="*/ 736324 h 2400493"/>
              <a:gd name="connsiteX4026" fmla="*/ 175612 w 2401758"/>
              <a:gd name="connsiteY4026" fmla="*/ 745252 h 2400493"/>
              <a:gd name="connsiteX4027" fmla="*/ 153291 w 2401758"/>
              <a:gd name="connsiteY4027" fmla="*/ 733844 h 2400493"/>
              <a:gd name="connsiteX4028" fmla="*/ 145851 w 2401758"/>
              <a:gd name="connsiteY4028" fmla="*/ 714499 h 2400493"/>
              <a:gd name="connsiteX4029" fmla="*/ 156267 w 2401758"/>
              <a:gd name="connsiteY4029" fmla="*/ 692674 h 2400493"/>
              <a:gd name="connsiteX4030" fmla="*/ 176604 w 2401758"/>
              <a:gd name="connsiteY4030" fmla="*/ 683249 h 2400493"/>
              <a:gd name="connsiteX4031" fmla="*/ 109637 w 2401758"/>
              <a:gd name="connsiteY4031" fmla="*/ 683249 h 2400493"/>
              <a:gd name="connsiteX4032" fmla="*/ 129478 w 2401758"/>
              <a:gd name="connsiteY4032" fmla="*/ 692177 h 2400493"/>
              <a:gd name="connsiteX4033" fmla="*/ 141382 w 2401758"/>
              <a:gd name="connsiteY4033" fmla="*/ 714499 h 2400493"/>
              <a:gd name="connsiteX4034" fmla="*/ 132950 w 2401758"/>
              <a:gd name="connsiteY4034" fmla="*/ 733348 h 2400493"/>
              <a:gd name="connsiteX4035" fmla="*/ 110629 w 2401758"/>
              <a:gd name="connsiteY4035" fmla="*/ 744756 h 2400493"/>
              <a:gd name="connsiteX4036" fmla="*/ 91284 w 2401758"/>
              <a:gd name="connsiteY4036" fmla="*/ 737316 h 2400493"/>
              <a:gd name="connsiteX4037" fmla="*/ 79379 w 2401758"/>
              <a:gd name="connsiteY4037" fmla="*/ 714995 h 2400493"/>
              <a:gd name="connsiteX4038" fmla="*/ 87316 w 2401758"/>
              <a:gd name="connsiteY4038" fmla="*/ 694658 h 2400493"/>
              <a:gd name="connsiteX4039" fmla="*/ 109637 w 2401758"/>
              <a:gd name="connsiteY4039" fmla="*/ 683249 h 2400493"/>
              <a:gd name="connsiteX4040" fmla="*/ 2331323 w 2401758"/>
              <a:gd name="connsiteY4040" fmla="*/ 646543 h 2400493"/>
              <a:gd name="connsiteX4041" fmla="*/ 2333803 w 2401758"/>
              <a:gd name="connsiteY4041" fmla="*/ 649519 h 2400493"/>
              <a:gd name="connsiteX4042" fmla="*/ 2330827 w 2401758"/>
              <a:gd name="connsiteY4042" fmla="*/ 651999 h 2400493"/>
              <a:gd name="connsiteX4043" fmla="*/ 2329339 w 2401758"/>
              <a:gd name="connsiteY4043" fmla="*/ 648031 h 2400493"/>
              <a:gd name="connsiteX4044" fmla="*/ 2331323 w 2401758"/>
              <a:gd name="connsiteY4044" fmla="*/ 646543 h 2400493"/>
              <a:gd name="connsiteX4045" fmla="*/ 2264359 w 2401758"/>
              <a:gd name="connsiteY4045" fmla="*/ 642079 h 2400493"/>
              <a:gd name="connsiteX4046" fmla="*/ 2269319 w 2401758"/>
              <a:gd name="connsiteY4046" fmla="*/ 647535 h 2400493"/>
              <a:gd name="connsiteX4047" fmla="*/ 2264359 w 2401758"/>
              <a:gd name="connsiteY4047" fmla="*/ 652496 h 2400493"/>
              <a:gd name="connsiteX4048" fmla="*/ 2259895 w 2401758"/>
              <a:gd name="connsiteY4048" fmla="*/ 648031 h 2400493"/>
              <a:gd name="connsiteX4049" fmla="*/ 2264359 w 2401758"/>
              <a:gd name="connsiteY4049" fmla="*/ 642079 h 2400493"/>
              <a:gd name="connsiteX4050" fmla="*/ 2198387 w 2401758"/>
              <a:gd name="connsiteY4050" fmla="*/ 641583 h 2400493"/>
              <a:gd name="connsiteX4051" fmla="*/ 2205332 w 2401758"/>
              <a:gd name="connsiteY4051" fmla="*/ 648031 h 2400493"/>
              <a:gd name="connsiteX4052" fmla="*/ 2198387 w 2401758"/>
              <a:gd name="connsiteY4052" fmla="*/ 655472 h 2400493"/>
              <a:gd name="connsiteX4053" fmla="*/ 2190947 w 2401758"/>
              <a:gd name="connsiteY4053" fmla="*/ 648031 h 2400493"/>
              <a:gd name="connsiteX4054" fmla="*/ 2198387 w 2401758"/>
              <a:gd name="connsiteY4054" fmla="*/ 641583 h 2400493"/>
              <a:gd name="connsiteX4055" fmla="*/ 2129440 w 2401758"/>
              <a:gd name="connsiteY4055" fmla="*/ 638607 h 2400493"/>
              <a:gd name="connsiteX4056" fmla="*/ 2138864 w 2401758"/>
              <a:gd name="connsiteY4056" fmla="*/ 648032 h 2400493"/>
              <a:gd name="connsiteX4057" fmla="*/ 2129440 w 2401758"/>
              <a:gd name="connsiteY4057" fmla="*/ 657456 h 2400493"/>
              <a:gd name="connsiteX4058" fmla="*/ 2119519 w 2401758"/>
              <a:gd name="connsiteY4058" fmla="*/ 647535 h 2400493"/>
              <a:gd name="connsiteX4059" fmla="*/ 2129440 w 2401758"/>
              <a:gd name="connsiteY4059" fmla="*/ 638607 h 2400493"/>
              <a:gd name="connsiteX4060" fmla="*/ 2062973 w 2401758"/>
              <a:gd name="connsiteY4060" fmla="*/ 636127 h 2400493"/>
              <a:gd name="connsiteX4061" fmla="*/ 2074381 w 2401758"/>
              <a:gd name="connsiteY4061" fmla="*/ 648528 h 2400493"/>
              <a:gd name="connsiteX4062" fmla="*/ 2061981 w 2401758"/>
              <a:gd name="connsiteY4062" fmla="*/ 659936 h 2400493"/>
              <a:gd name="connsiteX4063" fmla="*/ 2050572 w 2401758"/>
              <a:gd name="connsiteY4063" fmla="*/ 647536 h 2400493"/>
              <a:gd name="connsiteX4064" fmla="*/ 2062973 w 2401758"/>
              <a:gd name="connsiteY4064" fmla="*/ 636127 h 2400493"/>
              <a:gd name="connsiteX4065" fmla="*/ 1994521 w 2401758"/>
              <a:gd name="connsiteY4065" fmla="*/ 636127 h 2400493"/>
              <a:gd name="connsiteX4066" fmla="*/ 2007417 w 2401758"/>
              <a:gd name="connsiteY4066" fmla="*/ 647536 h 2400493"/>
              <a:gd name="connsiteX4067" fmla="*/ 1996009 w 2401758"/>
              <a:gd name="connsiteY4067" fmla="*/ 659936 h 2400493"/>
              <a:gd name="connsiteX4068" fmla="*/ 1983608 w 2401758"/>
              <a:gd name="connsiteY4068" fmla="*/ 649024 h 2400493"/>
              <a:gd name="connsiteX4069" fmla="*/ 1994521 w 2401758"/>
              <a:gd name="connsiteY4069" fmla="*/ 636127 h 2400493"/>
              <a:gd name="connsiteX4070" fmla="*/ 2001 w 2401758"/>
              <a:gd name="connsiteY4070" fmla="*/ 634638 h 2400493"/>
              <a:gd name="connsiteX4071" fmla="*/ 4977 w 2401758"/>
              <a:gd name="connsiteY4071" fmla="*/ 642079 h 2400493"/>
              <a:gd name="connsiteX4072" fmla="*/ 2497 w 2401758"/>
              <a:gd name="connsiteY4072" fmla="*/ 660928 h 2400493"/>
              <a:gd name="connsiteX4073" fmla="*/ 1505 w 2401758"/>
              <a:gd name="connsiteY4073" fmla="*/ 661920 h 2400493"/>
              <a:gd name="connsiteX4074" fmla="*/ 17 w 2401758"/>
              <a:gd name="connsiteY4074" fmla="*/ 660928 h 2400493"/>
              <a:gd name="connsiteX4075" fmla="*/ 513 w 2401758"/>
              <a:gd name="connsiteY4075" fmla="*/ 648031 h 2400493"/>
              <a:gd name="connsiteX4076" fmla="*/ 513 w 2401758"/>
              <a:gd name="connsiteY4076" fmla="*/ 642079 h 2400493"/>
              <a:gd name="connsiteX4077" fmla="*/ 2001 w 2401758"/>
              <a:gd name="connsiteY4077" fmla="*/ 634638 h 2400493"/>
              <a:gd name="connsiteX4078" fmla="*/ 1928549 w 2401758"/>
              <a:gd name="connsiteY4078" fmla="*/ 633647 h 2400493"/>
              <a:gd name="connsiteX4079" fmla="*/ 1942934 w 2401758"/>
              <a:gd name="connsiteY4079" fmla="*/ 647536 h 2400493"/>
              <a:gd name="connsiteX4080" fmla="*/ 1929045 w 2401758"/>
              <a:gd name="connsiteY4080" fmla="*/ 661921 h 2400493"/>
              <a:gd name="connsiteX4081" fmla="*/ 1914660 w 2401758"/>
              <a:gd name="connsiteY4081" fmla="*/ 648032 h 2400493"/>
              <a:gd name="connsiteX4082" fmla="*/ 1928549 w 2401758"/>
              <a:gd name="connsiteY4082" fmla="*/ 633647 h 2400493"/>
              <a:gd name="connsiteX4083" fmla="*/ 1859602 w 2401758"/>
              <a:gd name="connsiteY4083" fmla="*/ 633647 h 2400493"/>
              <a:gd name="connsiteX4084" fmla="*/ 1873987 w 2401758"/>
              <a:gd name="connsiteY4084" fmla="*/ 647535 h 2400493"/>
              <a:gd name="connsiteX4085" fmla="*/ 1860594 w 2401758"/>
              <a:gd name="connsiteY4085" fmla="*/ 662416 h 2400493"/>
              <a:gd name="connsiteX4086" fmla="*/ 1845217 w 2401758"/>
              <a:gd name="connsiteY4086" fmla="*/ 648031 h 2400493"/>
              <a:gd name="connsiteX4087" fmla="*/ 1859602 w 2401758"/>
              <a:gd name="connsiteY4087" fmla="*/ 633647 h 2400493"/>
              <a:gd name="connsiteX4088" fmla="*/ 1794126 w 2401758"/>
              <a:gd name="connsiteY4088" fmla="*/ 631663 h 2400493"/>
              <a:gd name="connsiteX4089" fmla="*/ 1809998 w 2401758"/>
              <a:gd name="connsiteY4089" fmla="*/ 648032 h 2400493"/>
              <a:gd name="connsiteX4090" fmla="*/ 1793134 w 2401758"/>
              <a:gd name="connsiteY4090" fmla="*/ 664897 h 2400493"/>
              <a:gd name="connsiteX4091" fmla="*/ 1776765 w 2401758"/>
              <a:gd name="connsiteY4091" fmla="*/ 648032 h 2400493"/>
              <a:gd name="connsiteX4092" fmla="*/ 1794126 w 2401758"/>
              <a:gd name="connsiteY4092" fmla="*/ 631663 h 2400493"/>
              <a:gd name="connsiteX4093" fmla="*/ 1726170 w 2401758"/>
              <a:gd name="connsiteY4093" fmla="*/ 631662 h 2400493"/>
              <a:gd name="connsiteX4094" fmla="*/ 1743531 w 2401758"/>
              <a:gd name="connsiteY4094" fmla="*/ 648031 h 2400493"/>
              <a:gd name="connsiteX4095" fmla="*/ 1727162 w 2401758"/>
              <a:gd name="connsiteY4095" fmla="*/ 665392 h 2400493"/>
              <a:gd name="connsiteX4096" fmla="*/ 1709801 w 2401758"/>
              <a:gd name="connsiteY4096" fmla="*/ 649023 h 2400493"/>
              <a:gd name="connsiteX4097" fmla="*/ 1726170 w 2401758"/>
              <a:gd name="connsiteY4097" fmla="*/ 631662 h 2400493"/>
              <a:gd name="connsiteX4098" fmla="*/ 1657718 w 2401758"/>
              <a:gd name="connsiteY4098" fmla="*/ 629182 h 2400493"/>
              <a:gd name="connsiteX4099" fmla="*/ 1671607 w 2401758"/>
              <a:gd name="connsiteY4099" fmla="*/ 635630 h 2400493"/>
              <a:gd name="connsiteX4100" fmla="*/ 1677063 w 2401758"/>
              <a:gd name="connsiteY4100" fmla="*/ 648527 h 2400493"/>
              <a:gd name="connsiteX4101" fmla="*/ 1671111 w 2401758"/>
              <a:gd name="connsiteY4101" fmla="*/ 661424 h 2400493"/>
              <a:gd name="connsiteX4102" fmla="*/ 1657222 w 2401758"/>
              <a:gd name="connsiteY4102" fmla="*/ 666880 h 2400493"/>
              <a:gd name="connsiteX4103" fmla="*/ 1644325 w 2401758"/>
              <a:gd name="connsiteY4103" fmla="*/ 661424 h 2400493"/>
              <a:gd name="connsiteX4104" fmla="*/ 1638869 w 2401758"/>
              <a:gd name="connsiteY4104" fmla="*/ 647535 h 2400493"/>
              <a:gd name="connsiteX4105" fmla="*/ 1644821 w 2401758"/>
              <a:gd name="connsiteY4105" fmla="*/ 634638 h 2400493"/>
              <a:gd name="connsiteX4106" fmla="*/ 1657718 w 2401758"/>
              <a:gd name="connsiteY4106" fmla="*/ 629182 h 2400493"/>
              <a:gd name="connsiteX4107" fmla="*/ 1590755 w 2401758"/>
              <a:gd name="connsiteY4107" fmla="*/ 628686 h 2400493"/>
              <a:gd name="connsiteX4108" fmla="*/ 1610100 w 2401758"/>
              <a:gd name="connsiteY4108" fmla="*/ 648031 h 2400493"/>
              <a:gd name="connsiteX4109" fmla="*/ 1590755 w 2401758"/>
              <a:gd name="connsiteY4109" fmla="*/ 666880 h 2400493"/>
              <a:gd name="connsiteX4110" fmla="*/ 1571906 w 2401758"/>
              <a:gd name="connsiteY4110" fmla="*/ 647039 h 2400493"/>
              <a:gd name="connsiteX4111" fmla="*/ 1590755 w 2401758"/>
              <a:gd name="connsiteY4111" fmla="*/ 628686 h 2400493"/>
              <a:gd name="connsiteX4112" fmla="*/ 1523791 w 2401758"/>
              <a:gd name="connsiteY4112" fmla="*/ 627694 h 2400493"/>
              <a:gd name="connsiteX4113" fmla="*/ 1538672 w 2401758"/>
              <a:gd name="connsiteY4113" fmla="*/ 633646 h 2400493"/>
              <a:gd name="connsiteX4114" fmla="*/ 1546112 w 2401758"/>
              <a:gd name="connsiteY4114" fmla="*/ 648031 h 2400493"/>
              <a:gd name="connsiteX4115" fmla="*/ 1539168 w 2401758"/>
              <a:gd name="connsiteY4115" fmla="*/ 662912 h 2400493"/>
              <a:gd name="connsiteX4116" fmla="*/ 1524287 w 2401758"/>
              <a:gd name="connsiteY4116" fmla="*/ 669360 h 2400493"/>
              <a:gd name="connsiteX4117" fmla="*/ 1510398 w 2401758"/>
              <a:gd name="connsiteY4117" fmla="*/ 663904 h 2400493"/>
              <a:gd name="connsiteX4118" fmla="*/ 1503454 w 2401758"/>
              <a:gd name="connsiteY4118" fmla="*/ 649519 h 2400493"/>
              <a:gd name="connsiteX4119" fmla="*/ 1509406 w 2401758"/>
              <a:gd name="connsiteY4119" fmla="*/ 634638 h 2400493"/>
              <a:gd name="connsiteX4120" fmla="*/ 1523791 w 2401758"/>
              <a:gd name="connsiteY4120" fmla="*/ 627694 h 2400493"/>
              <a:gd name="connsiteX4121" fmla="*/ 1458812 w 2401758"/>
              <a:gd name="connsiteY4121" fmla="*/ 626702 h 2400493"/>
              <a:gd name="connsiteX4122" fmla="*/ 1479149 w 2401758"/>
              <a:gd name="connsiteY4122" fmla="*/ 649024 h 2400493"/>
              <a:gd name="connsiteX4123" fmla="*/ 1456332 w 2401758"/>
              <a:gd name="connsiteY4123" fmla="*/ 669857 h 2400493"/>
              <a:gd name="connsiteX4124" fmla="*/ 1435995 w 2401758"/>
              <a:gd name="connsiteY4124" fmla="*/ 647039 h 2400493"/>
              <a:gd name="connsiteX4125" fmla="*/ 1458812 w 2401758"/>
              <a:gd name="connsiteY4125" fmla="*/ 626702 h 2400493"/>
              <a:gd name="connsiteX4126" fmla="*/ 1387880 w 2401758"/>
              <a:gd name="connsiteY4126" fmla="*/ 625711 h 2400493"/>
              <a:gd name="connsiteX4127" fmla="*/ 1404249 w 2401758"/>
              <a:gd name="connsiteY4127" fmla="*/ 632159 h 2400493"/>
              <a:gd name="connsiteX4128" fmla="*/ 1409706 w 2401758"/>
              <a:gd name="connsiteY4128" fmla="*/ 647536 h 2400493"/>
              <a:gd name="connsiteX4129" fmla="*/ 1404745 w 2401758"/>
              <a:gd name="connsiteY4129" fmla="*/ 662913 h 2400493"/>
              <a:gd name="connsiteX4130" fmla="*/ 1388376 w 2401758"/>
              <a:gd name="connsiteY4130" fmla="*/ 669361 h 2400493"/>
              <a:gd name="connsiteX4131" fmla="*/ 1372008 w 2401758"/>
              <a:gd name="connsiteY4131" fmla="*/ 662913 h 2400493"/>
              <a:gd name="connsiteX4132" fmla="*/ 1366551 w 2401758"/>
              <a:gd name="connsiteY4132" fmla="*/ 647536 h 2400493"/>
              <a:gd name="connsiteX4133" fmla="*/ 1372504 w 2401758"/>
              <a:gd name="connsiteY4133" fmla="*/ 632159 h 2400493"/>
              <a:gd name="connsiteX4134" fmla="*/ 1387880 w 2401758"/>
              <a:gd name="connsiteY4134" fmla="*/ 625711 h 2400493"/>
              <a:gd name="connsiteX4135" fmla="*/ 1321908 w 2401758"/>
              <a:gd name="connsiteY4135" fmla="*/ 624222 h 2400493"/>
              <a:gd name="connsiteX4136" fmla="*/ 1336789 w 2401758"/>
              <a:gd name="connsiteY4136" fmla="*/ 631166 h 2400493"/>
              <a:gd name="connsiteX4137" fmla="*/ 1345717 w 2401758"/>
              <a:gd name="connsiteY4137" fmla="*/ 647535 h 2400493"/>
              <a:gd name="connsiteX4138" fmla="*/ 1338773 w 2401758"/>
              <a:gd name="connsiteY4138" fmla="*/ 663904 h 2400493"/>
              <a:gd name="connsiteX4139" fmla="*/ 1321908 w 2401758"/>
              <a:gd name="connsiteY4139" fmla="*/ 671841 h 2400493"/>
              <a:gd name="connsiteX4140" fmla="*/ 1307027 w 2401758"/>
              <a:gd name="connsiteY4140" fmla="*/ 665888 h 2400493"/>
              <a:gd name="connsiteX4141" fmla="*/ 1298099 w 2401758"/>
              <a:gd name="connsiteY4141" fmla="*/ 649519 h 2400493"/>
              <a:gd name="connsiteX4142" fmla="*/ 1305043 w 2401758"/>
              <a:gd name="connsiteY4142" fmla="*/ 633150 h 2400493"/>
              <a:gd name="connsiteX4143" fmla="*/ 1321908 w 2401758"/>
              <a:gd name="connsiteY4143" fmla="*/ 624222 h 2400493"/>
              <a:gd name="connsiteX4144" fmla="*/ 1255937 w 2401758"/>
              <a:gd name="connsiteY4144" fmla="*/ 624222 h 2400493"/>
              <a:gd name="connsiteX4145" fmla="*/ 1278755 w 2401758"/>
              <a:gd name="connsiteY4145" fmla="*/ 648527 h 2400493"/>
              <a:gd name="connsiteX4146" fmla="*/ 1253953 w 2401758"/>
              <a:gd name="connsiteY4146" fmla="*/ 671840 h 2400493"/>
              <a:gd name="connsiteX4147" fmla="*/ 1231136 w 2401758"/>
              <a:gd name="connsiteY4147" fmla="*/ 647535 h 2400493"/>
              <a:gd name="connsiteX4148" fmla="*/ 1255937 w 2401758"/>
              <a:gd name="connsiteY4148" fmla="*/ 624222 h 2400493"/>
              <a:gd name="connsiteX4149" fmla="*/ 1185005 w 2401758"/>
              <a:gd name="connsiteY4149" fmla="*/ 624222 h 2400493"/>
              <a:gd name="connsiteX4150" fmla="*/ 1209806 w 2401758"/>
              <a:gd name="connsiteY4150" fmla="*/ 647535 h 2400493"/>
              <a:gd name="connsiteX4151" fmla="*/ 1186493 w 2401758"/>
              <a:gd name="connsiteY4151" fmla="*/ 671841 h 2400493"/>
              <a:gd name="connsiteX4152" fmla="*/ 1162188 w 2401758"/>
              <a:gd name="connsiteY4152" fmla="*/ 649023 h 2400493"/>
              <a:gd name="connsiteX4153" fmla="*/ 1185005 w 2401758"/>
              <a:gd name="connsiteY4153" fmla="*/ 624222 h 2400493"/>
              <a:gd name="connsiteX4154" fmla="*/ 1119033 w 2401758"/>
              <a:gd name="connsiteY4154" fmla="*/ 624222 h 2400493"/>
              <a:gd name="connsiteX4155" fmla="*/ 1143339 w 2401758"/>
              <a:gd name="connsiteY4155" fmla="*/ 647535 h 2400493"/>
              <a:gd name="connsiteX4156" fmla="*/ 1119529 w 2401758"/>
              <a:gd name="connsiteY4156" fmla="*/ 671841 h 2400493"/>
              <a:gd name="connsiteX4157" fmla="*/ 1095720 w 2401758"/>
              <a:gd name="connsiteY4157" fmla="*/ 648031 h 2400493"/>
              <a:gd name="connsiteX4158" fmla="*/ 1119033 w 2401758"/>
              <a:gd name="connsiteY4158" fmla="*/ 624222 h 2400493"/>
              <a:gd name="connsiteX4159" fmla="*/ 1053062 w 2401758"/>
              <a:gd name="connsiteY4159" fmla="*/ 621742 h 2400493"/>
              <a:gd name="connsiteX4160" fmla="*/ 1070919 w 2401758"/>
              <a:gd name="connsiteY4160" fmla="*/ 629678 h 2400493"/>
              <a:gd name="connsiteX4161" fmla="*/ 1078856 w 2401758"/>
              <a:gd name="connsiteY4161" fmla="*/ 649023 h 2400493"/>
              <a:gd name="connsiteX4162" fmla="*/ 1070423 w 2401758"/>
              <a:gd name="connsiteY4162" fmla="*/ 666880 h 2400493"/>
              <a:gd name="connsiteX4163" fmla="*/ 1052070 w 2401758"/>
              <a:gd name="connsiteY4163" fmla="*/ 674321 h 2400493"/>
              <a:gd name="connsiteX4164" fmla="*/ 1034226 w 2401758"/>
              <a:gd name="connsiteY4164" fmla="*/ 665888 h 2400493"/>
              <a:gd name="connsiteX4165" fmla="*/ 1026290 w 2401758"/>
              <a:gd name="connsiteY4165" fmla="*/ 648031 h 2400493"/>
              <a:gd name="connsiteX4166" fmla="*/ 1034723 w 2401758"/>
              <a:gd name="connsiteY4166" fmla="*/ 629182 h 2400493"/>
              <a:gd name="connsiteX4167" fmla="*/ 1053062 w 2401758"/>
              <a:gd name="connsiteY4167" fmla="*/ 621742 h 2400493"/>
              <a:gd name="connsiteX4168" fmla="*/ 986145 w 2401758"/>
              <a:gd name="connsiteY4168" fmla="*/ 621742 h 2400493"/>
              <a:gd name="connsiteX4169" fmla="*/ 1012434 w 2401758"/>
              <a:gd name="connsiteY4169" fmla="*/ 647535 h 2400493"/>
              <a:gd name="connsiteX4170" fmla="*/ 986145 w 2401758"/>
              <a:gd name="connsiteY4170" fmla="*/ 674321 h 2400493"/>
              <a:gd name="connsiteX4171" fmla="*/ 959856 w 2401758"/>
              <a:gd name="connsiteY4171" fmla="*/ 647535 h 2400493"/>
              <a:gd name="connsiteX4172" fmla="*/ 986145 w 2401758"/>
              <a:gd name="connsiteY4172" fmla="*/ 621742 h 2400493"/>
              <a:gd name="connsiteX4173" fmla="*/ 918677 w 2401758"/>
              <a:gd name="connsiteY4173" fmla="*/ 621742 h 2400493"/>
              <a:gd name="connsiteX4174" fmla="*/ 936038 w 2401758"/>
              <a:gd name="connsiteY4174" fmla="*/ 629678 h 2400493"/>
              <a:gd name="connsiteX4175" fmla="*/ 943478 w 2401758"/>
              <a:gd name="connsiteY4175" fmla="*/ 649024 h 2400493"/>
              <a:gd name="connsiteX4176" fmla="*/ 916693 w 2401758"/>
              <a:gd name="connsiteY4176" fmla="*/ 674321 h 2400493"/>
              <a:gd name="connsiteX4177" fmla="*/ 898341 w 2401758"/>
              <a:gd name="connsiteY4177" fmla="*/ 666384 h 2400493"/>
              <a:gd name="connsiteX4178" fmla="*/ 890901 w 2401758"/>
              <a:gd name="connsiteY4178" fmla="*/ 647039 h 2400493"/>
              <a:gd name="connsiteX4179" fmla="*/ 918677 w 2401758"/>
              <a:gd name="connsiteY4179" fmla="*/ 621742 h 2400493"/>
              <a:gd name="connsiteX4180" fmla="*/ 850706 w 2401758"/>
              <a:gd name="connsiteY4180" fmla="*/ 621742 h 2400493"/>
              <a:gd name="connsiteX4181" fmla="*/ 876997 w 2401758"/>
              <a:gd name="connsiteY4181" fmla="*/ 647535 h 2400493"/>
              <a:gd name="connsiteX4182" fmla="*/ 850706 w 2401758"/>
              <a:gd name="connsiteY4182" fmla="*/ 674321 h 2400493"/>
              <a:gd name="connsiteX4183" fmla="*/ 823921 w 2401758"/>
              <a:gd name="connsiteY4183" fmla="*/ 648031 h 2400493"/>
              <a:gd name="connsiteX4184" fmla="*/ 850706 w 2401758"/>
              <a:gd name="connsiteY4184" fmla="*/ 621742 h 2400493"/>
              <a:gd name="connsiteX4185" fmla="*/ 784264 w 2401758"/>
              <a:gd name="connsiteY4185" fmla="*/ 619758 h 2400493"/>
              <a:gd name="connsiteX4186" fmla="*/ 805093 w 2401758"/>
              <a:gd name="connsiteY4186" fmla="*/ 630175 h 2400493"/>
              <a:gd name="connsiteX4187" fmla="*/ 813529 w 2401758"/>
              <a:gd name="connsiteY4187" fmla="*/ 647536 h 2400493"/>
              <a:gd name="connsiteX4188" fmla="*/ 803110 w 2401758"/>
              <a:gd name="connsiteY4188" fmla="*/ 668369 h 2400493"/>
              <a:gd name="connsiteX4189" fmla="*/ 783767 w 2401758"/>
              <a:gd name="connsiteY4189" fmla="*/ 676305 h 2400493"/>
              <a:gd name="connsiteX4190" fmla="*/ 762932 w 2401758"/>
              <a:gd name="connsiteY4190" fmla="*/ 666385 h 2400493"/>
              <a:gd name="connsiteX4191" fmla="*/ 755491 w 2401758"/>
              <a:gd name="connsiteY4191" fmla="*/ 647040 h 2400493"/>
              <a:gd name="connsiteX4192" fmla="*/ 765911 w 2401758"/>
              <a:gd name="connsiteY4192" fmla="*/ 626703 h 2400493"/>
              <a:gd name="connsiteX4193" fmla="*/ 784264 w 2401758"/>
              <a:gd name="connsiteY4193" fmla="*/ 619758 h 2400493"/>
              <a:gd name="connsiteX4194" fmla="*/ 714297 w 2401758"/>
              <a:gd name="connsiteY4194" fmla="*/ 619757 h 2400493"/>
              <a:gd name="connsiteX4195" fmla="*/ 743064 w 2401758"/>
              <a:gd name="connsiteY4195" fmla="*/ 648031 h 2400493"/>
              <a:gd name="connsiteX4196" fmla="*/ 715288 w 2401758"/>
              <a:gd name="connsiteY4196" fmla="*/ 676800 h 2400493"/>
              <a:gd name="connsiteX4197" fmla="*/ 686024 w 2401758"/>
              <a:gd name="connsiteY4197" fmla="*/ 649023 h 2400493"/>
              <a:gd name="connsiteX4198" fmla="*/ 714297 w 2401758"/>
              <a:gd name="connsiteY4198" fmla="*/ 619757 h 2400493"/>
              <a:gd name="connsiteX4199" fmla="*/ 648348 w 2401758"/>
              <a:gd name="connsiteY4199" fmla="*/ 619262 h 2400493"/>
              <a:gd name="connsiteX4200" fmla="*/ 668187 w 2401758"/>
              <a:gd name="connsiteY4200" fmla="*/ 629183 h 2400493"/>
              <a:gd name="connsiteX4201" fmla="*/ 676618 w 2401758"/>
              <a:gd name="connsiteY4201" fmla="*/ 648528 h 2400493"/>
              <a:gd name="connsiteX4202" fmla="*/ 667195 w 2401758"/>
              <a:gd name="connsiteY4202" fmla="*/ 668369 h 2400493"/>
              <a:gd name="connsiteX4203" fmla="*/ 648348 w 2401758"/>
              <a:gd name="connsiteY4203" fmla="*/ 676305 h 2400493"/>
              <a:gd name="connsiteX4204" fmla="*/ 629004 w 2401758"/>
              <a:gd name="connsiteY4204" fmla="*/ 668369 h 2400493"/>
              <a:gd name="connsiteX4205" fmla="*/ 619084 w 2401758"/>
              <a:gd name="connsiteY4205" fmla="*/ 648528 h 2400493"/>
              <a:gd name="connsiteX4206" fmla="*/ 628011 w 2401758"/>
              <a:gd name="connsiteY4206" fmla="*/ 628190 h 2400493"/>
              <a:gd name="connsiteX4207" fmla="*/ 648348 w 2401758"/>
              <a:gd name="connsiteY4207" fmla="*/ 619262 h 2400493"/>
              <a:gd name="connsiteX4208" fmla="*/ 581853 w 2401758"/>
              <a:gd name="connsiteY4208" fmla="*/ 619262 h 2400493"/>
              <a:gd name="connsiteX4209" fmla="*/ 610127 w 2401758"/>
              <a:gd name="connsiteY4209" fmla="*/ 648032 h 2400493"/>
              <a:gd name="connsiteX4210" fmla="*/ 582349 w 2401758"/>
              <a:gd name="connsiteY4210" fmla="*/ 677297 h 2400493"/>
              <a:gd name="connsiteX4211" fmla="*/ 552587 w 2401758"/>
              <a:gd name="connsiteY4211" fmla="*/ 648528 h 2400493"/>
              <a:gd name="connsiteX4212" fmla="*/ 581853 w 2401758"/>
              <a:gd name="connsiteY4212" fmla="*/ 619262 h 2400493"/>
              <a:gd name="connsiteX4213" fmla="*/ 514883 w 2401758"/>
              <a:gd name="connsiteY4213" fmla="*/ 618766 h 2400493"/>
              <a:gd name="connsiteX4214" fmla="*/ 535717 w 2401758"/>
              <a:gd name="connsiteY4214" fmla="*/ 626702 h 2400493"/>
              <a:gd name="connsiteX4215" fmla="*/ 543157 w 2401758"/>
              <a:gd name="connsiteY4215" fmla="*/ 647536 h 2400493"/>
              <a:gd name="connsiteX4216" fmla="*/ 536213 w 2401758"/>
              <a:gd name="connsiteY4216" fmla="*/ 668369 h 2400493"/>
              <a:gd name="connsiteX4217" fmla="*/ 514387 w 2401758"/>
              <a:gd name="connsiteY4217" fmla="*/ 676305 h 2400493"/>
              <a:gd name="connsiteX4218" fmla="*/ 493553 w 2401758"/>
              <a:gd name="connsiteY4218" fmla="*/ 668369 h 2400493"/>
              <a:gd name="connsiteX4219" fmla="*/ 485617 w 2401758"/>
              <a:gd name="connsiteY4219" fmla="*/ 646544 h 2400493"/>
              <a:gd name="connsiteX4220" fmla="*/ 493057 w 2401758"/>
              <a:gd name="connsiteY4220" fmla="*/ 626702 h 2400493"/>
              <a:gd name="connsiteX4221" fmla="*/ 514883 w 2401758"/>
              <a:gd name="connsiteY4221" fmla="*/ 618766 h 2400493"/>
              <a:gd name="connsiteX4222" fmla="*/ 379976 w 2401758"/>
              <a:gd name="connsiteY4222" fmla="*/ 617774 h 2400493"/>
              <a:gd name="connsiteX4223" fmla="*/ 402298 w 2401758"/>
              <a:gd name="connsiteY4223" fmla="*/ 629678 h 2400493"/>
              <a:gd name="connsiteX4224" fmla="*/ 409738 w 2401758"/>
              <a:gd name="connsiteY4224" fmla="*/ 649023 h 2400493"/>
              <a:gd name="connsiteX4225" fmla="*/ 398330 w 2401758"/>
              <a:gd name="connsiteY4225" fmla="*/ 671344 h 2400493"/>
              <a:gd name="connsiteX4226" fmla="*/ 378984 w 2401758"/>
              <a:gd name="connsiteY4226" fmla="*/ 679281 h 2400493"/>
              <a:gd name="connsiteX4227" fmla="*/ 357156 w 2401758"/>
              <a:gd name="connsiteY4227" fmla="*/ 667872 h 2400493"/>
              <a:gd name="connsiteX4228" fmla="*/ 348228 w 2401758"/>
              <a:gd name="connsiteY4228" fmla="*/ 648031 h 2400493"/>
              <a:gd name="connsiteX4229" fmla="*/ 359638 w 2401758"/>
              <a:gd name="connsiteY4229" fmla="*/ 625710 h 2400493"/>
              <a:gd name="connsiteX4230" fmla="*/ 379976 w 2401758"/>
              <a:gd name="connsiteY4230" fmla="*/ 617774 h 2400493"/>
              <a:gd name="connsiteX4231" fmla="*/ 42189 w 2401758"/>
              <a:gd name="connsiteY4231" fmla="*/ 617774 h 2400493"/>
              <a:gd name="connsiteX4232" fmla="*/ 73437 w 2401758"/>
              <a:gd name="connsiteY4232" fmla="*/ 648528 h 2400493"/>
              <a:gd name="connsiteX4233" fmla="*/ 43677 w 2401758"/>
              <a:gd name="connsiteY4233" fmla="*/ 679281 h 2400493"/>
              <a:gd name="connsiteX4234" fmla="*/ 12427 w 2401758"/>
              <a:gd name="connsiteY4234" fmla="*/ 649024 h 2400493"/>
              <a:gd name="connsiteX4235" fmla="*/ 20860 w 2401758"/>
              <a:gd name="connsiteY4235" fmla="*/ 626702 h 2400493"/>
              <a:gd name="connsiteX4236" fmla="*/ 42189 w 2401758"/>
              <a:gd name="connsiteY4236" fmla="*/ 617774 h 2400493"/>
              <a:gd name="connsiteX4237" fmla="*/ 312526 w 2401758"/>
              <a:gd name="connsiteY4237" fmla="*/ 617402 h 2400493"/>
              <a:gd name="connsiteX4238" fmla="*/ 329392 w 2401758"/>
              <a:gd name="connsiteY4238" fmla="*/ 623726 h 2400493"/>
              <a:gd name="connsiteX4239" fmla="*/ 336337 w 2401758"/>
              <a:gd name="connsiteY4239" fmla="*/ 630175 h 2400493"/>
              <a:gd name="connsiteX4240" fmla="*/ 343282 w 2401758"/>
              <a:gd name="connsiteY4240" fmla="*/ 649520 h 2400493"/>
              <a:gd name="connsiteX4241" fmla="*/ 335841 w 2401758"/>
              <a:gd name="connsiteY4241" fmla="*/ 666385 h 2400493"/>
              <a:gd name="connsiteX4242" fmla="*/ 329888 w 2401758"/>
              <a:gd name="connsiteY4242" fmla="*/ 672337 h 2400493"/>
              <a:gd name="connsiteX4243" fmla="*/ 295165 w 2401758"/>
              <a:gd name="connsiteY4243" fmla="*/ 672337 h 2400493"/>
              <a:gd name="connsiteX4244" fmla="*/ 287724 w 2401758"/>
              <a:gd name="connsiteY4244" fmla="*/ 664897 h 2400493"/>
              <a:gd name="connsiteX4245" fmla="*/ 288220 w 2401758"/>
              <a:gd name="connsiteY4245" fmla="*/ 631167 h 2400493"/>
              <a:gd name="connsiteX4246" fmla="*/ 295661 w 2401758"/>
              <a:gd name="connsiteY4246" fmla="*/ 623726 h 2400493"/>
              <a:gd name="connsiteX4247" fmla="*/ 312526 w 2401758"/>
              <a:gd name="connsiteY4247" fmla="*/ 617402 h 2400493"/>
              <a:gd name="connsiteX4248" fmla="*/ 176588 w 2401758"/>
              <a:gd name="connsiteY4248" fmla="*/ 617278 h 2400493"/>
              <a:gd name="connsiteX4249" fmla="*/ 207341 w 2401758"/>
              <a:gd name="connsiteY4249" fmla="*/ 648032 h 2400493"/>
              <a:gd name="connsiteX4250" fmla="*/ 176588 w 2401758"/>
              <a:gd name="connsiteY4250" fmla="*/ 678785 h 2400493"/>
              <a:gd name="connsiteX4251" fmla="*/ 145338 w 2401758"/>
              <a:gd name="connsiteY4251" fmla="*/ 647536 h 2400493"/>
              <a:gd name="connsiteX4252" fmla="*/ 176588 w 2401758"/>
              <a:gd name="connsiteY4252" fmla="*/ 617278 h 2400493"/>
              <a:gd name="connsiteX4253" fmla="*/ 109637 w 2401758"/>
              <a:gd name="connsiteY4253" fmla="*/ 617278 h 2400493"/>
              <a:gd name="connsiteX4254" fmla="*/ 140886 w 2401758"/>
              <a:gd name="connsiteY4254" fmla="*/ 647536 h 2400493"/>
              <a:gd name="connsiteX4255" fmla="*/ 132454 w 2401758"/>
              <a:gd name="connsiteY4255" fmla="*/ 669857 h 2400493"/>
              <a:gd name="connsiteX4256" fmla="*/ 111125 w 2401758"/>
              <a:gd name="connsiteY4256" fmla="*/ 678785 h 2400493"/>
              <a:gd name="connsiteX4257" fmla="*/ 79875 w 2401758"/>
              <a:gd name="connsiteY4257" fmla="*/ 648032 h 2400493"/>
              <a:gd name="connsiteX4258" fmla="*/ 109637 w 2401758"/>
              <a:gd name="connsiteY4258" fmla="*/ 617278 h 2400493"/>
              <a:gd name="connsiteX4259" fmla="*/ 244570 w 2401758"/>
              <a:gd name="connsiteY4259" fmla="*/ 617277 h 2400493"/>
              <a:gd name="connsiteX4260" fmla="*/ 274331 w 2401758"/>
              <a:gd name="connsiteY4260" fmla="*/ 648527 h 2400493"/>
              <a:gd name="connsiteX4261" fmla="*/ 243082 w 2401758"/>
              <a:gd name="connsiteY4261" fmla="*/ 678785 h 2400493"/>
              <a:gd name="connsiteX4262" fmla="*/ 212824 w 2401758"/>
              <a:gd name="connsiteY4262" fmla="*/ 647039 h 2400493"/>
              <a:gd name="connsiteX4263" fmla="*/ 244570 w 2401758"/>
              <a:gd name="connsiteY4263" fmla="*/ 617277 h 2400493"/>
              <a:gd name="connsiteX4264" fmla="*/ 443948 w 2401758"/>
              <a:gd name="connsiteY4264" fmla="*/ 616286 h 2400493"/>
              <a:gd name="connsiteX4265" fmla="*/ 462797 w 2401758"/>
              <a:gd name="connsiteY4265" fmla="*/ 622734 h 2400493"/>
              <a:gd name="connsiteX4266" fmla="*/ 476189 w 2401758"/>
              <a:gd name="connsiteY4266" fmla="*/ 647040 h 2400493"/>
              <a:gd name="connsiteX4267" fmla="*/ 471725 w 2401758"/>
              <a:gd name="connsiteY4267" fmla="*/ 660928 h 2400493"/>
              <a:gd name="connsiteX4268" fmla="*/ 460813 w 2401758"/>
              <a:gd name="connsiteY4268" fmla="*/ 672833 h 2400493"/>
              <a:gd name="connsiteX4269" fmla="*/ 446924 w 2401758"/>
              <a:gd name="connsiteY4269" fmla="*/ 678289 h 2400493"/>
              <a:gd name="connsiteX4270" fmla="*/ 435019 w 2401758"/>
              <a:gd name="connsiteY4270" fmla="*/ 676305 h 2400493"/>
              <a:gd name="connsiteX4271" fmla="*/ 428571 w 2401758"/>
              <a:gd name="connsiteY4271" fmla="*/ 672337 h 2400493"/>
              <a:gd name="connsiteX4272" fmla="*/ 418650 w 2401758"/>
              <a:gd name="connsiteY4272" fmla="*/ 660928 h 2400493"/>
              <a:gd name="connsiteX4273" fmla="*/ 414185 w 2401758"/>
              <a:gd name="connsiteY4273" fmla="*/ 648528 h 2400493"/>
              <a:gd name="connsiteX4274" fmla="*/ 417658 w 2401758"/>
              <a:gd name="connsiteY4274" fmla="*/ 635631 h 2400493"/>
              <a:gd name="connsiteX4275" fmla="*/ 428571 w 2401758"/>
              <a:gd name="connsiteY4275" fmla="*/ 622238 h 2400493"/>
              <a:gd name="connsiteX4276" fmla="*/ 443948 w 2401758"/>
              <a:gd name="connsiteY4276" fmla="*/ 616286 h 2400493"/>
              <a:gd name="connsiteX4277" fmla="*/ 2332315 w 2401758"/>
              <a:gd name="connsiteY4277" fmla="*/ 579084 h 2400493"/>
              <a:gd name="connsiteX4278" fmla="*/ 2334795 w 2401758"/>
              <a:gd name="connsiteY4278" fmla="*/ 582060 h 2400493"/>
              <a:gd name="connsiteX4279" fmla="*/ 2330827 w 2401758"/>
              <a:gd name="connsiteY4279" fmla="*/ 583548 h 2400493"/>
              <a:gd name="connsiteX4280" fmla="*/ 2329339 w 2401758"/>
              <a:gd name="connsiteY4280" fmla="*/ 581564 h 2400493"/>
              <a:gd name="connsiteX4281" fmla="*/ 2332315 w 2401758"/>
              <a:gd name="connsiteY4281" fmla="*/ 579084 h 2400493"/>
              <a:gd name="connsiteX4282" fmla="*/ 2261197 w 2401758"/>
              <a:gd name="connsiteY4282" fmla="*/ 576479 h 2400493"/>
              <a:gd name="connsiteX4283" fmla="*/ 2264855 w 2401758"/>
              <a:gd name="connsiteY4283" fmla="*/ 576603 h 2400493"/>
              <a:gd name="connsiteX4284" fmla="*/ 2269320 w 2401758"/>
              <a:gd name="connsiteY4284" fmla="*/ 582556 h 2400493"/>
              <a:gd name="connsiteX4285" fmla="*/ 2263863 w 2401758"/>
              <a:gd name="connsiteY4285" fmla="*/ 586028 h 2400493"/>
              <a:gd name="connsiteX4286" fmla="*/ 2259399 w 2401758"/>
              <a:gd name="connsiteY4286" fmla="*/ 580075 h 2400493"/>
              <a:gd name="connsiteX4287" fmla="*/ 2261197 w 2401758"/>
              <a:gd name="connsiteY4287" fmla="*/ 576479 h 2400493"/>
              <a:gd name="connsiteX4288" fmla="*/ 2128448 w 2401758"/>
              <a:gd name="connsiteY4288" fmla="*/ 572139 h 2400493"/>
              <a:gd name="connsiteX4289" fmla="*/ 2138368 w 2401758"/>
              <a:gd name="connsiteY4289" fmla="*/ 581067 h 2400493"/>
              <a:gd name="connsiteX4290" fmla="*/ 2128944 w 2401758"/>
              <a:gd name="connsiteY4290" fmla="*/ 591484 h 2400493"/>
              <a:gd name="connsiteX4291" fmla="*/ 2119519 w 2401758"/>
              <a:gd name="connsiteY4291" fmla="*/ 582060 h 2400493"/>
              <a:gd name="connsiteX4292" fmla="*/ 2128448 w 2401758"/>
              <a:gd name="connsiteY4292" fmla="*/ 572139 h 2400493"/>
              <a:gd name="connsiteX4293" fmla="*/ 2197396 w 2401758"/>
              <a:gd name="connsiteY4293" fmla="*/ 571643 h 2400493"/>
              <a:gd name="connsiteX4294" fmla="*/ 2200372 w 2401758"/>
              <a:gd name="connsiteY4294" fmla="*/ 572635 h 2400493"/>
              <a:gd name="connsiteX4295" fmla="*/ 2206820 w 2401758"/>
              <a:gd name="connsiteY4295" fmla="*/ 579579 h 2400493"/>
              <a:gd name="connsiteX4296" fmla="*/ 2206820 w 2401758"/>
              <a:gd name="connsiteY4296" fmla="*/ 583548 h 2400493"/>
              <a:gd name="connsiteX4297" fmla="*/ 2204340 w 2401758"/>
              <a:gd name="connsiteY4297" fmla="*/ 586028 h 2400493"/>
              <a:gd name="connsiteX4298" fmla="*/ 2191940 w 2401758"/>
              <a:gd name="connsiteY4298" fmla="*/ 586028 h 2400493"/>
              <a:gd name="connsiteX4299" fmla="*/ 2191940 w 2401758"/>
              <a:gd name="connsiteY4299" fmla="*/ 577099 h 2400493"/>
              <a:gd name="connsiteX4300" fmla="*/ 2197396 w 2401758"/>
              <a:gd name="connsiteY4300" fmla="*/ 571643 h 2400493"/>
              <a:gd name="connsiteX4301" fmla="*/ 2061980 w 2401758"/>
              <a:gd name="connsiteY4301" fmla="*/ 569659 h 2400493"/>
              <a:gd name="connsiteX4302" fmla="*/ 2074381 w 2401758"/>
              <a:gd name="connsiteY4302" fmla="*/ 581068 h 2400493"/>
              <a:gd name="connsiteX4303" fmla="*/ 2063468 w 2401758"/>
              <a:gd name="connsiteY4303" fmla="*/ 593468 h 2400493"/>
              <a:gd name="connsiteX4304" fmla="*/ 2050572 w 2401758"/>
              <a:gd name="connsiteY4304" fmla="*/ 582556 h 2400493"/>
              <a:gd name="connsiteX4305" fmla="*/ 2061980 w 2401758"/>
              <a:gd name="connsiteY4305" fmla="*/ 569659 h 2400493"/>
              <a:gd name="connsiteX4306" fmla="*/ 1003 w 2401758"/>
              <a:gd name="connsiteY4306" fmla="*/ 567675 h 2400493"/>
              <a:gd name="connsiteX4307" fmla="*/ 3979 w 2401758"/>
              <a:gd name="connsiteY4307" fmla="*/ 572635 h 2400493"/>
              <a:gd name="connsiteX4308" fmla="*/ 3979 w 2401758"/>
              <a:gd name="connsiteY4308" fmla="*/ 590988 h 2400493"/>
              <a:gd name="connsiteX4309" fmla="*/ 1499 w 2401758"/>
              <a:gd name="connsiteY4309" fmla="*/ 595949 h 2400493"/>
              <a:gd name="connsiteX4310" fmla="*/ 11 w 2401758"/>
              <a:gd name="connsiteY4310" fmla="*/ 591484 h 2400493"/>
              <a:gd name="connsiteX4311" fmla="*/ 507 w 2401758"/>
              <a:gd name="connsiteY4311" fmla="*/ 580076 h 2400493"/>
              <a:gd name="connsiteX4312" fmla="*/ 507 w 2401758"/>
              <a:gd name="connsiteY4312" fmla="*/ 573131 h 2400493"/>
              <a:gd name="connsiteX4313" fmla="*/ 1003 w 2401758"/>
              <a:gd name="connsiteY4313" fmla="*/ 567675 h 2400493"/>
              <a:gd name="connsiteX4314" fmla="*/ 1996009 w 2401758"/>
              <a:gd name="connsiteY4314" fmla="*/ 567179 h 2400493"/>
              <a:gd name="connsiteX4315" fmla="*/ 2009402 w 2401758"/>
              <a:gd name="connsiteY4315" fmla="*/ 581068 h 2400493"/>
              <a:gd name="connsiteX4316" fmla="*/ 1995513 w 2401758"/>
              <a:gd name="connsiteY4316" fmla="*/ 595948 h 2400493"/>
              <a:gd name="connsiteX4317" fmla="*/ 1981128 w 2401758"/>
              <a:gd name="connsiteY4317" fmla="*/ 581068 h 2400493"/>
              <a:gd name="connsiteX4318" fmla="*/ 1996009 w 2401758"/>
              <a:gd name="connsiteY4318" fmla="*/ 567179 h 2400493"/>
              <a:gd name="connsiteX4319" fmla="*/ 1929045 w 2401758"/>
              <a:gd name="connsiteY4319" fmla="*/ 567179 h 2400493"/>
              <a:gd name="connsiteX4320" fmla="*/ 1943429 w 2401758"/>
              <a:gd name="connsiteY4320" fmla="*/ 581068 h 2400493"/>
              <a:gd name="connsiteX4321" fmla="*/ 1929541 w 2401758"/>
              <a:gd name="connsiteY4321" fmla="*/ 595453 h 2400493"/>
              <a:gd name="connsiteX4322" fmla="*/ 1915156 w 2401758"/>
              <a:gd name="connsiteY4322" fmla="*/ 581564 h 2400493"/>
              <a:gd name="connsiteX4323" fmla="*/ 1929045 w 2401758"/>
              <a:gd name="connsiteY4323" fmla="*/ 567179 h 2400493"/>
              <a:gd name="connsiteX4324" fmla="*/ 1859602 w 2401758"/>
              <a:gd name="connsiteY4324" fmla="*/ 564699 h 2400493"/>
              <a:gd name="connsiteX4325" fmla="*/ 1871011 w 2401758"/>
              <a:gd name="connsiteY4325" fmla="*/ 569163 h 2400493"/>
              <a:gd name="connsiteX4326" fmla="*/ 1876963 w 2401758"/>
              <a:gd name="connsiteY4326" fmla="*/ 581564 h 2400493"/>
              <a:gd name="connsiteX4327" fmla="*/ 1870514 w 2401758"/>
              <a:gd name="connsiteY4327" fmla="*/ 593469 h 2400493"/>
              <a:gd name="connsiteX4328" fmla="*/ 1859602 w 2401758"/>
              <a:gd name="connsiteY4328" fmla="*/ 597933 h 2400493"/>
              <a:gd name="connsiteX4329" fmla="*/ 1847697 w 2401758"/>
              <a:gd name="connsiteY4329" fmla="*/ 591980 h 2400493"/>
              <a:gd name="connsiteX4330" fmla="*/ 1843233 w 2401758"/>
              <a:gd name="connsiteY4330" fmla="*/ 580572 h 2400493"/>
              <a:gd name="connsiteX4331" fmla="*/ 1848689 w 2401758"/>
              <a:gd name="connsiteY4331" fmla="*/ 569659 h 2400493"/>
              <a:gd name="connsiteX4332" fmla="*/ 1859602 w 2401758"/>
              <a:gd name="connsiteY4332" fmla="*/ 564699 h 2400493"/>
              <a:gd name="connsiteX4333" fmla="*/ 1792142 w 2401758"/>
              <a:gd name="connsiteY4333" fmla="*/ 564203 h 2400493"/>
              <a:gd name="connsiteX4334" fmla="*/ 1803551 w 2401758"/>
              <a:gd name="connsiteY4334" fmla="*/ 569163 h 2400493"/>
              <a:gd name="connsiteX4335" fmla="*/ 1809503 w 2401758"/>
              <a:gd name="connsiteY4335" fmla="*/ 581068 h 2400493"/>
              <a:gd name="connsiteX4336" fmla="*/ 1805039 w 2401758"/>
              <a:gd name="connsiteY4336" fmla="*/ 591981 h 2400493"/>
              <a:gd name="connsiteX4337" fmla="*/ 1793134 w 2401758"/>
              <a:gd name="connsiteY4337" fmla="*/ 597933 h 2400493"/>
              <a:gd name="connsiteX4338" fmla="*/ 1782717 w 2401758"/>
              <a:gd name="connsiteY4338" fmla="*/ 593469 h 2400493"/>
              <a:gd name="connsiteX4339" fmla="*/ 1775773 w 2401758"/>
              <a:gd name="connsiteY4339" fmla="*/ 582060 h 2400493"/>
              <a:gd name="connsiteX4340" fmla="*/ 1780237 w 2401758"/>
              <a:gd name="connsiteY4340" fmla="*/ 570651 h 2400493"/>
              <a:gd name="connsiteX4341" fmla="*/ 1792142 w 2401758"/>
              <a:gd name="connsiteY4341" fmla="*/ 564203 h 2400493"/>
              <a:gd name="connsiteX4342" fmla="*/ 1726170 w 2401758"/>
              <a:gd name="connsiteY4342" fmla="*/ 562715 h 2400493"/>
              <a:gd name="connsiteX4343" fmla="*/ 1739067 w 2401758"/>
              <a:gd name="connsiteY4343" fmla="*/ 569163 h 2400493"/>
              <a:gd name="connsiteX4344" fmla="*/ 1745515 w 2401758"/>
              <a:gd name="connsiteY4344" fmla="*/ 581564 h 2400493"/>
              <a:gd name="connsiteX4345" fmla="*/ 1737083 w 2401758"/>
              <a:gd name="connsiteY4345" fmla="*/ 595949 h 2400493"/>
              <a:gd name="connsiteX4346" fmla="*/ 1726170 w 2401758"/>
              <a:gd name="connsiteY4346" fmla="*/ 600413 h 2400493"/>
              <a:gd name="connsiteX4347" fmla="*/ 1711785 w 2401758"/>
              <a:gd name="connsiteY4347" fmla="*/ 591981 h 2400493"/>
              <a:gd name="connsiteX4348" fmla="*/ 1707817 w 2401758"/>
              <a:gd name="connsiteY4348" fmla="*/ 581068 h 2400493"/>
              <a:gd name="connsiteX4349" fmla="*/ 1714265 w 2401758"/>
              <a:gd name="connsiteY4349" fmla="*/ 568171 h 2400493"/>
              <a:gd name="connsiteX4350" fmla="*/ 1726170 w 2401758"/>
              <a:gd name="connsiteY4350" fmla="*/ 562715 h 2400493"/>
              <a:gd name="connsiteX4351" fmla="*/ 1657222 w 2401758"/>
              <a:gd name="connsiteY4351" fmla="*/ 562219 h 2400493"/>
              <a:gd name="connsiteX4352" fmla="*/ 1677063 w 2401758"/>
              <a:gd name="connsiteY4352" fmla="*/ 581068 h 2400493"/>
              <a:gd name="connsiteX4353" fmla="*/ 1658710 w 2401758"/>
              <a:gd name="connsiteY4353" fmla="*/ 600413 h 2400493"/>
              <a:gd name="connsiteX4354" fmla="*/ 1638373 w 2401758"/>
              <a:gd name="connsiteY4354" fmla="*/ 582060 h 2400493"/>
              <a:gd name="connsiteX4355" fmla="*/ 1657222 w 2401758"/>
              <a:gd name="connsiteY4355" fmla="*/ 562219 h 2400493"/>
              <a:gd name="connsiteX4356" fmla="*/ 1590755 w 2401758"/>
              <a:gd name="connsiteY4356" fmla="*/ 562219 h 2400493"/>
              <a:gd name="connsiteX4357" fmla="*/ 1604148 w 2401758"/>
              <a:gd name="connsiteY4357" fmla="*/ 567675 h 2400493"/>
              <a:gd name="connsiteX4358" fmla="*/ 1609604 w 2401758"/>
              <a:gd name="connsiteY4358" fmla="*/ 581564 h 2400493"/>
              <a:gd name="connsiteX4359" fmla="*/ 1604644 w 2401758"/>
              <a:gd name="connsiteY4359" fmla="*/ 595453 h 2400493"/>
              <a:gd name="connsiteX4360" fmla="*/ 1589763 w 2401758"/>
              <a:gd name="connsiteY4360" fmla="*/ 600909 h 2400493"/>
              <a:gd name="connsiteX4361" fmla="*/ 1576371 w 2401758"/>
              <a:gd name="connsiteY4361" fmla="*/ 595453 h 2400493"/>
              <a:gd name="connsiteX4362" fmla="*/ 1571410 w 2401758"/>
              <a:gd name="connsiteY4362" fmla="*/ 580572 h 2400493"/>
              <a:gd name="connsiteX4363" fmla="*/ 1577363 w 2401758"/>
              <a:gd name="connsiteY4363" fmla="*/ 567179 h 2400493"/>
              <a:gd name="connsiteX4364" fmla="*/ 1590755 w 2401758"/>
              <a:gd name="connsiteY4364" fmla="*/ 562219 h 2400493"/>
              <a:gd name="connsiteX4365" fmla="*/ 1457324 w 2401758"/>
              <a:gd name="connsiteY4365" fmla="*/ 560235 h 2400493"/>
              <a:gd name="connsiteX4366" fmla="*/ 1478653 w 2401758"/>
              <a:gd name="connsiteY4366" fmla="*/ 582060 h 2400493"/>
              <a:gd name="connsiteX4367" fmla="*/ 1456828 w 2401758"/>
              <a:gd name="connsiteY4367" fmla="*/ 603389 h 2400493"/>
              <a:gd name="connsiteX4368" fmla="*/ 1435995 w 2401758"/>
              <a:gd name="connsiteY4368" fmla="*/ 582060 h 2400493"/>
              <a:gd name="connsiteX4369" fmla="*/ 1457324 w 2401758"/>
              <a:gd name="connsiteY4369" fmla="*/ 560235 h 2400493"/>
              <a:gd name="connsiteX4370" fmla="*/ 1389368 w 2401758"/>
              <a:gd name="connsiteY4370" fmla="*/ 560235 h 2400493"/>
              <a:gd name="connsiteX4371" fmla="*/ 1410201 w 2401758"/>
              <a:gd name="connsiteY4371" fmla="*/ 581564 h 2400493"/>
              <a:gd name="connsiteX4372" fmla="*/ 1388376 w 2401758"/>
              <a:gd name="connsiteY4372" fmla="*/ 602893 h 2400493"/>
              <a:gd name="connsiteX4373" fmla="*/ 1367047 w 2401758"/>
              <a:gd name="connsiteY4373" fmla="*/ 581068 h 2400493"/>
              <a:gd name="connsiteX4374" fmla="*/ 1389368 w 2401758"/>
              <a:gd name="connsiteY4374" fmla="*/ 560235 h 2400493"/>
              <a:gd name="connsiteX4375" fmla="*/ 1524287 w 2401758"/>
              <a:gd name="connsiteY4375" fmla="*/ 559739 h 2400493"/>
              <a:gd name="connsiteX4376" fmla="*/ 1545616 w 2401758"/>
              <a:gd name="connsiteY4376" fmla="*/ 581564 h 2400493"/>
              <a:gd name="connsiteX4377" fmla="*/ 1523791 w 2401758"/>
              <a:gd name="connsiteY4377" fmla="*/ 602893 h 2400493"/>
              <a:gd name="connsiteX4378" fmla="*/ 1502958 w 2401758"/>
              <a:gd name="connsiteY4378" fmla="*/ 580572 h 2400493"/>
              <a:gd name="connsiteX4379" fmla="*/ 1524287 w 2401758"/>
              <a:gd name="connsiteY4379" fmla="*/ 559739 h 2400493"/>
              <a:gd name="connsiteX4380" fmla="*/ 1320916 w 2401758"/>
              <a:gd name="connsiteY4380" fmla="*/ 557755 h 2400493"/>
              <a:gd name="connsiteX4381" fmla="*/ 1345717 w 2401758"/>
              <a:gd name="connsiteY4381" fmla="*/ 581068 h 2400493"/>
              <a:gd name="connsiteX4382" fmla="*/ 1322900 w 2401758"/>
              <a:gd name="connsiteY4382" fmla="*/ 605373 h 2400493"/>
              <a:gd name="connsiteX4383" fmla="*/ 1298099 w 2401758"/>
              <a:gd name="connsiteY4383" fmla="*/ 582060 h 2400493"/>
              <a:gd name="connsiteX4384" fmla="*/ 1320916 w 2401758"/>
              <a:gd name="connsiteY4384" fmla="*/ 557755 h 2400493"/>
              <a:gd name="connsiteX4385" fmla="*/ 1254449 w 2401758"/>
              <a:gd name="connsiteY4385" fmla="*/ 557755 h 2400493"/>
              <a:gd name="connsiteX4386" fmla="*/ 1278754 w 2401758"/>
              <a:gd name="connsiteY4386" fmla="*/ 581068 h 2400493"/>
              <a:gd name="connsiteX4387" fmla="*/ 1254945 w 2401758"/>
              <a:gd name="connsiteY4387" fmla="*/ 604877 h 2400493"/>
              <a:gd name="connsiteX4388" fmla="*/ 1231136 w 2401758"/>
              <a:gd name="connsiteY4388" fmla="*/ 582060 h 2400493"/>
              <a:gd name="connsiteX4389" fmla="*/ 1254449 w 2401758"/>
              <a:gd name="connsiteY4389" fmla="*/ 557755 h 2400493"/>
              <a:gd name="connsiteX4390" fmla="*/ 1185501 w 2401758"/>
              <a:gd name="connsiteY4390" fmla="*/ 557754 h 2400493"/>
              <a:gd name="connsiteX4391" fmla="*/ 1209807 w 2401758"/>
              <a:gd name="connsiteY4391" fmla="*/ 581067 h 2400493"/>
              <a:gd name="connsiteX4392" fmla="*/ 1185997 w 2401758"/>
              <a:gd name="connsiteY4392" fmla="*/ 605373 h 2400493"/>
              <a:gd name="connsiteX4393" fmla="*/ 1162188 w 2401758"/>
              <a:gd name="connsiteY4393" fmla="*/ 581067 h 2400493"/>
              <a:gd name="connsiteX4394" fmla="*/ 1185501 w 2401758"/>
              <a:gd name="connsiteY4394" fmla="*/ 557754 h 2400493"/>
              <a:gd name="connsiteX4395" fmla="*/ 1119033 w 2401758"/>
              <a:gd name="connsiteY4395" fmla="*/ 555770 h 2400493"/>
              <a:gd name="connsiteX4396" fmla="*/ 1139867 w 2401758"/>
              <a:gd name="connsiteY4396" fmla="*/ 566683 h 2400493"/>
              <a:gd name="connsiteX4397" fmla="*/ 1145323 w 2401758"/>
              <a:gd name="connsiteY4397" fmla="*/ 581067 h 2400493"/>
              <a:gd name="connsiteX4398" fmla="*/ 1141851 w 2401758"/>
              <a:gd name="connsiteY4398" fmla="*/ 592476 h 2400493"/>
              <a:gd name="connsiteX4399" fmla="*/ 1129946 w 2401758"/>
              <a:gd name="connsiteY4399" fmla="*/ 603885 h 2400493"/>
              <a:gd name="connsiteX4400" fmla="*/ 1118041 w 2401758"/>
              <a:gd name="connsiteY4400" fmla="*/ 606861 h 2400493"/>
              <a:gd name="connsiteX4401" fmla="*/ 1106633 w 2401758"/>
              <a:gd name="connsiteY4401" fmla="*/ 602893 h 2400493"/>
              <a:gd name="connsiteX4402" fmla="*/ 1095720 w 2401758"/>
              <a:gd name="connsiteY4402" fmla="*/ 590988 h 2400493"/>
              <a:gd name="connsiteX4403" fmla="*/ 1092744 w 2401758"/>
              <a:gd name="connsiteY4403" fmla="*/ 580075 h 2400493"/>
              <a:gd name="connsiteX4404" fmla="*/ 1095720 w 2401758"/>
              <a:gd name="connsiteY4404" fmla="*/ 569659 h 2400493"/>
              <a:gd name="connsiteX4405" fmla="*/ 1105641 w 2401758"/>
              <a:gd name="connsiteY4405" fmla="*/ 559738 h 2400493"/>
              <a:gd name="connsiteX4406" fmla="*/ 1109609 w 2401758"/>
              <a:gd name="connsiteY4406" fmla="*/ 557258 h 2400493"/>
              <a:gd name="connsiteX4407" fmla="*/ 1119033 w 2401758"/>
              <a:gd name="connsiteY4407" fmla="*/ 555770 h 2400493"/>
              <a:gd name="connsiteX4408" fmla="*/ 1051574 w 2401758"/>
              <a:gd name="connsiteY4408" fmla="*/ 555770 h 2400493"/>
              <a:gd name="connsiteX4409" fmla="*/ 1078856 w 2401758"/>
              <a:gd name="connsiteY4409" fmla="*/ 581067 h 2400493"/>
              <a:gd name="connsiteX4410" fmla="*/ 1054054 w 2401758"/>
              <a:gd name="connsiteY4410" fmla="*/ 607853 h 2400493"/>
              <a:gd name="connsiteX4411" fmla="*/ 1026820 w 2401758"/>
              <a:gd name="connsiteY4411" fmla="*/ 582555 h 2400493"/>
              <a:gd name="connsiteX4412" fmla="*/ 1051574 w 2401758"/>
              <a:gd name="connsiteY4412" fmla="*/ 555770 h 2400493"/>
              <a:gd name="connsiteX4413" fmla="*/ 986101 w 2401758"/>
              <a:gd name="connsiteY4413" fmla="*/ 555274 h 2400493"/>
              <a:gd name="connsiteX4414" fmla="*/ 1004454 w 2401758"/>
              <a:gd name="connsiteY4414" fmla="*/ 562714 h 2400493"/>
              <a:gd name="connsiteX4415" fmla="*/ 1012390 w 2401758"/>
              <a:gd name="connsiteY4415" fmla="*/ 582059 h 2400493"/>
              <a:gd name="connsiteX4416" fmla="*/ 1004454 w 2401758"/>
              <a:gd name="connsiteY4416" fmla="*/ 600412 h 2400493"/>
              <a:gd name="connsiteX4417" fmla="*/ 985109 w 2401758"/>
              <a:gd name="connsiteY4417" fmla="*/ 607853 h 2400493"/>
              <a:gd name="connsiteX4418" fmla="*/ 967748 w 2401758"/>
              <a:gd name="connsiteY4418" fmla="*/ 600412 h 2400493"/>
              <a:gd name="connsiteX4419" fmla="*/ 959812 w 2401758"/>
              <a:gd name="connsiteY4419" fmla="*/ 581067 h 2400493"/>
              <a:gd name="connsiteX4420" fmla="*/ 967748 w 2401758"/>
              <a:gd name="connsiteY4420" fmla="*/ 562714 h 2400493"/>
              <a:gd name="connsiteX4421" fmla="*/ 986101 w 2401758"/>
              <a:gd name="connsiteY4421" fmla="*/ 555274 h 2400493"/>
              <a:gd name="connsiteX4422" fmla="*/ 917172 w 2401758"/>
              <a:gd name="connsiteY4422" fmla="*/ 554778 h 2400493"/>
              <a:gd name="connsiteX4423" fmla="*/ 935525 w 2401758"/>
              <a:gd name="connsiteY4423" fmla="*/ 562218 h 2400493"/>
              <a:gd name="connsiteX4424" fmla="*/ 943461 w 2401758"/>
              <a:gd name="connsiteY4424" fmla="*/ 581563 h 2400493"/>
              <a:gd name="connsiteX4425" fmla="*/ 935525 w 2401758"/>
              <a:gd name="connsiteY4425" fmla="*/ 599916 h 2400493"/>
              <a:gd name="connsiteX4426" fmla="*/ 917172 w 2401758"/>
              <a:gd name="connsiteY4426" fmla="*/ 607357 h 2400493"/>
              <a:gd name="connsiteX4427" fmla="*/ 898819 w 2401758"/>
              <a:gd name="connsiteY4427" fmla="*/ 599916 h 2400493"/>
              <a:gd name="connsiteX4428" fmla="*/ 890883 w 2401758"/>
              <a:gd name="connsiteY4428" fmla="*/ 580571 h 2400493"/>
              <a:gd name="connsiteX4429" fmla="*/ 898819 w 2401758"/>
              <a:gd name="connsiteY4429" fmla="*/ 562218 h 2400493"/>
              <a:gd name="connsiteX4430" fmla="*/ 917172 w 2401758"/>
              <a:gd name="connsiteY4430" fmla="*/ 554778 h 2400493"/>
              <a:gd name="connsiteX4431" fmla="*/ 851223 w 2401758"/>
              <a:gd name="connsiteY4431" fmla="*/ 553290 h 2400493"/>
              <a:gd name="connsiteX4432" fmla="*/ 867593 w 2401758"/>
              <a:gd name="connsiteY4432" fmla="*/ 558746 h 2400493"/>
              <a:gd name="connsiteX4433" fmla="*/ 879000 w 2401758"/>
              <a:gd name="connsiteY4433" fmla="*/ 580075 h 2400493"/>
              <a:gd name="connsiteX4434" fmla="*/ 871563 w 2401758"/>
              <a:gd name="connsiteY4434" fmla="*/ 599420 h 2400493"/>
              <a:gd name="connsiteX4435" fmla="*/ 850728 w 2401758"/>
              <a:gd name="connsiteY4435" fmla="*/ 609341 h 2400493"/>
              <a:gd name="connsiteX4436" fmla="*/ 831385 w 2401758"/>
              <a:gd name="connsiteY4436" fmla="*/ 601405 h 2400493"/>
              <a:gd name="connsiteX4437" fmla="*/ 821957 w 2401758"/>
              <a:gd name="connsiteY4437" fmla="*/ 581067 h 2400493"/>
              <a:gd name="connsiteX4438" fmla="*/ 828903 w 2401758"/>
              <a:gd name="connsiteY4438" fmla="*/ 562715 h 2400493"/>
              <a:gd name="connsiteX4439" fmla="*/ 851223 w 2401758"/>
              <a:gd name="connsiteY4439" fmla="*/ 553290 h 2400493"/>
              <a:gd name="connsiteX4440" fmla="*/ 784254 w 2401758"/>
              <a:gd name="connsiteY4440" fmla="*/ 552794 h 2400493"/>
              <a:gd name="connsiteX4441" fmla="*/ 812528 w 2401758"/>
              <a:gd name="connsiteY4441" fmla="*/ 581563 h 2400493"/>
              <a:gd name="connsiteX4442" fmla="*/ 784254 w 2401758"/>
              <a:gd name="connsiteY4442" fmla="*/ 609837 h 2400493"/>
              <a:gd name="connsiteX4443" fmla="*/ 755482 w 2401758"/>
              <a:gd name="connsiteY4443" fmla="*/ 580571 h 2400493"/>
              <a:gd name="connsiteX4444" fmla="*/ 784254 w 2401758"/>
              <a:gd name="connsiteY4444" fmla="*/ 552794 h 2400493"/>
              <a:gd name="connsiteX4445" fmla="*/ 714806 w 2401758"/>
              <a:gd name="connsiteY4445" fmla="*/ 552794 h 2400493"/>
              <a:gd name="connsiteX4446" fmla="*/ 743574 w 2401758"/>
              <a:gd name="connsiteY4446" fmla="*/ 581068 h 2400493"/>
              <a:gd name="connsiteX4447" fmla="*/ 715798 w 2401758"/>
              <a:gd name="connsiteY4447" fmla="*/ 610334 h 2400493"/>
              <a:gd name="connsiteX4448" fmla="*/ 686534 w 2401758"/>
              <a:gd name="connsiteY4448" fmla="*/ 581564 h 2400493"/>
              <a:gd name="connsiteX4449" fmla="*/ 714806 w 2401758"/>
              <a:gd name="connsiteY4449" fmla="*/ 552794 h 2400493"/>
              <a:gd name="connsiteX4450" fmla="*/ 648336 w 2401758"/>
              <a:gd name="connsiteY4450" fmla="*/ 552298 h 2400493"/>
              <a:gd name="connsiteX4451" fmla="*/ 677105 w 2401758"/>
              <a:gd name="connsiteY4451" fmla="*/ 582060 h 2400493"/>
              <a:gd name="connsiteX4452" fmla="*/ 647840 w 2401758"/>
              <a:gd name="connsiteY4452" fmla="*/ 609837 h 2400493"/>
              <a:gd name="connsiteX4453" fmla="*/ 619072 w 2401758"/>
              <a:gd name="connsiteY4453" fmla="*/ 580572 h 2400493"/>
              <a:gd name="connsiteX4454" fmla="*/ 648336 w 2401758"/>
              <a:gd name="connsiteY4454" fmla="*/ 552298 h 2400493"/>
              <a:gd name="connsiteX4455" fmla="*/ 582347 w 2401758"/>
              <a:gd name="connsiteY4455" fmla="*/ 552298 h 2400493"/>
              <a:gd name="connsiteX4456" fmla="*/ 602189 w 2401758"/>
              <a:gd name="connsiteY4456" fmla="*/ 559738 h 2400493"/>
              <a:gd name="connsiteX4457" fmla="*/ 609629 w 2401758"/>
              <a:gd name="connsiteY4457" fmla="*/ 581068 h 2400493"/>
              <a:gd name="connsiteX4458" fmla="*/ 602189 w 2401758"/>
              <a:gd name="connsiteY4458" fmla="*/ 602397 h 2400493"/>
              <a:gd name="connsiteX4459" fmla="*/ 580362 w 2401758"/>
              <a:gd name="connsiteY4459" fmla="*/ 610333 h 2400493"/>
              <a:gd name="connsiteX4460" fmla="*/ 560521 w 2401758"/>
              <a:gd name="connsiteY4460" fmla="*/ 602893 h 2400493"/>
              <a:gd name="connsiteX4461" fmla="*/ 552584 w 2401758"/>
              <a:gd name="connsiteY4461" fmla="*/ 581068 h 2400493"/>
              <a:gd name="connsiteX4462" fmla="*/ 560521 w 2401758"/>
              <a:gd name="connsiteY4462" fmla="*/ 560234 h 2400493"/>
              <a:gd name="connsiteX4463" fmla="*/ 582347 w 2401758"/>
              <a:gd name="connsiteY4463" fmla="*/ 552298 h 2400493"/>
              <a:gd name="connsiteX4464" fmla="*/ 445944 w 2401758"/>
              <a:gd name="connsiteY4464" fmla="*/ 551306 h 2400493"/>
              <a:gd name="connsiteX4465" fmla="*/ 467770 w 2401758"/>
              <a:gd name="connsiteY4465" fmla="*/ 561722 h 2400493"/>
              <a:gd name="connsiteX4466" fmla="*/ 477194 w 2401758"/>
              <a:gd name="connsiteY4466" fmla="*/ 581563 h 2400493"/>
              <a:gd name="connsiteX4467" fmla="*/ 467770 w 2401758"/>
              <a:gd name="connsiteY4467" fmla="*/ 601404 h 2400493"/>
              <a:gd name="connsiteX4468" fmla="*/ 445944 w 2401758"/>
              <a:gd name="connsiteY4468" fmla="*/ 611821 h 2400493"/>
              <a:gd name="connsiteX4469" fmla="*/ 424117 w 2401758"/>
              <a:gd name="connsiteY4469" fmla="*/ 601900 h 2400493"/>
              <a:gd name="connsiteX4470" fmla="*/ 415189 w 2401758"/>
              <a:gd name="connsiteY4470" fmla="*/ 581067 h 2400493"/>
              <a:gd name="connsiteX4471" fmla="*/ 426597 w 2401758"/>
              <a:gd name="connsiteY4471" fmla="*/ 558746 h 2400493"/>
              <a:gd name="connsiteX4472" fmla="*/ 445944 w 2401758"/>
              <a:gd name="connsiteY4472" fmla="*/ 551306 h 2400493"/>
              <a:gd name="connsiteX4473" fmla="*/ 378476 w 2401758"/>
              <a:gd name="connsiteY4473" fmla="*/ 550810 h 2400493"/>
              <a:gd name="connsiteX4474" fmla="*/ 409727 w 2401758"/>
              <a:gd name="connsiteY4474" fmla="*/ 581068 h 2400493"/>
              <a:gd name="connsiteX4475" fmla="*/ 379468 w 2401758"/>
              <a:gd name="connsiteY4475" fmla="*/ 612317 h 2400493"/>
              <a:gd name="connsiteX4476" fmla="*/ 347721 w 2401758"/>
              <a:gd name="connsiteY4476" fmla="*/ 582556 h 2400493"/>
              <a:gd name="connsiteX4477" fmla="*/ 378476 w 2401758"/>
              <a:gd name="connsiteY4477" fmla="*/ 550810 h 2400493"/>
              <a:gd name="connsiteX4478" fmla="*/ 515866 w 2401758"/>
              <a:gd name="connsiteY4478" fmla="*/ 550314 h 2400493"/>
              <a:gd name="connsiteX4479" fmla="*/ 531243 w 2401758"/>
              <a:gd name="connsiteY4479" fmla="*/ 555770 h 2400493"/>
              <a:gd name="connsiteX4480" fmla="*/ 542155 w 2401758"/>
              <a:gd name="connsiteY4480" fmla="*/ 569163 h 2400493"/>
              <a:gd name="connsiteX4481" fmla="*/ 545627 w 2401758"/>
              <a:gd name="connsiteY4481" fmla="*/ 581564 h 2400493"/>
              <a:gd name="connsiteX4482" fmla="*/ 533227 w 2401758"/>
              <a:gd name="connsiteY4482" fmla="*/ 604877 h 2400493"/>
              <a:gd name="connsiteX4483" fmla="*/ 515370 w 2401758"/>
              <a:gd name="connsiteY4483" fmla="*/ 611821 h 2400493"/>
              <a:gd name="connsiteX4484" fmla="*/ 492056 w 2401758"/>
              <a:gd name="connsiteY4484" fmla="*/ 600413 h 2400493"/>
              <a:gd name="connsiteX4485" fmla="*/ 484120 w 2401758"/>
              <a:gd name="connsiteY4485" fmla="*/ 581068 h 2400493"/>
              <a:gd name="connsiteX4486" fmla="*/ 496521 w 2401758"/>
              <a:gd name="connsiteY4486" fmla="*/ 557754 h 2400493"/>
              <a:gd name="connsiteX4487" fmla="*/ 515866 w 2401758"/>
              <a:gd name="connsiteY4487" fmla="*/ 550314 h 2400493"/>
              <a:gd name="connsiteX4488" fmla="*/ 312993 w 2401758"/>
              <a:gd name="connsiteY4488" fmla="*/ 550314 h 2400493"/>
              <a:gd name="connsiteX4489" fmla="*/ 343251 w 2401758"/>
              <a:gd name="connsiteY4489" fmla="*/ 581564 h 2400493"/>
              <a:gd name="connsiteX4490" fmla="*/ 312497 w 2401758"/>
              <a:gd name="connsiteY4490" fmla="*/ 611821 h 2400493"/>
              <a:gd name="connsiteX4491" fmla="*/ 281744 w 2401758"/>
              <a:gd name="connsiteY4491" fmla="*/ 580572 h 2400493"/>
              <a:gd name="connsiteX4492" fmla="*/ 291168 w 2401758"/>
              <a:gd name="connsiteY4492" fmla="*/ 558250 h 2400493"/>
              <a:gd name="connsiteX4493" fmla="*/ 312993 w 2401758"/>
              <a:gd name="connsiteY4493" fmla="*/ 550314 h 2400493"/>
              <a:gd name="connsiteX4494" fmla="*/ 176596 w 2401758"/>
              <a:gd name="connsiteY4494" fmla="*/ 550314 h 2400493"/>
              <a:gd name="connsiteX4495" fmla="*/ 208341 w 2401758"/>
              <a:gd name="connsiteY4495" fmla="*/ 580572 h 2400493"/>
              <a:gd name="connsiteX4496" fmla="*/ 176596 w 2401758"/>
              <a:gd name="connsiteY4496" fmla="*/ 612318 h 2400493"/>
              <a:gd name="connsiteX4497" fmla="*/ 145346 w 2401758"/>
              <a:gd name="connsiteY4497" fmla="*/ 581068 h 2400493"/>
              <a:gd name="connsiteX4498" fmla="*/ 176596 w 2401758"/>
              <a:gd name="connsiteY4498" fmla="*/ 550314 h 2400493"/>
              <a:gd name="connsiteX4499" fmla="*/ 110130 w 2401758"/>
              <a:gd name="connsiteY4499" fmla="*/ 550314 h 2400493"/>
              <a:gd name="connsiteX4500" fmla="*/ 140882 w 2401758"/>
              <a:gd name="connsiteY4500" fmla="*/ 581564 h 2400493"/>
              <a:gd name="connsiteX4501" fmla="*/ 110130 w 2401758"/>
              <a:gd name="connsiteY4501" fmla="*/ 612813 h 2400493"/>
              <a:gd name="connsiteX4502" fmla="*/ 78384 w 2401758"/>
              <a:gd name="connsiteY4502" fmla="*/ 581068 h 2400493"/>
              <a:gd name="connsiteX4503" fmla="*/ 110130 w 2401758"/>
              <a:gd name="connsiteY4503" fmla="*/ 550314 h 2400493"/>
              <a:gd name="connsiteX4504" fmla="*/ 44642 w 2401758"/>
              <a:gd name="connsiteY4504" fmla="*/ 550314 h 2400493"/>
              <a:gd name="connsiteX4505" fmla="*/ 74404 w 2401758"/>
              <a:gd name="connsiteY4505" fmla="*/ 582555 h 2400493"/>
              <a:gd name="connsiteX4506" fmla="*/ 42658 w 2401758"/>
              <a:gd name="connsiteY4506" fmla="*/ 612813 h 2400493"/>
              <a:gd name="connsiteX4507" fmla="*/ 12401 w 2401758"/>
              <a:gd name="connsiteY4507" fmla="*/ 581067 h 2400493"/>
              <a:gd name="connsiteX4508" fmla="*/ 21329 w 2401758"/>
              <a:gd name="connsiteY4508" fmla="*/ 559738 h 2400493"/>
              <a:gd name="connsiteX4509" fmla="*/ 44642 w 2401758"/>
              <a:gd name="connsiteY4509" fmla="*/ 550314 h 2400493"/>
              <a:gd name="connsiteX4510" fmla="*/ 244542 w 2401758"/>
              <a:gd name="connsiteY4510" fmla="*/ 549818 h 2400493"/>
              <a:gd name="connsiteX4511" fmla="*/ 274800 w 2401758"/>
              <a:gd name="connsiteY4511" fmla="*/ 582060 h 2400493"/>
              <a:gd name="connsiteX4512" fmla="*/ 243054 w 2401758"/>
              <a:gd name="connsiteY4512" fmla="*/ 612318 h 2400493"/>
              <a:gd name="connsiteX4513" fmla="*/ 212301 w 2401758"/>
              <a:gd name="connsiteY4513" fmla="*/ 581068 h 2400493"/>
              <a:gd name="connsiteX4514" fmla="*/ 244542 w 2401758"/>
              <a:gd name="connsiteY4514" fmla="*/ 549818 h 2400493"/>
              <a:gd name="connsiteX4515" fmla="*/ 2331323 w 2401758"/>
              <a:gd name="connsiteY4515" fmla="*/ 512617 h 2400493"/>
              <a:gd name="connsiteX4516" fmla="*/ 2334795 w 2401758"/>
              <a:gd name="connsiteY4516" fmla="*/ 514601 h 2400493"/>
              <a:gd name="connsiteX4517" fmla="*/ 2331323 w 2401758"/>
              <a:gd name="connsiteY4517" fmla="*/ 517081 h 2400493"/>
              <a:gd name="connsiteX4518" fmla="*/ 2328843 w 2401758"/>
              <a:gd name="connsiteY4518" fmla="*/ 515593 h 2400493"/>
              <a:gd name="connsiteX4519" fmla="*/ 2331323 w 2401758"/>
              <a:gd name="connsiteY4519" fmla="*/ 512617 h 2400493"/>
              <a:gd name="connsiteX4520" fmla="*/ 2264855 w 2401758"/>
              <a:gd name="connsiteY4520" fmla="*/ 508152 h 2400493"/>
              <a:gd name="connsiteX4521" fmla="*/ 2273287 w 2401758"/>
              <a:gd name="connsiteY4521" fmla="*/ 514600 h 2400493"/>
              <a:gd name="connsiteX4522" fmla="*/ 2265351 w 2401758"/>
              <a:gd name="connsiteY4522" fmla="*/ 522041 h 2400493"/>
              <a:gd name="connsiteX4523" fmla="*/ 2257911 w 2401758"/>
              <a:gd name="connsiteY4523" fmla="*/ 514600 h 2400493"/>
              <a:gd name="connsiteX4524" fmla="*/ 2264855 w 2401758"/>
              <a:gd name="connsiteY4524" fmla="*/ 508152 h 2400493"/>
              <a:gd name="connsiteX4525" fmla="*/ 2197395 w 2401758"/>
              <a:gd name="connsiteY4525" fmla="*/ 505176 h 2400493"/>
              <a:gd name="connsiteX4526" fmla="*/ 2207812 w 2401758"/>
              <a:gd name="connsiteY4526" fmla="*/ 513609 h 2400493"/>
              <a:gd name="connsiteX4527" fmla="*/ 2198388 w 2401758"/>
              <a:gd name="connsiteY4527" fmla="*/ 524025 h 2400493"/>
              <a:gd name="connsiteX4528" fmla="*/ 2188467 w 2401758"/>
              <a:gd name="connsiteY4528" fmla="*/ 515097 h 2400493"/>
              <a:gd name="connsiteX4529" fmla="*/ 2197395 w 2401758"/>
              <a:gd name="connsiteY4529" fmla="*/ 505176 h 2400493"/>
              <a:gd name="connsiteX4530" fmla="*/ 2128944 w 2401758"/>
              <a:gd name="connsiteY4530" fmla="*/ 502696 h 2400493"/>
              <a:gd name="connsiteX4531" fmla="*/ 2140848 w 2401758"/>
              <a:gd name="connsiteY4531" fmla="*/ 514601 h 2400493"/>
              <a:gd name="connsiteX4532" fmla="*/ 2128944 w 2401758"/>
              <a:gd name="connsiteY4532" fmla="*/ 526505 h 2400493"/>
              <a:gd name="connsiteX4533" fmla="*/ 2117039 w 2401758"/>
              <a:gd name="connsiteY4533" fmla="*/ 514601 h 2400493"/>
              <a:gd name="connsiteX4534" fmla="*/ 2128944 w 2401758"/>
              <a:gd name="connsiteY4534" fmla="*/ 502696 h 2400493"/>
              <a:gd name="connsiteX4535" fmla="*/ 2061981 w 2401758"/>
              <a:gd name="connsiteY4535" fmla="*/ 502696 h 2400493"/>
              <a:gd name="connsiteX4536" fmla="*/ 2074381 w 2401758"/>
              <a:gd name="connsiteY4536" fmla="*/ 514105 h 2400493"/>
              <a:gd name="connsiteX4537" fmla="*/ 2063469 w 2401758"/>
              <a:gd name="connsiteY4537" fmla="*/ 526505 h 2400493"/>
              <a:gd name="connsiteX4538" fmla="*/ 2050572 w 2401758"/>
              <a:gd name="connsiteY4538" fmla="*/ 514601 h 2400493"/>
              <a:gd name="connsiteX4539" fmla="*/ 2061981 w 2401758"/>
              <a:gd name="connsiteY4539" fmla="*/ 502696 h 2400493"/>
              <a:gd name="connsiteX4540" fmla="*/ 1929542 w 2401758"/>
              <a:gd name="connsiteY4540" fmla="*/ 500712 h 2400493"/>
              <a:gd name="connsiteX4541" fmla="*/ 1943430 w 2401758"/>
              <a:gd name="connsiteY4541" fmla="*/ 515097 h 2400493"/>
              <a:gd name="connsiteX4542" fmla="*/ 1929046 w 2401758"/>
              <a:gd name="connsiteY4542" fmla="*/ 528985 h 2400493"/>
              <a:gd name="connsiteX4543" fmla="*/ 1915157 w 2401758"/>
              <a:gd name="connsiteY4543" fmla="*/ 514601 h 2400493"/>
              <a:gd name="connsiteX4544" fmla="*/ 1929542 w 2401758"/>
              <a:gd name="connsiteY4544" fmla="*/ 500712 h 2400493"/>
              <a:gd name="connsiteX4545" fmla="*/ 1996009 w 2401758"/>
              <a:gd name="connsiteY4545" fmla="*/ 500711 h 2400493"/>
              <a:gd name="connsiteX4546" fmla="*/ 2009898 w 2401758"/>
              <a:gd name="connsiteY4546" fmla="*/ 515096 h 2400493"/>
              <a:gd name="connsiteX4547" fmla="*/ 1995513 w 2401758"/>
              <a:gd name="connsiteY4547" fmla="*/ 528985 h 2400493"/>
              <a:gd name="connsiteX4548" fmla="*/ 1981624 w 2401758"/>
              <a:gd name="connsiteY4548" fmla="*/ 514600 h 2400493"/>
              <a:gd name="connsiteX4549" fmla="*/ 1996009 w 2401758"/>
              <a:gd name="connsiteY4549" fmla="*/ 500711 h 2400493"/>
              <a:gd name="connsiteX4550" fmla="*/ 1859602 w 2401758"/>
              <a:gd name="connsiteY4550" fmla="*/ 498231 h 2400493"/>
              <a:gd name="connsiteX4551" fmla="*/ 1876467 w 2401758"/>
              <a:gd name="connsiteY4551" fmla="*/ 514600 h 2400493"/>
              <a:gd name="connsiteX4552" fmla="*/ 1859602 w 2401758"/>
              <a:gd name="connsiteY4552" fmla="*/ 531465 h 2400493"/>
              <a:gd name="connsiteX4553" fmla="*/ 1843233 w 2401758"/>
              <a:gd name="connsiteY4553" fmla="*/ 514104 h 2400493"/>
              <a:gd name="connsiteX4554" fmla="*/ 1859602 w 2401758"/>
              <a:gd name="connsiteY4554" fmla="*/ 498231 h 2400493"/>
              <a:gd name="connsiteX4555" fmla="*/ 1793134 w 2401758"/>
              <a:gd name="connsiteY4555" fmla="*/ 498231 h 2400493"/>
              <a:gd name="connsiteX4556" fmla="*/ 1809999 w 2401758"/>
              <a:gd name="connsiteY4556" fmla="*/ 515096 h 2400493"/>
              <a:gd name="connsiteX4557" fmla="*/ 1793134 w 2401758"/>
              <a:gd name="connsiteY4557" fmla="*/ 531961 h 2400493"/>
              <a:gd name="connsiteX4558" fmla="*/ 1776269 w 2401758"/>
              <a:gd name="connsiteY4558" fmla="*/ 515096 h 2400493"/>
              <a:gd name="connsiteX4559" fmla="*/ 1793134 w 2401758"/>
              <a:gd name="connsiteY4559" fmla="*/ 498231 h 2400493"/>
              <a:gd name="connsiteX4560" fmla="*/ 2013 w 2401758"/>
              <a:gd name="connsiteY4560" fmla="*/ 498231 h 2400493"/>
              <a:gd name="connsiteX4561" fmla="*/ 4493 w 2401758"/>
              <a:gd name="connsiteY4561" fmla="*/ 503191 h 2400493"/>
              <a:gd name="connsiteX4562" fmla="*/ 4989 w 2401758"/>
              <a:gd name="connsiteY4562" fmla="*/ 514600 h 2400493"/>
              <a:gd name="connsiteX4563" fmla="*/ 4989 w 2401758"/>
              <a:gd name="connsiteY4563" fmla="*/ 525016 h 2400493"/>
              <a:gd name="connsiteX4564" fmla="*/ 1021 w 2401758"/>
              <a:gd name="connsiteY4564" fmla="*/ 530969 h 2400493"/>
              <a:gd name="connsiteX4565" fmla="*/ 525 w 2401758"/>
              <a:gd name="connsiteY4565" fmla="*/ 525512 h 2400493"/>
              <a:gd name="connsiteX4566" fmla="*/ 525 w 2401758"/>
              <a:gd name="connsiteY4566" fmla="*/ 503191 h 2400493"/>
              <a:gd name="connsiteX4567" fmla="*/ 2013 w 2401758"/>
              <a:gd name="connsiteY4567" fmla="*/ 498231 h 2400493"/>
              <a:gd name="connsiteX4568" fmla="*/ 1727162 w 2401758"/>
              <a:gd name="connsiteY4568" fmla="*/ 496247 h 2400493"/>
              <a:gd name="connsiteX4569" fmla="*/ 1741547 w 2401758"/>
              <a:gd name="connsiteY4569" fmla="*/ 504184 h 2400493"/>
              <a:gd name="connsiteX4570" fmla="*/ 1746011 w 2401758"/>
              <a:gd name="connsiteY4570" fmla="*/ 515096 h 2400493"/>
              <a:gd name="connsiteX4571" fmla="*/ 1737083 w 2401758"/>
              <a:gd name="connsiteY4571" fmla="*/ 529481 h 2400493"/>
              <a:gd name="connsiteX4572" fmla="*/ 1726170 w 2401758"/>
              <a:gd name="connsiteY4572" fmla="*/ 533449 h 2400493"/>
              <a:gd name="connsiteX4573" fmla="*/ 1712281 w 2401758"/>
              <a:gd name="connsiteY4573" fmla="*/ 525017 h 2400493"/>
              <a:gd name="connsiteX4574" fmla="*/ 1708313 w 2401758"/>
              <a:gd name="connsiteY4574" fmla="*/ 514104 h 2400493"/>
              <a:gd name="connsiteX4575" fmla="*/ 1717242 w 2401758"/>
              <a:gd name="connsiteY4575" fmla="*/ 500215 h 2400493"/>
              <a:gd name="connsiteX4576" fmla="*/ 1727162 w 2401758"/>
              <a:gd name="connsiteY4576" fmla="*/ 496247 h 2400493"/>
              <a:gd name="connsiteX4577" fmla="*/ 1658214 w 2401758"/>
              <a:gd name="connsiteY4577" fmla="*/ 495751 h 2400493"/>
              <a:gd name="connsiteX4578" fmla="*/ 1676567 w 2401758"/>
              <a:gd name="connsiteY4578" fmla="*/ 514600 h 2400493"/>
              <a:gd name="connsiteX4579" fmla="*/ 1657222 w 2401758"/>
              <a:gd name="connsiteY4579" fmla="*/ 533945 h 2400493"/>
              <a:gd name="connsiteX4580" fmla="*/ 1638373 w 2401758"/>
              <a:gd name="connsiteY4580" fmla="*/ 514104 h 2400493"/>
              <a:gd name="connsiteX4581" fmla="*/ 1658214 w 2401758"/>
              <a:gd name="connsiteY4581" fmla="*/ 495751 h 2400493"/>
              <a:gd name="connsiteX4582" fmla="*/ 1590755 w 2401758"/>
              <a:gd name="connsiteY4582" fmla="*/ 495751 h 2400493"/>
              <a:gd name="connsiteX4583" fmla="*/ 1604148 w 2401758"/>
              <a:gd name="connsiteY4583" fmla="*/ 500711 h 2400493"/>
              <a:gd name="connsiteX4584" fmla="*/ 1609604 w 2401758"/>
              <a:gd name="connsiteY4584" fmla="*/ 516088 h 2400493"/>
              <a:gd name="connsiteX4585" fmla="*/ 1604644 w 2401758"/>
              <a:gd name="connsiteY4585" fmla="*/ 528985 h 2400493"/>
              <a:gd name="connsiteX4586" fmla="*/ 1589763 w 2401758"/>
              <a:gd name="connsiteY4586" fmla="*/ 534441 h 2400493"/>
              <a:gd name="connsiteX4587" fmla="*/ 1576371 w 2401758"/>
              <a:gd name="connsiteY4587" fmla="*/ 528985 h 2400493"/>
              <a:gd name="connsiteX4588" fmla="*/ 1571410 w 2401758"/>
              <a:gd name="connsiteY4588" fmla="*/ 514104 h 2400493"/>
              <a:gd name="connsiteX4589" fmla="*/ 1577363 w 2401758"/>
              <a:gd name="connsiteY4589" fmla="*/ 500711 h 2400493"/>
              <a:gd name="connsiteX4590" fmla="*/ 1590755 w 2401758"/>
              <a:gd name="connsiteY4590" fmla="*/ 495751 h 2400493"/>
              <a:gd name="connsiteX4591" fmla="*/ 1523295 w 2401758"/>
              <a:gd name="connsiteY4591" fmla="*/ 493767 h 2400493"/>
              <a:gd name="connsiteX4592" fmla="*/ 1545617 w 2401758"/>
              <a:gd name="connsiteY4592" fmla="*/ 514104 h 2400493"/>
              <a:gd name="connsiteX4593" fmla="*/ 1523792 w 2401758"/>
              <a:gd name="connsiteY4593" fmla="*/ 536426 h 2400493"/>
              <a:gd name="connsiteX4594" fmla="*/ 1510399 w 2401758"/>
              <a:gd name="connsiteY4594" fmla="*/ 530969 h 2400493"/>
              <a:gd name="connsiteX4595" fmla="*/ 1502958 w 2401758"/>
              <a:gd name="connsiteY4595" fmla="*/ 515096 h 2400493"/>
              <a:gd name="connsiteX4596" fmla="*/ 1507919 w 2401758"/>
              <a:gd name="connsiteY4596" fmla="*/ 501704 h 2400493"/>
              <a:gd name="connsiteX4597" fmla="*/ 1523295 w 2401758"/>
              <a:gd name="connsiteY4597" fmla="*/ 493767 h 2400493"/>
              <a:gd name="connsiteX4598" fmla="*/ 1456828 w 2401758"/>
              <a:gd name="connsiteY4598" fmla="*/ 493271 h 2400493"/>
              <a:gd name="connsiteX4599" fmla="*/ 1479149 w 2401758"/>
              <a:gd name="connsiteY4599" fmla="*/ 514104 h 2400493"/>
              <a:gd name="connsiteX4600" fmla="*/ 1458316 w 2401758"/>
              <a:gd name="connsiteY4600" fmla="*/ 536425 h 2400493"/>
              <a:gd name="connsiteX4601" fmla="*/ 1436491 w 2401758"/>
              <a:gd name="connsiteY4601" fmla="*/ 515096 h 2400493"/>
              <a:gd name="connsiteX4602" fmla="*/ 1456828 w 2401758"/>
              <a:gd name="connsiteY4602" fmla="*/ 493271 h 2400493"/>
              <a:gd name="connsiteX4603" fmla="*/ 1386888 w 2401758"/>
              <a:gd name="connsiteY4603" fmla="*/ 493271 h 2400493"/>
              <a:gd name="connsiteX4604" fmla="*/ 1409705 w 2401758"/>
              <a:gd name="connsiteY4604" fmla="*/ 514104 h 2400493"/>
              <a:gd name="connsiteX4605" fmla="*/ 1388376 w 2401758"/>
              <a:gd name="connsiteY4605" fmla="*/ 535929 h 2400493"/>
              <a:gd name="connsiteX4606" fmla="*/ 1366551 w 2401758"/>
              <a:gd name="connsiteY4606" fmla="*/ 514600 h 2400493"/>
              <a:gd name="connsiteX4607" fmla="*/ 1386888 w 2401758"/>
              <a:gd name="connsiteY4607" fmla="*/ 493271 h 2400493"/>
              <a:gd name="connsiteX4608" fmla="*/ 1322900 w 2401758"/>
              <a:gd name="connsiteY4608" fmla="*/ 490791 h 2400493"/>
              <a:gd name="connsiteX4609" fmla="*/ 1345717 w 2401758"/>
              <a:gd name="connsiteY4609" fmla="*/ 515096 h 2400493"/>
              <a:gd name="connsiteX4610" fmla="*/ 1320916 w 2401758"/>
              <a:gd name="connsiteY4610" fmla="*/ 538410 h 2400493"/>
              <a:gd name="connsiteX4611" fmla="*/ 1298099 w 2401758"/>
              <a:gd name="connsiteY4611" fmla="*/ 514104 h 2400493"/>
              <a:gd name="connsiteX4612" fmla="*/ 1322900 w 2401758"/>
              <a:gd name="connsiteY4612" fmla="*/ 490791 h 2400493"/>
              <a:gd name="connsiteX4613" fmla="*/ 1253953 w 2401758"/>
              <a:gd name="connsiteY4613" fmla="*/ 490791 h 2400493"/>
              <a:gd name="connsiteX4614" fmla="*/ 1278754 w 2401758"/>
              <a:gd name="connsiteY4614" fmla="*/ 514104 h 2400493"/>
              <a:gd name="connsiteX4615" fmla="*/ 1254945 w 2401758"/>
              <a:gd name="connsiteY4615" fmla="*/ 538410 h 2400493"/>
              <a:gd name="connsiteX4616" fmla="*/ 1231136 w 2401758"/>
              <a:gd name="connsiteY4616" fmla="*/ 515592 h 2400493"/>
              <a:gd name="connsiteX4617" fmla="*/ 1253953 w 2401758"/>
              <a:gd name="connsiteY4617" fmla="*/ 490791 h 2400493"/>
              <a:gd name="connsiteX4618" fmla="*/ 1186493 w 2401758"/>
              <a:gd name="connsiteY4618" fmla="*/ 490791 h 2400493"/>
              <a:gd name="connsiteX4619" fmla="*/ 1209807 w 2401758"/>
              <a:gd name="connsiteY4619" fmla="*/ 515096 h 2400493"/>
              <a:gd name="connsiteX4620" fmla="*/ 1203358 w 2401758"/>
              <a:gd name="connsiteY4620" fmla="*/ 531465 h 2400493"/>
              <a:gd name="connsiteX4621" fmla="*/ 1185005 w 2401758"/>
              <a:gd name="connsiteY4621" fmla="*/ 538410 h 2400493"/>
              <a:gd name="connsiteX4622" fmla="*/ 1162188 w 2401758"/>
              <a:gd name="connsiteY4622" fmla="*/ 514600 h 2400493"/>
              <a:gd name="connsiteX4623" fmla="*/ 1186493 w 2401758"/>
              <a:gd name="connsiteY4623" fmla="*/ 490791 h 2400493"/>
              <a:gd name="connsiteX4624" fmla="*/ 913186 w 2401758"/>
              <a:gd name="connsiteY4624" fmla="*/ 489303 h 2400493"/>
              <a:gd name="connsiteX4625" fmla="*/ 921619 w 2401758"/>
              <a:gd name="connsiteY4625" fmla="*/ 489303 h 2400493"/>
              <a:gd name="connsiteX4626" fmla="*/ 938980 w 2401758"/>
              <a:gd name="connsiteY4626" fmla="*/ 498231 h 2400493"/>
              <a:gd name="connsiteX4627" fmla="*/ 943444 w 2401758"/>
              <a:gd name="connsiteY4627" fmla="*/ 514104 h 2400493"/>
              <a:gd name="connsiteX4628" fmla="*/ 928563 w 2401758"/>
              <a:gd name="connsiteY4628" fmla="*/ 540393 h 2400493"/>
              <a:gd name="connsiteX4629" fmla="*/ 924099 w 2401758"/>
              <a:gd name="connsiteY4629" fmla="*/ 541385 h 2400493"/>
              <a:gd name="connsiteX4630" fmla="*/ 913682 w 2401758"/>
              <a:gd name="connsiteY4630" fmla="*/ 541385 h 2400493"/>
              <a:gd name="connsiteX4631" fmla="*/ 897809 w 2401758"/>
              <a:gd name="connsiteY4631" fmla="*/ 534441 h 2400493"/>
              <a:gd name="connsiteX4632" fmla="*/ 890865 w 2401758"/>
              <a:gd name="connsiteY4632" fmla="*/ 518568 h 2400493"/>
              <a:gd name="connsiteX4633" fmla="*/ 890865 w 2401758"/>
              <a:gd name="connsiteY4633" fmla="*/ 511624 h 2400493"/>
              <a:gd name="connsiteX4634" fmla="*/ 898306 w 2401758"/>
              <a:gd name="connsiteY4634" fmla="*/ 495751 h 2400493"/>
              <a:gd name="connsiteX4635" fmla="*/ 913186 w 2401758"/>
              <a:gd name="connsiteY4635" fmla="*/ 489303 h 2400493"/>
              <a:gd name="connsiteX4636" fmla="*/ 1053062 w 2401758"/>
              <a:gd name="connsiteY4636" fmla="*/ 488807 h 2400493"/>
              <a:gd name="connsiteX4637" fmla="*/ 1079352 w 2401758"/>
              <a:gd name="connsiteY4637" fmla="*/ 515592 h 2400493"/>
              <a:gd name="connsiteX4638" fmla="*/ 1053062 w 2401758"/>
              <a:gd name="connsiteY4638" fmla="*/ 540890 h 2400493"/>
              <a:gd name="connsiteX4639" fmla="*/ 1026778 w 2401758"/>
              <a:gd name="connsiteY4639" fmla="*/ 514104 h 2400493"/>
              <a:gd name="connsiteX4640" fmla="*/ 1053062 w 2401758"/>
              <a:gd name="connsiteY4640" fmla="*/ 488807 h 2400493"/>
              <a:gd name="connsiteX4641" fmla="*/ 987628 w 2401758"/>
              <a:gd name="connsiteY4641" fmla="*/ 488807 h 2400493"/>
              <a:gd name="connsiteX4642" fmla="*/ 1004987 w 2401758"/>
              <a:gd name="connsiteY4642" fmla="*/ 496743 h 2400493"/>
              <a:gd name="connsiteX4643" fmla="*/ 1012428 w 2401758"/>
              <a:gd name="connsiteY4643" fmla="*/ 516088 h 2400493"/>
              <a:gd name="connsiteX4644" fmla="*/ 985643 w 2401758"/>
              <a:gd name="connsiteY4644" fmla="*/ 541386 h 2400493"/>
              <a:gd name="connsiteX4645" fmla="*/ 967290 w 2401758"/>
              <a:gd name="connsiteY4645" fmla="*/ 533449 h 2400493"/>
              <a:gd name="connsiteX4646" fmla="*/ 959851 w 2401758"/>
              <a:gd name="connsiteY4646" fmla="*/ 514104 h 2400493"/>
              <a:gd name="connsiteX4647" fmla="*/ 987628 w 2401758"/>
              <a:gd name="connsiteY4647" fmla="*/ 488807 h 2400493"/>
              <a:gd name="connsiteX4648" fmla="*/ 1120025 w 2401758"/>
              <a:gd name="connsiteY4648" fmla="*/ 488311 h 2400493"/>
              <a:gd name="connsiteX4649" fmla="*/ 1138378 w 2401758"/>
              <a:gd name="connsiteY4649" fmla="*/ 496743 h 2400493"/>
              <a:gd name="connsiteX4650" fmla="*/ 1145819 w 2401758"/>
              <a:gd name="connsiteY4650" fmla="*/ 515096 h 2400493"/>
              <a:gd name="connsiteX4651" fmla="*/ 1137386 w 2401758"/>
              <a:gd name="connsiteY4651" fmla="*/ 532953 h 2400493"/>
              <a:gd name="connsiteX4652" fmla="*/ 1119529 w 2401758"/>
              <a:gd name="connsiteY4652" fmla="*/ 540890 h 2400493"/>
              <a:gd name="connsiteX4653" fmla="*/ 1100680 w 2401758"/>
              <a:gd name="connsiteY4653" fmla="*/ 532457 h 2400493"/>
              <a:gd name="connsiteX4654" fmla="*/ 1093240 w 2401758"/>
              <a:gd name="connsiteY4654" fmla="*/ 514104 h 2400493"/>
              <a:gd name="connsiteX4655" fmla="*/ 1101673 w 2401758"/>
              <a:gd name="connsiteY4655" fmla="*/ 496247 h 2400493"/>
              <a:gd name="connsiteX4656" fmla="*/ 1120025 w 2401758"/>
              <a:gd name="connsiteY4656" fmla="*/ 488311 h 2400493"/>
              <a:gd name="connsiteX4657" fmla="*/ 782266 w 2401758"/>
              <a:gd name="connsiteY4657" fmla="*/ 486327 h 2400493"/>
              <a:gd name="connsiteX4658" fmla="*/ 812028 w 2401758"/>
              <a:gd name="connsiteY4658" fmla="*/ 514601 h 2400493"/>
              <a:gd name="connsiteX4659" fmla="*/ 784251 w 2401758"/>
              <a:gd name="connsiteY4659" fmla="*/ 543370 h 2400493"/>
              <a:gd name="connsiteX4660" fmla="*/ 754983 w 2401758"/>
              <a:gd name="connsiteY4660" fmla="*/ 515593 h 2400493"/>
              <a:gd name="connsiteX4661" fmla="*/ 782266 w 2401758"/>
              <a:gd name="connsiteY4661" fmla="*/ 486327 h 2400493"/>
              <a:gd name="connsiteX4662" fmla="*/ 648321 w 2401758"/>
              <a:gd name="connsiteY4662" fmla="*/ 486327 h 2400493"/>
              <a:gd name="connsiteX4663" fmla="*/ 669153 w 2401758"/>
              <a:gd name="connsiteY4663" fmla="*/ 493767 h 2400493"/>
              <a:gd name="connsiteX4664" fmla="*/ 677089 w 2401758"/>
              <a:gd name="connsiteY4664" fmla="*/ 515592 h 2400493"/>
              <a:gd name="connsiteX4665" fmla="*/ 669153 w 2401758"/>
              <a:gd name="connsiteY4665" fmla="*/ 535929 h 2400493"/>
              <a:gd name="connsiteX4666" fmla="*/ 647328 w 2401758"/>
              <a:gd name="connsiteY4666" fmla="*/ 543370 h 2400493"/>
              <a:gd name="connsiteX4667" fmla="*/ 627983 w 2401758"/>
              <a:gd name="connsiteY4667" fmla="*/ 535929 h 2400493"/>
              <a:gd name="connsiteX4668" fmla="*/ 620047 w 2401758"/>
              <a:gd name="connsiteY4668" fmla="*/ 514104 h 2400493"/>
              <a:gd name="connsiteX4669" fmla="*/ 627983 w 2401758"/>
              <a:gd name="connsiteY4669" fmla="*/ 493767 h 2400493"/>
              <a:gd name="connsiteX4670" fmla="*/ 648321 w 2401758"/>
              <a:gd name="connsiteY4670" fmla="*/ 486327 h 2400493"/>
              <a:gd name="connsiteX4671" fmla="*/ 851678 w 2401758"/>
              <a:gd name="connsiteY4671" fmla="*/ 486326 h 2400493"/>
              <a:gd name="connsiteX4672" fmla="*/ 872511 w 2401758"/>
              <a:gd name="connsiteY4672" fmla="*/ 496743 h 2400493"/>
              <a:gd name="connsiteX4673" fmla="*/ 879455 w 2401758"/>
              <a:gd name="connsiteY4673" fmla="*/ 515096 h 2400493"/>
              <a:gd name="connsiteX4674" fmla="*/ 869039 w 2401758"/>
              <a:gd name="connsiteY4674" fmla="*/ 535929 h 2400493"/>
              <a:gd name="connsiteX4675" fmla="*/ 850189 w 2401758"/>
              <a:gd name="connsiteY4675" fmla="*/ 543865 h 2400493"/>
              <a:gd name="connsiteX4676" fmla="*/ 830348 w 2401758"/>
              <a:gd name="connsiteY4676" fmla="*/ 533945 h 2400493"/>
              <a:gd name="connsiteX4677" fmla="*/ 822412 w 2401758"/>
              <a:gd name="connsiteY4677" fmla="*/ 514600 h 2400493"/>
              <a:gd name="connsiteX4678" fmla="*/ 832333 w 2401758"/>
              <a:gd name="connsiteY4678" fmla="*/ 493767 h 2400493"/>
              <a:gd name="connsiteX4679" fmla="*/ 851678 w 2401758"/>
              <a:gd name="connsiteY4679" fmla="*/ 486326 h 2400493"/>
              <a:gd name="connsiteX4680" fmla="*/ 714317 w 2401758"/>
              <a:gd name="connsiteY4680" fmla="*/ 486326 h 2400493"/>
              <a:gd name="connsiteX4681" fmla="*/ 743580 w 2401758"/>
              <a:gd name="connsiteY4681" fmla="*/ 514104 h 2400493"/>
              <a:gd name="connsiteX4682" fmla="*/ 714813 w 2401758"/>
              <a:gd name="connsiteY4682" fmla="*/ 543865 h 2400493"/>
              <a:gd name="connsiteX4683" fmla="*/ 685550 w 2401758"/>
              <a:gd name="connsiteY4683" fmla="*/ 514600 h 2400493"/>
              <a:gd name="connsiteX4684" fmla="*/ 714317 w 2401758"/>
              <a:gd name="connsiteY4684" fmla="*/ 486326 h 2400493"/>
              <a:gd name="connsiteX4685" fmla="*/ 581888 w 2401758"/>
              <a:gd name="connsiteY4685" fmla="*/ 484342 h 2400493"/>
              <a:gd name="connsiteX4686" fmla="*/ 605203 w 2401758"/>
              <a:gd name="connsiteY4686" fmla="*/ 496743 h 2400493"/>
              <a:gd name="connsiteX4687" fmla="*/ 612148 w 2401758"/>
              <a:gd name="connsiteY4687" fmla="*/ 514600 h 2400493"/>
              <a:gd name="connsiteX4688" fmla="*/ 601731 w 2401758"/>
              <a:gd name="connsiteY4688" fmla="*/ 536921 h 2400493"/>
              <a:gd name="connsiteX4689" fmla="*/ 581392 w 2401758"/>
              <a:gd name="connsiteY4689" fmla="*/ 545850 h 2400493"/>
              <a:gd name="connsiteX4690" fmla="*/ 558076 w 2401758"/>
              <a:gd name="connsiteY4690" fmla="*/ 533449 h 2400493"/>
              <a:gd name="connsiteX4691" fmla="*/ 550636 w 2401758"/>
              <a:gd name="connsiteY4691" fmla="*/ 514104 h 2400493"/>
              <a:gd name="connsiteX4692" fmla="*/ 556092 w 2401758"/>
              <a:gd name="connsiteY4692" fmla="*/ 498727 h 2400493"/>
              <a:gd name="connsiteX4693" fmla="*/ 569487 w 2401758"/>
              <a:gd name="connsiteY4693" fmla="*/ 487815 h 2400493"/>
              <a:gd name="connsiteX4694" fmla="*/ 581888 w 2401758"/>
              <a:gd name="connsiteY4694" fmla="*/ 484342 h 2400493"/>
              <a:gd name="connsiteX4695" fmla="*/ 514409 w 2401758"/>
              <a:gd name="connsiteY4695" fmla="*/ 483908 h 2400493"/>
              <a:gd name="connsiteX4696" fmla="*/ 532267 w 2401758"/>
              <a:gd name="connsiteY4696" fmla="*/ 490791 h 2400493"/>
              <a:gd name="connsiteX4697" fmla="*/ 538219 w 2401758"/>
              <a:gd name="connsiteY4697" fmla="*/ 496743 h 2400493"/>
              <a:gd name="connsiteX4698" fmla="*/ 545661 w 2401758"/>
              <a:gd name="connsiteY4698" fmla="*/ 516584 h 2400493"/>
              <a:gd name="connsiteX4699" fmla="*/ 538715 w 2401758"/>
              <a:gd name="connsiteY4699" fmla="*/ 532457 h 2400493"/>
              <a:gd name="connsiteX4700" fmla="*/ 532763 w 2401758"/>
              <a:gd name="connsiteY4700" fmla="*/ 538409 h 2400493"/>
              <a:gd name="connsiteX4701" fmla="*/ 496054 w 2401758"/>
              <a:gd name="connsiteY4701" fmla="*/ 538409 h 2400493"/>
              <a:gd name="connsiteX4702" fmla="*/ 484148 w 2401758"/>
              <a:gd name="connsiteY4702" fmla="*/ 522040 h 2400493"/>
              <a:gd name="connsiteX4703" fmla="*/ 490102 w 2401758"/>
              <a:gd name="connsiteY4703" fmla="*/ 497735 h 2400493"/>
              <a:gd name="connsiteX4704" fmla="*/ 496551 w 2401758"/>
              <a:gd name="connsiteY4704" fmla="*/ 490791 h 2400493"/>
              <a:gd name="connsiteX4705" fmla="*/ 514409 w 2401758"/>
              <a:gd name="connsiteY4705" fmla="*/ 483908 h 2400493"/>
              <a:gd name="connsiteX4706" fmla="*/ 44649 w 2401758"/>
              <a:gd name="connsiteY4706" fmla="*/ 483847 h 2400493"/>
              <a:gd name="connsiteX4707" fmla="*/ 65978 w 2401758"/>
              <a:gd name="connsiteY4707" fmla="*/ 492775 h 2400493"/>
              <a:gd name="connsiteX4708" fmla="*/ 74906 w 2401758"/>
              <a:gd name="connsiteY4708" fmla="*/ 515592 h 2400493"/>
              <a:gd name="connsiteX4709" fmla="*/ 65978 w 2401758"/>
              <a:gd name="connsiteY4709" fmla="*/ 536921 h 2400493"/>
              <a:gd name="connsiteX4710" fmla="*/ 43161 w 2401758"/>
              <a:gd name="connsiteY4710" fmla="*/ 545850 h 2400493"/>
              <a:gd name="connsiteX4711" fmla="*/ 21831 w 2401758"/>
              <a:gd name="connsiteY4711" fmla="*/ 536921 h 2400493"/>
              <a:gd name="connsiteX4712" fmla="*/ 12903 w 2401758"/>
              <a:gd name="connsiteY4712" fmla="*/ 513112 h 2400493"/>
              <a:gd name="connsiteX4713" fmla="*/ 22328 w 2401758"/>
              <a:gd name="connsiteY4713" fmla="*/ 491783 h 2400493"/>
              <a:gd name="connsiteX4714" fmla="*/ 44649 w 2401758"/>
              <a:gd name="connsiteY4714" fmla="*/ 483847 h 2400493"/>
              <a:gd name="connsiteX4715" fmla="*/ 446457 w 2401758"/>
              <a:gd name="connsiteY4715" fmla="*/ 483846 h 2400493"/>
              <a:gd name="connsiteX4716" fmla="*/ 466796 w 2401758"/>
              <a:gd name="connsiteY4716" fmla="*/ 492278 h 2400493"/>
              <a:gd name="connsiteX4717" fmla="*/ 476221 w 2401758"/>
              <a:gd name="connsiteY4717" fmla="*/ 514600 h 2400493"/>
              <a:gd name="connsiteX4718" fmla="*/ 467788 w 2401758"/>
              <a:gd name="connsiteY4718" fmla="*/ 536921 h 2400493"/>
              <a:gd name="connsiteX4719" fmla="*/ 446457 w 2401758"/>
              <a:gd name="connsiteY4719" fmla="*/ 545849 h 2400493"/>
              <a:gd name="connsiteX4720" fmla="*/ 414709 w 2401758"/>
              <a:gd name="connsiteY4720" fmla="*/ 515096 h 2400493"/>
              <a:gd name="connsiteX4721" fmla="*/ 446457 w 2401758"/>
              <a:gd name="connsiteY4721" fmla="*/ 483846 h 2400493"/>
              <a:gd name="connsiteX4722" fmla="*/ 177594 w 2401758"/>
              <a:gd name="connsiteY4722" fmla="*/ 483846 h 2400493"/>
              <a:gd name="connsiteX4723" fmla="*/ 198923 w 2401758"/>
              <a:gd name="connsiteY4723" fmla="*/ 493271 h 2400493"/>
              <a:gd name="connsiteX4724" fmla="*/ 207355 w 2401758"/>
              <a:gd name="connsiteY4724" fmla="*/ 514600 h 2400493"/>
              <a:gd name="connsiteX4725" fmla="*/ 198427 w 2401758"/>
              <a:gd name="connsiteY4725" fmla="*/ 537417 h 2400493"/>
              <a:gd name="connsiteX4726" fmla="*/ 175609 w 2401758"/>
              <a:gd name="connsiteY4726" fmla="*/ 546345 h 2400493"/>
              <a:gd name="connsiteX4727" fmla="*/ 154280 w 2401758"/>
              <a:gd name="connsiteY4727" fmla="*/ 537417 h 2400493"/>
              <a:gd name="connsiteX4728" fmla="*/ 145352 w 2401758"/>
              <a:gd name="connsiteY4728" fmla="*/ 514600 h 2400493"/>
              <a:gd name="connsiteX4729" fmla="*/ 154776 w 2401758"/>
              <a:gd name="connsiteY4729" fmla="*/ 492278 h 2400493"/>
              <a:gd name="connsiteX4730" fmla="*/ 177594 w 2401758"/>
              <a:gd name="connsiteY4730" fmla="*/ 483846 h 2400493"/>
              <a:gd name="connsiteX4731" fmla="*/ 111632 w 2401758"/>
              <a:gd name="connsiteY4731" fmla="*/ 483846 h 2400493"/>
              <a:gd name="connsiteX4732" fmla="*/ 132961 w 2401758"/>
              <a:gd name="connsiteY4732" fmla="*/ 493271 h 2400493"/>
              <a:gd name="connsiteX4733" fmla="*/ 140897 w 2401758"/>
              <a:gd name="connsiteY4733" fmla="*/ 514600 h 2400493"/>
              <a:gd name="connsiteX4734" fmla="*/ 132465 w 2401758"/>
              <a:gd name="connsiteY4734" fmla="*/ 537417 h 2400493"/>
              <a:gd name="connsiteX4735" fmla="*/ 109648 w 2401758"/>
              <a:gd name="connsiteY4735" fmla="*/ 546345 h 2400493"/>
              <a:gd name="connsiteX4736" fmla="*/ 88318 w 2401758"/>
              <a:gd name="connsiteY4736" fmla="*/ 537417 h 2400493"/>
              <a:gd name="connsiteX4737" fmla="*/ 79390 w 2401758"/>
              <a:gd name="connsiteY4737" fmla="*/ 514600 h 2400493"/>
              <a:gd name="connsiteX4738" fmla="*/ 88815 w 2401758"/>
              <a:gd name="connsiteY4738" fmla="*/ 492278 h 2400493"/>
              <a:gd name="connsiteX4739" fmla="*/ 111632 w 2401758"/>
              <a:gd name="connsiteY4739" fmla="*/ 483846 h 2400493"/>
              <a:gd name="connsiteX4740" fmla="*/ 378990 w 2401758"/>
              <a:gd name="connsiteY4740" fmla="*/ 483350 h 2400493"/>
              <a:gd name="connsiteX4741" fmla="*/ 409745 w 2401758"/>
              <a:gd name="connsiteY4741" fmla="*/ 514600 h 2400493"/>
              <a:gd name="connsiteX4742" fmla="*/ 378990 w 2401758"/>
              <a:gd name="connsiteY4742" fmla="*/ 545849 h 2400493"/>
              <a:gd name="connsiteX4743" fmla="*/ 347242 w 2401758"/>
              <a:gd name="connsiteY4743" fmla="*/ 514104 h 2400493"/>
              <a:gd name="connsiteX4744" fmla="*/ 378990 w 2401758"/>
              <a:gd name="connsiteY4744" fmla="*/ 483350 h 2400493"/>
              <a:gd name="connsiteX4745" fmla="*/ 312525 w 2401758"/>
              <a:gd name="connsiteY4745" fmla="*/ 483350 h 2400493"/>
              <a:gd name="connsiteX4746" fmla="*/ 343280 w 2401758"/>
              <a:gd name="connsiteY4746" fmla="*/ 514600 h 2400493"/>
              <a:gd name="connsiteX4747" fmla="*/ 312525 w 2401758"/>
              <a:gd name="connsiteY4747" fmla="*/ 545849 h 2400493"/>
              <a:gd name="connsiteX4748" fmla="*/ 280779 w 2401758"/>
              <a:gd name="connsiteY4748" fmla="*/ 514104 h 2400493"/>
              <a:gd name="connsiteX4749" fmla="*/ 312525 w 2401758"/>
              <a:gd name="connsiteY4749" fmla="*/ 483350 h 2400493"/>
              <a:gd name="connsiteX4750" fmla="*/ 244548 w 2401758"/>
              <a:gd name="connsiteY4750" fmla="*/ 483350 h 2400493"/>
              <a:gd name="connsiteX4751" fmla="*/ 265877 w 2401758"/>
              <a:gd name="connsiteY4751" fmla="*/ 492278 h 2400493"/>
              <a:gd name="connsiteX4752" fmla="*/ 273813 w 2401758"/>
              <a:gd name="connsiteY4752" fmla="*/ 514600 h 2400493"/>
              <a:gd name="connsiteX4753" fmla="*/ 264885 w 2401758"/>
              <a:gd name="connsiteY4753" fmla="*/ 537417 h 2400493"/>
              <a:gd name="connsiteX4754" fmla="*/ 242068 w 2401758"/>
              <a:gd name="connsiteY4754" fmla="*/ 545849 h 2400493"/>
              <a:gd name="connsiteX4755" fmla="*/ 220738 w 2401758"/>
              <a:gd name="connsiteY4755" fmla="*/ 536425 h 2400493"/>
              <a:gd name="connsiteX4756" fmla="*/ 212306 w 2401758"/>
              <a:gd name="connsiteY4756" fmla="*/ 513608 h 2400493"/>
              <a:gd name="connsiteX4757" fmla="*/ 221731 w 2401758"/>
              <a:gd name="connsiteY4757" fmla="*/ 492278 h 2400493"/>
              <a:gd name="connsiteX4758" fmla="*/ 244548 w 2401758"/>
              <a:gd name="connsiteY4758" fmla="*/ 483350 h 2400493"/>
              <a:gd name="connsiteX4759" fmla="*/ 2331323 w 2401758"/>
              <a:gd name="connsiteY4759" fmla="*/ 441188 h 2400493"/>
              <a:gd name="connsiteX4760" fmla="*/ 2337275 w 2401758"/>
              <a:gd name="connsiteY4760" fmla="*/ 445652 h 2400493"/>
              <a:gd name="connsiteX4761" fmla="*/ 2331819 w 2401758"/>
              <a:gd name="connsiteY4761" fmla="*/ 450613 h 2400493"/>
              <a:gd name="connsiteX4762" fmla="*/ 2326859 w 2401758"/>
              <a:gd name="connsiteY4762" fmla="*/ 445652 h 2400493"/>
              <a:gd name="connsiteX4763" fmla="*/ 2331323 w 2401758"/>
              <a:gd name="connsiteY4763" fmla="*/ 441188 h 2400493"/>
              <a:gd name="connsiteX4764" fmla="*/ 2264855 w 2401758"/>
              <a:gd name="connsiteY4764" fmla="*/ 439204 h 2400493"/>
              <a:gd name="connsiteX4765" fmla="*/ 2273287 w 2401758"/>
              <a:gd name="connsiteY4765" fmla="*/ 445652 h 2400493"/>
              <a:gd name="connsiteX4766" fmla="*/ 2265351 w 2401758"/>
              <a:gd name="connsiteY4766" fmla="*/ 453093 h 2400493"/>
              <a:gd name="connsiteX4767" fmla="*/ 2257911 w 2401758"/>
              <a:gd name="connsiteY4767" fmla="*/ 445652 h 2400493"/>
              <a:gd name="connsiteX4768" fmla="*/ 2264855 w 2401758"/>
              <a:gd name="connsiteY4768" fmla="*/ 439204 h 2400493"/>
              <a:gd name="connsiteX4769" fmla="*/ 2198388 w 2401758"/>
              <a:gd name="connsiteY4769" fmla="*/ 436228 h 2400493"/>
              <a:gd name="connsiteX4770" fmla="*/ 2207316 w 2401758"/>
              <a:gd name="connsiteY4770" fmla="*/ 446149 h 2400493"/>
              <a:gd name="connsiteX4771" fmla="*/ 2197891 w 2401758"/>
              <a:gd name="connsiteY4771" fmla="*/ 455573 h 2400493"/>
              <a:gd name="connsiteX4772" fmla="*/ 2188467 w 2401758"/>
              <a:gd name="connsiteY4772" fmla="*/ 446149 h 2400493"/>
              <a:gd name="connsiteX4773" fmla="*/ 2198388 w 2401758"/>
              <a:gd name="connsiteY4773" fmla="*/ 436228 h 2400493"/>
              <a:gd name="connsiteX4774" fmla="*/ 2128944 w 2401758"/>
              <a:gd name="connsiteY4774" fmla="*/ 433748 h 2400493"/>
              <a:gd name="connsiteX4775" fmla="*/ 2140848 w 2401758"/>
              <a:gd name="connsiteY4775" fmla="*/ 445653 h 2400493"/>
              <a:gd name="connsiteX4776" fmla="*/ 2128944 w 2401758"/>
              <a:gd name="connsiteY4776" fmla="*/ 457557 h 2400493"/>
              <a:gd name="connsiteX4777" fmla="*/ 2117039 w 2401758"/>
              <a:gd name="connsiteY4777" fmla="*/ 445653 h 2400493"/>
              <a:gd name="connsiteX4778" fmla="*/ 2128944 w 2401758"/>
              <a:gd name="connsiteY4778" fmla="*/ 433748 h 2400493"/>
              <a:gd name="connsiteX4779" fmla="*/ 2061485 w 2401758"/>
              <a:gd name="connsiteY4779" fmla="*/ 433748 h 2400493"/>
              <a:gd name="connsiteX4780" fmla="*/ 2074381 w 2401758"/>
              <a:gd name="connsiteY4780" fmla="*/ 445653 h 2400493"/>
              <a:gd name="connsiteX4781" fmla="*/ 2062973 w 2401758"/>
              <a:gd name="connsiteY4781" fmla="*/ 457557 h 2400493"/>
              <a:gd name="connsiteX4782" fmla="*/ 2050572 w 2401758"/>
              <a:gd name="connsiteY4782" fmla="*/ 446149 h 2400493"/>
              <a:gd name="connsiteX4783" fmla="*/ 2061485 w 2401758"/>
              <a:gd name="connsiteY4783" fmla="*/ 433748 h 2400493"/>
              <a:gd name="connsiteX4784" fmla="*/ 1996009 w 2401758"/>
              <a:gd name="connsiteY4784" fmla="*/ 431764 h 2400493"/>
              <a:gd name="connsiteX4785" fmla="*/ 2009898 w 2401758"/>
              <a:gd name="connsiteY4785" fmla="*/ 446149 h 2400493"/>
              <a:gd name="connsiteX4786" fmla="*/ 1995513 w 2401758"/>
              <a:gd name="connsiteY4786" fmla="*/ 460038 h 2400493"/>
              <a:gd name="connsiteX4787" fmla="*/ 1981624 w 2401758"/>
              <a:gd name="connsiteY4787" fmla="*/ 445653 h 2400493"/>
              <a:gd name="connsiteX4788" fmla="*/ 1996009 w 2401758"/>
              <a:gd name="connsiteY4788" fmla="*/ 431764 h 2400493"/>
              <a:gd name="connsiteX4789" fmla="*/ 1929045 w 2401758"/>
              <a:gd name="connsiteY4789" fmla="*/ 431268 h 2400493"/>
              <a:gd name="connsiteX4790" fmla="*/ 1943429 w 2401758"/>
              <a:gd name="connsiteY4790" fmla="*/ 445157 h 2400493"/>
              <a:gd name="connsiteX4791" fmla="*/ 1930037 w 2401758"/>
              <a:gd name="connsiteY4791" fmla="*/ 460038 h 2400493"/>
              <a:gd name="connsiteX4792" fmla="*/ 1915156 w 2401758"/>
              <a:gd name="connsiteY4792" fmla="*/ 445653 h 2400493"/>
              <a:gd name="connsiteX4793" fmla="*/ 1929045 w 2401758"/>
              <a:gd name="connsiteY4793" fmla="*/ 431268 h 2400493"/>
              <a:gd name="connsiteX4794" fmla="*/ 1793630 w 2401758"/>
              <a:gd name="connsiteY4794" fmla="*/ 429284 h 2400493"/>
              <a:gd name="connsiteX4795" fmla="*/ 1809999 w 2401758"/>
              <a:gd name="connsiteY4795" fmla="*/ 446149 h 2400493"/>
              <a:gd name="connsiteX4796" fmla="*/ 1793134 w 2401758"/>
              <a:gd name="connsiteY4796" fmla="*/ 462518 h 2400493"/>
              <a:gd name="connsiteX4797" fmla="*/ 1776765 w 2401758"/>
              <a:gd name="connsiteY4797" fmla="*/ 445653 h 2400493"/>
              <a:gd name="connsiteX4798" fmla="*/ 1793630 w 2401758"/>
              <a:gd name="connsiteY4798" fmla="*/ 429284 h 2400493"/>
              <a:gd name="connsiteX4799" fmla="*/ 1492 w 2401758"/>
              <a:gd name="connsiteY4799" fmla="*/ 429284 h 2400493"/>
              <a:gd name="connsiteX4800" fmla="*/ 2980 w 2401758"/>
              <a:gd name="connsiteY4800" fmla="*/ 430772 h 2400493"/>
              <a:gd name="connsiteX4801" fmla="*/ 7444 w 2401758"/>
              <a:gd name="connsiteY4801" fmla="*/ 445653 h 2400493"/>
              <a:gd name="connsiteX4802" fmla="*/ 3972 w 2401758"/>
              <a:gd name="connsiteY4802" fmla="*/ 458054 h 2400493"/>
              <a:gd name="connsiteX4803" fmla="*/ 2484 w 2401758"/>
              <a:gd name="connsiteY4803" fmla="*/ 462022 h 2400493"/>
              <a:gd name="connsiteX4804" fmla="*/ 996 w 2401758"/>
              <a:gd name="connsiteY4804" fmla="*/ 457061 h 2400493"/>
              <a:gd name="connsiteX4805" fmla="*/ 500 w 2401758"/>
              <a:gd name="connsiteY4805" fmla="*/ 445653 h 2400493"/>
              <a:gd name="connsiteX4806" fmla="*/ 500 w 2401758"/>
              <a:gd name="connsiteY4806" fmla="*/ 431268 h 2400493"/>
              <a:gd name="connsiteX4807" fmla="*/ 1492 w 2401758"/>
              <a:gd name="connsiteY4807" fmla="*/ 429284 h 2400493"/>
              <a:gd name="connsiteX4808" fmla="*/ 1858610 w 2401758"/>
              <a:gd name="connsiteY4808" fmla="*/ 429283 h 2400493"/>
              <a:gd name="connsiteX4809" fmla="*/ 1876467 w 2401758"/>
              <a:gd name="connsiteY4809" fmla="*/ 445156 h 2400493"/>
              <a:gd name="connsiteX4810" fmla="*/ 1860594 w 2401758"/>
              <a:gd name="connsiteY4810" fmla="*/ 462517 h 2400493"/>
              <a:gd name="connsiteX4811" fmla="*/ 1843233 w 2401758"/>
              <a:gd name="connsiteY4811" fmla="*/ 446148 h 2400493"/>
              <a:gd name="connsiteX4812" fmla="*/ 1858610 w 2401758"/>
              <a:gd name="connsiteY4812" fmla="*/ 429283 h 2400493"/>
              <a:gd name="connsiteX4813" fmla="*/ 1656726 w 2401758"/>
              <a:gd name="connsiteY4813" fmla="*/ 427299 h 2400493"/>
              <a:gd name="connsiteX4814" fmla="*/ 1676567 w 2401758"/>
              <a:gd name="connsiteY4814" fmla="*/ 445652 h 2400493"/>
              <a:gd name="connsiteX4815" fmla="*/ 1657718 w 2401758"/>
              <a:gd name="connsiteY4815" fmla="*/ 464997 h 2400493"/>
              <a:gd name="connsiteX4816" fmla="*/ 1638373 w 2401758"/>
              <a:gd name="connsiteY4816" fmla="*/ 446148 h 2400493"/>
              <a:gd name="connsiteX4817" fmla="*/ 1656726 w 2401758"/>
              <a:gd name="connsiteY4817" fmla="*/ 427299 h 2400493"/>
              <a:gd name="connsiteX4818" fmla="*/ 1726666 w 2401758"/>
              <a:gd name="connsiteY4818" fmla="*/ 426803 h 2400493"/>
              <a:gd name="connsiteX4819" fmla="*/ 1745515 w 2401758"/>
              <a:gd name="connsiteY4819" fmla="*/ 446148 h 2400493"/>
              <a:gd name="connsiteX4820" fmla="*/ 1726170 w 2401758"/>
              <a:gd name="connsiteY4820" fmla="*/ 464997 h 2400493"/>
              <a:gd name="connsiteX4821" fmla="*/ 1707817 w 2401758"/>
              <a:gd name="connsiteY4821" fmla="*/ 445156 h 2400493"/>
              <a:gd name="connsiteX4822" fmla="*/ 1726666 w 2401758"/>
              <a:gd name="connsiteY4822" fmla="*/ 426803 h 2400493"/>
              <a:gd name="connsiteX4823" fmla="*/ 1589763 w 2401758"/>
              <a:gd name="connsiteY4823" fmla="*/ 424323 h 2400493"/>
              <a:gd name="connsiteX4824" fmla="*/ 1604644 w 2401758"/>
              <a:gd name="connsiteY4824" fmla="*/ 430275 h 2400493"/>
              <a:gd name="connsiteX4825" fmla="*/ 1612580 w 2401758"/>
              <a:gd name="connsiteY4825" fmla="*/ 445652 h 2400493"/>
              <a:gd name="connsiteX4826" fmla="*/ 1605636 w 2401758"/>
              <a:gd name="connsiteY4826" fmla="*/ 460037 h 2400493"/>
              <a:gd name="connsiteX4827" fmla="*/ 1591251 w 2401758"/>
              <a:gd name="connsiteY4827" fmla="*/ 466485 h 2400493"/>
              <a:gd name="connsiteX4828" fmla="*/ 1576370 w 2401758"/>
              <a:gd name="connsiteY4828" fmla="*/ 460037 h 2400493"/>
              <a:gd name="connsiteX4829" fmla="*/ 1569922 w 2401758"/>
              <a:gd name="connsiteY4829" fmla="*/ 445156 h 2400493"/>
              <a:gd name="connsiteX4830" fmla="*/ 1575378 w 2401758"/>
              <a:gd name="connsiteY4830" fmla="*/ 431267 h 2400493"/>
              <a:gd name="connsiteX4831" fmla="*/ 1589763 w 2401758"/>
              <a:gd name="connsiteY4831" fmla="*/ 424323 h 2400493"/>
              <a:gd name="connsiteX4832" fmla="*/ 1524783 w 2401758"/>
              <a:gd name="connsiteY4832" fmla="*/ 424323 h 2400493"/>
              <a:gd name="connsiteX4833" fmla="*/ 1545616 w 2401758"/>
              <a:gd name="connsiteY4833" fmla="*/ 446644 h 2400493"/>
              <a:gd name="connsiteX4834" fmla="*/ 1523295 w 2401758"/>
              <a:gd name="connsiteY4834" fmla="*/ 467477 h 2400493"/>
              <a:gd name="connsiteX4835" fmla="*/ 1502958 w 2401758"/>
              <a:gd name="connsiteY4835" fmla="*/ 446148 h 2400493"/>
              <a:gd name="connsiteX4836" fmla="*/ 1524783 w 2401758"/>
              <a:gd name="connsiteY4836" fmla="*/ 424323 h 2400493"/>
              <a:gd name="connsiteX4837" fmla="*/ 1456828 w 2401758"/>
              <a:gd name="connsiteY4837" fmla="*/ 423332 h 2400493"/>
              <a:gd name="connsiteX4838" fmla="*/ 1473196 w 2401758"/>
              <a:gd name="connsiteY4838" fmla="*/ 429780 h 2400493"/>
              <a:gd name="connsiteX4839" fmla="*/ 1478653 w 2401758"/>
              <a:gd name="connsiteY4839" fmla="*/ 445157 h 2400493"/>
              <a:gd name="connsiteX4840" fmla="*/ 1473692 w 2401758"/>
              <a:gd name="connsiteY4840" fmla="*/ 460534 h 2400493"/>
              <a:gd name="connsiteX4841" fmla="*/ 1457323 w 2401758"/>
              <a:gd name="connsiteY4841" fmla="*/ 466982 h 2400493"/>
              <a:gd name="connsiteX4842" fmla="*/ 1440955 w 2401758"/>
              <a:gd name="connsiteY4842" fmla="*/ 460534 h 2400493"/>
              <a:gd name="connsiteX4843" fmla="*/ 1435498 w 2401758"/>
              <a:gd name="connsiteY4843" fmla="*/ 445157 h 2400493"/>
              <a:gd name="connsiteX4844" fmla="*/ 1441451 w 2401758"/>
              <a:gd name="connsiteY4844" fmla="*/ 429780 h 2400493"/>
              <a:gd name="connsiteX4845" fmla="*/ 1456828 w 2401758"/>
              <a:gd name="connsiteY4845" fmla="*/ 423332 h 2400493"/>
              <a:gd name="connsiteX4846" fmla="*/ 1388872 w 2401758"/>
              <a:gd name="connsiteY4846" fmla="*/ 422835 h 2400493"/>
              <a:gd name="connsiteX4847" fmla="*/ 1405737 w 2401758"/>
              <a:gd name="connsiteY4847" fmla="*/ 430772 h 2400493"/>
              <a:gd name="connsiteX4848" fmla="*/ 1412681 w 2401758"/>
              <a:gd name="connsiteY4848" fmla="*/ 446645 h 2400493"/>
              <a:gd name="connsiteX4849" fmla="*/ 1403753 w 2401758"/>
              <a:gd name="connsiteY4849" fmla="*/ 463014 h 2400493"/>
              <a:gd name="connsiteX4850" fmla="*/ 1388872 w 2401758"/>
              <a:gd name="connsiteY4850" fmla="*/ 469958 h 2400493"/>
              <a:gd name="connsiteX4851" fmla="*/ 1372007 w 2401758"/>
              <a:gd name="connsiteY4851" fmla="*/ 461525 h 2400493"/>
              <a:gd name="connsiteX4852" fmla="*/ 1365063 w 2401758"/>
              <a:gd name="connsiteY4852" fmla="*/ 445653 h 2400493"/>
              <a:gd name="connsiteX4853" fmla="*/ 1373991 w 2401758"/>
              <a:gd name="connsiteY4853" fmla="*/ 429284 h 2400493"/>
              <a:gd name="connsiteX4854" fmla="*/ 1388872 w 2401758"/>
              <a:gd name="connsiteY4854" fmla="*/ 422835 h 2400493"/>
              <a:gd name="connsiteX4855" fmla="*/ 1321908 w 2401758"/>
              <a:gd name="connsiteY4855" fmla="*/ 421843 h 2400493"/>
              <a:gd name="connsiteX4856" fmla="*/ 1345717 w 2401758"/>
              <a:gd name="connsiteY4856" fmla="*/ 446148 h 2400493"/>
              <a:gd name="connsiteX4857" fmla="*/ 1321908 w 2401758"/>
              <a:gd name="connsiteY4857" fmla="*/ 469462 h 2400493"/>
              <a:gd name="connsiteX4858" fmla="*/ 1298099 w 2401758"/>
              <a:gd name="connsiteY4858" fmla="*/ 445156 h 2400493"/>
              <a:gd name="connsiteX4859" fmla="*/ 1321908 w 2401758"/>
              <a:gd name="connsiteY4859" fmla="*/ 421843 h 2400493"/>
              <a:gd name="connsiteX4860" fmla="*/ 1254449 w 2401758"/>
              <a:gd name="connsiteY4860" fmla="*/ 421843 h 2400493"/>
              <a:gd name="connsiteX4861" fmla="*/ 1278755 w 2401758"/>
              <a:gd name="connsiteY4861" fmla="*/ 445652 h 2400493"/>
              <a:gd name="connsiteX4862" fmla="*/ 1254945 w 2401758"/>
              <a:gd name="connsiteY4862" fmla="*/ 469462 h 2400493"/>
              <a:gd name="connsiteX4863" fmla="*/ 1231136 w 2401758"/>
              <a:gd name="connsiteY4863" fmla="*/ 445156 h 2400493"/>
              <a:gd name="connsiteX4864" fmla="*/ 1254449 w 2401758"/>
              <a:gd name="connsiteY4864" fmla="*/ 421843 h 2400493"/>
              <a:gd name="connsiteX4865" fmla="*/ 1186989 w 2401758"/>
              <a:gd name="connsiteY4865" fmla="*/ 419363 h 2400493"/>
              <a:gd name="connsiteX4866" fmla="*/ 1205838 w 2401758"/>
              <a:gd name="connsiteY4866" fmla="*/ 430772 h 2400493"/>
              <a:gd name="connsiteX4867" fmla="*/ 1212287 w 2401758"/>
              <a:gd name="connsiteY4867" fmla="*/ 445652 h 2400493"/>
              <a:gd name="connsiteX4868" fmla="*/ 1201870 w 2401758"/>
              <a:gd name="connsiteY4868" fmla="*/ 464501 h 2400493"/>
              <a:gd name="connsiteX4869" fmla="*/ 1185997 w 2401758"/>
              <a:gd name="connsiteY4869" fmla="*/ 471942 h 2400493"/>
              <a:gd name="connsiteX4870" fmla="*/ 1166652 w 2401758"/>
              <a:gd name="connsiteY4870" fmla="*/ 461029 h 2400493"/>
              <a:gd name="connsiteX4871" fmla="*/ 1159708 w 2401758"/>
              <a:gd name="connsiteY4871" fmla="*/ 444660 h 2400493"/>
              <a:gd name="connsiteX4872" fmla="*/ 1171613 w 2401758"/>
              <a:gd name="connsiteY4872" fmla="*/ 425811 h 2400493"/>
              <a:gd name="connsiteX4873" fmla="*/ 1186989 w 2401758"/>
              <a:gd name="connsiteY4873" fmla="*/ 419363 h 2400493"/>
              <a:gd name="connsiteX4874" fmla="*/ 1120025 w 2401758"/>
              <a:gd name="connsiteY4874" fmla="*/ 419363 h 2400493"/>
              <a:gd name="connsiteX4875" fmla="*/ 1145819 w 2401758"/>
              <a:gd name="connsiteY4875" fmla="*/ 445653 h 2400493"/>
              <a:gd name="connsiteX4876" fmla="*/ 1120025 w 2401758"/>
              <a:gd name="connsiteY4876" fmla="*/ 471942 h 2400493"/>
              <a:gd name="connsiteX4877" fmla="*/ 1093240 w 2401758"/>
              <a:gd name="connsiteY4877" fmla="*/ 445653 h 2400493"/>
              <a:gd name="connsiteX4878" fmla="*/ 1120025 w 2401758"/>
              <a:gd name="connsiteY4878" fmla="*/ 419363 h 2400493"/>
              <a:gd name="connsiteX4879" fmla="*/ 1053062 w 2401758"/>
              <a:gd name="connsiteY4879" fmla="*/ 419363 h 2400493"/>
              <a:gd name="connsiteX4880" fmla="*/ 1071415 w 2401758"/>
              <a:gd name="connsiteY4880" fmla="*/ 427299 h 2400493"/>
              <a:gd name="connsiteX4881" fmla="*/ 1078856 w 2401758"/>
              <a:gd name="connsiteY4881" fmla="*/ 445652 h 2400493"/>
              <a:gd name="connsiteX4882" fmla="*/ 1071415 w 2401758"/>
              <a:gd name="connsiteY4882" fmla="*/ 464005 h 2400493"/>
              <a:gd name="connsiteX4883" fmla="*/ 1052070 w 2401758"/>
              <a:gd name="connsiteY4883" fmla="*/ 471942 h 2400493"/>
              <a:gd name="connsiteX4884" fmla="*/ 1033730 w 2401758"/>
              <a:gd name="connsiteY4884" fmla="*/ 464005 h 2400493"/>
              <a:gd name="connsiteX4885" fmla="*/ 1026290 w 2401758"/>
              <a:gd name="connsiteY4885" fmla="*/ 445652 h 2400493"/>
              <a:gd name="connsiteX4886" fmla="*/ 1033730 w 2401758"/>
              <a:gd name="connsiteY4886" fmla="*/ 427299 h 2400493"/>
              <a:gd name="connsiteX4887" fmla="*/ 1053062 w 2401758"/>
              <a:gd name="connsiteY4887" fmla="*/ 419363 h 2400493"/>
              <a:gd name="connsiteX4888" fmla="*/ 986131 w 2401758"/>
              <a:gd name="connsiteY4888" fmla="*/ 419363 h 2400493"/>
              <a:gd name="connsiteX4889" fmla="*/ 1004484 w 2401758"/>
              <a:gd name="connsiteY4889" fmla="*/ 427299 h 2400493"/>
              <a:gd name="connsiteX4890" fmla="*/ 1012421 w 2401758"/>
              <a:gd name="connsiteY4890" fmla="*/ 445652 h 2400493"/>
              <a:gd name="connsiteX4891" fmla="*/ 985635 w 2401758"/>
              <a:gd name="connsiteY4891" fmla="*/ 471942 h 2400493"/>
              <a:gd name="connsiteX4892" fmla="*/ 967283 w 2401758"/>
              <a:gd name="connsiteY4892" fmla="*/ 464005 h 2400493"/>
              <a:gd name="connsiteX4893" fmla="*/ 959347 w 2401758"/>
              <a:gd name="connsiteY4893" fmla="*/ 445652 h 2400493"/>
              <a:gd name="connsiteX4894" fmla="*/ 986131 w 2401758"/>
              <a:gd name="connsiteY4894" fmla="*/ 419363 h 2400493"/>
              <a:gd name="connsiteX4895" fmla="*/ 849720 w 2401758"/>
              <a:gd name="connsiteY4895" fmla="*/ 417379 h 2400493"/>
              <a:gd name="connsiteX4896" fmla="*/ 878986 w 2401758"/>
              <a:gd name="connsiteY4896" fmla="*/ 446149 h 2400493"/>
              <a:gd name="connsiteX4897" fmla="*/ 850713 w 2401758"/>
              <a:gd name="connsiteY4897" fmla="*/ 474422 h 2400493"/>
              <a:gd name="connsiteX4898" fmla="*/ 821942 w 2401758"/>
              <a:gd name="connsiteY4898" fmla="*/ 446149 h 2400493"/>
              <a:gd name="connsiteX4899" fmla="*/ 849720 w 2401758"/>
              <a:gd name="connsiteY4899" fmla="*/ 417379 h 2400493"/>
              <a:gd name="connsiteX4900" fmla="*/ 783266 w 2401758"/>
              <a:gd name="connsiteY4900" fmla="*/ 417379 h 2400493"/>
              <a:gd name="connsiteX4901" fmla="*/ 812531 w 2401758"/>
              <a:gd name="connsiteY4901" fmla="*/ 446644 h 2400493"/>
              <a:gd name="connsiteX4902" fmla="*/ 804097 w 2401758"/>
              <a:gd name="connsiteY4902" fmla="*/ 466485 h 2400493"/>
              <a:gd name="connsiteX4903" fmla="*/ 782770 w 2401758"/>
              <a:gd name="connsiteY4903" fmla="*/ 474918 h 2400493"/>
              <a:gd name="connsiteX4904" fmla="*/ 754991 w 2401758"/>
              <a:gd name="connsiteY4904" fmla="*/ 445652 h 2400493"/>
              <a:gd name="connsiteX4905" fmla="*/ 763424 w 2401758"/>
              <a:gd name="connsiteY4905" fmla="*/ 425315 h 2400493"/>
              <a:gd name="connsiteX4906" fmla="*/ 783266 w 2401758"/>
              <a:gd name="connsiteY4906" fmla="*/ 417379 h 2400493"/>
              <a:gd name="connsiteX4907" fmla="*/ 917195 w 2401758"/>
              <a:gd name="connsiteY4907" fmla="*/ 416883 h 2400493"/>
              <a:gd name="connsiteX4908" fmla="*/ 938027 w 2401758"/>
              <a:gd name="connsiteY4908" fmla="*/ 427300 h 2400493"/>
              <a:gd name="connsiteX4909" fmla="*/ 945963 w 2401758"/>
              <a:gd name="connsiteY4909" fmla="*/ 446149 h 2400493"/>
              <a:gd name="connsiteX4910" fmla="*/ 936043 w 2401758"/>
              <a:gd name="connsiteY4910" fmla="*/ 465990 h 2400493"/>
              <a:gd name="connsiteX4911" fmla="*/ 916699 w 2401758"/>
              <a:gd name="connsiteY4911" fmla="*/ 473926 h 2400493"/>
              <a:gd name="connsiteX4912" fmla="*/ 895866 w 2401758"/>
              <a:gd name="connsiteY4912" fmla="*/ 464006 h 2400493"/>
              <a:gd name="connsiteX4913" fmla="*/ 888425 w 2401758"/>
              <a:gd name="connsiteY4913" fmla="*/ 444661 h 2400493"/>
              <a:gd name="connsiteX4914" fmla="*/ 898842 w 2401758"/>
              <a:gd name="connsiteY4914" fmla="*/ 423828 h 2400493"/>
              <a:gd name="connsiteX4915" fmla="*/ 917195 w 2401758"/>
              <a:gd name="connsiteY4915" fmla="*/ 416883 h 2400493"/>
              <a:gd name="connsiteX4916" fmla="*/ 715293 w 2401758"/>
              <a:gd name="connsiteY4916" fmla="*/ 416882 h 2400493"/>
              <a:gd name="connsiteX4917" fmla="*/ 743069 w 2401758"/>
              <a:gd name="connsiteY4917" fmla="*/ 446148 h 2400493"/>
              <a:gd name="connsiteX4918" fmla="*/ 713805 w 2401758"/>
              <a:gd name="connsiteY4918" fmla="*/ 474918 h 2400493"/>
              <a:gd name="connsiteX4919" fmla="*/ 685532 w 2401758"/>
              <a:gd name="connsiteY4919" fmla="*/ 445652 h 2400493"/>
              <a:gd name="connsiteX4920" fmla="*/ 715293 w 2401758"/>
              <a:gd name="connsiteY4920" fmla="*/ 416882 h 2400493"/>
              <a:gd name="connsiteX4921" fmla="*/ 514886 w 2401758"/>
              <a:gd name="connsiteY4921" fmla="*/ 415891 h 2400493"/>
              <a:gd name="connsiteX4922" fmla="*/ 545640 w 2401758"/>
              <a:gd name="connsiteY4922" fmla="*/ 445653 h 2400493"/>
              <a:gd name="connsiteX4923" fmla="*/ 515382 w 2401758"/>
              <a:gd name="connsiteY4923" fmla="*/ 476902 h 2400493"/>
              <a:gd name="connsiteX4924" fmla="*/ 493059 w 2401758"/>
              <a:gd name="connsiteY4924" fmla="*/ 468470 h 2400493"/>
              <a:gd name="connsiteX4925" fmla="*/ 484131 w 2401758"/>
              <a:gd name="connsiteY4925" fmla="*/ 447141 h 2400493"/>
              <a:gd name="connsiteX4926" fmla="*/ 514886 w 2401758"/>
              <a:gd name="connsiteY4926" fmla="*/ 415891 h 2400493"/>
              <a:gd name="connsiteX4927" fmla="*/ 581344 w 2401758"/>
              <a:gd name="connsiteY4927" fmla="*/ 415395 h 2400493"/>
              <a:gd name="connsiteX4928" fmla="*/ 603665 w 2401758"/>
              <a:gd name="connsiteY4928" fmla="*/ 426804 h 2400493"/>
              <a:gd name="connsiteX4929" fmla="*/ 611601 w 2401758"/>
              <a:gd name="connsiteY4929" fmla="*/ 447141 h 2400493"/>
              <a:gd name="connsiteX4930" fmla="*/ 599697 w 2401758"/>
              <a:gd name="connsiteY4930" fmla="*/ 469462 h 2400493"/>
              <a:gd name="connsiteX4931" fmla="*/ 580352 w 2401758"/>
              <a:gd name="connsiteY4931" fmla="*/ 476902 h 2400493"/>
              <a:gd name="connsiteX4932" fmla="*/ 558030 w 2401758"/>
              <a:gd name="connsiteY4932" fmla="*/ 464998 h 2400493"/>
              <a:gd name="connsiteX4933" fmla="*/ 550094 w 2401758"/>
              <a:gd name="connsiteY4933" fmla="*/ 445653 h 2400493"/>
              <a:gd name="connsiteX4934" fmla="*/ 561503 w 2401758"/>
              <a:gd name="connsiteY4934" fmla="*/ 423827 h 2400493"/>
              <a:gd name="connsiteX4935" fmla="*/ 581344 w 2401758"/>
              <a:gd name="connsiteY4935" fmla="*/ 415395 h 2400493"/>
              <a:gd name="connsiteX4936" fmla="*/ 648355 w 2401758"/>
              <a:gd name="connsiteY4936" fmla="*/ 415394 h 2400493"/>
              <a:gd name="connsiteX4937" fmla="*/ 671666 w 2401758"/>
              <a:gd name="connsiteY4937" fmla="*/ 427795 h 2400493"/>
              <a:gd name="connsiteX4938" fmla="*/ 678609 w 2401758"/>
              <a:gd name="connsiteY4938" fmla="*/ 445652 h 2400493"/>
              <a:gd name="connsiteX4939" fmla="*/ 668194 w 2401758"/>
              <a:gd name="connsiteY4939" fmla="*/ 467973 h 2400493"/>
              <a:gd name="connsiteX4940" fmla="*/ 647859 w 2401758"/>
              <a:gd name="connsiteY4940" fmla="*/ 476902 h 2400493"/>
              <a:gd name="connsiteX4941" fmla="*/ 624547 w 2401758"/>
              <a:gd name="connsiteY4941" fmla="*/ 464501 h 2400493"/>
              <a:gd name="connsiteX4942" fmla="*/ 617107 w 2401758"/>
              <a:gd name="connsiteY4942" fmla="*/ 445156 h 2400493"/>
              <a:gd name="connsiteX4943" fmla="*/ 622563 w 2401758"/>
              <a:gd name="connsiteY4943" fmla="*/ 429779 h 2400493"/>
              <a:gd name="connsiteX4944" fmla="*/ 635955 w 2401758"/>
              <a:gd name="connsiteY4944" fmla="*/ 418867 h 2400493"/>
              <a:gd name="connsiteX4945" fmla="*/ 648355 w 2401758"/>
              <a:gd name="connsiteY4945" fmla="*/ 415394 h 2400493"/>
              <a:gd name="connsiteX4946" fmla="*/ 445964 w 2401758"/>
              <a:gd name="connsiteY4946" fmla="*/ 414899 h 2400493"/>
              <a:gd name="connsiteX4947" fmla="*/ 476719 w 2401758"/>
              <a:gd name="connsiteY4947" fmla="*/ 446148 h 2400493"/>
              <a:gd name="connsiteX4948" fmla="*/ 444476 w 2401758"/>
              <a:gd name="connsiteY4948" fmla="*/ 477398 h 2400493"/>
              <a:gd name="connsiteX4949" fmla="*/ 414215 w 2401758"/>
              <a:gd name="connsiteY4949" fmla="*/ 445156 h 2400493"/>
              <a:gd name="connsiteX4950" fmla="*/ 445964 w 2401758"/>
              <a:gd name="connsiteY4950" fmla="*/ 414899 h 2400493"/>
              <a:gd name="connsiteX4951" fmla="*/ 378980 w 2401758"/>
              <a:gd name="connsiteY4951" fmla="*/ 414899 h 2400493"/>
              <a:gd name="connsiteX4952" fmla="*/ 410231 w 2401758"/>
              <a:gd name="connsiteY4952" fmla="*/ 445652 h 2400493"/>
              <a:gd name="connsiteX4953" fmla="*/ 377988 w 2401758"/>
              <a:gd name="connsiteY4953" fmla="*/ 477398 h 2400493"/>
              <a:gd name="connsiteX4954" fmla="*/ 347233 w 2401758"/>
              <a:gd name="connsiteY4954" fmla="*/ 445652 h 2400493"/>
              <a:gd name="connsiteX4955" fmla="*/ 378980 w 2401758"/>
              <a:gd name="connsiteY4955" fmla="*/ 414899 h 2400493"/>
              <a:gd name="connsiteX4956" fmla="*/ 312992 w 2401758"/>
              <a:gd name="connsiteY4956" fmla="*/ 414403 h 2400493"/>
              <a:gd name="connsiteX4957" fmla="*/ 334321 w 2401758"/>
              <a:gd name="connsiteY4957" fmla="*/ 423331 h 2400493"/>
              <a:gd name="connsiteX4958" fmla="*/ 343249 w 2401758"/>
              <a:gd name="connsiteY4958" fmla="*/ 446149 h 2400493"/>
              <a:gd name="connsiteX4959" fmla="*/ 334321 w 2401758"/>
              <a:gd name="connsiteY4959" fmla="*/ 468470 h 2400493"/>
              <a:gd name="connsiteX4960" fmla="*/ 311504 w 2401758"/>
              <a:gd name="connsiteY4960" fmla="*/ 476902 h 2400493"/>
              <a:gd name="connsiteX4961" fmla="*/ 290174 w 2401758"/>
              <a:gd name="connsiteY4961" fmla="*/ 467478 h 2400493"/>
              <a:gd name="connsiteX4962" fmla="*/ 281246 w 2401758"/>
              <a:gd name="connsiteY4962" fmla="*/ 444661 h 2400493"/>
              <a:gd name="connsiteX4963" fmla="*/ 290174 w 2401758"/>
              <a:gd name="connsiteY4963" fmla="*/ 423331 h 2400493"/>
              <a:gd name="connsiteX4964" fmla="*/ 312992 w 2401758"/>
              <a:gd name="connsiteY4964" fmla="*/ 414403 h 2400493"/>
              <a:gd name="connsiteX4965" fmla="*/ 210344 w 2401758"/>
              <a:gd name="connsiteY4965" fmla="*/ 386129 h 2400493"/>
              <a:gd name="connsiteX4966" fmla="*/ 207368 w 2401758"/>
              <a:gd name="connsiteY4966" fmla="*/ 388609 h 2400493"/>
              <a:gd name="connsiteX4967" fmla="*/ 186534 w 2401758"/>
              <a:gd name="connsiteY4967" fmla="*/ 409938 h 2400493"/>
              <a:gd name="connsiteX4968" fmla="*/ 183558 w 2401758"/>
              <a:gd name="connsiteY4968" fmla="*/ 411426 h 2400493"/>
              <a:gd name="connsiteX4969" fmla="*/ 181574 w 2401758"/>
              <a:gd name="connsiteY4969" fmla="*/ 413906 h 2400493"/>
              <a:gd name="connsiteX4970" fmla="*/ 183558 w 2401758"/>
              <a:gd name="connsiteY4970" fmla="*/ 414898 h 2400493"/>
              <a:gd name="connsiteX4971" fmla="*/ 207368 w 2401758"/>
              <a:gd name="connsiteY4971" fmla="*/ 438212 h 2400493"/>
              <a:gd name="connsiteX4972" fmla="*/ 209352 w 2401758"/>
              <a:gd name="connsiteY4972" fmla="*/ 442180 h 2400493"/>
              <a:gd name="connsiteX4973" fmla="*/ 210840 w 2401758"/>
              <a:gd name="connsiteY4973" fmla="*/ 443668 h 2400493"/>
              <a:gd name="connsiteX4974" fmla="*/ 211832 w 2401758"/>
              <a:gd name="connsiteY4974" fmla="*/ 441684 h 2400493"/>
              <a:gd name="connsiteX4975" fmla="*/ 238121 w 2401758"/>
              <a:gd name="connsiteY4975" fmla="*/ 414898 h 2400493"/>
              <a:gd name="connsiteX4976" fmla="*/ 240601 w 2401758"/>
              <a:gd name="connsiteY4976" fmla="*/ 413906 h 2400493"/>
              <a:gd name="connsiteX4977" fmla="*/ 239113 w 2401758"/>
              <a:gd name="connsiteY4977" fmla="*/ 412418 h 2400493"/>
              <a:gd name="connsiteX4978" fmla="*/ 233161 w 2401758"/>
              <a:gd name="connsiteY4978" fmla="*/ 409938 h 2400493"/>
              <a:gd name="connsiteX4979" fmla="*/ 212328 w 2401758"/>
              <a:gd name="connsiteY4979" fmla="*/ 388609 h 2400493"/>
              <a:gd name="connsiteX4980" fmla="*/ 210344 w 2401758"/>
              <a:gd name="connsiteY4980" fmla="*/ 386129 h 2400493"/>
              <a:gd name="connsiteX4981" fmla="*/ 142389 w 2401758"/>
              <a:gd name="connsiteY4981" fmla="*/ 385633 h 2400493"/>
              <a:gd name="connsiteX4982" fmla="*/ 140405 w 2401758"/>
              <a:gd name="connsiteY4982" fmla="*/ 388113 h 2400493"/>
              <a:gd name="connsiteX4983" fmla="*/ 133957 w 2401758"/>
              <a:gd name="connsiteY4983" fmla="*/ 401010 h 2400493"/>
              <a:gd name="connsiteX4984" fmla="*/ 117588 w 2401758"/>
              <a:gd name="connsiteY4984" fmla="*/ 410434 h 2400493"/>
              <a:gd name="connsiteX4985" fmla="*/ 114612 w 2401758"/>
              <a:gd name="connsiteY4985" fmla="*/ 413410 h 2400493"/>
              <a:gd name="connsiteX4986" fmla="*/ 117588 w 2401758"/>
              <a:gd name="connsiteY4986" fmla="*/ 414402 h 2400493"/>
              <a:gd name="connsiteX4987" fmla="*/ 138421 w 2401758"/>
              <a:gd name="connsiteY4987" fmla="*/ 432259 h 2400493"/>
              <a:gd name="connsiteX4988" fmla="*/ 140405 w 2401758"/>
              <a:gd name="connsiteY4988" fmla="*/ 438708 h 2400493"/>
              <a:gd name="connsiteX4989" fmla="*/ 143381 w 2401758"/>
              <a:gd name="connsiteY4989" fmla="*/ 442180 h 2400493"/>
              <a:gd name="connsiteX4990" fmla="*/ 145365 w 2401758"/>
              <a:gd name="connsiteY4990" fmla="*/ 437716 h 2400493"/>
              <a:gd name="connsiteX4991" fmla="*/ 169175 w 2401758"/>
              <a:gd name="connsiteY4991" fmla="*/ 414402 h 2400493"/>
              <a:gd name="connsiteX4992" fmla="*/ 171158 w 2401758"/>
              <a:gd name="connsiteY4992" fmla="*/ 413410 h 2400493"/>
              <a:gd name="connsiteX4993" fmla="*/ 169175 w 2401758"/>
              <a:gd name="connsiteY4993" fmla="*/ 410930 h 2400493"/>
              <a:gd name="connsiteX4994" fmla="*/ 166198 w 2401758"/>
              <a:gd name="connsiteY4994" fmla="*/ 409442 h 2400493"/>
              <a:gd name="connsiteX4995" fmla="*/ 144869 w 2401758"/>
              <a:gd name="connsiteY4995" fmla="*/ 388113 h 2400493"/>
              <a:gd name="connsiteX4996" fmla="*/ 142389 w 2401758"/>
              <a:gd name="connsiteY4996" fmla="*/ 385633 h 2400493"/>
              <a:gd name="connsiteX4997" fmla="*/ 76915 w 2401758"/>
              <a:gd name="connsiteY4997" fmla="*/ 385137 h 2400493"/>
              <a:gd name="connsiteX4998" fmla="*/ 74434 w 2401758"/>
              <a:gd name="connsiteY4998" fmla="*/ 389105 h 2400493"/>
              <a:gd name="connsiteX4999" fmla="*/ 53601 w 2401758"/>
              <a:gd name="connsiteY4999" fmla="*/ 410434 h 2400493"/>
              <a:gd name="connsiteX5000" fmla="*/ 51617 w 2401758"/>
              <a:gd name="connsiteY5000" fmla="*/ 410930 h 2400493"/>
              <a:gd name="connsiteX5001" fmla="*/ 48641 w 2401758"/>
              <a:gd name="connsiteY5001" fmla="*/ 414402 h 2400493"/>
              <a:gd name="connsiteX5002" fmla="*/ 51617 w 2401758"/>
              <a:gd name="connsiteY5002" fmla="*/ 415394 h 2400493"/>
              <a:gd name="connsiteX5003" fmla="*/ 71954 w 2401758"/>
              <a:gd name="connsiteY5003" fmla="*/ 432259 h 2400493"/>
              <a:gd name="connsiteX5004" fmla="*/ 74434 w 2401758"/>
              <a:gd name="connsiteY5004" fmla="*/ 439700 h 2400493"/>
              <a:gd name="connsiteX5005" fmla="*/ 76915 w 2401758"/>
              <a:gd name="connsiteY5005" fmla="*/ 441188 h 2400493"/>
              <a:gd name="connsiteX5006" fmla="*/ 79395 w 2401758"/>
              <a:gd name="connsiteY5006" fmla="*/ 439204 h 2400493"/>
              <a:gd name="connsiteX5007" fmla="*/ 103203 w 2401758"/>
              <a:gd name="connsiteY5007" fmla="*/ 414898 h 2400493"/>
              <a:gd name="connsiteX5008" fmla="*/ 105187 w 2401758"/>
              <a:gd name="connsiteY5008" fmla="*/ 413906 h 2400493"/>
              <a:gd name="connsiteX5009" fmla="*/ 103203 w 2401758"/>
              <a:gd name="connsiteY5009" fmla="*/ 411426 h 2400493"/>
              <a:gd name="connsiteX5010" fmla="*/ 100227 w 2401758"/>
              <a:gd name="connsiteY5010" fmla="*/ 409938 h 2400493"/>
              <a:gd name="connsiteX5011" fmla="*/ 79395 w 2401758"/>
              <a:gd name="connsiteY5011" fmla="*/ 388609 h 2400493"/>
              <a:gd name="connsiteX5012" fmla="*/ 76915 w 2401758"/>
              <a:gd name="connsiteY5012" fmla="*/ 385137 h 2400493"/>
              <a:gd name="connsiteX5013" fmla="*/ 2398286 w 2401758"/>
              <a:gd name="connsiteY5013" fmla="*/ 376705 h 2400493"/>
              <a:gd name="connsiteX5014" fmla="*/ 2401758 w 2401758"/>
              <a:gd name="connsiteY5014" fmla="*/ 378689 h 2400493"/>
              <a:gd name="connsiteX5015" fmla="*/ 2398286 w 2401758"/>
              <a:gd name="connsiteY5015" fmla="*/ 381169 h 2400493"/>
              <a:gd name="connsiteX5016" fmla="*/ 2395806 w 2401758"/>
              <a:gd name="connsiteY5016" fmla="*/ 379681 h 2400493"/>
              <a:gd name="connsiteX5017" fmla="*/ 2398286 w 2401758"/>
              <a:gd name="connsiteY5017" fmla="*/ 376705 h 2400493"/>
              <a:gd name="connsiteX5018" fmla="*/ 2331819 w 2401758"/>
              <a:gd name="connsiteY5018" fmla="*/ 373233 h 2400493"/>
              <a:gd name="connsiteX5019" fmla="*/ 2335787 w 2401758"/>
              <a:gd name="connsiteY5019" fmla="*/ 379185 h 2400493"/>
              <a:gd name="connsiteX5020" fmla="*/ 2331323 w 2401758"/>
              <a:gd name="connsiteY5020" fmla="*/ 383650 h 2400493"/>
              <a:gd name="connsiteX5021" fmla="*/ 2326363 w 2401758"/>
              <a:gd name="connsiteY5021" fmla="*/ 378193 h 2400493"/>
              <a:gd name="connsiteX5022" fmla="*/ 2331819 w 2401758"/>
              <a:gd name="connsiteY5022" fmla="*/ 373233 h 2400493"/>
              <a:gd name="connsiteX5023" fmla="*/ 2264359 w 2401758"/>
              <a:gd name="connsiteY5023" fmla="*/ 371744 h 2400493"/>
              <a:gd name="connsiteX5024" fmla="*/ 2271799 w 2401758"/>
              <a:gd name="connsiteY5024" fmla="*/ 378688 h 2400493"/>
              <a:gd name="connsiteX5025" fmla="*/ 2265351 w 2401758"/>
              <a:gd name="connsiteY5025" fmla="*/ 386129 h 2400493"/>
              <a:gd name="connsiteX5026" fmla="*/ 2257414 w 2401758"/>
              <a:gd name="connsiteY5026" fmla="*/ 379680 h 2400493"/>
              <a:gd name="connsiteX5027" fmla="*/ 2264359 w 2401758"/>
              <a:gd name="connsiteY5027" fmla="*/ 371744 h 2400493"/>
              <a:gd name="connsiteX5028" fmla="*/ 2197892 w 2401758"/>
              <a:gd name="connsiteY5028" fmla="*/ 369760 h 2400493"/>
              <a:gd name="connsiteX5029" fmla="*/ 2207316 w 2401758"/>
              <a:gd name="connsiteY5029" fmla="*/ 379185 h 2400493"/>
              <a:gd name="connsiteX5030" fmla="*/ 2197892 w 2401758"/>
              <a:gd name="connsiteY5030" fmla="*/ 388609 h 2400493"/>
              <a:gd name="connsiteX5031" fmla="*/ 2187971 w 2401758"/>
              <a:gd name="connsiteY5031" fmla="*/ 378688 h 2400493"/>
              <a:gd name="connsiteX5032" fmla="*/ 2197892 w 2401758"/>
              <a:gd name="connsiteY5032" fmla="*/ 369760 h 2400493"/>
              <a:gd name="connsiteX5033" fmla="*/ 2129440 w 2401758"/>
              <a:gd name="connsiteY5033" fmla="*/ 367280 h 2400493"/>
              <a:gd name="connsiteX5034" fmla="*/ 2140849 w 2401758"/>
              <a:gd name="connsiteY5034" fmla="*/ 379681 h 2400493"/>
              <a:gd name="connsiteX5035" fmla="*/ 2128448 w 2401758"/>
              <a:gd name="connsiteY5035" fmla="*/ 391089 h 2400493"/>
              <a:gd name="connsiteX5036" fmla="*/ 2117039 w 2401758"/>
              <a:gd name="connsiteY5036" fmla="*/ 378689 h 2400493"/>
              <a:gd name="connsiteX5037" fmla="*/ 2129440 w 2401758"/>
              <a:gd name="connsiteY5037" fmla="*/ 367280 h 2400493"/>
              <a:gd name="connsiteX5038" fmla="*/ 2062973 w 2401758"/>
              <a:gd name="connsiteY5038" fmla="*/ 367280 h 2400493"/>
              <a:gd name="connsiteX5039" fmla="*/ 2074381 w 2401758"/>
              <a:gd name="connsiteY5039" fmla="*/ 379185 h 2400493"/>
              <a:gd name="connsiteX5040" fmla="*/ 2062477 w 2401758"/>
              <a:gd name="connsiteY5040" fmla="*/ 391089 h 2400493"/>
              <a:gd name="connsiteX5041" fmla="*/ 2050572 w 2401758"/>
              <a:gd name="connsiteY5041" fmla="*/ 379681 h 2400493"/>
              <a:gd name="connsiteX5042" fmla="*/ 2062973 w 2401758"/>
              <a:gd name="connsiteY5042" fmla="*/ 367280 h 2400493"/>
              <a:gd name="connsiteX5043" fmla="*/ 1995513 w 2401758"/>
              <a:gd name="connsiteY5043" fmla="*/ 365296 h 2400493"/>
              <a:gd name="connsiteX5044" fmla="*/ 2009898 w 2401758"/>
              <a:gd name="connsiteY5044" fmla="*/ 379185 h 2400493"/>
              <a:gd name="connsiteX5045" fmla="*/ 1996009 w 2401758"/>
              <a:gd name="connsiteY5045" fmla="*/ 393570 h 2400493"/>
              <a:gd name="connsiteX5046" fmla="*/ 1981624 w 2401758"/>
              <a:gd name="connsiteY5046" fmla="*/ 379681 h 2400493"/>
              <a:gd name="connsiteX5047" fmla="*/ 1995513 w 2401758"/>
              <a:gd name="connsiteY5047" fmla="*/ 365296 h 2400493"/>
              <a:gd name="connsiteX5048" fmla="*/ 1922597 w 2401758"/>
              <a:gd name="connsiteY5048" fmla="*/ 365296 h 2400493"/>
              <a:gd name="connsiteX5049" fmla="*/ 1935989 w 2401758"/>
              <a:gd name="connsiteY5049" fmla="*/ 365792 h 2400493"/>
              <a:gd name="connsiteX5050" fmla="*/ 1943430 w 2401758"/>
              <a:gd name="connsiteY5050" fmla="*/ 380177 h 2400493"/>
              <a:gd name="connsiteX5051" fmla="*/ 1929541 w 2401758"/>
              <a:gd name="connsiteY5051" fmla="*/ 393073 h 2400493"/>
              <a:gd name="connsiteX5052" fmla="*/ 1915156 w 2401758"/>
              <a:gd name="connsiteY5052" fmla="*/ 380673 h 2400493"/>
              <a:gd name="connsiteX5053" fmla="*/ 1915156 w 2401758"/>
              <a:gd name="connsiteY5053" fmla="*/ 373728 h 2400493"/>
              <a:gd name="connsiteX5054" fmla="*/ 1922597 w 2401758"/>
              <a:gd name="connsiteY5054" fmla="*/ 365296 h 2400493"/>
              <a:gd name="connsiteX5055" fmla="*/ 1859105 w 2401758"/>
              <a:gd name="connsiteY5055" fmla="*/ 362320 h 2400493"/>
              <a:gd name="connsiteX5056" fmla="*/ 1876466 w 2401758"/>
              <a:gd name="connsiteY5056" fmla="*/ 379681 h 2400493"/>
              <a:gd name="connsiteX5057" fmla="*/ 1870018 w 2401758"/>
              <a:gd name="connsiteY5057" fmla="*/ 391585 h 2400493"/>
              <a:gd name="connsiteX5058" fmla="*/ 1858610 w 2401758"/>
              <a:gd name="connsiteY5058" fmla="*/ 396050 h 2400493"/>
              <a:gd name="connsiteX5059" fmla="*/ 1847201 w 2401758"/>
              <a:gd name="connsiteY5059" fmla="*/ 389601 h 2400493"/>
              <a:gd name="connsiteX5060" fmla="*/ 1842737 w 2401758"/>
              <a:gd name="connsiteY5060" fmla="*/ 379185 h 2400493"/>
              <a:gd name="connsiteX5061" fmla="*/ 1848689 w 2401758"/>
              <a:gd name="connsiteY5061" fmla="*/ 367280 h 2400493"/>
              <a:gd name="connsiteX5062" fmla="*/ 1859105 w 2401758"/>
              <a:gd name="connsiteY5062" fmla="*/ 362320 h 2400493"/>
              <a:gd name="connsiteX5063" fmla="*/ 1786685 w 2401758"/>
              <a:gd name="connsiteY5063" fmla="*/ 361824 h 2400493"/>
              <a:gd name="connsiteX5064" fmla="*/ 1802062 w 2401758"/>
              <a:gd name="connsiteY5064" fmla="*/ 361824 h 2400493"/>
              <a:gd name="connsiteX5065" fmla="*/ 1810495 w 2401758"/>
              <a:gd name="connsiteY5065" fmla="*/ 374720 h 2400493"/>
              <a:gd name="connsiteX5066" fmla="*/ 1810495 w 2401758"/>
              <a:gd name="connsiteY5066" fmla="*/ 380673 h 2400493"/>
              <a:gd name="connsiteX5067" fmla="*/ 1806526 w 2401758"/>
              <a:gd name="connsiteY5067" fmla="*/ 391089 h 2400493"/>
              <a:gd name="connsiteX5068" fmla="*/ 1796110 w 2401758"/>
              <a:gd name="connsiteY5068" fmla="*/ 395058 h 2400493"/>
              <a:gd name="connsiteX5069" fmla="*/ 1792141 w 2401758"/>
              <a:gd name="connsiteY5069" fmla="*/ 395554 h 2400493"/>
              <a:gd name="connsiteX5070" fmla="*/ 1779741 w 2401758"/>
              <a:gd name="connsiteY5070" fmla="*/ 390593 h 2400493"/>
              <a:gd name="connsiteX5071" fmla="*/ 1776765 w 2401758"/>
              <a:gd name="connsiteY5071" fmla="*/ 382161 h 2400493"/>
              <a:gd name="connsiteX5072" fmla="*/ 1780237 w 2401758"/>
              <a:gd name="connsiteY5072" fmla="*/ 366784 h 2400493"/>
              <a:gd name="connsiteX5073" fmla="*/ 1786685 w 2401758"/>
              <a:gd name="connsiteY5073" fmla="*/ 361824 h 2400493"/>
              <a:gd name="connsiteX5074" fmla="*/ 1725674 w 2401758"/>
              <a:gd name="connsiteY5074" fmla="*/ 360832 h 2400493"/>
              <a:gd name="connsiteX5075" fmla="*/ 1739563 w 2401758"/>
              <a:gd name="connsiteY5075" fmla="*/ 366288 h 2400493"/>
              <a:gd name="connsiteX5076" fmla="*/ 1745019 w 2401758"/>
              <a:gd name="connsiteY5076" fmla="*/ 379185 h 2400493"/>
              <a:gd name="connsiteX5077" fmla="*/ 1740555 w 2401758"/>
              <a:gd name="connsiteY5077" fmla="*/ 392578 h 2400493"/>
              <a:gd name="connsiteX5078" fmla="*/ 1726666 w 2401758"/>
              <a:gd name="connsiteY5078" fmla="*/ 399026 h 2400493"/>
              <a:gd name="connsiteX5079" fmla="*/ 1712777 w 2401758"/>
              <a:gd name="connsiteY5079" fmla="*/ 392082 h 2400493"/>
              <a:gd name="connsiteX5080" fmla="*/ 1707321 w 2401758"/>
              <a:gd name="connsiteY5080" fmla="*/ 379185 h 2400493"/>
              <a:gd name="connsiteX5081" fmla="*/ 1712777 w 2401758"/>
              <a:gd name="connsiteY5081" fmla="*/ 366288 h 2400493"/>
              <a:gd name="connsiteX5082" fmla="*/ 1725674 w 2401758"/>
              <a:gd name="connsiteY5082" fmla="*/ 360832 h 2400493"/>
              <a:gd name="connsiteX5083" fmla="*/ 1490 w 2401758"/>
              <a:gd name="connsiteY5083" fmla="*/ 360336 h 2400493"/>
              <a:gd name="connsiteX5084" fmla="*/ 5954 w 2401758"/>
              <a:gd name="connsiteY5084" fmla="*/ 370753 h 2400493"/>
              <a:gd name="connsiteX5085" fmla="*/ 2978 w 2401758"/>
              <a:gd name="connsiteY5085" fmla="*/ 396546 h 2400493"/>
              <a:gd name="connsiteX5086" fmla="*/ 1490 w 2401758"/>
              <a:gd name="connsiteY5086" fmla="*/ 397538 h 2400493"/>
              <a:gd name="connsiteX5087" fmla="*/ 498 w 2401758"/>
              <a:gd name="connsiteY5087" fmla="*/ 395554 h 2400493"/>
              <a:gd name="connsiteX5088" fmla="*/ 498 w 2401758"/>
              <a:gd name="connsiteY5088" fmla="*/ 377697 h 2400493"/>
              <a:gd name="connsiteX5089" fmla="*/ 498 w 2401758"/>
              <a:gd name="connsiteY5089" fmla="*/ 371745 h 2400493"/>
              <a:gd name="connsiteX5090" fmla="*/ 1490 w 2401758"/>
              <a:gd name="connsiteY5090" fmla="*/ 360336 h 2400493"/>
              <a:gd name="connsiteX5091" fmla="*/ 1657222 w 2401758"/>
              <a:gd name="connsiteY5091" fmla="*/ 359840 h 2400493"/>
              <a:gd name="connsiteX5092" fmla="*/ 1676567 w 2401758"/>
              <a:gd name="connsiteY5092" fmla="*/ 379185 h 2400493"/>
              <a:gd name="connsiteX5093" fmla="*/ 1657222 w 2401758"/>
              <a:gd name="connsiteY5093" fmla="*/ 398034 h 2400493"/>
              <a:gd name="connsiteX5094" fmla="*/ 1638373 w 2401758"/>
              <a:gd name="connsiteY5094" fmla="*/ 378193 h 2400493"/>
              <a:gd name="connsiteX5095" fmla="*/ 1657222 w 2401758"/>
              <a:gd name="connsiteY5095" fmla="*/ 359840 h 2400493"/>
              <a:gd name="connsiteX5096" fmla="*/ 1590259 w 2401758"/>
              <a:gd name="connsiteY5096" fmla="*/ 358848 h 2400493"/>
              <a:gd name="connsiteX5097" fmla="*/ 1605140 w 2401758"/>
              <a:gd name="connsiteY5097" fmla="*/ 365296 h 2400493"/>
              <a:gd name="connsiteX5098" fmla="*/ 1612580 w 2401758"/>
              <a:gd name="connsiteY5098" fmla="*/ 379185 h 2400493"/>
              <a:gd name="connsiteX5099" fmla="*/ 1605140 w 2401758"/>
              <a:gd name="connsiteY5099" fmla="*/ 394066 h 2400493"/>
              <a:gd name="connsiteX5100" fmla="*/ 1590259 w 2401758"/>
              <a:gd name="connsiteY5100" fmla="*/ 400514 h 2400493"/>
              <a:gd name="connsiteX5101" fmla="*/ 1575874 w 2401758"/>
              <a:gd name="connsiteY5101" fmla="*/ 394066 h 2400493"/>
              <a:gd name="connsiteX5102" fmla="*/ 1569922 w 2401758"/>
              <a:gd name="connsiteY5102" fmla="*/ 379185 h 2400493"/>
              <a:gd name="connsiteX5103" fmla="*/ 1575874 w 2401758"/>
              <a:gd name="connsiteY5103" fmla="*/ 365296 h 2400493"/>
              <a:gd name="connsiteX5104" fmla="*/ 1590259 w 2401758"/>
              <a:gd name="connsiteY5104" fmla="*/ 358848 h 2400493"/>
              <a:gd name="connsiteX5105" fmla="*/ 1524287 w 2401758"/>
              <a:gd name="connsiteY5105" fmla="*/ 357360 h 2400493"/>
              <a:gd name="connsiteX5106" fmla="*/ 1545616 w 2401758"/>
              <a:gd name="connsiteY5106" fmla="*/ 379185 h 2400493"/>
              <a:gd name="connsiteX5107" fmla="*/ 1523791 w 2401758"/>
              <a:gd name="connsiteY5107" fmla="*/ 400514 h 2400493"/>
              <a:gd name="connsiteX5108" fmla="*/ 1502958 w 2401758"/>
              <a:gd name="connsiteY5108" fmla="*/ 378193 h 2400493"/>
              <a:gd name="connsiteX5109" fmla="*/ 1524287 w 2401758"/>
              <a:gd name="connsiteY5109" fmla="*/ 357360 h 2400493"/>
              <a:gd name="connsiteX5110" fmla="*/ 1458316 w 2401758"/>
              <a:gd name="connsiteY5110" fmla="*/ 356864 h 2400493"/>
              <a:gd name="connsiteX5111" fmla="*/ 1473197 w 2401758"/>
              <a:gd name="connsiteY5111" fmla="*/ 363312 h 2400493"/>
              <a:gd name="connsiteX5112" fmla="*/ 1478653 w 2401758"/>
              <a:gd name="connsiteY5112" fmla="*/ 378689 h 2400493"/>
              <a:gd name="connsiteX5113" fmla="*/ 1472701 w 2401758"/>
              <a:gd name="connsiteY5113" fmla="*/ 394066 h 2400493"/>
              <a:gd name="connsiteX5114" fmla="*/ 1456828 w 2401758"/>
              <a:gd name="connsiteY5114" fmla="*/ 400018 h 2400493"/>
              <a:gd name="connsiteX5115" fmla="*/ 1441451 w 2401758"/>
              <a:gd name="connsiteY5115" fmla="*/ 394562 h 2400493"/>
              <a:gd name="connsiteX5116" fmla="*/ 1435499 w 2401758"/>
              <a:gd name="connsiteY5116" fmla="*/ 378193 h 2400493"/>
              <a:gd name="connsiteX5117" fmla="*/ 1441947 w 2401758"/>
              <a:gd name="connsiteY5117" fmla="*/ 362816 h 2400493"/>
              <a:gd name="connsiteX5118" fmla="*/ 1458316 w 2401758"/>
              <a:gd name="connsiteY5118" fmla="*/ 356864 h 2400493"/>
              <a:gd name="connsiteX5119" fmla="*/ 1321412 w 2401758"/>
              <a:gd name="connsiteY5119" fmla="*/ 355872 h 2400493"/>
              <a:gd name="connsiteX5120" fmla="*/ 1345717 w 2401758"/>
              <a:gd name="connsiteY5120" fmla="*/ 379185 h 2400493"/>
              <a:gd name="connsiteX5121" fmla="*/ 1321412 w 2401758"/>
              <a:gd name="connsiteY5121" fmla="*/ 402994 h 2400493"/>
              <a:gd name="connsiteX5122" fmla="*/ 1298099 w 2401758"/>
              <a:gd name="connsiteY5122" fmla="*/ 378689 h 2400493"/>
              <a:gd name="connsiteX5123" fmla="*/ 1321412 w 2401758"/>
              <a:gd name="connsiteY5123" fmla="*/ 355872 h 2400493"/>
              <a:gd name="connsiteX5124" fmla="*/ 1387880 w 2401758"/>
              <a:gd name="connsiteY5124" fmla="*/ 355375 h 2400493"/>
              <a:gd name="connsiteX5125" fmla="*/ 1412186 w 2401758"/>
              <a:gd name="connsiteY5125" fmla="*/ 379185 h 2400493"/>
              <a:gd name="connsiteX5126" fmla="*/ 1388872 w 2401758"/>
              <a:gd name="connsiteY5126" fmla="*/ 402994 h 2400493"/>
              <a:gd name="connsiteX5127" fmla="*/ 1364567 w 2401758"/>
              <a:gd name="connsiteY5127" fmla="*/ 379185 h 2400493"/>
              <a:gd name="connsiteX5128" fmla="*/ 1387880 w 2401758"/>
              <a:gd name="connsiteY5128" fmla="*/ 355375 h 2400493"/>
              <a:gd name="connsiteX5129" fmla="*/ 1254945 w 2401758"/>
              <a:gd name="connsiteY5129" fmla="*/ 354384 h 2400493"/>
              <a:gd name="connsiteX5130" fmla="*/ 1278755 w 2401758"/>
              <a:gd name="connsiteY5130" fmla="*/ 379185 h 2400493"/>
              <a:gd name="connsiteX5131" fmla="*/ 1254449 w 2401758"/>
              <a:gd name="connsiteY5131" fmla="*/ 402499 h 2400493"/>
              <a:gd name="connsiteX5132" fmla="*/ 1231136 w 2401758"/>
              <a:gd name="connsiteY5132" fmla="*/ 377697 h 2400493"/>
              <a:gd name="connsiteX5133" fmla="*/ 1237584 w 2401758"/>
              <a:gd name="connsiteY5133" fmla="*/ 361328 h 2400493"/>
              <a:gd name="connsiteX5134" fmla="*/ 1254945 w 2401758"/>
              <a:gd name="connsiteY5134" fmla="*/ 354384 h 2400493"/>
              <a:gd name="connsiteX5135" fmla="*/ 1186989 w 2401758"/>
              <a:gd name="connsiteY5135" fmla="*/ 353392 h 2400493"/>
              <a:gd name="connsiteX5136" fmla="*/ 1212287 w 2401758"/>
              <a:gd name="connsiteY5136" fmla="*/ 379681 h 2400493"/>
              <a:gd name="connsiteX5137" fmla="*/ 1185997 w 2401758"/>
              <a:gd name="connsiteY5137" fmla="*/ 404979 h 2400493"/>
              <a:gd name="connsiteX5138" fmla="*/ 1160204 w 2401758"/>
              <a:gd name="connsiteY5138" fmla="*/ 378193 h 2400493"/>
              <a:gd name="connsiteX5139" fmla="*/ 1186989 w 2401758"/>
              <a:gd name="connsiteY5139" fmla="*/ 353392 h 2400493"/>
              <a:gd name="connsiteX5140" fmla="*/ 1120026 w 2401758"/>
              <a:gd name="connsiteY5140" fmla="*/ 353391 h 2400493"/>
              <a:gd name="connsiteX5141" fmla="*/ 1145820 w 2401758"/>
              <a:gd name="connsiteY5141" fmla="*/ 380176 h 2400493"/>
              <a:gd name="connsiteX5142" fmla="*/ 1119530 w 2401758"/>
              <a:gd name="connsiteY5142" fmla="*/ 405474 h 2400493"/>
              <a:gd name="connsiteX5143" fmla="*/ 1093737 w 2401758"/>
              <a:gd name="connsiteY5143" fmla="*/ 378688 h 2400493"/>
              <a:gd name="connsiteX5144" fmla="*/ 1120026 w 2401758"/>
              <a:gd name="connsiteY5144" fmla="*/ 353391 h 2400493"/>
              <a:gd name="connsiteX5145" fmla="*/ 1052070 w 2401758"/>
              <a:gd name="connsiteY5145" fmla="*/ 353391 h 2400493"/>
              <a:gd name="connsiteX5146" fmla="*/ 1071415 w 2401758"/>
              <a:gd name="connsiteY5146" fmla="*/ 361327 h 2400493"/>
              <a:gd name="connsiteX5147" fmla="*/ 1078856 w 2401758"/>
              <a:gd name="connsiteY5147" fmla="*/ 379680 h 2400493"/>
              <a:gd name="connsiteX5148" fmla="*/ 1071415 w 2401758"/>
              <a:gd name="connsiteY5148" fmla="*/ 398033 h 2400493"/>
              <a:gd name="connsiteX5149" fmla="*/ 1054055 w 2401758"/>
              <a:gd name="connsiteY5149" fmla="*/ 405474 h 2400493"/>
              <a:gd name="connsiteX5150" fmla="*/ 1026302 w 2401758"/>
              <a:gd name="connsiteY5150" fmla="*/ 380672 h 2400493"/>
              <a:gd name="connsiteX5151" fmla="*/ 1033742 w 2401758"/>
              <a:gd name="connsiteY5151" fmla="*/ 361327 h 2400493"/>
              <a:gd name="connsiteX5152" fmla="*/ 1052070 w 2401758"/>
              <a:gd name="connsiteY5152" fmla="*/ 353391 h 2400493"/>
              <a:gd name="connsiteX5153" fmla="*/ 984160 w 2401758"/>
              <a:gd name="connsiteY5153" fmla="*/ 352895 h 2400493"/>
              <a:gd name="connsiteX5154" fmla="*/ 987632 w 2401758"/>
              <a:gd name="connsiteY5154" fmla="*/ 352895 h 2400493"/>
              <a:gd name="connsiteX5155" fmla="*/ 1005985 w 2401758"/>
              <a:gd name="connsiteY5155" fmla="*/ 359839 h 2400493"/>
              <a:gd name="connsiteX5156" fmla="*/ 1012433 w 2401758"/>
              <a:gd name="connsiteY5156" fmla="*/ 377200 h 2400493"/>
              <a:gd name="connsiteX5157" fmla="*/ 1012433 w 2401758"/>
              <a:gd name="connsiteY5157" fmla="*/ 379681 h 2400493"/>
              <a:gd name="connsiteX5158" fmla="*/ 998049 w 2401758"/>
              <a:gd name="connsiteY5158" fmla="*/ 403986 h 2400493"/>
              <a:gd name="connsiteX5159" fmla="*/ 993585 w 2401758"/>
              <a:gd name="connsiteY5159" fmla="*/ 404978 h 2400493"/>
              <a:gd name="connsiteX5160" fmla="*/ 981680 w 2401758"/>
              <a:gd name="connsiteY5160" fmla="*/ 404978 h 2400493"/>
              <a:gd name="connsiteX5161" fmla="*/ 965808 w 2401758"/>
              <a:gd name="connsiteY5161" fmla="*/ 397537 h 2400493"/>
              <a:gd name="connsiteX5162" fmla="*/ 960352 w 2401758"/>
              <a:gd name="connsiteY5162" fmla="*/ 368272 h 2400493"/>
              <a:gd name="connsiteX5163" fmla="*/ 968288 w 2401758"/>
              <a:gd name="connsiteY5163" fmla="*/ 357855 h 2400493"/>
              <a:gd name="connsiteX5164" fmla="*/ 984160 w 2401758"/>
              <a:gd name="connsiteY5164" fmla="*/ 352895 h 2400493"/>
              <a:gd name="connsiteX5165" fmla="*/ 917177 w 2401758"/>
              <a:gd name="connsiteY5165" fmla="*/ 350911 h 2400493"/>
              <a:gd name="connsiteX5166" fmla="*/ 938010 w 2401758"/>
              <a:gd name="connsiteY5166" fmla="*/ 360832 h 2400493"/>
              <a:gd name="connsiteX5167" fmla="*/ 945450 w 2401758"/>
              <a:gd name="connsiteY5167" fmla="*/ 380177 h 2400493"/>
              <a:gd name="connsiteX5168" fmla="*/ 935034 w 2401758"/>
              <a:gd name="connsiteY5168" fmla="*/ 401010 h 2400493"/>
              <a:gd name="connsiteX5169" fmla="*/ 916681 w 2401758"/>
              <a:gd name="connsiteY5169" fmla="*/ 407954 h 2400493"/>
              <a:gd name="connsiteX5170" fmla="*/ 895848 w 2401758"/>
              <a:gd name="connsiteY5170" fmla="*/ 397538 h 2400493"/>
              <a:gd name="connsiteX5171" fmla="*/ 887911 w 2401758"/>
              <a:gd name="connsiteY5171" fmla="*/ 378689 h 2400493"/>
              <a:gd name="connsiteX5172" fmla="*/ 897833 w 2401758"/>
              <a:gd name="connsiteY5172" fmla="*/ 358847 h 2400493"/>
              <a:gd name="connsiteX5173" fmla="*/ 917177 w 2401758"/>
              <a:gd name="connsiteY5173" fmla="*/ 350911 h 2400493"/>
              <a:gd name="connsiteX5174" fmla="*/ 849204 w 2401758"/>
              <a:gd name="connsiteY5174" fmla="*/ 350415 h 2400493"/>
              <a:gd name="connsiteX5175" fmla="*/ 878964 w 2401758"/>
              <a:gd name="connsiteY5175" fmla="*/ 378689 h 2400493"/>
              <a:gd name="connsiteX5176" fmla="*/ 850691 w 2401758"/>
              <a:gd name="connsiteY5176" fmla="*/ 407458 h 2400493"/>
              <a:gd name="connsiteX5177" fmla="*/ 821425 w 2401758"/>
              <a:gd name="connsiteY5177" fmla="*/ 379681 h 2400493"/>
              <a:gd name="connsiteX5178" fmla="*/ 849204 w 2401758"/>
              <a:gd name="connsiteY5178" fmla="*/ 350415 h 2400493"/>
              <a:gd name="connsiteX5179" fmla="*/ 784739 w 2401758"/>
              <a:gd name="connsiteY5179" fmla="*/ 350415 h 2400493"/>
              <a:gd name="connsiteX5180" fmla="*/ 812516 w 2401758"/>
              <a:gd name="connsiteY5180" fmla="*/ 379185 h 2400493"/>
              <a:gd name="connsiteX5181" fmla="*/ 783250 w 2401758"/>
              <a:gd name="connsiteY5181" fmla="*/ 407955 h 2400493"/>
              <a:gd name="connsiteX5182" fmla="*/ 754975 w 2401758"/>
              <a:gd name="connsiteY5182" fmla="*/ 379185 h 2400493"/>
              <a:gd name="connsiteX5183" fmla="*/ 784739 w 2401758"/>
              <a:gd name="connsiteY5183" fmla="*/ 350415 h 2400493"/>
              <a:gd name="connsiteX5184" fmla="*/ 715795 w 2401758"/>
              <a:gd name="connsiteY5184" fmla="*/ 350415 h 2400493"/>
              <a:gd name="connsiteX5185" fmla="*/ 735635 w 2401758"/>
              <a:gd name="connsiteY5185" fmla="*/ 357855 h 2400493"/>
              <a:gd name="connsiteX5186" fmla="*/ 743570 w 2401758"/>
              <a:gd name="connsiteY5186" fmla="*/ 379681 h 2400493"/>
              <a:gd name="connsiteX5187" fmla="*/ 735635 w 2401758"/>
              <a:gd name="connsiteY5187" fmla="*/ 400514 h 2400493"/>
              <a:gd name="connsiteX5188" fmla="*/ 714803 w 2401758"/>
              <a:gd name="connsiteY5188" fmla="*/ 407458 h 2400493"/>
              <a:gd name="connsiteX5189" fmla="*/ 693971 w 2401758"/>
              <a:gd name="connsiteY5189" fmla="*/ 400514 h 2400493"/>
              <a:gd name="connsiteX5190" fmla="*/ 686035 w 2401758"/>
              <a:gd name="connsiteY5190" fmla="*/ 378689 h 2400493"/>
              <a:gd name="connsiteX5191" fmla="*/ 693971 w 2401758"/>
              <a:gd name="connsiteY5191" fmla="*/ 357855 h 2400493"/>
              <a:gd name="connsiteX5192" fmla="*/ 715795 w 2401758"/>
              <a:gd name="connsiteY5192" fmla="*/ 350415 h 2400493"/>
              <a:gd name="connsiteX5193" fmla="*/ 648351 w 2401758"/>
              <a:gd name="connsiteY5193" fmla="*/ 348927 h 2400493"/>
              <a:gd name="connsiteX5194" fmla="*/ 669182 w 2401758"/>
              <a:gd name="connsiteY5194" fmla="*/ 358351 h 2400493"/>
              <a:gd name="connsiteX5195" fmla="*/ 679597 w 2401758"/>
              <a:gd name="connsiteY5195" fmla="*/ 379185 h 2400493"/>
              <a:gd name="connsiteX5196" fmla="*/ 671166 w 2401758"/>
              <a:gd name="connsiteY5196" fmla="*/ 398530 h 2400493"/>
              <a:gd name="connsiteX5197" fmla="*/ 648847 w 2401758"/>
              <a:gd name="connsiteY5197" fmla="*/ 409938 h 2400493"/>
              <a:gd name="connsiteX5198" fmla="*/ 629504 w 2401758"/>
              <a:gd name="connsiteY5198" fmla="*/ 402498 h 2400493"/>
              <a:gd name="connsiteX5199" fmla="*/ 617600 w 2401758"/>
              <a:gd name="connsiteY5199" fmla="*/ 380177 h 2400493"/>
              <a:gd name="connsiteX5200" fmla="*/ 626527 w 2401758"/>
              <a:gd name="connsiteY5200" fmla="*/ 359344 h 2400493"/>
              <a:gd name="connsiteX5201" fmla="*/ 648351 w 2401758"/>
              <a:gd name="connsiteY5201" fmla="*/ 348927 h 2400493"/>
              <a:gd name="connsiteX5202" fmla="*/ 580366 w 2401758"/>
              <a:gd name="connsiteY5202" fmla="*/ 348431 h 2400493"/>
              <a:gd name="connsiteX5203" fmla="*/ 612113 w 2401758"/>
              <a:gd name="connsiteY5203" fmla="*/ 379185 h 2400493"/>
              <a:gd name="connsiteX5204" fmla="*/ 581854 w 2401758"/>
              <a:gd name="connsiteY5204" fmla="*/ 409939 h 2400493"/>
              <a:gd name="connsiteX5205" fmla="*/ 550603 w 2401758"/>
              <a:gd name="connsiteY5205" fmla="*/ 379681 h 2400493"/>
              <a:gd name="connsiteX5206" fmla="*/ 580366 w 2401758"/>
              <a:gd name="connsiteY5206" fmla="*/ 348431 h 2400493"/>
              <a:gd name="connsiteX5207" fmla="*/ 378502 w 2401758"/>
              <a:gd name="connsiteY5207" fmla="*/ 348431 h 2400493"/>
              <a:gd name="connsiteX5208" fmla="*/ 401322 w 2401758"/>
              <a:gd name="connsiteY5208" fmla="*/ 355871 h 2400493"/>
              <a:gd name="connsiteX5209" fmla="*/ 410250 w 2401758"/>
              <a:gd name="connsiteY5209" fmla="*/ 379185 h 2400493"/>
              <a:gd name="connsiteX5210" fmla="*/ 401817 w 2401758"/>
              <a:gd name="connsiteY5210" fmla="*/ 402002 h 2400493"/>
              <a:gd name="connsiteX5211" fmla="*/ 378006 w 2401758"/>
              <a:gd name="connsiteY5211" fmla="*/ 410930 h 2400493"/>
              <a:gd name="connsiteX5212" fmla="*/ 356674 w 2401758"/>
              <a:gd name="connsiteY5212" fmla="*/ 402994 h 2400493"/>
              <a:gd name="connsiteX5213" fmla="*/ 347745 w 2401758"/>
              <a:gd name="connsiteY5213" fmla="*/ 379681 h 2400493"/>
              <a:gd name="connsiteX5214" fmla="*/ 356178 w 2401758"/>
              <a:gd name="connsiteY5214" fmla="*/ 357359 h 2400493"/>
              <a:gd name="connsiteX5215" fmla="*/ 378502 w 2401758"/>
              <a:gd name="connsiteY5215" fmla="*/ 348431 h 2400493"/>
              <a:gd name="connsiteX5216" fmla="*/ 515914 w 2401758"/>
              <a:gd name="connsiteY5216" fmla="*/ 347935 h 2400493"/>
              <a:gd name="connsiteX5217" fmla="*/ 546176 w 2401758"/>
              <a:gd name="connsiteY5217" fmla="*/ 379681 h 2400493"/>
              <a:gd name="connsiteX5218" fmla="*/ 514426 w 2401758"/>
              <a:gd name="connsiteY5218" fmla="*/ 409939 h 2400493"/>
              <a:gd name="connsiteX5219" fmla="*/ 493095 w 2401758"/>
              <a:gd name="connsiteY5219" fmla="*/ 401010 h 2400493"/>
              <a:gd name="connsiteX5220" fmla="*/ 483670 w 2401758"/>
              <a:gd name="connsiteY5220" fmla="*/ 377697 h 2400493"/>
              <a:gd name="connsiteX5221" fmla="*/ 515914 w 2401758"/>
              <a:gd name="connsiteY5221" fmla="*/ 347935 h 2400493"/>
              <a:gd name="connsiteX5222" fmla="*/ 446459 w 2401758"/>
              <a:gd name="connsiteY5222" fmla="*/ 347935 h 2400493"/>
              <a:gd name="connsiteX5223" fmla="*/ 477216 w 2401758"/>
              <a:gd name="connsiteY5223" fmla="*/ 379184 h 2400493"/>
              <a:gd name="connsiteX5224" fmla="*/ 444475 w 2401758"/>
              <a:gd name="connsiteY5224" fmla="*/ 410434 h 2400493"/>
              <a:gd name="connsiteX5225" fmla="*/ 414215 w 2401758"/>
              <a:gd name="connsiteY5225" fmla="*/ 378192 h 2400493"/>
              <a:gd name="connsiteX5226" fmla="*/ 446459 w 2401758"/>
              <a:gd name="connsiteY5226" fmla="*/ 347935 h 2400493"/>
              <a:gd name="connsiteX5227" fmla="*/ 142885 w 2401758"/>
              <a:gd name="connsiteY5227" fmla="*/ 321645 h 2400493"/>
              <a:gd name="connsiteX5228" fmla="*/ 140405 w 2401758"/>
              <a:gd name="connsiteY5228" fmla="*/ 324622 h 2400493"/>
              <a:gd name="connsiteX5229" fmla="*/ 138421 w 2401758"/>
              <a:gd name="connsiteY5229" fmla="*/ 329582 h 2400493"/>
              <a:gd name="connsiteX5230" fmla="*/ 119572 w 2401758"/>
              <a:gd name="connsiteY5230" fmla="*/ 343967 h 2400493"/>
              <a:gd name="connsiteX5231" fmla="*/ 117092 w 2401758"/>
              <a:gd name="connsiteY5231" fmla="*/ 346447 h 2400493"/>
              <a:gd name="connsiteX5232" fmla="*/ 119572 w 2401758"/>
              <a:gd name="connsiteY5232" fmla="*/ 347935 h 2400493"/>
              <a:gd name="connsiteX5233" fmla="*/ 124036 w 2401758"/>
              <a:gd name="connsiteY5233" fmla="*/ 348927 h 2400493"/>
              <a:gd name="connsiteX5234" fmla="*/ 140901 w 2401758"/>
              <a:gd name="connsiteY5234" fmla="*/ 368768 h 2400493"/>
              <a:gd name="connsiteX5235" fmla="*/ 143381 w 2401758"/>
              <a:gd name="connsiteY5235" fmla="*/ 373232 h 2400493"/>
              <a:gd name="connsiteX5236" fmla="*/ 145365 w 2401758"/>
              <a:gd name="connsiteY5236" fmla="*/ 369264 h 2400493"/>
              <a:gd name="connsiteX5237" fmla="*/ 166198 w 2401758"/>
              <a:gd name="connsiteY5237" fmla="*/ 347935 h 2400493"/>
              <a:gd name="connsiteX5238" fmla="*/ 169175 w 2401758"/>
              <a:gd name="connsiteY5238" fmla="*/ 346447 h 2400493"/>
              <a:gd name="connsiteX5239" fmla="*/ 166694 w 2401758"/>
              <a:gd name="connsiteY5239" fmla="*/ 343967 h 2400493"/>
              <a:gd name="connsiteX5240" fmla="*/ 164710 w 2401758"/>
              <a:gd name="connsiteY5240" fmla="*/ 342975 h 2400493"/>
              <a:gd name="connsiteX5241" fmla="*/ 145365 w 2401758"/>
              <a:gd name="connsiteY5241" fmla="*/ 323630 h 2400493"/>
              <a:gd name="connsiteX5242" fmla="*/ 142885 w 2401758"/>
              <a:gd name="connsiteY5242" fmla="*/ 321645 h 2400493"/>
              <a:gd name="connsiteX5243" fmla="*/ 76915 w 2401758"/>
              <a:gd name="connsiteY5243" fmla="*/ 321645 h 2400493"/>
              <a:gd name="connsiteX5244" fmla="*/ 74930 w 2401758"/>
              <a:gd name="connsiteY5244" fmla="*/ 322637 h 2400493"/>
              <a:gd name="connsiteX5245" fmla="*/ 64514 w 2401758"/>
              <a:gd name="connsiteY5245" fmla="*/ 337518 h 2400493"/>
              <a:gd name="connsiteX5246" fmla="*/ 57570 w 2401758"/>
              <a:gd name="connsiteY5246" fmla="*/ 342975 h 2400493"/>
              <a:gd name="connsiteX5247" fmla="*/ 50625 w 2401758"/>
              <a:gd name="connsiteY5247" fmla="*/ 346943 h 2400493"/>
              <a:gd name="connsiteX5248" fmla="*/ 56577 w 2401758"/>
              <a:gd name="connsiteY5248" fmla="*/ 348431 h 2400493"/>
              <a:gd name="connsiteX5249" fmla="*/ 57570 w 2401758"/>
              <a:gd name="connsiteY5249" fmla="*/ 349423 h 2400493"/>
              <a:gd name="connsiteX5250" fmla="*/ 74434 w 2401758"/>
              <a:gd name="connsiteY5250" fmla="*/ 369760 h 2400493"/>
              <a:gd name="connsiteX5251" fmla="*/ 77411 w 2401758"/>
              <a:gd name="connsiteY5251" fmla="*/ 372240 h 2400493"/>
              <a:gd name="connsiteX5252" fmla="*/ 79395 w 2401758"/>
              <a:gd name="connsiteY5252" fmla="*/ 369760 h 2400493"/>
              <a:gd name="connsiteX5253" fmla="*/ 100227 w 2401758"/>
              <a:gd name="connsiteY5253" fmla="*/ 348431 h 2400493"/>
              <a:gd name="connsiteX5254" fmla="*/ 103203 w 2401758"/>
              <a:gd name="connsiteY5254" fmla="*/ 346943 h 2400493"/>
              <a:gd name="connsiteX5255" fmla="*/ 100227 w 2401758"/>
              <a:gd name="connsiteY5255" fmla="*/ 343967 h 2400493"/>
              <a:gd name="connsiteX5256" fmla="*/ 93283 w 2401758"/>
              <a:gd name="connsiteY5256" fmla="*/ 341486 h 2400493"/>
              <a:gd name="connsiteX5257" fmla="*/ 78899 w 2401758"/>
              <a:gd name="connsiteY5257" fmla="*/ 322637 h 2400493"/>
              <a:gd name="connsiteX5258" fmla="*/ 76915 w 2401758"/>
              <a:gd name="connsiteY5258" fmla="*/ 321645 h 2400493"/>
              <a:gd name="connsiteX5259" fmla="*/ 210840 w 2401758"/>
              <a:gd name="connsiteY5259" fmla="*/ 320157 h 2400493"/>
              <a:gd name="connsiteX5260" fmla="*/ 209352 w 2401758"/>
              <a:gd name="connsiteY5260" fmla="*/ 321645 h 2400493"/>
              <a:gd name="connsiteX5261" fmla="*/ 207368 w 2401758"/>
              <a:gd name="connsiteY5261" fmla="*/ 325614 h 2400493"/>
              <a:gd name="connsiteX5262" fmla="*/ 190007 w 2401758"/>
              <a:gd name="connsiteY5262" fmla="*/ 342975 h 2400493"/>
              <a:gd name="connsiteX5263" fmla="*/ 185046 w 2401758"/>
              <a:gd name="connsiteY5263" fmla="*/ 345455 h 2400493"/>
              <a:gd name="connsiteX5264" fmla="*/ 184054 w 2401758"/>
              <a:gd name="connsiteY5264" fmla="*/ 346943 h 2400493"/>
              <a:gd name="connsiteX5265" fmla="*/ 186038 w 2401758"/>
              <a:gd name="connsiteY5265" fmla="*/ 347935 h 2400493"/>
              <a:gd name="connsiteX5266" fmla="*/ 207864 w 2401758"/>
              <a:gd name="connsiteY5266" fmla="*/ 369760 h 2400493"/>
              <a:gd name="connsiteX5267" fmla="*/ 209848 w 2401758"/>
              <a:gd name="connsiteY5267" fmla="*/ 372736 h 2400493"/>
              <a:gd name="connsiteX5268" fmla="*/ 212328 w 2401758"/>
              <a:gd name="connsiteY5268" fmla="*/ 370256 h 2400493"/>
              <a:gd name="connsiteX5269" fmla="*/ 220264 w 2401758"/>
              <a:gd name="connsiteY5269" fmla="*/ 355871 h 2400493"/>
              <a:gd name="connsiteX5270" fmla="*/ 233657 w 2401758"/>
              <a:gd name="connsiteY5270" fmla="*/ 348431 h 2400493"/>
              <a:gd name="connsiteX5271" fmla="*/ 236137 w 2401758"/>
              <a:gd name="connsiteY5271" fmla="*/ 346447 h 2400493"/>
              <a:gd name="connsiteX5272" fmla="*/ 233657 w 2401758"/>
              <a:gd name="connsiteY5272" fmla="*/ 343967 h 2400493"/>
              <a:gd name="connsiteX5273" fmla="*/ 230185 w 2401758"/>
              <a:gd name="connsiteY5273" fmla="*/ 343471 h 2400493"/>
              <a:gd name="connsiteX5274" fmla="*/ 212328 w 2401758"/>
              <a:gd name="connsiteY5274" fmla="*/ 322637 h 2400493"/>
              <a:gd name="connsiteX5275" fmla="*/ 210840 w 2401758"/>
              <a:gd name="connsiteY5275" fmla="*/ 320157 h 2400493"/>
              <a:gd name="connsiteX5276" fmla="*/ 2398286 w 2401758"/>
              <a:gd name="connsiteY5276" fmla="*/ 310238 h 2400493"/>
              <a:gd name="connsiteX5277" fmla="*/ 2401758 w 2401758"/>
              <a:gd name="connsiteY5277" fmla="*/ 312222 h 2400493"/>
              <a:gd name="connsiteX5278" fmla="*/ 2398286 w 2401758"/>
              <a:gd name="connsiteY5278" fmla="*/ 314702 h 2400493"/>
              <a:gd name="connsiteX5279" fmla="*/ 2395806 w 2401758"/>
              <a:gd name="connsiteY5279" fmla="*/ 313214 h 2400493"/>
              <a:gd name="connsiteX5280" fmla="*/ 2398286 w 2401758"/>
              <a:gd name="connsiteY5280" fmla="*/ 310238 h 2400493"/>
              <a:gd name="connsiteX5281" fmla="*/ 2332315 w 2401758"/>
              <a:gd name="connsiteY5281" fmla="*/ 308253 h 2400493"/>
              <a:gd name="connsiteX5282" fmla="*/ 2337771 w 2401758"/>
              <a:gd name="connsiteY5282" fmla="*/ 312717 h 2400493"/>
              <a:gd name="connsiteX5283" fmla="*/ 2331819 w 2401758"/>
              <a:gd name="connsiteY5283" fmla="*/ 317181 h 2400493"/>
              <a:gd name="connsiteX5284" fmla="*/ 2326859 w 2401758"/>
              <a:gd name="connsiteY5284" fmla="*/ 313213 h 2400493"/>
              <a:gd name="connsiteX5285" fmla="*/ 2332315 w 2401758"/>
              <a:gd name="connsiteY5285" fmla="*/ 308253 h 2400493"/>
              <a:gd name="connsiteX5286" fmla="*/ 2264359 w 2401758"/>
              <a:gd name="connsiteY5286" fmla="*/ 305277 h 2400493"/>
              <a:gd name="connsiteX5287" fmla="*/ 2271800 w 2401758"/>
              <a:gd name="connsiteY5287" fmla="*/ 312221 h 2400493"/>
              <a:gd name="connsiteX5288" fmla="*/ 2264359 w 2401758"/>
              <a:gd name="connsiteY5288" fmla="*/ 319662 h 2400493"/>
              <a:gd name="connsiteX5289" fmla="*/ 2257911 w 2401758"/>
              <a:gd name="connsiteY5289" fmla="*/ 312221 h 2400493"/>
              <a:gd name="connsiteX5290" fmla="*/ 2264359 w 2401758"/>
              <a:gd name="connsiteY5290" fmla="*/ 305277 h 2400493"/>
              <a:gd name="connsiteX5291" fmla="*/ 2197395 w 2401758"/>
              <a:gd name="connsiteY5291" fmla="*/ 302797 h 2400493"/>
              <a:gd name="connsiteX5292" fmla="*/ 2207316 w 2401758"/>
              <a:gd name="connsiteY5292" fmla="*/ 311725 h 2400493"/>
              <a:gd name="connsiteX5293" fmla="*/ 2197891 w 2401758"/>
              <a:gd name="connsiteY5293" fmla="*/ 322142 h 2400493"/>
              <a:gd name="connsiteX5294" fmla="*/ 2188467 w 2401758"/>
              <a:gd name="connsiteY5294" fmla="*/ 312718 h 2400493"/>
              <a:gd name="connsiteX5295" fmla="*/ 2197395 w 2401758"/>
              <a:gd name="connsiteY5295" fmla="*/ 302797 h 2400493"/>
              <a:gd name="connsiteX5296" fmla="*/ 2128448 w 2401758"/>
              <a:gd name="connsiteY5296" fmla="*/ 300317 h 2400493"/>
              <a:gd name="connsiteX5297" fmla="*/ 2140848 w 2401758"/>
              <a:gd name="connsiteY5297" fmla="*/ 311726 h 2400493"/>
              <a:gd name="connsiteX5298" fmla="*/ 2129440 w 2401758"/>
              <a:gd name="connsiteY5298" fmla="*/ 324126 h 2400493"/>
              <a:gd name="connsiteX5299" fmla="*/ 2117039 w 2401758"/>
              <a:gd name="connsiteY5299" fmla="*/ 312718 h 2400493"/>
              <a:gd name="connsiteX5300" fmla="*/ 2128448 w 2401758"/>
              <a:gd name="connsiteY5300" fmla="*/ 300317 h 2400493"/>
              <a:gd name="connsiteX5301" fmla="*/ 2062477 w 2401758"/>
              <a:gd name="connsiteY5301" fmla="*/ 300317 h 2400493"/>
              <a:gd name="connsiteX5302" fmla="*/ 2074381 w 2401758"/>
              <a:gd name="connsiteY5302" fmla="*/ 312222 h 2400493"/>
              <a:gd name="connsiteX5303" fmla="*/ 2062973 w 2401758"/>
              <a:gd name="connsiteY5303" fmla="*/ 324126 h 2400493"/>
              <a:gd name="connsiteX5304" fmla="*/ 2050572 w 2401758"/>
              <a:gd name="connsiteY5304" fmla="*/ 311726 h 2400493"/>
              <a:gd name="connsiteX5305" fmla="*/ 2062477 w 2401758"/>
              <a:gd name="connsiteY5305" fmla="*/ 300317 h 2400493"/>
              <a:gd name="connsiteX5306" fmla="*/ 1995513 w 2401758"/>
              <a:gd name="connsiteY5306" fmla="*/ 297836 h 2400493"/>
              <a:gd name="connsiteX5307" fmla="*/ 2009898 w 2401758"/>
              <a:gd name="connsiteY5307" fmla="*/ 312221 h 2400493"/>
              <a:gd name="connsiteX5308" fmla="*/ 1995513 w 2401758"/>
              <a:gd name="connsiteY5308" fmla="*/ 326606 h 2400493"/>
              <a:gd name="connsiteX5309" fmla="*/ 1981128 w 2401758"/>
              <a:gd name="connsiteY5309" fmla="*/ 312221 h 2400493"/>
              <a:gd name="connsiteX5310" fmla="*/ 1995513 w 2401758"/>
              <a:gd name="connsiteY5310" fmla="*/ 297836 h 2400493"/>
              <a:gd name="connsiteX5311" fmla="*/ 1860593 w 2401758"/>
              <a:gd name="connsiteY5311" fmla="*/ 295852 h 2400493"/>
              <a:gd name="connsiteX5312" fmla="*/ 1871506 w 2401758"/>
              <a:gd name="connsiteY5312" fmla="*/ 301309 h 2400493"/>
              <a:gd name="connsiteX5313" fmla="*/ 1876962 w 2401758"/>
              <a:gd name="connsiteY5313" fmla="*/ 312221 h 2400493"/>
              <a:gd name="connsiteX5314" fmla="*/ 1872002 w 2401758"/>
              <a:gd name="connsiteY5314" fmla="*/ 323134 h 2400493"/>
              <a:gd name="connsiteX5315" fmla="*/ 1860097 w 2401758"/>
              <a:gd name="connsiteY5315" fmla="*/ 328590 h 2400493"/>
              <a:gd name="connsiteX5316" fmla="*/ 1848193 w 2401758"/>
              <a:gd name="connsiteY5316" fmla="*/ 323134 h 2400493"/>
              <a:gd name="connsiteX5317" fmla="*/ 1843232 w 2401758"/>
              <a:gd name="connsiteY5317" fmla="*/ 312221 h 2400493"/>
              <a:gd name="connsiteX5318" fmla="*/ 1860593 w 2401758"/>
              <a:gd name="connsiteY5318" fmla="*/ 295852 h 2400493"/>
              <a:gd name="connsiteX5319" fmla="*/ 1793134 w 2401758"/>
              <a:gd name="connsiteY5319" fmla="*/ 295852 h 2400493"/>
              <a:gd name="connsiteX5320" fmla="*/ 1809999 w 2401758"/>
              <a:gd name="connsiteY5320" fmla="*/ 312221 h 2400493"/>
              <a:gd name="connsiteX5321" fmla="*/ 1793630 w 2401758"/>
              <a:gd name="connsiteY5321" fmla="*/ 329086 h 2400493"/>
              <a:gd name="connsiteX5322" fmla="*/ 1776765 w 2401758"/>
              <a:gd name="connsiteY5322" fmla="*/ 312717 h 2400493"/>
              <a:gd name="connsiteX5323" fmla="*/ 1793134 w 2401758"/>
              <a:gd name="connsiteY5323" fmla="*/ 295852 h 2400493"/>
              <a:gd name="connsiteX5324" fmla="*/ 1929045 w 2401758"/>
              <a:gd name="connsiteY5324" fmla="*/ 295356 h 2400493"/>
              <a:gd name="connsiteX5325" fmla="*/ 1940949 w 2401758"/>
              <a:gd name="connsiteY5325" fmla="*/ 300812 h 2400493"/>
              <a:gd name="connsiteX5326" fmla="*/ 1945910 w 2401758"/>
              <a:gd name="connsiteY5326" fmla="*/ 312221 h 2400493"/>
              <a:gd name="connsiteX5327" fmla="*/ 1939461 w 2401758"/>
              <a:gd name="connsiteY5327" fmla="*/ 324126 h 2400493"/>
              <a:gd name="connsiteX5328" fmla="*/ 1928549 w 2401758"/>
              <a:gd name="connsiteY5328" fmla="*/ 328590 h 2400493"/>
              <a:gd name="connsiteX5329" fmla="*/ 1916644 w 2401758"/>
              <a:gd name="connsiteY5329" fmla="*/ 322637 h 2400493"/>
              <a:gd name="connsiteX5330" fmla="*/ 1912180 w 2401758"/>
              <a:gd name="connsiteY5330" fmla="*/ 311229 h 2400493"/>
              <a:gd name="connsiteX5331" fmla="*/ 1917636 w 2401758"/>
              <a:gd name="connsiteY5331" fmla="*/ 300316 h 2400493"/>
              <a:gd name="connsiteX5332" fmla="*/ 1929045 w 2401758"/>
              <a:gd name="connsiteY5332" fmla="*/ 295356 h 2400493"/>
              <a:gd name="connsiteX5333" fmla="*/ 1725675 w 2401758"/>
              <a:gd name="connsiteY5333" fmla="*/ 293372 h 2400493"/>
              <a:gd name="connsiteX5334" fmla="*/ 1740059 w 2401758"/>
              <a:gd name="connsiteY5334" fmla="*/ 298828 h 2400493"/>
              <a:gd name="connsiteX5335" fmla="*/ 1745516 w 2401758"/>
              <a:gd name="connsiteY5335" fmla="*/ 311725 h 2400493"/>
              <a:gd name="connsiteX5336" fmla="*/ 1740059 w 2401758"/>
              <a:gd name="connsiteY5336" fmla="*/ 325614 h 2400493"/>
              <a:gd name="connsiteX5337" fmla="*/ 1726667 w 2401758"/>
              <a:gd name="connsiteY5337" fmla="*/ 332062 h 2400493"/>
              <a:gd name="connsiteX5338" fmla="*/ 1713770 w 2401758"/>
              <a:gd name="connsiteY5338" fmla="*/ 326110 h 2400493"/>
              <a:gd name="connsiteX5339" fmla="*/ 1707322 w 2401758"/>
              <a:gd name="connsiteY5339" fmla="*/ 312221 h 2400493"/>
              <a:gd name="connsiteX5340" fmla="*/ 1712778 w 2401758"/>
              <a:gd name="connsiteY5340" fmla="*/ 299324 h 2400493"/>
              <a:gd name="connsiteX5341" fmla="*/ 1725675 w 2401758"/>
              <a:gd name="connsiteY5341" fmla="*/ 293372 h 2400493"/>
              <a:gd name="connsiteX5342" fmla="*/ 1488 w 2401758"/>
              <a:gd name="connsiteY5342" fmla="*/ 293372 h 2400493"/>
              <a:gd name="connsiteX5343" fmla="*/ 2480 w 2401758"/>
              <a:gd name="connsiteY5343" fmla="*/ 296348 h 2400493"/>
              <a:gd name="connsiteX5344" fmla="*/ 6944 w 2401758"/>
              <a:gd name="connsiteY5344" fmla="*/ 318173 h 2400493"/>
              <a:gd name="connsiteX5345" fmla="*/ 1984 w 2401758"/>
              <a:gd name="connsiteY5345" fmla="*/ 330574 h 2400493"/>
              <a:gd name="connsiteX5346" fmla="*/ 992 w 2401758"/>
              <a:gd name="connsiteY5346" fmla="*/ 331566 h 2400493"/>
              <a:gd name="connsiteX5347" fmla="*/ 0 w 2401758"/>
              <a:gd name="connsiteY5347" fmla="*/ 330078 h 2400493"/>
              <a:gd name="connsiteX5348" fmla="*/ 496 w 2401758"/>
              <a:gd name="connsiteY5348" fmla="*/ 311725 h 2400493"/>
              <a:gd name="connsiteX5349" fmla="*/ 496 w 2401758"/>
              <a:gd name="connsiteY5349" fmla="*/ 296348 h 2400493"/>
              <a:gd name="connsiteX5350" fmla="*/ 1488 w 2401758"/>
              <a:gd name="connsiteY5350" fmla="*/ 293372 h 2400493"/>
              <a:gd name="connsiteX5351" fmla="*/ 1658710 w 2401758"/>
              <a:gd name="connsiteY5351" fmla="*/ 292876 h 2400493"/>
              <a:gd name="connsiteX5352" fmla="*/ 1672103 w 2401758"/>
              <a:gd name="connsiteY5352" fmla="*/ 298333 h 2400493"/>
              <a:gd name="connsiteX5353" fmla="*/ 1677063 w 2401758"/>
              <a:gd name="connsiteY5353" fmla="*/ 313214 h 2400493"/>
              <a:gd name="connsiteX5354" fmla="*/ 1671111 w 2401758"/>
              <a:gd name="connsiteY5354" fmla="*/ 326606 h 2400493"/>
              <a:gd name="connsiteX5355" fmla="*/ 1657718 w 2401758"/>
              <a:gd name="connsiteY5355" fmla="*/ 331567 h 2400493"/>
              <a:gd name="connsiteX5356" fmla="*/ 1644325 w 2401758"/>
              <a:gd name="connsiteY5356" fmla="*/ 326606 h 2400493"/>
              <a:gd name="connsiteX5357" fmla="*/ 1638869 w 2401758"/>
              <a:gd name="connsiteY5357" fmla="*/ 311229 h 2400493"/>
              <a:gd name="connsiteX5358" fmla="*/ 1643829 w 2401758"/>
              <a:gd name="connsiteY5358" fmla="*/ 298333 h 2400493"/>
              <a:gd name="connsiteX5359" fmla="*/ 1658710 w 2401758"/>
              <a:gd name="connsiteY5359" fmla="*/ 292876 h 2400493"/>
              <a:gd name="connsiteX5360" fmla="*/ 1458316 w 2401758"/>
              <a:gd name="connsiteY5360" fmla="*/ 291388 h 2400493"/>
              <a:gd name="connsiteX5361" fmla="*/ 1478653 w 2401758"/>
              <a:gd name="connsiteY5361" fmla="*/ 312717 h 2400493"/>
              <a:gd name="connsiteX5362" fmla="*/ 1457324 w 2401758"/>
              <a:gd name="connsiteY5362" fmla="*/ 334046 h 2400493"/>
              <a:gd name="connsiteX5363" fmla="*/ 1435995 w 2401758"/>
              <a:gd name="connsiteY5363" fmla="*/ 312221 h 2400493"/>
              <a:gd name="connsiteX5364" fmla="*/ 1458316 w 2401758"/>
              <a:gd name="connsiteY5364" fmla="*/ 291388 h 2400493"/>
              <a:gd name="connsiteX5365" fmla="*/ 1590259 w 2401758"/>
              <a:gd name="connsiteY5365" fmla="*/ 290892 h 2400493"/>
              <a:gd name="connsiteX5366" fmla="*/ 1612084 w 2401758"/>
              <a:gd name="connsiteY5366" fmla="*/ 312221 h 2400493"/>
              <a:gd name="connsiteX5367" fmla="*/ 1590259 w 2401758"/>
              <a:gd name="connsiteY5367" fmla="*/ 333550 h 2400493"/>
              <a:gd name="connsiteX5368" fmla="*/ 1568929 w 2401758"/>
              <a:gd name="connsiteY5368" fmla="*/ 311725 h 2400493"/>
              <a:gd name="connsiteX5369" fmla="*/ 1590259 w 2401758"/>
              <a:gd name="connsiteY5369" fmla="*/ 290892 h 2400493"/>
              <a:gd name="connsiteX5370" fmla="*/ 1523791 w 2401758"/>
              <a:gd name="connsiteY5370" fmla="*/ 290892 h 2400493"/>
              <a:gd name="connsiteX5371" fmla="*/ 1545616 w 2401758"/>
              <a:gd name="connsiteY5371" fmla="*/ 312221 h 2400493"/>
              <a:gd name="connsiteX5372" fmla="*/ 1524287 w 2401758"/>
              <a:gd name="connsiteY5372" fmla="*/ 334046 h 2400493"/>
              <a:gd name="connsiteX5373" fmla="*/ 1502958 w 2401758"/>
              <a:gd name="connsiteY5373" fmla="*/ 313213 h 2400493"/>
              <a:gd name="connsiteX5374" fmla="*/ 1523791 w 2401758"/>
              <a:gd name="connsiteY5374" fmla="*/ 290892 h 2400493"/>
              <a:gd name="connsiteX5375" fmla="*/ 1320917 w 2401758"/>
              <a:gd name="connsiteY5375" fmla="*/ 288908 h 2400493"/>
              <a:gd name="connsiteX5376" fmla="*/ 1345718 w 2401758"/>
              <a:gd name="connsiteY5376" fmla="*/ 312221 h 2400493"/>
              <a:gd name="connsiteX5377" fmla="*/ 1321909 w 2401758"/>
              <a:gd name="connsiteY5377" fmla="*/ 336526 h 2400493"/>
              <a:gd name="connsiteX5378" fmla="*/ 1298099 w 2401758"/>
              <a:gd name="connsiteY5378" fmla="*/ 313709 h 2400493"/>
              <a:gd name="connsiteX5379" fmla="*/ 1320917 w 2401758"/>
              <a:gd name="connsiteY5379" fmla="*/ 288908 h 2400493"/>
              <a:gd name="connsiteX5380" fmla="*/ 1388376 w 2401758"/>
              <a:gd name="connsiteY5380" fmla="*/ 288412 h 2400493"/>
              <a:gd name="connsiteX5381" fmla="*/ 1412185 w 2401758"/>
              <a:gd name="connsiteY5381" fmla="*/ 312717 h 2400493"/>
              <a:gd name="connsiteX5382" fmla="*/ 1388376 w 2401758"/>
              <a:gd name="connsiteY5382" fmla="*/ 336031 h 2400493"/>
              <a:gd name="connsiteX5383" fmla="*/ 1364567 w 2401758"/>
              <a:gd name="connsiteY5383" fmla="*/ 311725 h 2400493"/>
              <a:gd name="connsiteX5384" fmla="*/ 1388376 w 2401758"/>
              <a:gd name="connsiteY5384" fmla="*/ 288412 h 2400493"/>
              <a:gd name="connsiteX5385" fmla="*/ 1254945 w 2401758"/>
              <a:gd name="connsiteY5385" fmla="*/ 288412 h 2400493"/>
              <a:gd name="connsiteX5386" fmla="*/ 1278755 w 2401758"/>
              <a:gd name="connsiteY5386" fmla="*/ 312717 h 2400493"/>
              <a:gd name="connsiteX5387" fmla="*/ 1254449 w 2401758"/>
              <a:gd name="connsiteY5387" fmla="*/ 336527 h 2400493"/>
              <a:gd name="connsiteX5388" fmla="*/ 1231136 w 2401758"/>
              <a:gd name="connsiteY5388" fmla="*/ 311725 h 2400493"/>
              <a:gd name="connsiteX5389" fmla="*/ 1237584 w 2401758"/>
              <a:gd name="connsiteY5389" fmla="*/ 295356 h 2400493"/>
              <a:gd name="connsiteX5390" fmla="*/ 1254945 w 2401758"/>
              <a:gd name="connsiteY5390" fmla="*/ 288412 h 2400493"/>
              <a:gd name="connsiteX5391" fmla="*/ 1186493 w 2401758"/>
              <a:gd name="connsiteY5391" fmla="*/ 286428 h 2400493"/>
              <a:gd name="connsiteX5392" fmla="*/ 1212287 w 2401758"/>
              <a:gd name="connsiteY5392" fmla="*/ 313213 h 2400493"/>
              <a:gd name="connsiteX5393" fmla="*/ 1204350 w 2401758"/>
              <a:gd name="connsiteY5393" fmla="*/ 331070 h 2400493"/>
              <a:gd name="connsiteX5394" fmla="*/ 1187485 w 2401758"/>
              <a:gd name="connsiteY5394" fmla="*/ 338511 h 2400493"/>
              <a:gd name="connsiteX5395" fmla="*/ 1160204 w 2401758"/>
              <a:gd name="connsiteY5395" fmla="*/ 311725 h 2400493"/>
              <a:gd name="connsiteX5396" fmla="*/ 1168140 w 2401758"/>
              <a:gd name="connsiteY5396" fmla="*/ 293868 h 2400493"/>
              <a:gd name="connsiteX5397" fmla="*/ 1186493 w 2401758"/>
              <a:gd name="connsiteY5397" fmla="*/ 286428 h 2400493"/>
              <a:gd name="connsiteX5398" fmla="*/ 1121017 w 2401758"/>
              <a:gd name="connsiteY5398" fmla="*/ 286428 h 2400493"/>
              <a:gd name="connsiteX5399" fmla="*/ 1145819 w 2401758"/>
              <a:gd name="connsiteY5399" fmla="*/ 312717 h 2400493"/>
              <a:gd name="connsiteX5400" fmla="*/ 1118537 w 2401758"/>
              <a:gd name="connsiteY5400" fmla="*/ 338510 h 2400493"/>
              <a:gd name="connsiteX5401" fmla="*/ 1093736 w 2401758"/>
              <a:gd name="connsiteY5401" fmla="*/ 312221 h 2400493"/>
              <a:gd name="connsiteX5402" fmla="*/ 1121017 w 2401758"/>
              <a:gd name="connsiteY5402" fmla="*/ 286428 h 2400493"/>
              <a:gd name="connsiteX5403" fmla="*/ 1053062 w 2401758"/>
              <a:gd name="connsiteY5403" fmla="*/ 285436 h 2400493"/>
              <a:gd name="connsiteX5404" fmla="*/ 1071415 w 2401758"/>
              <a:gd name="connsiteY5404" fmla="*/ 292876 h 2400493"/>
              <a:gd name="connsiteX5405" fmla="*/ 1079351 w 2401758"/>
              <a:gd name="connsiteY5405" fmla="*/ 312221 h 2400493"/>
              <a:gd name="connsiteX5406" fmla="*/ 1071415 w 2401758"/>
              <a:gd name="connsiteY5406" fmla="*/ 330574 h 2400493"/>
              <a:gd name="connsiteX5407" fmla="*/ 1052070 w 2401758"/>
              <a:gd name="connsiteY5407" fmla="*/ 338511 h 2400493"/>
              <a:gd name="connsiteX5408" fmla="*/ 1034717 w 2401758"/>
              <a:gd name="connsiteY5408" fmla="*/ 331070 h 2400493"/>
              <a:gd name="connsiteX5409" fmla="*/ 1026781 w 2401758"/>
              <a:gd name="connsiteY5409" fmla="*/ 311725 h 2400493"/>
              <a:gd name="connsiteX5410" fmla="*/ 1034717 w 2401758"/>
              <a:gd name="connsiteY5410" fmla="*/ 293372 h 2400493"/>
              <a:gd name="connsiteX5411" fmla="*/ 1053062 w 2401758"/>
              <a:gd name="connsiteY5411" fmla="*/ 285436 h 2400493"/>
              <a:gd name="connsiteX5412" fmla="*/ 986598 w 2401758"/>
              <a:gd name="connsiteY5412" fmla="*/ 284444 h 2400493"/>
              <a:gd name="connsiteX5413" fmla="*/ 997014 w 2401758"/>
              <a:gd name="connsiteY5413" fmla="*/ 287420 h 2400493"/>
              <a:gd name="connsiteX5414" fmla="*/ 1005943 w 2401758"/>
              <a:gd name="connsiteY5414" fmla="*/ 294365 h 2400493"/>
              <a:gd name="connsiteX5415" fmla="*/ 1011895 w 2401758"/>
              <a:gd name="connsiteY5415" fmla="*/ 302797 h 2400493"/>
              <a:gd name="connsiteX5416" fmla="*/ 1013879 w 2401758"/>
              <a:gd name="connsiteY5416" fmla="*/ 313710 h 2400493"/>
              <a:gd name="connsiteX5417" fmla="*/ 1004951 w 2401758"/>
              <a:gd name="connsiteY5417" fmla="*/ 332559 h 2400493"/>
              <a:gd name="connsiteX5418" fmla="*/ 986102 w 2401758"/>
              <a:gd name="connsiteY5418" fmla="*/ 340495 h 2400493"/>
              <a:gd name="connsiteX5419" fmla="*/ 966260 w 2401758"/>
              <a:gd name="connsiteY5419" fmla="*/ 332063 h 2400493"/>
              <a:gd name="connsiteX5420" fmla="*/ 957332 w 2401758"/>
              <a:gd name="connsiteY5420" fmla="*/ 311725 h 2400493"/>
              <a:gd name="connsiteX5421" fmla="*/ 960308 w 2401758"/>
              <a:gd name="connsiteY5421" fmla="*/ 301309 h 2400493"/>
              <a:gd name="connsiteX5422" fmla="*/ 967253 w 2401758"/>
              <a:gd name="connsiteY5422" fmla="*/ 292380 h 2400493"/>
              <a:gd name="connsiteX5423" fmla="*/ 975685 w 2401758"/>
              <a:gd name="connsiteY5423" fmla="*/ 286924 h 2400493"/>
              <a:gd name="connsiteX5424" fmla="*/ 986598 w 2401758"/>
              <a:gd name="connsiteY5424" fmla="*/ 284444 h 2400493"/>
              <a:gd name="connsiteX5425" fmla="*/ 916685 w 2401758"/>
              <a:gd name="connsiteY5425" fmla="*/ 283948 h 2400493"/>
              <a:gd name="connsiteX5426" fmla="*/ 945454 w 2401758"/>
              <a:gd name="connsiteY5426" fmla="*/ 311725 h 2400493"/>
              <a:gd name="connsiteX5427" fmla="*/ 917677 w 2401758"/>
              <a:gd name="connsiteY5427" fmla="*/ 340991 h 2400493"/>
              <a:gd name="connsiteX5428" fmla="*/ 888412 w 2401758"/>
              <a:gd name="connsiteY5428" fmla="*/ 312718 h 2400493"/>
              <a:gd name="connsiteX5429" fmla="*/ 916685 w 2401758"/>
              <a:gd name="connsiteY5429" fmla="*/ 283948 h 2400493"/>
              <a:gd name="connsiteX5430" fmla="*/ 783265 w 2401758"/>
              <a:gd name="connsiteY5430" fmla="*/ 283948 h 2400493"/>
              <a:gd name="connsiteX5431" fmla="*/ 812530 w 2401758"/>
              <a:gd name="connsiteY5431" fmla="*/ 311726 h 2400493"/>
              <a:gd name="connsiteX5432" fmla="*/ 784257 w 2401758"/>
              <a:gd name="connsiteY5432" fmla="*/ 341487 h 2400493"/>
              <a:gd name="connsiteX5433" fmla="*/ 754989 w 2401758"/>
              <a:gd name="connsiteY5433" fmla="*/ 312222 h 2400493"/>
              <a:gd name="connsiteX5434" fmla="*/ 783265 w 2401758"/>
              <a:gd name="connsiteY5434" fmla="*/ 283948 h 2400493"/>
              <a:gd name="connsiteX5435" fmla="*/ 851227 w 2401758"/>
              <a:gd name="connsiteY5435" fmla="*/ 283452 h 2400493"/>
              <a:gd name="connsiteX5436" fmla="*/ 879006 w 2401758"/>
              <a:gd name="connsiteY5436" fmla="*/ 313710 h 2400493"/>
              <a:gd name="connsiteX5437" fmla="*/ 871072 w 2401758"/>
              <a:gd name="connsiteY5437" fmla="*/ 333055 h 2400493"/>
              <a:gd name="connsiteX5438" fmla="*/ 849245 w 2401758"/>
              <a:gd name="connsiteY5438" fmla="*/ 340991 h 2400493"/>
              <a:gd name="connsiteX5439" fmla="*/ 821466 w 2401758"/>
              <a:gd name="connsiteY5439" fmla="*/ 311725 h 2400493"/>
              <a:gd name="connsiteX5440" fmla="*/ 829901 w 2401758"/>
              <a:gd name="connsiteY5440" fmla="*/ 291884 h 2400493"/>
              <a:gd name="connsiteX5441" fmla="*/ 851227 w 2401758"/>
              <a:gd name="connsiteY5441" fmla="*/ 283452 h 2400493"/>
              <a:gd name="connsiteX5442" fmla="*/ 714292 w 2401758"/>
              <a:gd name="connsiteY5442" fmla="*/ 282460 h 2400493"/>
              <a:gd name="connsiteX5443" fmla="*/ 725204 w 2401758"/>
              <a:gd name="connsiteY5443" fmla="*/ 283948 h 2400493"/>
              <a:gd name="connsiteX5444" fmla="*/ 731652 w 2401758"/>
              <a:gd name="connsiteY5444" fmla="*/ 287916 h 2400493"/>
              <a:gd name="connsiteX5445" fmla="*/ 741572 w 2401758"/>
              <a:gd name="connsiteY5445" fmla="*/ 299325 h 2400493"/>
              <a:gd name="connsiteX5446" fmla="*/ 746036 w 2401758"/>
              <a:gd name="connsiteY5446" fmla="*/ 311726 h 2400493"/>
              <a:gd name="connsiteX5447" fmla="*/ 742564 w 2401758"/>
              <a:gd name="connsiteY5447" fmla="*/ 324622 h 2400493"/>
              <a:gd name="connsiteX5448" fmla="*/ 731652 w 2401758"/>
              <a:gd name="connsiteY5448" fmla="*/ 338015 h 2400493"/>
              <a:gd name="connsiteX5449" fmla="*/ 716276 w 2401758"/>
              <a:gd name="connsiteY5449" fmla="*/ 343967 h 2400493"/>
              <a:gd name="connsiteX5450" fmla="*/ 697427 w 2401758"/>
              <a:gd name="connsiteY5450" fmla="*/ 337519 h 2400493"/>
              <a:gd name="connsiteX5451" fmla="*/ 684035 w 2401758"/>
              <a:gd name="connsiteY5451" fmla="*/ 313214 h 2400493"/>
              <a:gd name="connsiteX5452" fmla="*/ 691475 w 2401758"/>
              <a:gd name="connsiteY5452" fmla="*/ 294861 h 2400493"/>
              <a:gd name="connsiteX5453" fmla="*/ 714292 w 2401758"/>
              <a:gd name="connsiteY5453" fmla="*/ 282460 h 2400493"/>
              <a:gd name="connsiteX5454" fmla="*/ 648346 w 2401758"/>
              <a:gd name="connsiteY5454" fmla="*/ 281468 h 2400493"/>
              <a:gd name="connsiteX5455" fmla="*/ 679097 w 2401758"/>
              <a:gd name="connsiteY5455" fmla="*/ 312222 h 2400493"/>
              <a:gd name="connsiteX5456" fmla="*/ 648346 w 2401758"/>
              <a:gd name="connsiteY5456" fmla="*/ 342975 h 2400493"/>
              <a:gd name="connsiteX5457" fmla="*/ 617099 w 2401758"/>
              <a:gd name="connsiteY5457" fmla="*/ 311726 h 2400493"/>
              <a:gd name="connsiteX5458" fmla="*/ 648346 w 2401758"/>
              <a:gd name="connsiteY5458" fmla="*/ 281468 h 2400493"/>
              <a:gd name="connsiteX5459" fmla="*/ 581378 w 2401758"/>
              <a:gd name="connsiteY5459" fmla="*/ 281468 h 2400493"/>
              <a:gd name="connsiteX5460" fmla="*/ 612629 w 2401758"/>
              <a:gd name="connsiteY5460" fmla="*/ 312221 h 2400493"/>
              <a:gd name="connsiteX5461" fmla="*/ 580386 w 2401758"/>
              <a:gd name="connsiteY5461" fmla="*/ 343967 h 2400493"/>
              <a:gd name="connsiteX5462" fmla="*/ 549630 w 2401758"/>
              <a:gd name="connsiteY5462" fmla="*/ 312221 h 2400493"/>
              <a:gd name="connsiteX5463" fmla="*/ 581378 w 2401758"/>
              <a:gd name="connsiteY5463" fmla="*/ 281468 h 2400493"/>
              <a:gd name="connsiteX5464" fmla="*/ 515402 w 2401758"/>
              <a:gd name="connsiteY5464" fmla="*/ 281468 h 2400493"/>
              <a:gd name="connsiteX5465" fmla="*/ 546159 w 2401758"/>
              <a:gd name="connsiteY5465" fmla="*/ 312717 h 2400493"/>
              <a:gd name="connsiteX5466" fmla="*/ 513418 w 2401758"/>
              <a:gd name="connsiteY5466" fmla="*/ 343471 h 2400493"/>
              <a:gd name="connsiteX5467" fmla="*/ 483159 w 2401758"/>
              <a:gd name="connsiteY5467" fmla="*/ 311229 h 2400493"/>
              <a:gd name="connsiteX5468" fmla="*/ 515402 w 2401758"/>
              <a:gd name="connsiteY5468" fmla="*/ 281468 h 2400493"/>
              <a:gd name="connsiteX5469" fmla="*/ 445443 w 2401758"/>
              <a:gd name="connsiteY5469" fmla="*/ 281468 h 2400493"/>
              <a:gd name="connsiteX5470" fmla="*/ 467765 w 2401758"/>
              <a:gd name="connsiteY5470" fmla="*/ 290396 h 2400493"/>
              <a:gd name="connsiteX5471" fmla="*/ 476693 w 2401758"/>
              <a:gd name="connsiteY5471" fmla="*/ 313213 h 2400493"/>
              <a:gd name="connsiteX5472" fmla="*/ 467765 w 2401758"/>
              <a:gd name="connsiteY5472" fmla="*/ 334542 h 2400493"/>
              <a:gd name="connsiteX5473" fmla="*/ 444947 w 2401758"/>
              <a:gd name="connsiteY5473" fmla="*/ 343471 h 2400493"/>
              <a:gd name="connsiteX5474" fmla="*/ 423617 w 2401758"/>
              <a:gd name="connsiteY5474" fmla="*/ 334542 h 2400493"/>
              <a:gd name="connsiteX5475" fmla="*/ 414192 w 2401758"/>
              <a:gd name="connsiteY5475" fmla="*/ 312221 h 2400493"/>
              <a:gd name="connsiteX5476" fmla="*/ 423617 w 2401758"/>
              <a:gd name="connsiteY5476" fmla="*/ 289900 h 2400493"/>
              <a:gd name="connsiteX5477" fmla="*/ 445443 w 2401758"/>
              <a:gd name="connsiteY5477" fmla="*/ 281468 h 2400493"/>
              <a:gd name="connsiteX5478" fmla="*/ 310021 w 2401758"/>
              <a:gd name="connsiteY5478" fmla="*/ 278987 h 2400493"/>
              <a:gd name="connsiteX5479" fmla="*/ 343256 w 2401758"/>
              <a:gd name="connsiteY5479" fmla="*/ 302796 h 2400493"/>
              <a:gd name="connsiteX5480" fmla="*/ 345736 w 2401758"/>
              <a:gd name="connsiteY5480" fmla="*/ 306269 h 2400493"/>
              <a:gd name="connsiteX5481" fmla="*/ 347720 w 2401758"/>
              <a:gd name="connsiteY5481" fmla="*/ 306269 h 2400493"/>
              <a:gd name="connsiteX5482" fmla="*/ 348712 w 2401758"/>
              <a:gd name="connsiteY5482" fmla="*/ 300812 h 2400493"/>
              <a:gd name="connsiteX5483" fmla="*/ 375994 w 2401758"/>
              <a:gd name="connsiteY5483" fmla="*/ 278987 h 2400493"/>
              <a:gd name="connsiteX5484" fmla="*/ 386907 w 2401758"/>
              <a:gd name="connsiteY5484" fmla="*/ 281467 h 2400493"/>
              <a:gd name="connsiteX5485" fmla="*/ 403277 w 2401758"/>
              <a:gd name="connsiteY5485" fmla="*/ 290892 h 2400493"/>
              <a:gd name="connsiteX5486" fmla="*/ 411709 w 2401758"/>
              <a:gd name="connsiteY5486" fmla="*/ 311229 h 2400493"/>
              <a:gd name="connsiteX5487" fmla="*/ 409725 w 2401758"/>
              <a:gd name="connsiteY5487" fmla="*/ 323133 h 2400493"/>
              <a:gd name="connsiteX5488" fmla="*/ 388891 w 2401758"/>
              <a:gd name="connsiteY5488" fmla="*/ 343471 h 2400493"/>
              <a:gd name="connsiteX5489" fmla="*/ 347720 w 2401758"/>
              <a:gd name="connsiteY5489" fmla="*/ 321645 h 2400493"/>
              <a:gd name="connsiteX5490" fmla="*/ 346232 w 2401758"/>
              <a:gd name="connsiteY5490" fmla="*/ 317677 h 2400493"/>
              <a:gd name="connsiteX5491" fmla="*/ 342760 w 2401758"/>
              <a:gd name="connsiteY5491" fmla="*/ 322141 h 2400493"/>
              <a:gd name="connsiteX5492" fmla="*/ 329863 w 2401758"/>
              <a:gd name="connsiteY5492" fmla="*/ 340494 h 2400493"/>
              <a:gd name="connsiteX5493" fmla="*/ 319446 w 2401758"/>
              <a:gd name="connsiteY5493" fmla="*/ 343967 h 2400493"/>
              <a:gd name="connsiteX5494" fmla="*/ 316470 w 2401758"/>
              <a:gd name="connsiteY5494" fmla="*/ 347439 h 2400493"/>
              <a:gd name="connsiteX5495" fmla="*/ 319446 w 2401758"/>
              <a:gd name="connsiteY5495" fmla="*/ 348431 h 2400493"/>
              <a:gd name="connsiteX5496" fmla="*/ 342263 w 2401758"/>
              <a:gd name="connsiteY5496" fmla="*/ 370256 h 2400493"/>
              <a:gd name="connsiteX5497" fmla="*/ 320438 w 2401758"/>
              <a:gd name="connsiteY5497" fmla="*/ 410434 h 2400493"/>
              <a:gd name="connsiteX5498" fmla="*/ 279764 w 2401758"/>
              <a:gd name="connsiteY5498" fmla="*/ 388609 h 2400493"/>
              <a:gd name="connsiteX5499" fmla="*/ 302580 w 2401758"/>
              <a:gd name="connsiteY5499" fmla="*/ 348431 h 2400493"/>
              <a:gd name="connsiteX5500" fmla="*/ 305557 w 2401758"/>
              <a:gd name="connsiteY5500" fmla="*/ 347439 h 2400493"/>
              <a:gd name="connsiteX5501" fmla="*/ 302580 w 2401758"/>
              <a:gd name="connsiteY5501" fmla="*/ 344463 h 2400493"/>
              <a:gd name="connsiteX5502" fmla="*/ 286211 w 2401758"/>
              <a:gd name="connsiteY5502" fmla="*/ 335038 h 2400493"/>
              <a:gd name="connsiteX5503" fmla="*/ 277284 w 2401758"/>
              <a:gd name="connsiteY5503" fmla="*/ 312717 h 2400493"/>
              <a:gd name="connsiteX5504" fmla="*/ 301092 w 2401758"/>
              <a:gd name="connsiteY5504" fmla="*/ 281963 h 2400493"/>
              <a:gd name="connsiteX5505" fmla="*/ 310021 w 2401758"/>
              <a:gd name="connsiteY5505" fmla="*/ 278987 h 2400493"/>
              <a:gd name="connsiteX5506" fmla="*/ 43681 w 2401758"/>
              <a:gd name="connsiteY5506" fmla="*/ 278987 h 2400493"/>
              <a:gd name="connsiteX5507" fmla="*/ 65506 w 2401758"/>
              <a:gd name="connsiteY5507" fmla="*/ 287916 h 2400493"/>
              <a:gd name="connsiteX5508" fmla="*/ 74930 w 2401758"/>
              <a:gd name="connsiteY5508" fmla="*/ 301804 h 2400493"/>
              <a:gd name="connsiteX5509" fmla="*/ 76915 w 2401758"/>
              <a:gd name="connsiteY5509" fmla="*/ 302300 h 2400493"/>
              <a:gd name="connsiteX5510" fmla="*/ 78899 w 2401758"/>
              <a:gd name="connsiteY5510" fmla="*/ 301308 h 2400493"/>
              <a:gd name="connsiteX5511" fmla="*/ 93283 w 2401758"/>
              <a:gd name="connsiteY5511" fmla="*/ 282459 h 2400493"/>
              <a:gd name="connsiteX5512" fmla="*/ 100227 w 2401758"/>
              <a:gd name="connsiteY5512" fmla="*/ 279979 h 2400493"/>
              <a:gd name="connsiteX5513" fmla="*/ 130980 w 2401758"/>
              <a:gd name="connsiteY5513" fmla="*/ 286924 h 2400493"/>
              <a:gd name="connsiteX5514" fmla="*/ 140901 w 2401758"/>
              <a:gd name="connsiteY5514" fmla="*/ 301804 h 2400493"/>
              <a:gd name="connsiteX5515" fmla="*/ 144869 w 2401758"/>
              <a:gd name="connsiteY5515" fmla="*/ 301804 h 2400493"/>
              <a:gd name="connsiteX5516" fmla="*/ 152310 w 2401758"/>
              <a:gd name="connsiteY5516" fmla="*/ 289404 h 2400493"/>
              <a:gd name="connsiteX5517" fmla="*/ 182566 w 2401758"/>
              <a:gd name="connsiteY5517" fmla="*/ 278987 h 2400493"/>
              <a:gd name="connsiteX5518" fmla="*/ 204887 w 2401758"/>
              <a:gd name="connsiteY5518" fmla="*/ 295356 h 2400493"/>
              <a:gd name="connsiteX5519" fmla="*/ 207368 w 2401758"/>
              <a:gd name="connsiteY5519" fmla="*/ 301308 h 2400493"/>
              <a:gd name="connsiteX5520" fmla="*/ 210840 w 2401758"/>
              <a:gd name="connsiteY5520" fmla="*/ 304781 h 2400493"/>
              <a:gd name="connsiteX5521" fmla="*/ 212328 w 2401758"/>
              <a:gd name="connsiteY5521" fmla="*/ 300812 h 2400493"/>
              <a:gd name="connsiteX5522" fmla="*/ 264907 w 2401758"/>
              <a:gd name="connsiteY5522" fmla="*/ 287420 h 2400493"/>
              <a:gd name="connsiteX5523" fmla="*/ 276314 w 2401758"/>
              <a:gd name="connsiteY5523" fmla="*/ 312221 h 2400493"/>
              <a:gd name="connsiteX5524" fmla="*/ 252505 w 2401758"/>
              <a:gd name="connsiteY5524" fmla="*/ 342975 h 2400493"/>
              <a:gd name="connsiteX5525" fmla="*/ 250025 w 2401758"/>
              <a:gd name="connsiteY5525" fmla="*/ 344959 h 2400493"/>
              <a:gd name="connsiteX5526" fmla="*/ 252505 w 2401758"/>
              <a:gd name="connsiteY5526" fmla="*/ 347935 h 2400493"/>
              <a:gd name="connsiteX5527" fmla="*/ 275818 w 2401758"/>
              <a:gd name="connsiteY5527" fmla="*/ 373232 h 2400493"/>
              <a:gd name="connsiteX5528" fmla="*/ 266395 w 2401758"/>
              <a:gd name="connsiteY5528" fmla="*/ 402498 h 2400493"/>
              <a:gd name="connsiteX5529" fmla="*/ 248041 w 2401758"/>
              <a:gd name="connsiteY5529" fmla="*/ 412418 h 2400493"/>
              <a:gd name="connsiteX5530" fmla="*/ 246057 w 2401758"/>
              <a:gd name="connsiteY5530" fmla="*/ 413906 h 2400493"/>
              <a:gd name="connsiteX5531" fmla="*/ 248041 w 2401758"/>
              <a:gd name="connsiteY5531" fmla="*/ 414898 h 2400493"/>
              <a:gd name="connsiteX5532" fmla="*/ 274331 w 2401758"/>
              <a:gd name="connsiteY5532" fmla="*/ 440692 h 2400493"/>
              <a:gd name="connsiteX5533" fmla="*/ 250025 w 2401758"/>
              <a:gd name="connsiteY5533" fmla="*/ 477398 h 2400493"/>
              <a:gd name="connsiteX5534" fmla="*/ 223240 w 2401758"/>
              <a:gd name="connsiteY5534" fmla="*/ 471941 h 2400493"/>
              <a:gd name="connsiteX5535" fmla="*/ 212328 w 2401758"/>
              <a:gd name="connsiteY5535" fmla="*/ 451604 h 2400493"/>
              <a:gd name="connsiteX5536" fmla="*/ 211336 w 2401758"/>
              <a:gd name="connsiteY5536" fmla="*/ 448628 h 2400493"/>
              <a:gd name="connsiteX5537" fmla="*/ 208856 w 2401758"/>
              <a:gd name="connsiteY5537" fmla="*/ 451108 h 2400493"/>
              <a:gd name="connsiteX5538" fmla="*/ 205384 w 2401758"/>
              <a:gd name="connsiteY5538" fmla="*/ 461525 h 2400493"/>
              <a:gd name="connsiteX5539" fmla="*/ 191991 w 2401758"/>
              <a:gd name="connsiteY5539" fmla="*/ 474422 h 2400493"/>
              <a:gd name="connsiteX5540" fmla="*/ 180582 w 2401758"/>
              <a:gd name="connsiteY5540" fmla="*/ 478886 h 2400493"/>
              <a:gd name="connsiteX5541" fmla="*/ 168679 w 2401758"/>
              <a:gd name="connsiteY5541" fmla="*/ 476902 h 2400493"/>
              <a:gd name="connsiteX5542" fmla="*/ 145861 w 2401758"/>
              <a:gd name="connsiteY5542" fmla="*/ 453589 h 2400493"/>
              <a:gd name="connsiteX5543" fmla="*/ 143381 w 2401758"/>
              <a:gd name="connsiteY5543" fmla="*/ 450612 h 2400493"/>
              <a:gd name="connsiteX5544" fmla="*/ 140901 w 2401758"/>
              <a:gd name="connsiteY5544" fmla="*/ 453589 h 2400493"/>
              <a:gd name="connsiteX5545" fmla="*/ 111635 w 2401758"/>
              <a:gd name="connsiteY5545" fmla="*/ 478886 h 2400493"/>
              <a:gd name="connsiteX5546" fmla="*/ 103203 w 2401758"/>
              <a:gd name="connsiteY5546" fmla="*/ 476902 h 2400493"/>
              <a:gd name="connsiteX5547" fmla="*/ 78899 w 2401758"/>
              <a:gd name="connsiteY5547" fmla="*/ 452596 h 2400493"/>
              <a:gd name="connsiteX5548" fmla="*/ 76915 w 2401758"/>
              <a:gd name="connsiteY5548" fmla="*/ 450612 h 2400493"/>
              <a:gd name="connsiteX5549" fmla="*/ 74434 w 2401758"/>
              <a:gd name="connsiteY5549" fmla="*/ 452100 h 2400493"/>
              <a:gd name="connsiteX5550" fmla="*/ 74434 w 2401758"/>
              <a:gd name="connsiteY5550" fmla="*/ 455573 h 2400493"/>
              <a:gd name="connsiteX5551" fmla="*/ 45665 w 2401758"/>
              <a:gd name="connsiteY5551" fmla="*/ 478886 h 2400493"/>
              <a:gd name="connsiteX5552" fmla="*/ 35744 w 2401758"/>
              <a:gd name="connsiteY5552" fmla="*/ 476902 h 2400493"/>
              <a:gd name="connsiteX5553" fmla="*/ 9952 w 2401758"/>
              <a:gd name="connsiteY5553" fmla="*/ 448132 h 2400493"/>
              <a:gd name="connsiteX5554" fmla="*/ 11936 w 2401758"/>
              <a:gd name="connsiteY5554" fmla="*/ 438212 h 2400493"/>
              <a:gd name="connsiteX5555" fmla="*/ 35744 w 2401758"/>
              <a:gd name="connsiteY5555" fmla="*/ 414898 h 2400493"/>
              <a:gd name="connsiteX5556" fmla="*/ 37728 w 2401758"/>
              <a:gd name="connsiteY5556" fmla="*/ 413410 h 2400493"/>
              <a:gd name="connsiteX5557" fmla="*/ 36240 w 2401758"/>
              <a:gd name="connsiteY5557" fmla="*/ 411922 h 2400493"/>
              <a:gd name="connsiteX5558" fmla="*/ 32272 w 2401758"/>
              <a:gd name="connsiteY5558" fmla="*/ 410434 h 2400493"/>
              <a:gd name="connsiteX5559" fmla="*/ 19377 w 2401758"/>
              <a:gd name="connsiteY5559" fmla="*/ 357359 h 2400493"/>
              <a:gd name="connsiteX5560" fmla="*/ 33760 w 2401758"/>
              <a:gd name="connsiteY5560" fmla="*/ 348431 h 2400493"/>
              <a:gd name="connsiteX5561" fmla="*/ 36240 w 2401758"/>
              <a:gd name="connsiteY5561" fmla="*/ 346943 h 2400493"/>
              <a:gd name="connsiteX5562" fmla="*/ 33760 w 2401758"/>
              <a:gd name="connsiteY5562" fmla="*/ 344463 h 2400493"/>
              <a:gd name="connsiteX5563" fmla="*/ 14912 w 2401758"/>
              <a:gd name="connsiteY5563" fmla="*/ 330078 h 2400493"/>
              <a:gd name="connsiteX5564" fmla="*/ 10448 w 2401758"/>
              <a:gd name="connsiteY5564" fmla="*/ 320157 h 2400493"/>
              <a:gd name="connsiteX5565" fmla="*/ 12928 w 2401758"/>
              <a:gd name="connsiteY5565" fmla="*/ 298828 h 2400493"/>
              <a:gd name="connsiteX5566" fmla="*/ 21361 w 2401758"/>
              <a:gd name="connsiteY5566" fmla="*/ 288908 h 2400493"/>
              <a:gd name="connsiteX5567" fmla="*/ 43681 w 2401758"/>
              <a:gd name="connsiteY5567" fmla="*/ 278987 h 2400493"/>
              <a:gd name="connsiteX5568" fmla="*/ 2397294 w 2401758"/>
              <a:gd name="connsiteY5568" fmla="*/ 241289 h 2400493"/>
              <a:gd name="connsiteX5569" fmla="*/ 2400270 w 2401758"/>
              <a:gd name="connsiteY5569" fmla="*/ 243769 h 2400493"/>
              <a:gd name="connsiteX5570" fmla="*/ 2398286 w 2401758"/>
              <a:gd name="connsiteY5570" fmla="*/ 247241 h 2400493"/>
              <a:gd name="connsiteX5571" fmla="*/ 2395806 w 2401758"/>
              <a:gd name="connsiteY5571" fmla="*/ 243769 h 2400493"/>
              <a:gd name="connsiteX5572" fmla="*/ 2397294 w 2401758"/>
              <a:gd name="connsiteY5572" fmla="*/ 241289 h 2400493"/>
              <a:gd name="connsiteX5573" fmla="*/ 2331819 w 2401758"/>
              <a:gd name="connsiteY5573" fmla="*/ 238313 h 2400493"/>
              <a:gd name="connsiteX5574" fmla="*/ 2336780 w 2401758"/>
              <a:gd name="connsiteY5574" fmla="*/ 243769 h 2400493"/>
              <a:gd name="connsiteX5575" fmla="*/ 2331819 w 2401758"/>
              <a:gd name="connsiteY5575" fmla="*/ 248234 h 2400493"/>
              <a:gd name="connsiteX5576" fmla="*/ 2326859 w 2401758"/>
              <a:gd name="connsiteY5576" fmla="*/ 242777 h 2400493"/>
              <a:gd name="connsiteX5577" fmla="*/ 2331819 w 2401758"/>
              <a:gd name="connsiteY5577" fmla="*/ 238313 h 2400493"/>
              <a:gd name="connsiteX5578" fmla="*/ 2264855 w 2401758"/>
              <a:gd name="connsiteY5578" fmla="*/ 235833 h 2400493"/>
              <a:gd name="connsiteX5579" fmla="*/ 2271800 w 2401758"/>
              <a:gd name="connsiteY5579" fmla="*/ 243273 h 2400493"/>
              <a:gd name="connsiteX5580" fmla="*/ 2264855 w 2401758"/>
              <a:gd name="connsiteY5580" fmla="*/ 250218 h 2400493"/>
              <a:gd name="connsiteX5581" fmla="*/ 2257415 w 2401758"/>
              <a:gd name="connsiteY5581" fmla="*/ 242281 h 2400493"/>
              <a:gd name="connsiteX5582" fmla="*/ 2264855 w 2401758"/>
              <a:gd name="connsiteY5582" fmla="*/ 235833 h 2400493"/>
              <a:gd name="connsiteX5583" fmla="*/ 2198388 w 2401758"/>
              <a:gd name="connsiteY5583" fmla="*/ 233849 h 2400493"/>
              <a:gd name="connsiteX5584" fmla="*/ 2207316 w 2401758"/>
              <a:gd name="connsiteY5584" fmla="*/ 243770 h 2400493"/>
              <a:gd name="connsiteX5585" fmla="*/ 2197891 w 2401758"/>
              <a:gd name="connsiteY5585" fmla="*/ 253194 h 2400493"/>
              <a:gd name="connsiteX5586" fmla="*/ 2188467 w 2401758"/>
              <a:gd name="connsiteY5586" fmla="*/ 243770 h 2400493"/>
              <a:gd name="connsiteX5587" fmla="*/ 2198388 w 2401758"/>
              <a:gd name="connsiteY5587" fmla="*/ 233849 h 2400493"/>
              <a:gd name="connsiteX5588" fmla="*/ 2128944 w 2401758"/>
              <a:gd name="connsiteY5588" fmla="*/ 231369 h 2400493"/>
              <a:gd name="connsiteX5589" fmla="*/ 2140849 w 2401758"/>
              <a:gd name="connsiteY5589" fmla="*/ 243274 h 2400493"/>
              <a:gd name="connsiteX5590" fmla="*/ 2129440 w 2401758"/>
              <a:gd name="connsiteY5590" fmla="*/ 255178 h 2400493"/>
              <a:gd name="connsiteX5591" fmla="*/ 2117039 w 2401758"/>
              <a:gd name="connsiteY5591" fmla="*/ 244266 h 2400493"/>
              <a:gd name="connsiteX5592" fmla="*/ 2128944 w 2401758"/>
              <a:gd name="connsiteY5592" fmla="*/ 231369 h 2400493"/>
              <a:gd name="connsiteX5593" fmla="*/ 2062415 w 2401758"/>
              <a:gd name="connsiteY5593" fmla="*/ 230563 h 2400493"/>
              <a:gd name="connsiteX5594" fmla="*/ 2073389 w 2401758"/>
              <a:gd name="connsiteY5594" fmla="*/ 237322 h 2400493"/>
              <a:gd name="connsiteX5595" fmla="*/ 2076366 w 2401758"/>
              <a:gd name="connsiteY5595" fmla="*/ 243274 h 2400493"/>
              <a:gd name="connsiteX5596" fmla="*/ 2073389 w 2401758"/>
              <a:gd name="connsiteY5596" fmla="*/ 250218 h 2400493"/>
              <a:gd name="connsiteX5597" fmla="*/ 2051068 w 2401758"/>
              <a:gd name="connsiteY5597" fmla="*/ 250714 h 2400493"/>
              <a:gd name="connsiteX5598" fmla="*/ 2051068 w 2401758"/>
              <a:gd name="connsiteY5598" fmla="*/ 236826 h 2400493"/>
              <a:gd name="connsiteX5599" fmla="*/ 2062415 w 2401758"/>
              <a:gd name="connsiteY5599" fmla="*/ 230563 h 2400493"/>
              <a:gd name="connsiteX5600" fmla="*/ 1996009 w 2401758"/>
              <a:gd name="connsiteY5600" fmla="*/ 229385 h 2400493"/>
              <a:gd name="connsiteX5601" fmla="*/ 2009897 w 2401758"/>
              <a:gd name="connsiteY5601" fmla="*/ 243770 h 2400493"/>
              <a:gd name="connsiteX5602" fmla="*/ 1995513 w 2401758"/>
              <a:gd name="connsiteY5602" fmla="*/ 257658 h 2400493"/>
              <a:gd name="connsiteX5603" fmla="*/ 1981624 w 2401758"/>
              <a:gd name="connsiteY5603" fmla="*/ 243274 h 2400493"/>
              <a:gd name="connsiteX5604" fmla="*/ 1996009 w 2401758"/>
              <a:gd name="connsiteY5604" fmla="*/ 229385 h 2400493"/>
              <a:gd name="connsiteX5605" fmla="*/ 1859601 w 2401758"/>
              <a:gd name="connsiteY5605" fmla="*/ 226904 h 2400493"/>
              <a:gd name="connsiteX5606" fmla="*/ 1876962 w 2401758"/>
              <a:gd name="connsiteY5606" fmla="*/ 243273 h 2400493"/>
              <a:gd name="connsiteX5607" fmla="*/ 1860593 w 2401758"/>
              <a:gd name="connsiteY5607" fmla="*/ 260634 h 2400493"/>
              <a:gd name="connsiteX5608" fmla="*/ 1843232 w 2401758"/>
              <a:gd name="connsiteY5608" fmla="*/ 244265 h 2400493"/>
              <a:gd name="connsiteX5609" fmla="*/ 1859601 w 2401758"/>
              <a:gd name="connsiteY5609" fmla="*/ 226904 h 2400493"/>
              <a:gd name="connsiteX5610" fmla="*/ 1929045 w 2401758"/>
              <a:gd name="connsiteY5610" fmla="*/ 225913 h 2400493"/>
              <a:gd name="connsiteX5611" fmla="*/ 1940949 w 2401758"/>
              <a:gd name="connsiteY5611" fmla="*/ 231865 h 2400493"/>
              <a:gd name="connsiteX5612" fmla="*/ 1945910 w 2401758"/>
              <a:gd name="connsiteY5612" fmla="*/ 243274 h 2400493"/>
              <a:gd name="connsiteX5613" fmla="*/ 1939461 w 2401758"/>
              <a:gd name="connsiteY5613" fmla="*/ 255179 h 2400493"/>
              <a:gd name="connsiteX5614" fmla="*/ 1928549 w 2401758"/>
              <a:gd name="connsiteY5614" fmla="*/ 259147 h 2400493"/>
              <a:gd name="connsiteX5615" fmla="*/ 1916644 w 2401758"/>
              <a:gd name="connsiteY5615" fmla="*/ 253194 h 2400493"/>
              <a:gd name="connsiteX5616" fmla="*/ 1912180 w 2401758"/>
              <a:gd name="connsiteY5616" fmla="*/ 241786 h 2400493"/>
              <a:gd name="connsiteX5617" fmla="*/ 1917636 w 2401758"/>
              <a:gd name="connsiteY5617" fmla="*/ 230873 h 2400493"/>
              <a:gd name="connsiteX5618" fmla="*/ 1929045 w 2401758"/>
              <a:gd name="connsiteY5618" fmla="*/ 225913 h 2400493"/>
              <a:gd name="connsiteX5619" fmla="*/ 1793630 w 2401758"/>
              <a:gd name="connsiteY5619" fmla="*/ 224425 h 2400493"/>
              <a:gd name="connsiteX5620" fmla="*/ 1808015 w 2401758"/>
              <a:gd name="connsiteY5620" fmla="*/ 232857 h 2400493"/>
              <a:gd name="connsiteX5621" fmla="*/ 1811983 w 2401758"/>
              <a:gd name="connsiteY5621" fmla="*/ 243770 h 2400493"/>
              <a:gd name="connsiteX5622" fmla="*/ 1805535 w 2401758"/>
              <a:gd name="connsiteY5622" fmla="*/ 256667 h 2400493"/>
              <a:gd name="connsiteX5623" fmla="*/ 1793630 w 2401758"/>
              <a:gd name="connsiteY5623" fmla="*/ 262123 h 2400493"/>
              <a:gd name="connsiteX5624" fmla="*/ 1780733 w 2401758"/>
              <a:gd name="connsiteY5624" fmla="*/ 255675 h 2400493"/>
              <a:gd name="connsiteX5625" fmla="*/ 1774285 w 2401758"/>
              <a:gd name="connsiteY5625" fmla="*/ 243274 h 2400493"/>
              <a:gd name="connsiteX5626" fmla="*/ 1782717 w 2401758"/>
              <a:gd name="connsiteY5626" fmla="*/ 228889 h 2400493"/>
              <a:gd name="connsiteX5627" fmla="*/ 1793630 w 2401758"/>
              <a:gd name="connsiteY5627" fmla="*/ 224425 h 2400493"/>
              <a:gd name="connsiteX5628" fmla="*/ 1727162 w 2401758"/>
              <a:gd name="connsiteY5628" fmla="*/ 224424 h 2400493"/>
              <a:gd name="connsiteX5629" fmla="*/ 1745515 w 2401758"/>
              <a:gd name="connsiteY5629" fmla="*/ 243273 h 2400493"/>
              <a:gd name="connsiteX5630" fmla="*/ 1726170 w 2401758"/>
              <a:gd name="connsiteY5630" fmla="*/ 262618 h 2400493"/>
              <a:gd name="connsiteX5631" fmla="*/ 1707321 w 2401758"/>
              <a:gd name="connsiteY5631" fmla="*/ 242777 h 2400493"/>
              <a:gd name="connsiteX5632" fmla="*/ 1727162 w 2401758"/>
              <a:gd name="connsiteY5632" fmla="*/ 224424 h 2400493"/>
              <a:gd name="connsiteX5633" fmla="*/ 1658710 w 2401758"/>
              <a:gd name="connsiteY5633" fmla="*/ 224424 h 2400493"/>
              <a:gd name="connsiteX5634" fmla="*/ 1672103 w 2401758"/>
              <a:gd name="connsiteY5634" fmla="*/ 229880 h 2400493"/>
              <a:gd name="connsiteX5635" fmla="*/ 1677063 w 2401758"/>
              <a:gd name="connsiteY5635" fmla="*/ 243273 h 2400493"/>
              <a:gd name="connsiteX5636" fmla="*/ 1672103 w 2401758"/>
              <a:gd name="connsiteY5636" fmla="*/ 256666 h 2400493"/>
              <a:gd name="connsiteX5637" fmla="*/ 1658214 w 2401758"/>
              <a:gd name="connsiteY5637" fmla="*/ 262122 h 2400493"/>
              <a:gd name="connsiteX5638" fmla="*/ 1643829 w 2401758"/>
              <a:gd name="connsiteY5638" fmla="*/ 257658 h 2400493"/>
              <a:gd name="connsiteX5639" fmla="*/ 1638373 w 2401758"/>
              <a:gd name="connsiteY5639" fmla="*/ 243273 h 2400493"/>
              <a:gd name="connsiteX5640" fmla="*/ 1643829 w 2401758"/>
              <a:gd name="connsiteY5640" fmla="*/ 229880 h 2400493"/>
              <a:gd name="connsiteX5641" fmla="*/ 1658710 w 2401758"/>
              <a:gd name="connsiteY5641" fmla="*/ 224424 h 2400493"/>
              <a:gd name="connsiteX5642" fmla="*/ 1590755 w 2401758"/>
              <a:gd name="connsiteY5642" fmla="*/ 222440 h 2400493"/>
              <a:gd name="connsiteX5643" fmla="*/ 1612084 w 2401758"/>
              <a:gd name="connsiteY5643" fmla="*/ 243770 h 2400493"/>
              <a:gd name="connsiteX5644" fmla="*/ 1590259 w 2401758"/>
              <a:gd name="connsiteY5644" fmla="*/ 265099 h 2400493"/>
              <a:gd name="connsiteX5645" fmla="*/ 1569426 w 2401758"/>
              <a:gd name="connsiteY5645" fmla="*/ 242778 h 2400493"/>
              <a:gd name="connsiteX5646" fmla="*/ 1590755 w 2401758"/>
              <a:gd name="connsiteY5646" fmla="*/ 222440 h 2400493"/>
              <a:gd name="connsiteX5647" fmla="*/ 1525279 w 2401758"/>
              <a:gd name="connsiteY5647" fmla="*/ 221945 h 2400493"/>
              <a:gd name="connsiteX5648" fmla="*/ 1546112 w 2401758"/>
              <a:gd name="connsiteY5648" fmla="*/ 243274 h 2400493"/>
              <a:gd name="connsiteX5649" fmla="*/ 1524287 w 2401758"/>
              <a:gd name="connsiteY5649" fmla="*/ 264603 h 2400493"/>
              <a:gd name="connsiteX5650" fmla="*/ 1502958 w 2401758"/>
              <a:gd name="connsiteY5650" fmla="*/ 242778 h 2400493"/>
              <a:gd name="connsiteX5651" fmla="*/ 1525279 w 2401758"/>
              <a:gd name="connsiteY5651" fmla="*/ 221945 h 2400493"/>
              <a:gd name="connsiteX5652" fmla="*/ 1457324 w 2401758"/>
              <a:gd name="connsiteY5652" fmla="*/ 221944 h 2400493"/>
              <a:gd name="connsiteX5653" fmla="*/ 1479149 w 2401758"/>
              <a:gd name="connsiteY5653" fmla="*/ 243273 h 2400493"/>
              <a:gd name="connsiteX5654" fmla="*/ 1457324 w 2401758"/>
              <a:gd name="connsiteY5654" fmla="*/ 264602 h 2400493"/>
              <a:gd name="connsiteX5655" fmla="*/ 1435995 w 2401758"/>
              <a:gd name="connsiteY5655" fmla="*/ 242777 h 2400493"/>
              <a:gd name="connsiteX5656" fmla="*/ 1457324 w 2401758"/>
              <a:gd name="connsiteY5656" fmla="*/ 221944 h 2400493"/>
              <a:gd name="connsiteX5657" fmla="*/ 1388376 w 2401758"/>
              <a:gd name="connsiteY5657" fmla="*/ 219464 h 2400493"/>
              <a:gd name="connsiteX5658" fmla="*/ 1412185 w 2401758"/>
              <a:gd name="connsiteY5658" fmla="*/ 242281 h 2400493"/>
              <a:gd name="connsiteX5659" fmla="*/ 1388376 w 2401758"/>
              <a:gd name="connsiteY5659" fmla="*/ 267083 h 2400493"/>
              <a:gd name="connsiteX5660" fmla="*/ 1364566 w 2401758"/>
              <a:gd name="connsiteY5660" fmla="*/ 244265 h 2400493"/>
              <a:gd name="connsiteX5661" fmla="*/ 1388376 w 2401758"/>
              <a:gd name="connsiteY5661" fmla="*/ 219464 h 2400493"/>
              <a:gd name="connsiteX5662" fmla="*/ 1322404 w 2401758"/>
              <a:gd name="connsiteY5662" fmla="*/ 219464 h 2400493"/>
              <a:gd name="connsiteX5663" fmla="*/ 1345717 w 2401758"/>
              <a:gd name="connsiteY5663" fmla="*/ 243769 h 2400493"/>
              <a:gd name="connsiteX5664" fmla="*/ 1322404 w 2401758"/>
              <a:gd name="connsiteY5664" fmla="*/ 267083 h 2400493"/>
              <a:gd name="connsiteX5665" fmla="*/ 1298099 w 2401758"/>
              <a:gd name="connsiteY5665" fmla="*/ 243273 h 2400493"/>
              <a:gd name="connsiteX5666" fmla="*/ 1322404 w 2401758"/>
              <a:gd name="connsiteY5666" fmla="*/ 219464 h 2400493"/>
              <a:gd name="connsiteX5667" fmla="*/ 1255441 w 2401758"/>
              <a:gd name="connsiteY5667" fmla="*/ 219464 h 2400493"/>
              <a:gd name="connsiteX5668" fmla="*/ 1278754 w 2401758"/>
              <a:gd name="connsiteY5668" fmla="*/ 243769 h 2400493"/>
              <a:gd name="connsiteX5669" fmla="*/ 1253953 w 2401758"/>
              <a:gd name="connsiteY5669" fmla="*/ 267083 h 2400493"/>
              <a:gd name="connsiteX5670" fmla="*/ 1237584 w 2401758"/>
              <a:gd name="connsiteY5670" fmla="*/ 260634 h 2400493"/>
              <a:gd name="connsiteX5671" fmla="*/ 1230640 w 2401758"/>
              <a:gd name="connsiteY5671" fmla="*/ 243273 h 2400493"/>
              <a:gd name="connsiteX5672" fmla="*/ 1255441 w 2401758"/>
              <a:gd name="connsiteY5672" fmla="*/ 219464 h 2400493"/>
              <a:gd name="connsiteX5673" fmla="*/ 1186990 w 2401758"/>
              <a:gd name="connsiteY5673" fmla="*/ 217480 h 2400493"/>
              <a:gd name="connsiteX5674" fmla="*/ 1204847 w 2401758"/>
              <a:gd name="connsiteY5674" fmla="*/ 225417 h 2400493"/>
              <a:gd name="connsiteX5675" fmla="*/ 1212783 w 2401758"/>
              <a:gd name="connsiteY5675" fmla="*/ 243770 h 2400493"/>
              <a:gd name="connsiteX5676" fmla="*/ 1203359 w 2401758"/>
              <a:gd name="connsiteY5676" fmla="*/ 262619 h 2400493"/>
              <a:gd name="connsiteX5677" fmla="*/ 1185005 w 2401758"/>
              <a:gd name="connsiteY5677" fmla="*/ 269067 h 2400493"/>
              <a:gd name="connsiteX5678" fmla="*/ 1167149 w 2401758"/>
              <a:gd name="connsiteY5678" fmla="*/ 261131 h 2400493"/>
              <a:gd name="connsiteX5679" fmla="*/ 1160204 w 2401758"/>
              <a:gd name="connsiteY5679" fmla="*/ 242778 h 2400493"/>
              <a:gd name="connsiteX5680" fmla="*/ 1168637 w 2401758"/>
              <a:gd name="connsiteY5680" fmla="*/ 223929 h 2400493"/>
              <a:gd name="connsiteX5681" fmla="*/ 1186990 w 2401758"/>
              <a:gd name="connsiteY5681" fmla="*/ 217480 h 2400493"/>
              <a:gd name="connsiteX5682" fmla="*/ 1120026 w 2401758"/>
              <a:gd name="connsiteY5682" fmla="*/ 217480 h 2400493"/>
              <a:gd name="connsiteX5683" fmla="*/ 1145819 w 2401758"/>
              <a:gd name="connsiteY5683" fmla="*/ 244265 h 2400493"/>
              <a:gd name="connsiteX5684" fmla="*/ 1119529 w 2401758"/>
              <a:gd name="connsiteY5684" fmla="*/ 269563 h 2400493"/>
              <a:gd name="connsiteX5685" fmla="*/ 1093736 w 2401758"/>
              <a:gd name="connsiteY5685" fmla="*/ 242777 h 2400493"/>
              <a:gd name="connsiteX5686" fmla="*/ 1120026 w 2401758"/>
              <a:gd name="connsiteY5686" fmla="*/ 217480 h 2400493"/>
              <a:gd name="connsiteX5687" fmla="*/ 1053062 w 2401758"/>
              <a:gd name="connsiteY5687" fmla="*/ 217480 h 2400493"/>
              <a:gd name="connsiteX5688" fmla="*/ 1071415 w 2401758"/>
              <a:gd name="connsiteY5688" fmla="*/ 225416 h 2400493"/>
              <a:gd name="connsiteX5689" fmla="*/ 1079352 w 2401758"/>
              <a:gd name="connsiteY5689" fmla="*/ 244761 h 2400493"/>
              <a:gd name="connsiteX5690" fmla="*/ 1051574 w 2401758"/>
              <a:gd name="connsiteY5690" fmla="*/ 269563 h 2400493"/>
              <a:gd name="connsiteX5691" fmla="*/ 1034247 w 2401758"/>
              <a:gd name="connsiteY5691" fmla="*/ 262122 h 2400493"/>
              <a:gd name="connsiteX5692" fmla="*/ 1026311 w 2401758"/>
              <a:gd name="connsiteY5692" fmla="*/ 242777 h 2400493"/>
              <a:gd name="connsiteX5693" fmla="*/ 1053062 w 2401758"/>
              <a:gd name="connsiteY5693" fmla="*/ 217480 h 2400493"/>
              <a:gd name="connsiteX5694" fmla="*/ 917194 w 2401758"/>
              <a:gd name="connsiteY5694" fmla="*/ 215000 h 2400493"/>
              <a:gd name="connsiteX5695" fmla="*/ 945963 w 2401758"/>
              <a:gd name="connsiteY5695" fmla="*/ 243274 h 2400493"/>
              <a:gd name="connsiteX5696" fmla="*/ 918186 w 2401758"/>
              <a:gd name="connsiteY5696" fmla="*/ 272540 h 2400493"/>
              <a:gd name="connsiteX5697" fmla="*/ 888921 w 2401758"/>
              <a:gd name="connsiteY5697" fmla="*/ 243770 h 2400493"/>
              <a:gd name="connsiteX5698" fmla="*/ 917194 w 2401758"/>
              <a:gd name="connsiteY5698" fmla="*/ 215000 h 2400493"/>
              <a:gd name="connsiteX5699" fmla="*/ 851182 w 2401758"/>
              <a:gd name="connsiteY5699" fmla="*/ 214504 h 2400493"/>
              <a:gd name="connsiteX5700" fmla="*/ 879456 w 2401758"/>
              <a:gd name="connsiteY5700" fmla="*/ 244762 h 2400493"/>
              <a:gd name="connsiteX5701" fmla="*/ 850190 w 2401758"/>
              <a:gd name="connsiteY5701" fmla="*/ 272539 h 2400493"/>
              <a:gd name="connsiteX5702" fmla="*/ 821917 w 2401758"/>
              <a:gd name="connsiteY5702" fmla="*/ 242281 h 2400493"/>
              <a:gd name="connsiteX5703" fmla="*/ 851182 w 2401758"/>
              <a:gd name="connsiteY5703" fmla="*/ 214504 h 2400493"/>
              <a:gd name="connsiteX5704" fmla="*/ 986631 w 2401758"/>
              <a:gd name="connsiteY5704" fmla="*/ 214008 h 2400493"/>
              <a:gd name="connsiteX5705" fmla="*/ 1007464 w 2401758"/>
              <a:gd name="connsiteY5705" fmla="*/ 224425 h 2400493"/>
              <a:gd name="connsiteX5706" fmla="*/ 1014903 w 2401758"/>
              <a:gd name="connsiteY5706" fmla="*/ 243274 h 2400493"/>
              <a:gd name="connsiteX5707" fmla="*/ 1006472 w 2401758"/>
              <a:gd name="connsiteY5707" fmla="*/ 262619 h 2400493"/>
              <a:gd name="connsiteX5708" fmla="*/ 986135 w 2401758"/>
              <a:gd name="connsiteY5708" fmla="*/ 271547 h 2400493"/>
              <a:gd name="connsiteX5709" fmla="*/ 965301 w 2401758"/>
              <a:gd name="connsiteY5709" fmla="*/ 261627 h 2400493"/>
              <a:gd name="connsiteX5710" fmla="*/ 957366 w 2401758"/>
              <a:gd name="connsiteY5710" fmla="*/ 242282 h 2400493"/>
              <a:gd name="connsiteX5711" fmla="*/ 968774 w 2401758"/>
              <a:gd name="connsiteY5711" fmla="*/ 220456 h 2400493"/>
              <a:gd name="connsiteX5712" fmla="*/ 986631 w 2401758"/>
              <a:gd name="connsiteY5712" fmla="*/ 214008 h 2400493"/>
              <a:gd name="connsiteX5713" fmla="*/ 784761 w 2401758"/>
              <a:gd name="connsiteY5713" fmla="*/ 214008 h 2400493"/>
              <a:gd name="connsiteX5714" fmla="*/ 804598 w 2401758"/>
              <a:gd name="connsiteY5714" fmla="*/ 221448 h 2400493"/>
              <a:gd name="connsiteX5715" fmla="*/ 812041 w 2401758"/>
              <a:gd name="connsiteY5715" fmla="*/ 243770 h 2400493"/>
              <a:gd name="connsiteX5716" fmla="*/ 804598 w 2401758"/>
              <a:gd name="connsiteY5716" fmla="*/ 264107 h 2400493"/>
              <a:gd name="connsiteX5717" fmla="*/ 782776 w 2401758"/>
              <a:gd name="connsiteY5717" fmla="*/ 271547 h 2400493"/>
              <a:gd name="connsiteX5718" fmla="*/ 762932 w 2401758"/>
              <a:gd name="connsiteY5718" fmla="*/ 264107 h 2400493"/>
              <a:gd name="connsiteX5719" fmla="*/ 754997 w 2401758"/>
              <a:gd name="connsiteY5719" fmla="*/ 242282 h 2400493"/>
              <a:gd name="connsiteX5720" fmla="*/ 762932 w 2401758"/>
              <a:gd name="connsiteY5720" fmla="*/ 221448 h 2400493"/>
              <a:gd name="connsiteX5721" fmla="*/ 784761 w 2401758"/>
              <a:gd name="connsiteY5721" fmla="*/ 214008 h 2400493"/>
              <a:gd name="connsiteX5722" fmla="*/ 716274 w 2401758"/>
              <a:gd name="connsiteY5722" fmla="*/ 213016 h 2400493"/>
              <a:gd name="connsiteX5723" fmla="*/ 738595 w 2401758"/>
              <a:gd name="connsiteY5723" fmla="*/ 224921 h 2400493"/>
              <a:gd name="connsiteX5724" fmla="*/ 746034 w 2401758"/>
              <a:gd name="connsiteY5724" fmla="*/ 244266 h 2400493"/>
              <a:gd name="connsiteX5725" fmla="*/ 734627 w 2401758"/>
              <a:gd name="connsiteY5725" fmla="*/ 266587 h 2400493"/>
              <a:gd name="connsiteX5726" fmla="*/ 714786 w 2401758"/>
              <a:gd name="connsiteY5726" fmla="*/ 275019 h 2400493"/>
              <a:gd name="connsiteX5727" fmla="*/ 693954 w 2401758"/>
              <a:gd name="connsiteY5727" fmla="*/ 264603 h 2400493"/>
              <a:gd name="connsiteX5728" fmla="*/ 684529 w 2401758"/>
              <a:gd name="connsiteY5728" fmla="*/ 243770 h 2400493"/>
              <a:gd name="connsiteX5729" fmla="*/ 695938 w 2401758"/>
              <a:gd name="connsiteY5729" fmla="*/ 221448 h 2400493"/>
              <a:gd name="connsiteX5730" fmla="*/ 716274 w 2401758"/>
              <a:gd name="connsiteY5730" fmla="*/ 213016 h 2400493"/>
              <a:gd name="connsiteX5731" fmla="*/ 647323 w 2401758"/>
              <a:gd name="connsiteY5731" fmla="*/ 212520 h 2400493"/>
              <a:gd name="connsiteX5732" fmla="*/ 678571 w 2401758"/>
              <a:gd name="connsiteY5732" fmla="*/ 242778 h 2400493"/>
              <a:gd name="connsiteX5733" fmla="*/ 648811 w 2401758"/>
              <a:gd name="connsiteY5733" fmla="*/ 274523 h 2400493"/>
              <a:gd name="connsiteX5734" fmla="*/ 617065 w 2401758"/>
              <a:gd name="connsiteY5734" fmla="*/ 243770 h 2400493"/>
              <a:gd name="connsiteX5735" fmla="*/ 647323 w 2401758"/>
              <a:gd name="connsiteY5735" fmla="*/ 212520 h 2400493"/>
              <a:gd name="connsiteX5736" fmla="*/ 581370 w 2401758"/>
              <a:gd name="connsiteY5736" fmla="*/ 212024 h 2400493"/>
              <a:gd name="connsiteX5737" fmla="*/ 612124 w 2401758"/>
              <a:gd name="connsiteY5737" fmla="*/ 243274 h 2400493"/>
              <a:gd name="connsiteX5738" fmla="*/ 581866 w 2401758"/>
              <a:gd name="connsiteY5738" fmla="*/ 275019 h 2400493"/>
              <a:gd name="connsiteX5739" fmla="*/ 550118 w 2401758"/>
              <a:gd name="connsiteY5739" fmla="*/ 243274 h 2400493"/>
              <a:gd name="connsiteX5740" fmla="*/ 581370 w 2401758"/>
              <a:gd name="connsiteY5740" fmla="*/ 212024 h 2400493"/>
              <a:gd name="connsiteX5741" fmla="*/ 515883 w 2401758"/>
              <a:gd name="connsiteY5741" fmla="*/ 212024 h 2400493"/>
              <a:gd name="connsiteX5742" fmla="*/ 537213 w 2401758"/>
              <a:gd name="connsiteY5742" fmla="*/ 220952 h 2400493"/>
              <a:gd name="connsiteX5743" fmla="*/ 546141 w 2401758"/>
              <a:gd name="connsiteY5743" fmla="*/ 243770 h 2400493"/>
              <a:gd name="connsiteX5744" fmla="*/ 537213 w 2401758"/>
              <a:gd name="connsiteY5744" fmla="*/ 265099 h 2400493"/>
              <a:gd name="connsiteX5745" fmla="*/ 514395 w 2401758"/>
              <a:gd name="connsiteY5745" fmla="*/ 274027 h 2400493"/>
              <a:gd name="connsiteX5746" fmla="*/ 492072 w 2401758"/>
              <a:gd name="connsiteY5746" fmla="*/ 265099 h 2400493"/>
              <a:gd name="connsiteX5747" fmla="*/ 483640 w 2401758"/>
              <a:gd name="connsiteY5747" fmla="*/ 242282 h 2400493"/>
              <a:gd name="connsiteX5748" fmla="*/ 493065 w 2401758"/>
              <a:gd name="connsiteY5748" fmla="*/ 220952 h 2400493"/>
              <a:gd name="connsiteX5749" fmla="*/ 515883 w 2401758"/>
              <a:gd name="connsiteY5749" fmla="*/ 212024 h 2400493"/>
              <a:gd name="connsiteX5750" fmla="*/ 76387 w 2401758"/>
              <a:gd name="connsiteY5750" fmla="*/ 190695 h 2400493"/>
              <a:gd name="connsiteX5751" fmla="*/ 74403 w 2401758"/>
              <a:gd name="connsiteY5751" fmla="*/ 192183 h 2400493"/>
              <a:gd name="connsiteX5752" fmla="*/ 57042 w 2401758"/>
              <a:gd name="connsiteY5752" fmla="*/ 209544 h 2400493"/>
              <a:gd name="connsiteX5753" fmla="*/ 57042 w 2401758"/>
              <a:gd name="connsiteY5753" fmla="*/ 212520 h 2400493"/>
              <a:gd name="connsiteX5754" fmla="*/ 74403 w 2401758"/>
              <a:gd name="connsiteY5754" fmla="*/ 228889 h 2400493"/>
              <a:gd name="connsiteX5755" fmla="*/ 77379 w 2401758"/>
              <a:gd name="connsiteY5755" fmla="*/ 231369 h 2400493"/>
              <a:gd name="connsiteX5756" fmla="*/ 79363 w 2401758"/>
              <a:gd name="connsiteY5756" fmla="*/ 228889 h 2400493"/>
              <a:gd name="connsiteX5757" fmla="*/ 95236 w 2401758"/>
              <a:gd name="connsiteY5757" fmla="*/ 212520 h 2400493"/>
              <a:gd name="connsiteX5758" fmla="*/ 96228 w 2401758"/>
              <a:gd name="connsiteY5758" fmla="*/ 208552 h 2400493"/>
              <a:gd name="connsiteX5759" fmla="*/ 79363 w 2401758"/>
              <a:gd name="connsiteY5759" fmla="*/ 192183 h 2400493"/>
              <a:gd name="connsiteX5760" fmla="*/ 76387 w 2401758"/>
              <a:gd name="connsiteY5760" fmla="*/ 190695 h 2400493"/>
              <a:gd name="connsiteX5761" fmla="*/ 207834 w 2401758"/>
              <a:gd name="connsiteY5761" fmla="*/ 190199 h 2400493"/>
              <a:gd name="connsiteX5762" fmla="*/ 190473 w 2401758"/>
              <a:gd name="connsiteY5762" fmla="*/ 208056 h 2400493"/>
              <a:gd name="connsiteX5763" fmla="*/ 190473 w 2401758"/>
              <a:gd name="connsiteY5763" fmla="*/ 212520 h 2400493"/>
              <a:gd name="connsiteX5764" fmla="*/ 207834 w 2401758"/>
              <a:gd name="connsiteY5764" fmla="*/ 229881 h 2400493"/>
              <a:gd name="connsiteX5765" fmla="*/ 210314 w 2401758"/>
              <a:gd name="connsiteY5765" fmla="*/ 232361 h 2400493"/>
              <a:gd name="connsiteX5766" fmla="*/ 211306 w 2401758"/>
              <a:gd name="connsiteY5766" fmla="*/ 233354 h 2400493"/>
              <a:gd name="connsiteX5767" fmla="*/ 212298 w 2401758"/>
              <a:gd name="connsiteY5767" fmla="*/ 231369 h 2400493"/>
              <a:gd name="connsiteX5768" fmla="*/ 230651 w 2401758"/>
              <a:gd name="connsiteY5768" fmla="*/ 212520 h 2400493"/>
              <a:gd name="connsiteX5769" fmla="*/ 233628 w 2401758"/>
              <a:gd name="connsiteY5769" fmla="*/ 211528 h 2400493"/>
              <a:gd name="connsiteX5770" fmla="*/ 231147 w 2401758"/>
              <a:gd name="connsiteY5770" fmla="*/ 209048 h 2400493"/>
              <a:gd name="connsiteX5771" fmla="*/ 212298 w 2401758"/>
              <a:gd name="connsiteY5771" fmla="*/ 190199 h 2400493"/>
              <a:gd name="connsiteX5772" fmla="*/ 207834 w 2401758"/>
              <a:gd name="connsiteY5772" fmla="*/ 190199 h 2400493"/>
              <a:gd name="connsiteX5773" fmla="*/ 144343 w 2401758"/>
              <a:gd name="connsiteY5773" fmla="*/ 188711 h 2400493"/>
              <a:gd name="connsiteX5774" fmla="*/ 142855 w 2401758"/>
              <a:gd name="connsiteY5774" fmla="*/ 190199 h 2400493"/>
              <a:gd name="connsiteX5775" fmla="*/ 124006 w 2401758"/>
              <a:gd name="connsiteY5775" fmla="*/ 209544 h 2400493"/>
              <a:gd name="connsiteX5776" fmla="*/ 124006 w 2401758"/>
              <a:gd name="connsiteY5776" fmla="*/ 212520 h 2400493"/>
              <a:gd name="connsiteX5777" fmla="*/ 141367 w 2401758"/>
              <a:gd name="connsiteY5777" fmla="*/ 228889 h 2400493"/>
              <a:gd name="connsiteX5778" fmla="*/ 145831 w 2401758"/>
              <a:gd name="connsiteY5778" fmla="*/ 228889 h 2400493"/>
              <a:gd name="connsiteX5779" fmla="*/ 162696 w 2401758"/>
              <a:gd name="connsiteY5779" fmla="*/ 212024 h 2400493"/>
              <a:gd name="connsiteX5780" fmla="*/ 163192 w 2401758"/>
              <a:gd name="connsiteY5780" fmla="*/ 207560 h 2400493"/>
              <a:gd name="connsiteX5781" fmla="*/ 145831 w 2401758"/>
              <a:gd name="connsiteY5781" fmla="*/ 190199 h 2400493"/>
              <a:gd name="connsiteX5782" fmla="*/ 144343 w 2401758"/>
              <a:gd name="connsiteY5782" fmla="*/ 188711 h 2400493"/>
              <a:gd name="connsiteX5783" fmla="*/ 346231 w 2401758"/>
              <a:gd name="connsiteY5783" fmla="*/ 184247 h 2400493"/>
              <a:gd name="connsiteX5784" fmla="*/ 344743 w 2401758"/>
              <a:gd name="connsiteY5784" fmla="*/ 185735 h 2400493"/>
              <a:gd name="connsiteX5785" fmla="*/ 342759 w 2401758"/>
              <a:gd name="connsiteY5785" fmla="*/ 188711 h 2400493"/>
              <a:gd name="connsiteX5786" fmla="*/ 323414 w 2401758"/>
              <a:gd name="connsiteY5786" fmla="*/ 208056 h 2400493"/>
              <a:gd name="connsiteX5787" fmla="*/ 321430 w 2401758"/>
              <a:gd name="connsiteY5787" fmla="*/ 210536 h 2400493"/>
              <a:gd name="connsiteX5788" fmla="*/ 322918 w 2401758"/>
              <a:gd name="connsiteY5788" fmla="*/ 213016 h 2400493"/>
              <a:gd name="connsiteX5789" fmla="*/ 336807 w 2401758"/>
              <a:gd name="connsiteY5789" fmla="*/ 222937 h 2400493"/>
              <a:gd name="connsiteX5790" fmla="*/ 342759 w 2401758"/>
              <a:gd name="connsiteY5790" fmla="*/ 233353 h 2400493"/>
              <a:gd name="connsiteX5791" fmla="*/ 346231 w 2401758"/>
              <a:gd name="connsiteY5791" fmla="*/ 236826 h 2400493"/>
              <a:gd name="connsiteX5792" fmla="*/ 347719 w 2401758"/>
              <a:gd name="connsiteY5792" fmla="*/ 232857 h 2400493"/>
              <a:gd name="connsiteX5793" fmla="*/ 348711 w 2401758"/>
              <a:gd name="connsiteY5793" fmla="*/ 229881 h 2400493"/>
              <a:gd name="connsiteX5794" fmla="*/ 369050 w 2401758"/>
              <a:gd name="connsiteY5794" fmla="*/ 213016 h 2400493"/>
              <a:gd name="connsiteX5795" fmla="*/ 372522 w 2401758"/>
              <a:gd name="connsiteY5795" fmla="*/ 210536 h 2400493"/>
              <a:gd name="connsiteX5796" fmla="*/ 370538 w 2401758"/>
              <a:gd name="connsiteY5796" fmla="*/ 208056 h 2400493"/>
              <a:gd name="connsiteX5797" fmla="*/ 347719 w 2401758"/>
              <a:gd name="connsiteY5797" fmla="*/ 185735 h 2400493"/>
              <a:gd name="connsiteX5798" fmla="*/ 346231 w 2401758"/>
              <a:gd name="connsiteY5798" fmla="*/ 184247 h 2400493"/>
              <a:gd name="connsiteX5799" fmla="*/ 413693 w 2401758"/>
              <a:gd name="connsiteY5799" fmla="*/ 181271 h 2400493"/>
              <a:gd name="connsiteX5800" fmla="*/ 412205 w 2401758"/>
              <a:gd name="connsiteY5800" fmla="*/ 182759 h 2400493"/>
              <a:gd name="connsiteX5801" fmla="*/ 410221 w 2401758"/>
              <a:gd name="connsiteY5801" fmla="*/ 186727 h 2400493"/>
              <a:gd name="connsiteX5802" fmla="*/ 388891 w 2401758"/>
              <a:gd name="connsiteY5802" fmla="*/ 207560 h 2400493"/>
              <a:gd name="connsiteX5803" fmla="*/ 386410 w 2401758"/>
              <a:gd name="connsiteY5803" fmla="*/ 209544 h 2400493"/>
              <a:gd name="connsiteX5804" fmla="*/ 388891 w 2401758"/>
              <a:gd name="connsiteY5804" fmla="*/ 212024 h 2400493"/>
              <a:gd name="connsiteX5805" fmla="*/ 401291 w 2401758"/>
              <a:gd name="connsiteY5805" fmla="*/ 218969 h 2400493"/>
              <a:gd name="connsiteX5806" fmla="*/ 412205 w 2401758"/>
              <a:gd name="connsiteY5806" fmla="*/ 237322 h 2400493"/>
              <a:gd name="connsiteX5807" fmla="*/ 413693 w 2401758"/>
              <a:gd name="connsiteY5807" fmla="*/ 240794 h 2400493"/>
              <a:gd name="connsiteX5808" fmla="*/ 414685 w 2401758"/>
              <a:gd name="connsiteY5808" fmla="*/ 237818 h 2400493"/>
              <a:gd name="connsiteX5809" fmla="*/ 429566 w 2401758"/>
              <a:gd name="connsiteY5809" fmla="*/ 215992 h 2400493"/>
              <a:gd name="connsiteX5810" fmla="*/ 441470 w 2401758"/>
              <a:gd name="connsiteY5810" fmla="*/ 213016 h 2400493"/>
              <a:gd name="connsiteX5811" fmla="*/ 443455 w 2401758"/>
              <a:gd name="connsiteY5811" fmla="*/ 211032 h 2400493"/>
              <a:gd name="connsiteX5812" fmla="*/ 438990 w 2401758"/>
              <a:gd name="connsiteY5812" fmla="*/ 207560 h 2400493"/>
              <a:gd name="connsiteX5813" fmla="*/ 414685 w 2401758"/>
              <a:gd name="connsiteY5813" fmla="*/ 183255 h 2400493"/>
              <a:gd name="connsiteX5814" fmla="*/ 413693 w 2401758"/>
              <a:gd name="connsiteY5814" fmla="*/ 181271 h 2400493"/>
              <a:gd name="connsiteX5815" fmla="*/ 2398286 w 2401758"/>
              <a:gd name="connsiteY5815" fmla="*/ 174822 h 2400493"/>
              <a:gd name="connsiteX5816" fmla="*/ 2401758 w 2401758"/>
              <a:gd name="connsiteY5816" fmla="*/ 177302 h 2400493"/>
              <a:gd name="connsiteX5817" fmla="*/ 2398286 w 2401758"/>
              <a:gd name="connsiteY5817" fmla="*/ 179286 h 2400493"/>
              <a:gd name="connsiteX5818" fmla="*/ 2395806 w 2401758"/>
              <a:gd name="connsiteY5818" fmla="*/ 176310 h 2400493"/>
              <a:gd name="connsiteX5819" fmla="*/ 2398286 w 2401758"/>
              <a:gd name="connsiteY5819" fmla="*/ 174822 h 2400493"/>
              <a:gd name="connsiteX5820" fmla="*/ 2327975 w 2401758"/>
              <a:gd name="connsiteY5820" fmla="*/ 171721 h 2400493"/>
              <a:gd name="connsiteX5821" fmla="*/ 2331819 w 2401758"/>
              <a:gd name="connsiteY5821" fmla="*/ 171845 h 2400493"/>
              <a:gd name="connsiteX5822" fmla="*/ 2336283 w 2401758"/>
              <a:gd name="connsiteY5822" fmla="*/ 177798 h 2400493"/>
              <a:gd name="connsiteX5823" fmla="*/ 2330827 w 2401758"/>
              <a:gd name="connsiteY5823" fmla="*/ 181270 h 2400493"/>
              <a:gd name="connsiteX5824" fmla="*/ 2326363 w 2401758"/>
              <a:gd name="connsiteY5824" fmla="*/ 175317 h 2400493"/>
              <a:gd name="connsiteX5825" fmla="*/ 2327975 w 2401758"/>
              <a:gd name="connsiteY5825" fmla="*/ 171721 h 2400493"/>
              <a:gd name="connsiteX5826" fmla="*/ 2264359 w 2401758"/>
              <a:gd name="connsiteY5826" fmla="*/ 169862 h 2400493"/>
              <a:gd name="connsiteX5827" fmla="*/ 2271799 w 2401758"/>
              <a:gd name="connsiteY5827" fmla="*/ 176310 h 2400493"/>
              <a:gd name="connsiteX5828" fmla="*/ 2265351 w 2401758"/>
              <a:gd name="connsiteY5828" fmla="*/ 184247 h 2400493"/>
              <a:gd name="connsiteX5829" fmla="*/ 2257414 w 2401758"/>
              <a:gd name="connsiteY5829" fmla="*/ 178294 h 2400493"/>
              <a:gd name="connsiteX5830" fmla="*/ 2264359 w 2401758"/>
              <a:gd name="connsiteY5830" fmla="*/ 169862 h 2400493"/>
              <a:gd name="connsiteX5831" fmla="*/ 2198387 w 2401758"/>
              <a:gd name="connsiteY5831" fmla="*/ 167382 h 2400493"/>
              <a:gd name="connsiteX5832" fmla="*/ 2207316 w 2401758"/>
              <a:gd name="connsiteY5832" fmla="*/ 177302 h 2400493"/>
              <a:gd name="connsiteX5833" fmla="*/ 2197891 w 2401758"/>
              <a:gd name="connsiteY5833" fmla="*/ 186727 h 2400493"/>
              <a:gd name="connsiteX5834" fmla="*/ 2188467 w 2401758"/>
              <a:gd name="connsiteY5834" fmla="*/ 176310 h 2400493"/>
              <a:gd name="connsiteX5835" fmla="*/ 2198387 w 2401758"/>
              <a:gd name="connsiteY5835" fmla="*/ 167382 h 2400493"/>
              <a:gd name="connsiteX5836" fmla="*/ 2129440 w 2401758"/>
              <a:gd name="connsiteY5836" fmla="*/ 164902 h 2400493"/>
              <a:gd name="connsiteX5837" fmla="*/ 2140849 w 2401758"/>
              <a:gd name="connsiteY5837" fmla="*/ 177302 h 2400493"/>
              <a:gd name="connsiteX5838" fmla="*/ 2128944 w 2401758"/>
              <a:gd name="connsiteY5838" fmla="*/ 188711 h 2400493"/>
              <a:gd name="connsiteX5839" fmla="*/ 2117039 w 2401758"/>
              <a:gd name="connsiteY5839" fmla="*/ 175814 h 2400493"/>
              <a:gd name="connsiteX5840" fmla="*/ 2129440 w 2401758"/>
              <a:gd name="connsiteY5840" fmla="*/ 164902 h 2400493"/>
              <a:gd name="connsiteX5841" fmla="*/ 2061981 w 2401758"/>
              <a:gd name="connsiteY5841" fmla="*/ 162917 h 2400493"/>
              <a:gd name="connsiteX5842" fmla="*/ 2076365 w 2401758"/>
              <a:gd name="connsiteY5842" fmla="*/ 176806 h 2400493"/>
              <a:gd name="connsiteX5843" fmla="*/ 2061981 w 2401758"/>
              <a:gd name="connsiteY5843" fmla="*/ 191191 h 2400493"/>
              <a:gd name="connsiteX5844" fmla="*/ 2048092 w 2401758"/>
              <a:gd name="connsiteY5844" fmla="*/ 177798 h 2400493"/>
              <a:gd name="connsiteX5845" fmla="*/ 2061981 w 2401758"/>
              <a:gd name="connsiteY5845" fmla="*/ 162917 h 2400493"/>
              <a:gd name="connsiteX5846" fmla="*/ 1996009 w 2401758"/>
              <a:gd name="connsiteY5846" fmla="*/ 162917 h 2400493"/>
              <a:gd name="connsiteX5847" fmla="*/ 2009897 w 2401758"/>
              <a:gd name="connsiteY5847" fmla="*/ 177302 h 2400493"/>
              <a:gd name="connsiteX5848" fmla="*/ 1995513 w 2401758"/>
              <a:gd name="connsiteY5848" fmla="*/ 191190 h 2400493"/>
              <a:gd name="connsiteX5849" fmla="*/ 1981624 w 2401758"/>
              <a:gd name="connsiteY5849" fmla="*/ 176806 h 2400493"/>
              <a:gd name="connsiteX5850" fmla="*/ 1996009 w 2401758"/>
              <a:gd name="connsiteY5850" fmla="*/ 162917 h 2400493"/>
              <a:gd name="connsiteX5851" fmla="*/ 1929045 w 2401758"/>
              <a:gd name="connsiteY5851" fmla="*/ 160437 h 2400493"/>
              <a:gd name="connsiteX5852" fmla="*/ 1939957 w 2401758"/>
              <a:gd name="connsiteY5852" fmla="*/ 164406 h 2400493"/>
              <a:gd name="connsiteX5853" fmla="*/ 1945910 w 2401758"/>
              <a:gd name="connsiteY5853" fmla="*/ 176310 h 2400493"/>
              <a:gd name="connsiteX5854" fmla="*/ 1940949 w 2401758"/>
              <a:gd name="connsiteY5854" fmla="*/ 187223 h 2400493"/>
              <a:gd name="connsiteX5855" fmla="*/ 1929045 w 2401758"/>
              <a:gd name="connsiteY5855" fmla="*/ 192679 h 2400493"/>
              <a:gd name="connsiteX5856" fmla="*/ 1919124 w 2401758"/>
              <a:gd name="connsiteY5856" fmla="*/ 189207 h 2400493"/>
              <a:gd name="connsiteX5857" fmla="*/ 1912676 w 2401758"/>
              <a:gd name="connsiteY5857" fmla="*/ 177798 h 2400493"/>
              <a:gd name="connsiteX5858" fmla="*/ 1917140 w 2401758"/>
              <a:gd name="connsiteY5858" fmla="*/ 166390 h 2400493"/>
              <a:gd name="connsiteX5859" fmla="*/ 1929045 w 2401758"/>
              <a:gd name="connsiteY5859" fmla="*/ 160437 h 2400493"/>
              <a:gd name="connsiteX5860" fmla="*/ 1859602 w 2401758"/>
              <a:gd name="connsiteY5860" fmla="*/ 159941 h 2400493"/>
              <a:gd name="connsiteX5861" fmla="*/ 1876467 w 2401758"/>
              <a:gd name="connsiteY5861" fmla="*/ 176806 h 2400493"/>
              <a:gd name="connsiteX5862" fmla="*/ 1859602 w 2401758"/>
              <a:gd name="connsiteY5862" fmla="*/ 193671 h 2400493"/>
              <a:gd name="connsiteX5863" fmla="*/ 1842737 w 2401758"/>
              <a:gd name="connsiteY5863" fmla="*/ 176806 h 2400493"/>
              <a:gd name="connsiteX5864" fmla="*/ 1859602 w 2401758"/>
              <a:gd name="connsiteY5864" fmla="*/ 159941 h 2400493"/>
              <a:gd name="connsiteX5865" fmla="*/ 1793630 w 2401758"/>
              <a:gd name="connsiteY5865" fmla="*/ 157957 h 2400493"/>
              <a:gd name="connsiteX5866" fmla="*/ 1808015 w 2401758"/>
              <a:gd name="connsiteY5866" fmla="*/ 166389 h 2400493"/>
              <a:gd name="connsiteX5867" fmla="*/ 1811983 w 2401758"/>
              <a:gd name="connsiteY5867" fmla="*/ 177302 h 2400493"/>
              <a:gd name="connsiteX5868" fmla="*/ 1804543 w 2401758"/>
              <a:gd name="connsiteY5868" fmla="*/ 190695 h 2400493"/>
              <a:gd name="connsiteX5869" fmla="*/ 1793134 w 2401758"/>
              <a:gd name="connsiteY5869" fmla="*/ 195159 h 2400493"/>
              <a:gd name="connsiteX5870" fmla="*/ 1785197 w 2401758"/>
              <a:gd name="connsiteY5870" fmla="*/ 192679 h 2400493"/>
              <a:gd name="connsiteX5871" fmla="*/ 1776765 w 2401758"/>
              <a:gd name="connsiteY5871" fmla="*/ 184742 h 2400493"/>
              <a:gd name="connsiteX5872" fmla="*/ 1774285 w 2401758"/>
              <a:gd name="connsiteY5872" fmla="*/ 176310 h 2400493"/>
              <a:gd name="connsiteX5873" fmla="*/ 1782717 w 2401758"/>
              <a:gd name="connsiteY5873" fmla="*/ 162421 h 2400493"/>
              <a:gd name="connsiteX5874" fmla="*/ 1793630 w 2401758"/>
              <a:gd name="connsiteY5874" fmla="*/ 157957 h 2400493"/>
              <a:gd name="connsiteX5875" fmla="*/ 1657223 w 2401758"/>
              <a:gd name="connsiteY5875" fmla="*/ 157957 h 2400493"/>
              <a:gd name="connsiteX5876" fmla="*/ 1671112 w 2401758"/>
              <a:gd name="connsiteY5876" fmla="*/ 162421 h 2400493"/>
              <a:gd name="connsiteX5877" fmla="*/ 1677064 w 2401758"/>
              <a:gd name="connsiteY5877" fmla="*/ 176806 h 2400493"/>
              <a:gd name="connsiteX5878" fmla="*/ 1672104 w 2401758"/>
              <a:gd name="connsiteY5878" fmla="*/ 190198 h 2400493"/>
              <a:gd name="connsiteX5879" fmla="*/ 1657719 w 2401758"/>
              <a:gd name="connsiteY5879" fmla="*/ 195655 h 2400493"/>
              <a:gd name="connsiteX5880" fmla="*/ 1644326 w 2401758"/>
              <a:gd name="connsiteY5880" fmla="*/ 190198 h 2400493"/>
              <a:gd name="connsiteX5881" fmla="*/ 1638870 w 2401758"/>
              <a:gd name="connsiteY5881" fmla="*/ 176806 h 2400493"/>
              <a:gd name="connsiteX5882" fmla="*/ 1644326 w 2401758"/>
              <a:gd name="connsiteY5882" fmla="*/ 162421 h 2400493"/>
              <a:gd name="connsiteX5883" fmla="*/ 1657223 w 2401758"/>
              <a:gd name="connsiteY5883" fmla="*/ 157957 h 2400493"/>
              <a:gd name="connsiteX5884" fmla="*/ 1726666 w 2401758"/>
              <a:gd name="connsiteY5884" fmla="*/ 157461 h 2400493"/>
              <a:gd name="connsiteX5885" fmla="*/ 1745515 w 2401758"/>
              <a:gd name="connsiteY5885" fmla="*/ 176806 h 2400493"/>
              <a:gd name="connsiteX5886" fmla="*/ 1725674 w 2401758"/>
              <a:gd name="connsiteY5886" fmla="*/ 195159 h 2400493"/>
              <a:gd name="connsiteX5887" fmla="*/ 1707321 w 2401758"/>
              <a:gd name="connsiteY5887" fmla="*/ 176310 h 2400493"/>
              <a:gd name="connsiteX5888" fmla="*/ 1726666 w 2401758"/>
              <a:gd name="connsiteY5888" fmla="*/ 157461 h 2400493"/>
              <a:gd name="connsiteX5889" fmla="*/ 1523295 w 2401758"/>
              <a:gd name="connsiteY5889" fmla="*/ 155477 h 2400493"/>
              <a:gd name="connsiteX5890" fmla="*/ 1545616 w 2401758"/>
              <a:gd name="connsiteY5890" fmla="*/ 176310 h 2400493"/>
              <a:gd name="connsiteX5891" fmla="*/ 1524287 w 2401758"/>
              <a:gd name="connsiteY5891" fmla="*/ 198135 h 2400493"/>
              <a:gd name="connsiteX5892" fmla="*/ 1502462 w 2401758"/>
              <a:gd name="connsiteY5892" fmla="*/ 177798 h 2400493"/>
              <a:gd name="connsiteX5893" fmla="*/ 1523295 w 2401758"/>
              <a:gd name="connsiteY5893" fmla="*/ 155477 h 2400493"/>
              <a:gd name="connsiteX5894" fmla="*/ 1590755 w 2401758"/>
              <a:gd name="connsiteY5894" fmla="*/ 154981 h 2400493"/>
              <a:gd name="connsiteX5895" fmla="*/ 1605636 w 2401758"/>
              <a:gd name="connsiteY5895" fmla="*/ 161429 h 2400493"/>
              <a:gd name="connsiteX5896" fmla="*/ 1612580 w 2401758"/>
              <a:gd name="connsiteY5896" fmla="*/ 176806 h 2400493"/>
              <a:gd name="connsiteX5897" fmla="*/ 1604644 w 2401758"/>
              <a:gd name="connsiteY5897" fmla="*/ 192679 h 2400493"/>
              <a:gd name="connsiteX5898" fmla="*/ 1590259 w 2401758"/>
              <a:gd name="connsiteY5898" fmla="*/ 197639 h 2400493"/>
              <a:gd name="connsiteX5899" fmla="*/ 1569426 w 2401758"/>
              <a:gd name="connsiteY5899" fmla="*/ 175814 h 2400493"/>
              <a:gd name="connsiteX5900" fmla="*/ 1590755 w 2401758"/>
              <a:gd name="connsiteY5900" fmla="*/ 154981 h 2400493"/>
              <a:gd name="connsiteX5901" fmla="*/ 1458812 w 2401758"/>
              <a:gd name="connsiteY5901" fmla="*/ 152997 h 2400493"/>
              <a:gd name="connsiteX5902" fmla="*/ 1475181 w 2401758"/>
              <a:gd name="connsiteY5902" fmla="*/ 161925 h 2400493"/>
              <a:gd name="connsiteX5903" fmla="*/ 1481629 w 2401758"/>
              <a:gd name="connsiteY5903" fmla="*/ 176806 h 2400493"/>
              <a:gd name="connsiteX5904" fmla="*/ 1473197 w 2401758"/>
              <a:gd name="connsiteY5904" fmla="*/ 193671 h 2400493"/>
              <a:gd name="connsiteX5905" fmla="*/ 1456828 w 2401758"/>
              <a:gd name="connsiteY5905" fmla="*/ 200616 h 2400493"/>
              <a:gd name="connsiteX5906" fmla="*/ 1440459 w 2401758"/>
              <a:gd name="connsiteY5906" fmla="*/ 191687 h 2400493"/>
              <a:gd name="connsiteX5907" fmla="*/ 1434506 w 2401758"/>
              <a:gd name="connsiteY5907" fmla="*/ 176806 h 2400493"/>
              <a:gd name="connsiteX5908" fmla="*/ 1442443 w 2401758"/>
              <a:gd name="connsiteY5908" fmla="*/ 159941 h 2400493"/>
              <a:gd name="connsiteX5909" fmla="*/ 1458812 w 2401758"/>
              <a:gd name="connsiteY5909" fmla="*/ 152997 h 2400493"/>
              <a:gd name="connsiteX5910" fmla="*/ 1388376 w 2401758"/>
              <a:gd name="connsiteY5910" fmla="*/ 152997 h 2400493"/>
              <a:gd name="connsiteX5911" fmla="*/ 1412186 w 2401758"/>
              <a:gd name="connsiteY5911" fmla="*/ 177302 h 2400493"/>
              <a:gd name="connsiteX5912" fmla="*/ 1388376 w 2401758"/>
              <a:gd name="connsiteY5912" fmla="*/ 200616 h 2400493"/>
              <a:gd name="connsiteX5913" fmla="*/ 1364567 w 2401758"/>
              <a:gd name="connsiteY5913" fmla="*/ 176310 h 2400493"/>
              <a:gd name="connsiteX5914" fmla="*/ 1388376 w 2401758"/>
              <a:gd name="connsiteY5914" fmla="*/ 152997 h 2400493"/>
              <a:gd name="connsiteX5915" fmla="*/ 1321413 w 2401758"/>
              <a:gd name="connsiteY5915" fmla="*/ 152997 h 2400493"/>
              <a:gd name="connsiteX5916" fmla="*/ 1345718 w 2401758"/>
              <a:gd name="connsiteY5916" fmla="*/ 176806 h 2400493"/>
              <a:gd name="connsiteX5917" fmla="*/ 1321413 w 2401758"/>
              <a:gd name="connsiteY5917" fmla="*/ 200616 h 2400493"/>
              <a:gd name="connsiteX5918" fmla="*/ 1298100 w 2401758"/>
              <a:gd name="connsiteY5918" fmla="*/ 176310 h 2400493"/>
              <a:gd name="connsiteX5919" fmla="*/ 1321413 w 2401758"/>
              <a:gd name="connsiteY5919" fmla="*/ 152997 h 2400493"/>
              <a:gd name="connsiteX5920" fmla="*/ 1254945 w 2401758"/>
              <a:gd name="connsiteY5920" fmla="*/ 152997 h 2400493"/>
              <a:gd name="connsiteX5921" fmla="*/ 1279250 w 2401758"/>
              <a:gd name="connsiteY5921" fmla="*/ 176806 h 2400493"/>
              <a:gd name="connsiteX5922" fmla="*/ 1255441 w 2401758"/>
              <a:gd name="connsiteY5922" fmla="*/ 200616 h 2400493"/>
              <a:gd name="connsiteX5923" fmla="*/ 1231632 w 2401758"/>
              <a:gd name="connsiteY5923" fmla="*/ 177302 h 2400493"/>
              <a:gd name="connsiteX5924" fmla="*/ 1254945 w 2401758"/>
              <a:gd name="connsiteY5924" fmla="*/ 152997 h 2400493"/>
              <a:gd name="connsiteX5925" fmla="*/ 1187982 w 2401758"/>
              <a:gd name="connsiteY5925" fmla="*/ 150517 h 2400493"/>
              <a:gd name="connsiteX5926" fmla="*/ 1205343 w 2401758"/>
              <a:gd name="connsiteY5926" fmla="*/ 158949 h 2400493"/>
              <a:gd name="connsiteX5927" fmla="*/ 1212287 w 2401758"/>
              <a:gd name="connsiteY5927" fmla="*/ 177302 h 2400493"/>
              <a:gd name="connsiteX5928" fmla="*/ 1203359 w 2401758"/>
              <a:gd name="connsiteY5928" fmla="*/ 196151 h 2400493"/>
              <a:gd name="connsiteX5929" fmla="*/ 1185005 w 2401758"/>
              <a:gd name="connsiteY5929" fmla="*/ 202600 h 2400493"/>
              <a:gd name="connsiteX5930" fmla="*/ 1167149 w 2401758"/>
              <a:gd name="connsiteY5930" fmla="*/ 194663 h 2400493"/>
              <a:gd name="connsiteX5931" fmla="*/ 1160204 w 2401758"/>
              <a:gd name="connsiteY5931" fmla="*/ 176310 h 2400493"/>
              <a:gd name="connsiteX5932" fmla="*/ 1169133 w 2401758"/>
              <a:gd name="connsiteY5932" fmla="*/ 157461 h 2400493"/>
              <a:gd name="connsiteX5933" fmla="*/ 1187982 w 2401758"/>
              <a:gd name="connsiteY5933" fmla="*/ 150517 h 2400493"/>
              <a:gd name="connsiteX5934" fmla="*/ 1121017 w 2401758"/>
              <a:gd name="connsiteY5934" fmla="*/ 150517 h 2400493"/>
              <a:gd name="connsiteX5935" fmla="*/ 1138874 w 2401758"/>
              <a:gd name="connsiteY5935" fmla="*/ 158453 h 2400493"/>
              <a:gd name="connsiteX5936" fmla="*/ 1145819 w 2401758"/>
              <a:gd name="connsiteY5936" fmla="*/ 176806 h 2400493"/>
              <a:gd name="connsiteX5937" fmla="*/ 1119033 w 2401758"/>
              <a:gd name="connsiteY5937" fmla="*/ 203096 h 2400493"/>
              <a:gd name="connsiteX5938" fmla="*/ 1101176 w 2401758"/>
              <a:gd name="connsiteY5938" fmla="*/ 195159 h 2400493"/>
              <a:gd name="connsiteX5939" fmla="*/ 1093736 w 2401758"/>
              <a:gd name="connsiteY5939" fmla="*/ 176806 h 2400493"/>
              <a:gd name="connsiteX5940" fmla="*/ 1121017 w 2401758"/>
              <a:gd name="connsiteY5940" fmla="*/ 150517 h 2400493"/>
              <a:gd name="connsiteX5941" fmla="*/ 1053558 w 2401758"/>
              <a:gd name="connsiteY5941" fmla="*/ 150021 h 2400493"/>
              <a:gd name="connsiteX5942" fmla="*/ 1078856 w 2401758"/>
              <a:gd name="connsiteY5942" fmla="*/ 177798 h 2400493"/>
              <a:gd name="connsiteX5943" fmla="*/ 1051078 w 2401758"/>
              <a:gd name="connsiteY5943" fmla="*/ 203096 h 2400493"/>
              <a:gd name="connsiteX5944" fmla="*/ 1026322 w 2401758"/>
              <a:gd name="connsiteY5944" fmla="*/ 175814 h 2400493"/>
              <a:gd name="connsiteX5945" fmla="*/ 1053558 w 2401758"/>
              <a:gd name="connsiteY5945" fmla="*/ 150021 h 2400493"/>
              <a:gd name="connsiteX5946" fmla="*/ 916677 w 2401758"/>
              <a:gd name="connsiteY5946" fmla="*/ 148533 h 2400493"/>
              <a:gd name="connsiteX5947" fmla="*/ 945446 w 2401758"/>
              <a:gd name="connsiteY5947" fmla="*/ 176806 h 2400493"/>
              <a:gd name="connsiteX5948" fmla="*/ 917172 w 2401758"/>
              <a:gd name="connsiteY5948" fmla="*/ 205576 h 2400493"/>
              <a:gd name="connsiteX5949" fmla="*/ 887907 w 2401758"/>
              <a:gd name="connsiteY5949" fmla="*/ 177798 h 2400493"/>
              <a:gd name="connsiteX5950" fmla="*/ 916677 w 2401758"/>
              <a:gd name="connsiteY5950" fmla="*/ 148533 h 2400493"/>
              <a:gd name="connsiteX5951" fmla="*/ 988130 w 2401758"/>
              <a:gd name="connsiteY5951" fmla="*/ 148532 h 2400493"/>
              <a:gd name="connsiteX5952" fmla="*/ 1008466 w 2401758"/>
              <a:gd name="connsiteY5952" fmla="*/ 159445 h 2400493"/>
              <a:gd name="connsiteX5953" fmla="*/ 1014914 w 2401758"/>
              <a:gd name="connsiteY5953" fmla="*/ 178294 h 2400493"/>
              <a:gd name="connsiteX5954" fmla="*/ 1004002 w 2401758"/>
              <a:gd name="connsiteY5954" fmla="*/ 198631 h 2400493"/>
              <a:gd name="connsiteX5955" fmla="*/ 985650 w 2401758"/>
              <a:gd name="connsiteY5955" fmla="*/ 205079 h 2400493"/>
              <a:gd name="connsiteX5956" fmla="*/ 964818 w 2401758"/>
              <a:gd name="connsiteY5956" fmla="*/ 194663 h 2400493"/>
              <a:gd name="connsiteX5957" fmla="*/ 957873 w 2401758"/>
              <a:gd name="connsiteY5957" fmla="*/ 176310 h 2400493"/>
              <a:gd name="connsiteX5958" fmla="*/ 969281 w 2401758"/>
              <a:gd name="connsiteY5958" fmla="*/ 154981 h 2400493"/>
              <a:gd name="connsiteX5959" fmla="*/ 988130 w 2401758"/>
              <a:gd name="connsiteY5959" fmla="*/ 148532 h 2400493"/>
              <a:gd name="connsiteX5960" fmla="*/ 851695 w 2401758"/>
              <a:gd name="connsiteY5960" fmla="*/ 148037 h 2400493"/>
              <a:gd name="connsiteX5961" fmla="*/ 879473 w 2401758"/>
              <a:gd name="connsiteY5961" fmla="*/ 177302 h 2400493"/>
              <a:gd name="connsiteX5962" fmla="*/ 849215 w 2401758"/>
              <a:gd name="connsiteY5962" fmla="*/ 205576 h 2400493"/>
              <a:gd name="connsiteX5963" fmla="*/ 821437 w 2401758"/>
              <a:gd name="connsiteY5963" fmla="*/ 176310 h 2400493"/>
              <a:gd name="connsiteX5964" fmla="*/ 851695 w 2401758"/>
              <a:gd name="connsiteY5964" fmla="*/ 148037 h 2400493"/>
              <a:gd name="connsiteX5965" fmla="*/ 785218 w 2401758"/>
              <a:gd name="connsiteY5965" fmla="*/ 147540 h 2400493"/>
              <a:gd name="connsiteX5966" fmla="*/ 804562 w 2401758"/>
              <a:gd name="connsiteY5966" fmla="*/ 154980 h 2400493"/>
              <a:gd name="connsiteX5967" fmla="*/ 812499 w 2401758"/>
              <a:gd name="connsiteY5967" fmla="*/ 177798 h 2400493"/>
              <a:gd name="connsiteX5968" fmla="*/ 804562 w 2401758"/>
              <a:gd name="connsiteY5968" fmla="*/ 197143 h 2400493"/>
              <a:gd name="connsiteX5969" fmla="*/ 782737 w 2401758"/>
              <a:gd name="connsiteY5969" fmla="*/ 205079 h 2400493"/>
              <a:gd name="connsiteX5970" fmla="*/ 763391 w 2401758"/>
              <a:gd name="connsiteY5970" fmla="*/ 197639 h 2400493"/>
              <a:gd name="connsiteX5971" fmla="*/ 755456 w 2401758"/>
              <a:gd name="connsiteY5971" fmla="*/ 175814 h 2400493"/>
              <a:gd name="connsiteX5972" fmla="*/ 763391 w 2401758"/>
              <a:gd name="connsiteY5972" fmla="*/ 154980 h 2400493"/>
              <a:gd name="connsiteX5973" fmla="*/ 785218 w 2401758"/>
              <a:gd name="connsiteY5973" fmla="*/ 147540 h 2400493"/>
              <a:gd name="connsiteX5974" fmla="*/ 514886 w 2401758"/>
              <a:gd name="connsiteY5974" fmla="*/ 146053 h 2400493"/>
              <a:gd name="connsiteX5975" fmla="*/ 537208 w 2401758"/>
              <a:gd name="connsiteY5975" fmla="*/ 154981 h 2400493"/>
              <a:gd name="connsiteX5976" fmla="*/ 546136 w 2401758"/>
              <a:gd name="connsiteY5976" fmla="*/ 177798 h 2400493"/>
              <a:gd name="connsiteX5977" fmla="*/ 537208 w 2401758"/>
              <a:gd name="connsiteY5977" fmla="*/ 199127 h 2400493"/>
              <a:gd name="connsiteX5978" fmla="*/ 514390 w 2401758"/>
              <a:gd name="connsiteY5978" fmla="*/ 208056 h 2400493"/>
              <a:gd name="connsiteX5979" fmla="*/ 493060 w 2401758"/>
              <a:gd name="connsiteY5979" fmla="*/ 199127 h 2400493"/>
              <a:gd name="connsiteX5980" fmla="*/ 484131 w 2401758"/>
              <a:gd name="connsiteY5980" fmla="*/ 176310 h 2400493"/>
              <a:gd name="connsiteX5981" fmla="*/ 493060 w 2401758"/>
              <a:gd name="connsiteY5981" fmla="*/ 154981 h 2400493"/>
              <a:gd name="connsiteX5982" fmla="*/ 514886 w 2401758"/>
              <a:gd name="connsiteY5982" fmla="*/ 146053 h 2400493"/>
              <a:gd name="connsiteX5983" fmla="*/ 714799 w 2401758"/>
              <a:gd name="connsiteY5983" fmla="*/ 146052 h 2400493"/>
              <a:gd name="connsiteX5984" fmla="*/ 735631 w 2401758"/>
              <a:gd name="connsiteY5984" fmla="*/ 155477 h 2400493"/>
              <a:gd name="connsiteX5985" fmla="*/ 746046 w 2401758"/>
              <a:gd name="connsiteY5985" fmla="*/ 176806 h 2400493"/>
              <a:gd name="connsiteX5986" fmla="*/ 737615 w 2401758"/>
              <a:gd name="connsiteY5986" fmla="*/ 196151 h 2400493"/>
              <a:gd name="connsiteX5987" fmla="*/ 715295 w 2401758"/>
              <a:gd name="connsiteY5987" fmla="*/ 207559 h 2400493"/>
              <a:gd name="connsiteX5988" fmla="*/ 695951 w 2401758"/>
              <a:gd name="connsiteY5988" fmla="*/ 200119 h 2400493"/>
              <a:gd name="connsiteX5989" fmla="*/ 684046 w 2401758"/>
              <a:gd name="connsiteY5989" fmla="*/ 177798 h 2400493"/>
              <a:gd name="connsiteX5990" fmla="*/ 692479 w 2401758"/>
              <a:gd name="connsiteY5990" fmla="*/ 157461 h 2400493"/>
              <a:gd name="connsiteX5991" fmla="*/ 714799 w 2401758"/>
              <a:gd name="connsiteY5991" fmla="*/ 146052 h 2400493"/>
              <a:gd name="connsiteX5992" fmla="*/ 648824 w 2401758"/>
              <a:gd name="connsiteY5992" fmla="*/ 145556 h 2400493"/>
              <a:gd name="connsiteX5993" fmla="*/ 679081 w 2401758"/>
              <a:gd name="connsiteY5993" fmla="*/ 176806 h 2400493"/>
              <a:gd name="connsiteX5994" fmla="*/ 648328 w 2401758"/>
              <a:gd name="connsiteY5994" fmla="*/ 207063 h 2400493"/>
              <a:gd name="connsiteX5995" fmla="*/ 617577 w 2401758"/>
              <a:gd name="connsiteY5995" fmla="*/ 175814 h 2400493"/>
              <a:gd name="connsiteX5996" fmla="*/ 627000 w 2401758"/>
              <a:gd name="connsiteY5996" fmla="*/ 153492 h 2400493"/>
              <a:gd name="connsiteX5997" fmla="*/ 648824 w 2401758"/>
              <a:gd name="connsiteY5997" fmla="*/ 145556 h 2400493"/>
              <a:gd name="connsiteX5998" fmla="*/ 581859 w 2401758"/>
              <a:gd name="connsiteY5998" fmla="*/ 145060 h 2400493"/>
              <a:gd name="connsiteX5999" fmla="*/ 612118 w 2401758"/>
              <a:gd name="connsiteY5999" fmla="*/ 176806 h 2400493"/>
              <a:gd name="connsiteX6000" fmla="*/ 581363 w 2401758"/>
              <a:gd name="connsiteY6000" fmla="*/ 208055 h 2400493"/>
              <a:gd name="connsiteX6001" fmla="*/ 550112 w 2401758"/>
              <a:gd name="connsiteY6001" fmla="*/ 175814 h 2400493"/>
              <a:gd name="connsiteX6002" fmla="*/ 581859 w 2401758"/>
              <a:gd name="connsiteY6002" fmla="*/ 145060 h 2400493"/>
              <a:gd name="connsiteX6003" fmla="*/ 74899 w 2401758"/>
              <a:gd name="connsiteY6003" fmla="*/ 126212 h 2400493"/>
              <a:gd name="connsiteX6004" fmla="*/ 65474 w 2401758"/>
              <a:gd name="connsiteY6004" fmla="*/ 137620 h 2400493"/>
              <a:gd name="connsiteX6005" fmla="*/ 58530 w 2401758"/>
              <a:gd name="connsiteY6005" fmla="*/ 142581 h 2400493"/>
              <a:gd name="connsiteX6006" fmla="*/ 65474 w 2401758"/>
              <a:gd name="connsiteY6006" fmla="*/ 149029 h 2400493"/>
              <a:gd name="connsiteX6007" fmla="*/ 75395 w 2401758"/>
              <a:gd name="connsiteY6007" fmla="*/ 161430 h 2400493"/>
              <a:gd name="connsiteX6008" fmla="*/ 76883 w 2401758"/>
              <a:gd name="connsiteY6008" fmla="*/ 162422 h 2400493"/>
              <a:gd name="connsiteX6009" fmla="*/ 78867 w 2401758"/>
              <a:gd name="connsiteY6009" fmla="*/ 161430 h 2400493"/>
              <a:gd name="connsiteX6010" fmla="*/ 94740 w 2401758"/>
              <a:gd name="connsiteY6010" fmla="*/ 145557 h 2400493"/>
              <a:gd name="connsiteX6011" fmla="*/ 94740 w 2401758"/>
              <a:gd name="connsiteY6011" fmla="*/ 141093 h 2400493"/>
              <a:gd name="connsiteX6012" fmla="*/ 79363 w 2401758"/>
              <a:gd name="connsiteY6012" fmla="*/ 126212 h 2400493"/>
              <a:gd name="connsiteX6013" fmla="*/ 74899 w 2401758"/>
              <a:gd name="connsiteY6013" fmla="*/ 126212 h 2400493"/>
              <a:gd name="connsiteX6014" fmla="*/ 142855 w 2401758"/>
              <a:gd name="connsiteY6014" fmla="*/ 124228 h 2400493"/>
              <a:gd name="connsiteX6015" fmla="*/ 140871 w 2401758"/>
              <a:gd name="connsiteY6015" fmla="*/ 125220 h 2400493"/>
              <a:gd name="connsiteX6016" fmla="*/ 125494 w 2401758"/>
              <a:gd name="connsiteY6016" fmla="*/ 141093 h 2400493"/>
              <a:gd name="connsiteX6017" fmla="*/ 124998 w 2401758"/>
              <a:gd name="connsiteY6017" fmla="*/ 145061 h 2400493"/>
              <a:gd name="connsiteX6018" fmla="*/ 143351 w 2401758"/>
              <a:gd name="connsiteY6018" fmla="*/ 163414 h 2400493"/>
              <a:gd name="connsiteX6019" fmla="*/ 146327 w 2401758"/>
              <a:gd name="connsiteY6019" fmla="*/ 162918 h 2400493"/>
              <a:gd name="connsiteX6020" fmla="*/ 163192 w 2401758"/>
              <a:gd name="connsiteY6020" fmla="*/ 146053 h 2400493"/>
              <a:gd name="connsiteX6021" fmla="*/ 164184 w 2401758"/>
              <a:gd name="connsiteY6021" fmla="*/ 143573 h 2400493"/>
              <a:gd name="connsiteX6022" fmla="*/ 145831 w 2401758"/>
              <a:gd name="connsiteY6022" fmla="*/ 125220 h 2400493"/>
              <a:gd name="connsiteX6023" fmla="*/ 142855 w 2401758"/>
              <a:gd name="connsiteY6023" fmla="*/ 124228 h 2400493"/>
              <a:gd name="connsiteX6024" fmla="*/ 210190 w 2401758"/>
              <a:gd name="connsiteY6024" fmla="*/ 122367 h 2400493"/>
              <a:gd name="connsiteX6025" fmla="*/ 208826 w 2401758"/>
              <a:gd name="connsiteY6025" fmla="*/ 124228 h 2400493"/>
              <a:gd name="connsiteX6026" fmla="*/ 198410 w 2401758"/>
              <a:gd name="connsiteY6026" fmla="*/ 136628 h 2400493"/>
              <a:gd name="connsiteX6027" fmla="*/ 188489 w 2401758"/>
              <a:gd name="connsiteY6027" fmla="*/ 144069 h 2400493"/>
              <a:gd name="connsiteX6028" fmla="*/ 198906 w 2401758"/>
              <a:gd name="connsiteY6028" fmla="*/ 151013 h 2400493"/>
              <a:gd name="connsiteX6029" fmla="*/ 207338 w 2401758"/>
              <a:gd name="connsiteY6029" fmla="*/ 162918 h 2400493"/>
              <a:gd name="connsiteX6030" fmla="*/ 211802 w 2401758"/>
              <a:gd name="connsiteY6030" fmla="*/ 163414 h 2400493"/>
              <a:gd name="connsiteX6031" fmla="*/ 229163 w 2401758"/>
              <a:gd name="connsiteY6031" fmla="*/ 146053 h 2400493"/>
              <a:gd name="connsiteX6032" fmla="*/ 230651 w 2401758"/>
              <a:gd name="connsiteY6032" fmla="*/ 144565 h 2400493"/>
              <a:gd name="connsiteX6033" fmla="*/ 231147 w 2401758"/>
              <a:gd name="connsiteY6033" fmla="*/ 142581 h 2400493"/>
              <a:gd name="connsiteX6034" fmla="*/ 229163 w 2401758"/>
              <a:gd name="connsiteY6034" fmla="*/ 141093 h 2400493"/>
              <a:gd name="connsiteX6035" fmla="*/ 212298 w 2401758"/>
              <a:gd name="connsiteY6035" fmla="*/ 124228 h 2400493"/>
              <a:gd name="connsiteX6036" fmla="*/ 210190 w 2401758"/>
              <a:gd name="connsiteY6036" fmla="*/ 122367 h 2400493"/>
              <a:gd name="connsiteX6037" fmla="*/ 346727 w 2401758"/>
              <a:gd name="connsiteY6037" fmla="*/ 118275 h 2400493"/>
              <a:gd name="connsiteX6038" fmla="*/ 344247 w 2401758"/>
              <a:gd name="connsiteY6038" fmla="*/ 120755 h 2400493"/>
              <a:gd name="connsiteX6039" fmla="*/ 343255 w 2401758"/>
              <a:gd name="connsiteY6039" fmla="*/ 123732 h 2400493"/>
              <a:gd name="connsiteX6040" fmla="*/ 324902 w 2401758"/>
              <a:gd name="connsiteY6040" fmla="*/ 141588 h 2400493"/>
              <a:gd name="connsiteX6041" fmla="*/ 321926 w 2401758"/>
              <a:gd name="connsiteY6041" fmla="*/ 144069 h 2400493"/>
              <a:gd name="connsiteX6042" fmla="*/ 323910 w 2401758"/>
              <a:gd name="connsiteY6042" fmla="*/ 146053 h 2400493"/>
              <a:gd name="connsiteX6043" fmla="*/ 338295 w 2401758"/>
              <a:gd name="connsiteY6043" fmla="*/ 156965 h 2400493"/>
              <a:gd name="connsiteX6044" fmla="*/ 345239 w 2401758"/>
              <a:gd name="connsiteY6044" fmla="*/ 168374 h 2400493"/>
              <a:gd name="connsiteX6045" fmla="*/ 346727 w 2401758"/>
              <a:gd name="connsiteY6045" fmla="*/ 169862 h 2400493"/>
              <a:gd name="connsiteX6046" fmla="*/ 347719 w 2401758"/>
              <a:gd name="connsiteY6046" fmla="*/ 167878 h 2400493"/>
              <a:gd name="connsiteX6047" fmla="*/ 369050 w 2401758"/>
              <a:gd name="connsiteY6047" fmla="*/ 146053 h 2400493"/>
              <a:gd name="connsiteX6048" fmla="*/ 372026 w 2401758"/>
              <a:gd name="connsiteY6048" fmla="*/ 144565 h 2400493"/>
              <a:gd name="connsiteX6049" fmla="*/ 371530 w 2401758"/>
              <a:gd name="connsiteY6049" fmla="*/ 142085 h 2400493"/>
              <a:gd name="connsiteX6050" fmla="*/ 369546 w 2401758"/>
              <a:gd name="connsiteY6050" fmla="*/ 141588 h 2400493"/>
              <a:gd name="connsiteX6051" fmla="*/ 348215 w 2401758"/>
              <a:gd name="connsiteY6051" fmla="*/ 120755 h 2400493"/>
              <a:gd name="connsiteX6052" fmla="*/ 346727 w 2401758"/>
              <a:gd name="connsiteY6052" fmla="*/ 118275 h 2400493"/>
              <a:gd name="connsiteX6053" fmla="*/ 413693 w 2401758"/>
              <a:gd name="connsiteY6053" fmla="*/ 115299 h 2400493"/>
              <a:gd name="connsiteX6054" fmla="*/ 410717 w 2401758"/>
              <a:gd name="connsiteY6054" fmla="*/ 118275 h 2400493"/>
              <a:gd name="connsiteX6055" fmla="*/ 403772 w 2401758"/>
              <a:gd name="connsiteY6055" fmla="*/ 132164 h 2400493"/>
              <a:gd name="connsiteX6056" fmla="*/ 387403 w 2401758"/>
              <a:gd name="connsiteY6056" fmla="*/ 141588 h 2400493"/>
              <a:gd name="connsiteX6057" fmla="*/ 386410 w 2401758"/>
              <a:gd name="connsiteY6057" fmla="*/ 143573 h 2400493"/>
              <a:gd name="connsiteX6058" fmla="*/ 387899 w 2401758"/>
              <a:gd name="connsiteY6058" fmla="*/ 146549 h 2400493"/>
              <a:gd name="connsiteX6059" fmla="*/ 410221 w 2401758"/>
              <a:gd name="connsiteY6059" fmla="*/ 168870 h 2400493"/>
              <a:gd name="connsiteX6060" fmla="*/ 413693 w 2401758"/>
              <a:gd name="connsiteY6060" fmla="*/ 171846 h 2400493"/>
              <a:gd name="connsiteX6061" fmla="*/ 415181 w 2401758"/>
              <a:gd name="connsiteY6061" fmla="*/ 169366 h 2400493"/>
              <a:gd name="connsiteX6062" fmla="*/ 434030 w 2401758"/>
              <a:gd name="connsiteY6062" fmla="*/ 147045 h 2400493"/>
              <a:gd name="connsiteX6063" fmla="*/ 439486 w 2401758"/>
              <a:gd name="connsiteY6063" fmla="*/ 145557 h 2400493"/>
              <a:gd name="connsiteX6064" fmla="*/ 440974 w 2401758"/>
              <a:gd name="connsiteY6064" fmla="*/ 143077 h 2400493"/>
              <a:gd name="connsiteX6065" fmla="*/ 438990 w 2401758"/>
              <a:gd name="connsiteY6065" fmla="*/ 141092 h 2400493"/>
              <a:gd name="connsiteX6066" fmla="*/ 425102 w 2401758"/>
              <a:gd name="connsiteY6066" fmla="*/ 135140 h 2400493"/>
              <a:gd name="connsiteX6067" fmla="*/ 414685 w 2401758"/>
              <a:gd name="connsiteY6067" fmla="*/ 118275 h 2400493"/>
              <a:gd name="connsiteX6068" fmla="*/ 413693 w 2401758"/>
              <a:gd name="connsiteY6068" fmla="*/ 115299 h 2400493"/>
              <a:gd name="connsiteX6069" fmla="*/ 2398286 w 2401758"/>
              <a:gd name="connsiteY6069" fmla="*/ 106370 h 2400493"/>
              <a:gd name="connsiteX6070" fmla="*/ 2400270 w 2401758"/>
              <a:gd name="connsiteY6070" fmla="*/ 109842 h 2400493"/>
              <a:gd name="connsiteX6071" fmla="*/ 2397294 w 2401758"/>
              <a:gd name="connsiteY6071" fmla="*/ 112322 h 2400493"/>
              <a:gd name="connsiteX6072" fmla="*/ 2395806 w 2401758"/>
              <a:gd name="connsiteY6072" fmla="*/ 109842 h 2400493"/>
              <a:gd name="connsiteX6073" fmla="*/ 2398286 w 2401758"/>
              <a:gd name="connsiteY6073" fmla="*/ 106370 h 2400493"/>
              <a:gd name="connsiteX6074" fmla="*/ 2331323 w 2401758"/>
              <a:gd name="connsiteY6074" fmla="*/ 104882 h 2400493"/>
              <a:gd name="connsiteX6075" fmla="*/ 2336284 w 2401758"/>
              <a:gd name="connsiteY6075" fmla="*/ 110834 h 2400493"/>
              <a:gd name="connsiteX6076" fmla="*/ 2331323 w 2401758"/>
              <a:gd name="connsiteY6076" fmla="*/ 114803 h 2400493"/>
              <a:gd name="connsiteX6077" fmla="*/ 2326363 w 2401758"/>
              <a:gd name="connsiteY6077" fmla="*/ 109346 h 2400493"/>
              <a:gd name="connsiteX6078" fmla="*/ 2331323 w 2401758"/>
              <a:gd name="connsiteY6078" fmla="*/ 104882 h 2400493"/>
              <a:gd name="connsiteX6079" fmla="*/ 2264359 w 2401758"/>
              <a:gd name="connsiteY6079" fmla="*/ 100914 h 2400493"/>
              <a:gd name="connsiteX6080" fmla="*/ 2274280 w 2401758"/>
              <a:gd name="connsiteY6080" fmla="*/ 111331 h 2400493"/>
              <a:gd name="connsiteX6081" fmla="*/ 2265847 w 2401758"/>
              <a:gd name="connsiteY6081" fmla="*/ 119267 h 2400493"/>
              <a:gd name="connsiteX6082" fmla="*/ 2256919 w 2401758"/>
              <a:gd name="connsiteY6082" fmla="*/ 112819 h 2400493"/>
              <a:gd name="connsiteX6083" fmla="*/ 2255927 w 2401758"/>
              <a:gd name="connsiteY6083" fmla="*/ 108850 h 2400493"/>
              <a:gd name="connsiteX6084" fmla="*/ 2264359 w 2401758"/>
              <a:gd name="connsiteY6084" fmla="*/ 100914 h 2400493"/>
              <a:gd name="connsiteX6085" fmla="*/ 2198388 w 2401758"/>
              <a:gd name="connsiteY6085" fmla="*/ 100418 h 2400493"/>
              <a:gd name="connsiteX6086" fmla="*/ 2207316 w 2401758"/>
              <a:gd name="connsiteY6086" fmla="*/ 110339 h 2400493"/>
              <a:gd name="connsiteX6087" fmla="*/ 2197891 w 2401758"/>
              <a:gd name="connsiteY6087" fmla="*/ 119763 h 2400493"/>
              <a:gd name="connsiteX6088" fmla="*/ 2188467 w 2401758"/>
              <a:gd name="connsiteY6088" fmla="*/ 110339 h 2400493"/>
              <a:gd name="connsiteX6089" fmla="*/ 2198388 w 2401758"/>
              <a:gd name="connsiteY6089" fmla="*/ 100418 h 2400493"/>
              <a:gd name="connsiteX6090" fmla="*/ 2129440 w 2401758"/>
              <a:gd name="connsiteY6090" fmla="*/ 97938 h 2400493"/>
              <a:gd name="connsiteX6091" fmla="*/ 2140849 w 2401758"/>
              <a:gd name="connsiteY6091" fmla="*/ 110339 h 2400493"/>
              <a:gd name="connsiteX6092" fmla="*/ 2128944 w 2401758"/>
              <a:gd name="connsiteY6092" fmla="*/ 121747 h 2400493"/>
              <a:gd name="connsiteX6093" fmla="*/ 2117040 w 2401758"/>
              <a:gd name="connsiteY6093" fmla="*/ 110339 h 2400493"/>
              <a:gd name="connsiteX6094" fmla="*/ 2129440 w 2401758"/>
              <a:gd name="connsiteY6094" fmla="*/ 97938 h 2400493"/>
              <a:gd name="connsiteX6095" fmla="*/ 2061980 w 2401758"/>
              <a:gd name="connsiteY6095" fmla="*/ 95954 h 2400493"/>
              <a:gd name="connsiteX6096" fmla="*/ 2076365 w 2401758"/>
              <a:gd name="connsiteY6096" fmla="*/ 110339 h 2400493"/>
              <a:gd name="connsiteX6097" fmla="*/ 2062972 w 2401758"/>
              <a:gd name="connsiteY6097" fmla="*/ 124723 h 2400493"/>
              <a:gd name="connsiteX6098" fmla="*/ 2047595 w 2401758"/>
              <a:gd name="connsiteY6098" fmla="*/ 110835 h 2400493"/>
              <a:gd name="connsiteX6099" fmla="*/ 2061980 w 2401758"/>
              <a:gd name="connsiteY6099" fmla="*/ 95954 h 2400493"/>
              <a:gd name="connsiteX6100" fmla="*/ 1995513 w 2401758"/>
              <a:gd name="connsiteY6100" fmla="*/ 95458 h 2400493"/>
              <a:gd name="connsiteX6101" fmla="*/ 2009898 w 2401758"/>
              <a:gd name="connsiteY6101" fmla="*/ 109843 h 2400493"/>
              <a:gd name="connsiteX6102" fmla="*/ 1995513 w 2401758"/>
              <a:gd name="connsiteY6102" fmla="*/ 124228 h 2400493"/>
              <a:gd name="connsiteX6103" fmla="*/ 1981128 w 2401758"/>
              <a:gd name="connsiteY6103" fmla="*/ 109843 h 2400493"/>
              <a:gd name="connsiteX6104" fmla="*/ 1995513 w 2401758"/>
              <a:gd name="connsiteY6104" fmla="*/ 95458 h 2400493"/>
              <a:gd name="connsiteX6105" fmla="*/ 1860098 w 2401758"/>
              <a:gd name="connsiteY6105" fmla="*/ 93474 h 2400493"/>
              <a:gd name="connsiteX6106" fmla="*/ 1876467 w 2401758"/>
              <a:gd name="connsiteY6106" fmla="*/ 110339 h 2400493"/>
              <a:gd name="connsiteX6107" fmla="*/ 1859602 w 2401758"/>
              <a:gd name="connsiteY6107" fmla="*/ 126708 h 2400493"/>
              <a:gd name="connsiteX6108" fmla="*/ 1843233 w 2401758"/>
              <a:gd name="connsiteY6108" fmla="*/ 109843 h 2400493"/>
              <a:gd name="connsiteX6109" fmla="*/ 1860098 w 2401758"/>
              <a:gd name="connsiteY6109" fmla="*/ 93474 h 2400493"/>
              <a:gd name="connsiteX6110" fmla="*/ 1929541 w 2401758"/>
              <a:gd name="connsiteY6110" fmla="*/ 93473 h 2400493"/>
              <a:gd name="connsiteX6111" fmla="*/ 1945414 w 2401758"/>
              <a:gd name="connsiteY6111" fmla="*/ 110338 h 2400493"/>
              <a:gd name="connsiteX6112" fmla="*/ 1928549 w 2401758"/>
              <a:gd name="connsiteY6112" fmla="*/ 126707 h 2400493"/>
              <a:gd name="connsiteX6113" fmla="*/ 1912180 w 2401758"/>
              <a:gd name="connsiteY6113" fmla="*/ 109346 h 2400493"/>
              <a:gd name="connsiteX6114" fmla="*/ 1929541 w 2401758"/>
              <a:gd name="connsiteY6114" fmla="*/ 93473 h 2400493"/>
              <a:gd name="connsiteX6115" fmla="*/ 1792142 w 2401758"/>
              <a:gd name="connsiteY6115" fmla="*/ 91489 h 2400493"/>
              <a:gd name="connsiteX6116" fmla="*/ 1803054 w 2401758"/>
              <a:gd name="connsiteY6116" fmla="*/ 95458 h 2400493"/>
              <a:gd name="connsiteX6117" fmla="*/ 1812479 w 2401758"/>
              <a:gd name="connsiteY6117" fmla="*/ 109842 h 2400493"/>
              <a:gd name="connsiteX6118" fmla="*/ 1807519 w 2401758"/>
              <a:gd name="connsiteY6118" fmla="*/ 120755 h 2400493"/>
              <a:gd name="connsiteX6119" fmla="*/ 1793134 w 2401758"/>
              <a:gd name="connsiteY6119" fmla="*/ 128691 h 2400493"/>
              <a:gd name="connsiteX6120" fmla="*/ 1783213 w 2401758"/>
              <a:gd name="connsiteY6120" fmla="*/ 125219 h 2400493"/>
              <a:gd name="connsiteX6121" fmla="*/ 1774285 w 2401758"/>
              <a:gd name="connsiteY6121" fmla="*/ 111331 h 2400493"/>
              <a:gd name="connsiteX6122" fmla="*/ 1777261 w 2401758"/>
              <a:gd name="connsiteY6122" fmla="*/ 100914 h 2400493"/>
              <a:gd name="connsiteX6123" fmla="*/ 1792142 w 2401758"/>
              <a:gd name="connsiteY6123" fmla="*/ 91489 h 2400493"/>
              <a:gd name="connsiteX6124" fmla="*/ 1726666 w 2401758"/>
              <a:gd name="connsiteY6124" fmla="*/ 90993 h 2400493"/>
              <a:gd name="connsiteX6125" fmla="*/ 1745515 w 2401758"/>
              <a:gd name="connsiteY6125" fmla="*/ 110834 h 2400493"/>
              <a:gd name="connsiteX6126" fmla="*/ 1725674 w 2401758"/>
              <a:gd name="connsiteY6126" fmla="*/ 129187 h 2400493"/>
              <a:gd name="connsiteX6127" fmla="*/ 1707321 w 2401758"/>
              <a:gd name="connsiteY6127" fmla="*/ 110338 h 2400493"/>
              <a:gd name="connsiteX6128" fmla="*/ 1726666 w 2401758"/>
              <a:gd name="connsiteY6128" fmla="*/ 90993 h 2400493"/>
              <a:gd name="connsiteX6129" fmla="*/ 1658710 w 2401758"/>
              <a:gd name="connsiteY6129" fmla="*/ 90993 h 2400493"/>
              <a:gd name="connsiteX6130" fmla="*/ 1672103 w 2401758"/>
              <a:gd name="connsiteY6130" fmla="*/ 96449 h 2400493"/>
              <a:gd name="connsiteX6131" fmla="*/ 1677063 w 2401758"/>
              <a:gd name="connsiteY6131" fmla="*/ 109842 h 2400493"/>
              <a:gd name="connsiteX6132" fmla="*/ 1672103 w 2401758"/>
              <a:gd name="connsiteY6132" fmla="*/ 123235 h 2400493"/>
              <a:gd name="connsiteX6133" fmla="*/ 1658214 w 2401758"/>
              <a:gd name="connsiteY6133" fmla="*/ 128691 h 2400493"/>
              <a:gd name="connsiteX6134" fmla="*/ 1643829 w 2401758"/>
              <a:gd name="connsiteY6134" fmla="*/ 124227 h 2400493"/>
              <a:gd name="connsiteX6135" fmla="*/ 1638373 w 2401758"/>
              <a:gd name="connsiteY6135" fmla="*/ 109842 h 2400493"/>
              <a:gd name="connsiteX6136" fmla="*/ 1643829 w 2401758"/>
              <a:gd name="connsiteY6136" fmla="*/ 96449 h 2400493"/>
              <a:gd name="connsiteX6137" fmla="*/ 1658710 w 2401758"/>
              <a:gd name="connsiteY6137" fmla="*/ 90993 h 2400493"/>
              <a:gd name="connsiteX6138" fmla="*/ 1590755 w 2401758"/>
              <a:gd name="connsiteY6138" fmla="*/ 89009 h 2400493"/>
              <a:gd name="connsiteX6139" fmla="*/ 1605636 w 2401758"/>
              <a:gd name="connsiteY6139" fmla="*/ 95457 h 2400493"/>
              <a:gd name="connsiteX6140" fmla="*/ 1612084 w 2401758"/>
              <a:gd name="connsiteY6140" fmla="*/ 110338 h 2400493"/>
              <a:gd name="connsiteX6141" fmla="*/ 1590259 w 2401758"/>
              <a:gd name="connsiteY6141" fmla="*/ 131667 h 2400493"/>
              <a:gd name="connsiteX6142" fmla="*/ 1569426 w 2401758"/>
              <a:gd name="connsiteY6142" fmla="*/ 109346 h 2400493"/>
              <a:gd name="connsiteX6143" fmla="*/ 1576370 w 2401758"/>
              <a:gd name="connsiteY6143" fmla="*/ 94465 h 2400493"/>
              <a:gd name="connsiteX6144" fmla="*/ 1590755 w 2401758"/>
              <a:gd name="connsiteY6144" fmla="*/ 89009 h 2400493"/>
              <a:gd name="connsiteX6145" fmla="*/ 1525279 w 2401758"/>
              <a:gd name="connsiteY6145" fmla="*/ 89009 h 2400493"/>
              <a:gd name="connsiteX6146" fmla="*/ 1546112 w 2401758"/>
              <a:gd name="connsiteY6146" fmla="*/ 110338 h 2400493"/>
              <a:gd name="connsiteX6147" fmla="*/ 1524287 w 2401758"/>
              <a:gd name="connsiteY6147" fmla="*/ 131667 h 2400493"/>
              <a:gd name="connsiteX6148" fmla="*/ 1502958 w 2401758"/>
              <a:gd name="connsiteY6148" fmla="*/ 109842 h 2400493"/>
              <a:gd name="connsiteX6149" fmla="*/ 1525279 w 2401758"/>
              <a:gd name="connsiteY6149" fmla="*/ 89009 h 2400493"/>
              <a:gd name="connsiteX6150" fmla="*/ 1389368 w 2401758"/>
              <a:gd name="connsiteY6150" fmla="*/ 86529 h 2400493"/>
              <a:gd name="connsiteX6151" fmla="*/ 1412186 w 2401758"/>
              <a:gd name="connsiteY6151" fmla="*/ 110338 h 2400493"/>
              <a:gd name="connsiteX6152" fmla="*/ 1387384 w 2401758"/>
              <a:gd name="connsiteY6152" fmla="*/ 134148 h 2400493"/>
              <a:gd name="connsiteX6153" fmla="*/ 1364567 w 2401758"/>
              <a:gd name="connsiteY6153" fmla="*/ 110338 h 2400493"/>
              <a:gd name="connsiteX6154" fmla="*/ 1389368 w 2401758"/>
              <a:gd name="connsiteY6154" fmla="*/ 86529 h 2400493"/>
              <a:gd name="connsiteX6155" fmla="*/ 1458316 w 2401758"/>
              <a:gd name="connsiteY6155" fmla="*/ 86033 h 2400493"/>
              <a:gd name="connsiteX6156" fmla="*/ 1474684 w 2401758"/>
              <a:gd name="connsiteY6156" fmla="*/ 94961 h 2400493"/>
              <a:gd name="connsiteX6157" fmla="*/ 1481629 w 2401758"/>
              <a:gd name="connsiteY6157" fmla="*/ 109842 h 2400493"/>
              <a:gd name="connsiteX6158" fmla="*/ 1473196 w 2401758"/>
              <a:gd name="connsiteY6158" fmla="*/ 126707 h 2400493"/>
              <a:gd name="connsiteX6159" fmla="*/ 1457323 w 2401758"/>
              <a:gd name="connsiteY6159" fmla="*/ 133652 h 2400493"/>
              <a:gd name="connsiteX6160" fmla="*/ 1440955 w 2401758"/>
              <a:gd name="connsiteY6160" fmla="*/ 124723 h 2400493"/>
              <a:gd name="connsiteX6161" fmla="*/ 1434506 w 2401758"/>
              <a:gd name="connsiteY6161" fmla="*/ 109842 h 2400493"/>
              <a:gd name="connsiteX6162" fmla="*/ 1442443 w 2401758"/>
              <a:gd name="connsiteY6162" fmla="*/ 92977 h 2400493"/>
              <a:gd name="connsiteX6163" fmla="*/ 1458316 w 2401758"/>
              <a:gd name="connsiteY6163" fmla="*/ 86033 h 2400493"/>
              <a:gd name="connsiteX6164" fmla="*/ 1321908 w 2401758"/>
              <a:gd name="connsiteY6164" fmla="*/ 86033 h 2400493"/>
              <a:gd name="connsiteX6165" fmla="*/ 1345717 w 2401758"/>
              <a:gd name="connsiteY6165" fmla="*/ 109346 h 2400493"/>
              <a:gd name="connsiteX6166" fmla="*/ 1322404 w 2401758"/>
              <a:gd name="connsiteY6166" fmla="*/ 133652 h 2400493"/>
              <a:gd name="connsiteX6167" fmla="*/ 1298099 w 2401758"/>
              <a:gd name="connsiteY6167" fmla="*/ 109842 h 2400493"/>
              <a:gd name="connsiteX6168" fmla="*/ 1321908 w 2401758"/>
              <a:gd name="connsiteY6168" fmla="*/ 86033 h 2400493"/>
              <a:gd name="connsiteX6169" fmla="*/ 1255441 w 2401758"/>
              <a:gd name="connsiteY6169" fmla="*/ 86033 h 2400493"/>
              <a:gd name="connsiteX6170" fmla="*/ 1278755 w 2401758"/>
              <a:gd name="connsiteY6170" fmla="*/ 110338 h 2400493"/>
              <a:gd name="connsiteX6171" fmla="*/ 1272306 w 2401758"/>
              <a:gd name="connsiteY6171" fmla="*/ 126707 h 2400493"/>
              <a:gd name="connsiteX6172" fmla="*/ 1253953 w 2401758"/>
              <a:gd name="connsiteY6172" fmla="*/ 133652 h 2400493"/>
              <a:gd name="connsiteX6173" fmla="*/ 1231136 w 2401758"/>
              <a:gd name="connsiteY6173" fmla="*/ 109842 h 2400493"/>
              <a:gd name="connsiteX6174" fmla="*/ 1255441 w 2401758"/>
              <a:gd name="connsiteY6174" fmla="*/ 86033 h 2400493"/>
              <a:gd name="connsiteX6175" fmla="*/ 1052566 w 2401758"/>
              <a:gd name="connsiteY6175" fmla="*/ 84049 h 2400493"/>
              <a:gd name="connsiteX6176" fmla="*/ 1079352 w 2401758"/>
              <a:gd name="connsiteY6176" fmla="*/ 110339 h 2400493"/>
              <a:gd name="connsiteX6177" fmla="*/ 1052566 w 2401758"/>
              <a:gd name="connsiteY6177" fmla="*/ 136628 h 2400493"/>
              <a:gd name="connsiteX6178" fmla="*/ 1026307 w 2401758"/>
              <a:gd name="connsiteY6178" fmla="*/ 110835 h 2400493"/>
              <a:gd name="connsiteX6179" fmla="*/ 1052566 w 2401758"/>
              <a:gd name="connsiteY6179" fmla="*/ 84049 h 2400493"/>
              <a:gd name="connsiteX6180" fmla="*/ 1186989 w 2401758"/>
              <a:gd name="connsiteY6180" fmla="*/ 83553 h 2400493"/>
              <a:gd name="connsiteX6181" fmla="*/ 1212287 w 2401758"/>
              <a:gd name="connsiteY6181" fmla="*/ 109842 h 2400493"/>
              <a:gd name="connsiteX6182" fmla="*/ 1185501 w 2401758"/>
              <a:gd name="connsiteY6182" fmla="*/ 136132 h 2400493"/>
              <a:gd name="connsiteX6183" fmla="*/ 1160204 w 2401758"/>
              <a:gd name="connsiteY6183" fmla="*/ 109842 h 2400493"/>
              <a:gd name="connsiteX6184" fmla="*/ 1186989 w 2401758"/>
              <a:gd name="connsiteY6184" fmla="*/ 83553 h 2400493"/>
              <a:gd name="connsiteX6185" fmla="*/ 1118042 w 2401758"/>
              <a:gd name="connsiteY6185" fmla="*/ 83553 h 2400493"/>
              <a:gd name="connsiteX6186" fmla="*/ 1137387 w 2401758"/>
              <a:gd name="connsiteY6186" fmla="*/ 90993 h 2400493"/>
              <a:gd name="connsiteX6187" fmla="*/ 1145323 w 2401758"/>
              <a:gd name="connsiteY6187" fmla="*/ 109346 h 2400493"/>
              <a:gd name="connsiteX6188" fmla="*/ 1137387 w 2401758"/>
              <a:gd name="connsiteY6188" fmla="*/ 128691 h 2400493"/>
              <a:gd name="connsiteX6189" fmla="*/ 1119034 w 2401758"/>
              <a:gd name="connsiteY6189" fmla="*/ 136132 h 2400493"/>
              <a:gd name="connsiteX6190" fmla="*/ 1100681 w 2401758"/>
              <a:gd name="connsiteY6190" fmla="*/ 128691 h 2400493"/>
              <a:gd name="connsiteX6191" fmla="*/ 1093241 w 2401758"/>
              <a:gd name="connsiteY6191" fmla="*/ 111330 h 2400493"/>
              <a:gd name="connsiteX6192" fmla="*/ 1118042 w 2401758"/>
              <a:gd name="connsiteY6192" fmla="*/ 83553 h 2400493"/>
              <a:gd name="connsiteX6193" fmla="*/ 917660 w 2401758"/>
              <a:gd name="connsiteY6193" fmla="*/ 81569 h 2400493"/>
              <a:gd name="connsiteX6194" fmla="*/ 945437 w 2401758"/>
              <a:gd name="connsiteY6194" fmla="*/ 111827 h 2400493"/>
              <a:gd name="connsiteX6195" fmla="*/ 915676 w 2401758"/>
              <a:gd name="connsiteY6195" fmla="*/ 138612 h 2400493"/>
              <a:gd name="connsiteX6196" fmla="*/ 888394 w 2401758"/>
              <a:gd name="connsiteY6196" fmla="*/ 109347 h 2400493"/>
              <a:gd name="connsiteX6197" fmla="*/ 917660 w 2401758"/>
              <a:gd name="connsiteY6197" fmla="*/ 81569 h 2400493"/>
              <a:gd name="connsiteX6198" fmla="*/ 850689 w 2401758"/>
              <a:gd name="connsiteY6198" fmla="*/ 81569 h 2400493"/>
              <a:gd name="connsiteX6199" fmla="*/ 878962 w 2401758"/>
              <a:gd name="connsiteY6199" fmla="*/ 109842 h 2400493"/>
              <a:gd name="connsiteX6200" fmla="*/ 851185 w 2401758"/>
              <a:gd name="connsiteY6200" fmla="*/ 139108 h 2400493"/>
              <a:gd name="connsiteX6201" fmla="*/ 821423 w 2401758"/>
              <a:gd name="connsiteY6201" fmla="*/ 110834 h 2400493"/>
              <a:gd name="connsiteX6202" fmla="*/ 850689 w 2401758"/>
              <a:gd name="connsiteY6202" fmla="*/ 81569 h 2400493"/>
              <a:gd name="connsiteX6203" fmla="*/ 986618 w 2401758"/>
              <a:gd name="connsiteY6203" fmla="*/ 81073 h 2400493"/>
              <a:gd name="connsiteX6204" fmla="*/ 1006458 w 2401758"/>
              <a:gd name="connsiteY6204" fmla="*/ 90994 h 2400493"/>
              <a:gd name="connsiteX6205" fmla="*/ 1014394 w 2401758"/>
              <a:gd name="connsiteY6205" fmla="*/ 110339 h 2400493"/>
              <a:gd name="connsiteX6206" fmla="*/ 1004474 w 2401758"/>
              <a:gd name="connsiteY6206" fmla="*/ 131172 h 2400493"/>
              <a:gd name="connsiteX6207" fmla="*/ 985130 w 2401758"/>
              <a:gd name="connsiteY6207" fmla="*/ 138612 h 2400493"/>
              <a:gd name="connsiteX6208" fmla="*/ 964793 w 2401758"/>
              <a:gd name="connsiteY6208" fmla="*/ 128196 h 2400493"/>
              <a:gd name="connsiteX6209" fmla="*/ 957848 w 2401758"/>
              <a:gd name="connsiteY6209" fmla="*/ 109843 h 2400493"/>
              <a:gd name="connsiteX6210" fmla="*/ 968265 w 2401758"/>
              <a:gd name="connsiteY6210" fmla="*/ 89009 h 2400493"/>
              <a:gd name="connsiteX6211" fmla="*/ 986618 w 2401758"/>
              <a:gd name="connsiteY6211" fmla="*/ 81073 h 2400493"/>
              <a:gd name="connsiteX6212" fmla="*/ 784713 w 2401758"/>
              <a:gd name="connsiteY6212" fmla="*/ 81073 h 2400493"/>
              <a:gd name="connsiteX6213" fmla="*/ 804555 w 2401758"/>
              <a:gd name="connsiteY6213" fmla="*/ 88513 h 2400493"/>
              <a:gd name="connsiteX6214" fmla="*/ 812490 w 2401758"/>
              <a:gd name="connsiteY6214" fmla="*/ 110339 h 2400493"/>
              <a:gd name="connsiteX6215" fmla="*/ 804555 w 2401758"/>
              <a:gd name="connsiteY6215" fmla="*/ 131172 h 2400493"/>
              <a:gd name="connsiteX6216" fmla="*/ 783721 w 2401758"/>
              <a:gd name="connsiteY6216" fmla="*/ 138612 h 2400493"/>
              <a:gd name="connsiteX6217" fmla="*/ 762887 w 2401758"/>
              <a:gd name="connsiteY6217" fmla="*/ 131172 h 2400493"/>
              <a:gd name="connsiteX6218" fmla="*/ 754951 w 2401758"/>
              <a:gd name="connsiteY6218" fmla="*/ 109347 h 2400493"/>
              <a:gd name="connsiteX6219" fmla="*/ 762887 w 2401758"/>
              <a:gd name="connsiteY6219" fmla="*/ 88513 h 2400493"/>
              <a:gd name="connsiteX6220" fmla="*/ 784713 w 2401758"/>
              <a:gd name="connsiteY6220" fmla="*/ 81073 h 2400493"/>
              <a:gd name="connsiteX6221" fmla="*/ 714814 w 2401758"/>
              <a:gd name="connsiteY6221" fmla="*/ 79585 h 2400493"/>
              <a:gd name="connsiteX6222" fmla="*/ 736637 w 2401758"/>
              <a:gd name="connsiteY6222" fmla="*/ 90001 h 2400493"/>
              <a:gd name="connsiteX6223" fmla="*/ 746060 w 2401758"/>
              <a:gd name="connsiteY6223" fmla="*/ 109842 h 2400493"/>
              <a:gd name="connsiteX6224" fmla="*/ 736637 w 2401758"/>
              <a:gd name="connsiteY6224" fmla="*/ 129683 h 2400493"/>
              <a:gd name="connsiteX6225" fmla="*/ 714814 w 2401758"/>
              <a:gd name="connsiteY6225" fmla="*/ 140100 h 2400493"/>
              <a:gd name="connsiteX6226" fmla="*/ 692990 w 2401758"/>
              <a:gd name="connsiteY6226" fmla="*/ 130179 h 2400493"/>
              <a:gd name="connsiteX6227" fmla="*/ 684062 w 2401758"/>
              <a:gd name="connsiteY6227" fmla="*/ 109346 h 2400493"/>
              <a:gd name="connsiteX6228" fmla="*/ 695469 w 2401758"/>
              <a:gd name="connsiteY6228" fmla="*/ 87025 h 2400493"/>
              <a:gd name="connsiteX6229" fmla="*/ 714814 w 2401758"/>
              <a:gd name="connsiteY6229" fmla="*/ 79585 h 2400493"/>
              <a:gd name="connsiteX6230" fmla="*/ 648834 w 2401758"/>
              <a:gd name="connsiteY6230" fmla="*/ 79088 h 2400493"/>
              <a:gd name="connsiteX6231" fmla="*/ 670162 w 2401758"/>
              <a:gd name="connsiteY6231" fmla="*/ 88017 h 2400493"/>
              <a:gd name="connsiteX6232" fmla="*/ 679089 w 2401758"/>
              <a:gd name="connsiteY6232" fmla="*/ 109346 h 2400493"/>
              <a:gd name="connsiteX6233" fmla="*/ 647842 w 2401758"/>
              <a:gd name="connsiteY6233" fmla="*/ 140596 h 2400493"/>
              <a:gd name="connsiteX6234" fmla="*/ 617090 w 2401758"/>
              <a:gd name="connsiteY6234" fmla="*/ 108850 h 2400493"/>
              <a:gd name="connsiteX6235" fmla="*/ 626017 w 2401758"/>
              <a:gd name="connsiteY6235" fmla="*/ 87521 h 2400493"/>
              <a:gd name="connsiteX6236" fmla="*/ 648834 w 2401758"/>
              <a:gd name="connsiteY6236" fmla="*/ 79088 h 2400493"/>
              <a:gd name="connsiteX6237" fmla="*/ 581848 w 2401758"/>
              <a:gd name="connsiteY6237" fmla="*/ 78593 h 2400493"/>
              <a:gd name="connsiteX6238" fmla="*/ 612106 w 2401758"/>
              <a:gd name="connsiteY6238" fmla="*/ 110834 h 2400493"/>
              <a:gd name="connsiteX6239" fmla="*/ 580856 w 2401758"/>
              <a:gd name="connsiteY6239" fmla="*/ 141588 h 2400493"/>
              <a:gd name="connsiteX6240" fmla="*/ 549605 w 2401758"/>
              <a:gd name="connsiteY6240" fmla="*/ 108850 h 2400493"/>
              <a:gd name="connsiteX6241" fmla="*/ 581848 w 2401758"/>
              <a:gd name="connsiteY6241" fmla="*/ 78593 h 2400493"/>
              <a:gd name="connsiteX6242" fmla="*/ 515902 w 2401758"/>
              <a:gd name="connsiteY6242" fmla="*/ 78593 h 2400493"/>
              <a:gd name="connsiteX6243" fmla="*/ 538226 w 2401758"/>
              <a:gd name="connsiteY6243" fmla="*/ 87521 h 2400493"/>
              <a:gd name="connsiteX6244" fmla="*/ 545170 w 2401758"/>
              <a:gd name="connsiteY6244" fmla="*/ 110339 h 2400493"/>
              <a:gd name="connsiteX6245" fmla="*/ 537234 w 2401758"/>
              <a:gd name="connsiteY6245" fmla="*/ 132660 h 2400493"/>
              <a:gd name="connsiteX6246" fmla="*/ 513422 w 2401758"/>
              <a:gd name="connsiteY6246" fmla="*/ 141092 h 2400493"/>
              <a:gd name="connsiteX6247" fmla="*/ 491099 w 2401758"/>
              <a:gd name="connsiteY6247" fmla="*/ 132164 h 2400493"/>
              <a:gd name="connsiteX6248" fmla="*/ 483162 w 2401758"/>
              <a:gd name="connsiteY6248" fmla="*/ 109347 h 2400493"/>
              <a:gd name="connsiteX6249" fmla="*/ 492091 w 2401758"/>
              <a:gd name="connsiteY6249" fmla="*/ 87025 h 2400493"/>
              <a:gd name="connsiteX6250" fmla="*/ 515902 w 2401758"/>
              <a:gd name="connsiteY6250" fmla="*/ 78593 h 2400493"/>
              <a:gd name="connsiteX6251" fmla="*/ 77131 w 2401758"/>
              <a:gd name="connsiteY6251" fmla="*/ 59806 h 2400493"/>
              <a:gd name="connsiteX6252" fmla="*/ 72419 w 2401758"/>
              <a:gd name="connsiteY6252" fmla="*/ 64208 h 2400493"/>
              <a:gd name="connsiteX6253" fmla="*/ 71923 w 2401758"/>
              <a:gd name="connsiteY6253" fmla="*/ 66193 h 2400493"/>
              <a:gd name="connsiteX6254" fmla="*/ 58530 w 2401758"/>
              <a:gd name="connsiteY6254" fmla="*/ 78097 h 2400493"/>
              <a:gd name="connsiteX6255" fmla="*/ 71923 w 2401758"/>
              <a:gd name="connsiteY6255" fmla="*/ 89010 h 2400493"/>
              <a:gd name="connsiteX6256" fmla="*/ 75395 w 2401758"/>
              <a:gd name="connsiteY6256" fmla="*/ 94466 h 2400493"/>
              <a:gd name="connsiteX6257" fmla="*/ 79363 w 2401758"/>
              <a:gd name="connsiteY6257" fmla="*/ 94962 h 2400493"/>
              <a:gd name="connsiteX6258" fmla="*/ 95236 w 2401758"/>
              <a:gd name="connsiteY6258" fmla="*/ 79089 h 2400493"/>
              <a:gd name="connsiteX6259" fmla="*/ 95732 w 2401758"/>
              <a:gd name="connsiteY6259" fmla="*/ 77601 h 2400493"/>
              <a:gd name="connsiteX6260" fmla="*/ 89780 w 2401758"/>
              <a:gd name="connsiteY6260" fmla="*/ 72145 h 2400493"/>
              <a:gd name="connsiteX6261" fmla="*/ 81843 w 2401758"/>
              <a:gd name="connsiteY6261" fmla="*/ 64704 h 2400493"/>
              <a:gd name="connsiteX6262" fmla="*/ 77131 w 2401758"/>
              <a:gd name="connsiteY6262" fmla="*/ 59806 h 2400493"/>
              <a:gd name="connsiteX6263" fmla="*/ 142359 w 2401758"/>
              <a:gd name="connsiteY6263" fmla="*/ 59744 h 2400493"/>
              <a:gd name="connsiteX6264" fmla="*/ 130950 w 2401758"/>
              <a:gd name="connsiteY6264" fmla="*/ 72145 h 2400493"/>
              <a:gd name="connsiteX6265" fmla="*/ 124998 w 2401758"/>
              <a:gd name="connsiteY6265" fmla="*/ 78097 h 2400493"/>
              <a:gd name="connsiteX6266" fmla="*/ 131446 w 2401758"/>
              <a:gd name="connsiteY6266" fmla="*/ 82065 h 2400493"/>
              <a:gd name="connsiteX6267" fmla="*/ 140871 w 2401758"/>
              <a:gd name="connsiteY6267" fmla="*/ 93474 h 2400493"/>
              <a:gd name="connsiteX6268" fmla="*/ 145831 w 2401758"/>
              <a:gd name="connsiteY6268" fmla="*/ 93970 h 2400493"/>
              <a:gd name="connsiteX6269" fmla="*/ 161208 w 2401758"/>
              <a:gd name="connsiteY6269" fmla="*/ 79089 h 2400493"/>
              <a:gd name="connsiteX6270" fmla="*/ 163192 w 2401758"/>
              <a:gd name="connsiteY6270" fmla="*/ 76113 h 2400493"/>
              <a:gd name="connsiteX6271" fmla="*/ 160216 w 2401758"/>
              <a:gd name="connsiteY6271" fmla="*/ 74129 h 2400493"/>
              <a:gd name="connsiteX6272" fmla="*/ 146327 w 2401758"/>
              <a:gd name="connsiteY6272" fmla="*/ 60736 h 2400493"/>
              <a:gd name="connsiteX6273" fmla="*/ 142359 w 2401758"/>
              <a:gd name="connsiteY6273" fmla="*/ 59744 h 2400493"/>
              <a:gd name="connsiteX6274" fmla="*/ 210376 w 2401758"/>
              <a:gd name="connsiteY6274" fmla="*/ 55714 h 2400493"/>
              <a:gd name="connsiteX6275" fmla="*/ 208826 w 2401758"/>
              <a:gd name="connsiteY6275" fmla="*/ 57760 h 2400493"/>
              <a:gd name="connsiteX6276" fmla="*/ 191465 w 2401758"/>
              <a:gd name="connsiteY6276" fmla="*/ 75121 h 2400493"/>
              <a:gd name="connsiteX6277" fmla="*/ 191465 w 2401758"/>
              <a:gd name="connsiteY6277" fmla="*/ 79089 h 2400493"/>
              <a:gd name="connsiteX6278" fmla="*/ 208826 w 2401758"/>
              <a:gd name="connsiteY6278" fmla="*/ 96450 h 2400493"/>
              <a:gd name="connsiteX6279" fmla="*/ 211306 w 2401758"/>
              <a:gd name="connsiteY6279" fmla="*/ 97938 h 2400493"/>
              <a:gd name="connsiteX6280" fmla="*/ 212298 w 2401758"/>
              <a:gd name="connsiteY6280" fmla="*/ 96450 h 2400493"/>
              <a:gd name="connsiteX6281" fmla="*/ 229659 w 2401758"/>
              <a:gd name="connsiteY6281" fmla="*/ 79089 h 2400493"/>
              <a:gd name="connsiteX6282" fmla="*/ 231147 w 2401758"/>
              <a:gd name="connsiteY6282" fmla="*/ 76609 h 2400493"/>
              <a:gd name="connsiteX6283" fmla="*/ 229163 w 2401758"/>
              <a:gd name="connsiteY6283" fmla="*/ 74625 h 2400493"/>
              <a:gd name="connsiteX6284" fmla="*/ 212298 w 2401758"/>
              <a:gd name="connsiteY6284" fmla="*/ 57760 h 2400493"/>
              <a:gd name="connsiteX6285" fmla="*/ 210376 w 2401758"/>
              <a:gd name="connsiteY6285" fmla="*/ 55714 h 2400493"/>
              <a:gd name="connsiteX6286" fmla="*/ 346727 w 2401758"/>
              <a:gd name="connsiteY6286" fmla="*/ 50816 h 2400493"/>
              <a:gd name="connsiteX6287" fmla="*/ 344247 w 2401758"/>
              <a:gd name="connsiteY6287" fmla="*/ 52800 h 2400493"/>
              <a:gd name="connsiteX6288" fmla="*/ 342759 w 2401758"/>
              <a:gd name="connsiteY6288" fmla="*/ 56768 h 2400493"/>
              <a:gd name="connsiteX6289" fmla="*/ 323910 w 2401758"/>
              <a:gd name="connsiteY6289" fmla="*/ 74129 h 2400493"/>
              <a:gd name="connsiteX6290" fmla="*/ 321430 w 2401758"/>
              <a:gd name="connsiteY6290" fmla="*/ 76609 h 2400493"/>
              <a:gd name="connsiteX6291" fmla="*/ 323910 w 2401758"/>
              <a:gd name="connsiteY6291" fmla="*/ 78593 h 2400493"/>
              <a:gd name="connsiteX6292" fmla="*/ 330854 w 2401758"/>
              <a:gd name="connsiteY6292" fmla="*/ 82065 h 2400493"/>
              <a:gd name="connsiteX6293" fmla="*/ 344247 w 2401758"/>
              <a:gd name="connsiteY6293" fmla="*/ 100418 h 2400493"/>
              <a:gd name="connsiteX6294" fmla="*/ 346727 w 2401758"/>
              <a:gd name="connsiteY6294" fmla="*/ 102402 h 2400493"/>
              <a:gd name="connsiteX6295" fmla="*/ 347719 w 2401758"/>
              <a:gd name="connsiteY6295" fmla="*/ 100418 h 2400493"/>
              <a:gd name="connsiteX6296" fmla="*/ 369546 w 2401758"/>
              <a:gd name="connsiteY6296" fmla="*/ 78593 h 2400493"/>
              <a:gd name="connsiteX6297" fmla="*/ 373018 w 2401758"/>
              <a:gd name="connsiteY6297" fmla="*/ 76113 h 2400493"/>
              <a:gd name="connsiteX6298" fmla="*/ 368554 w 2401758"/>
              <a:gd name="connsiteY6298" fmla="*/ 74129 h 2400493"/>
              <a:gd name="connsiteX6299" fmla="*/ 347719 w 2401758"/>
              <a:gd name="connsiteY6299" fmla="*/ 52800 h 2400493"/>
              <a:gd name="connsiteX6300" fmla="*/ 346727 w 2401758"/>
              <a:gd name="connsiteY6300" fmla="*/ 50816 h 2400493"/>
              <a:gd name="connsiteX6301" fmla="*/ 413693 w 2401758"/>
              <a:gd name="connsiteY6301" fmla="*/ 48335 h 2400493"/>
              <a:gd name="connsiteX6302" fmla="*/ 411709 w 2401758"/>
              <a:gd name="connsiteY6302" fmla="*/ 49824 h 2400493"/>
              <a:gd name="connsiteX6303" fmla="*/ 409725 w 2401758"/>
              <a:gd name="connsiteY6303" fmla="*/ 52800 h 2400493"/>
              <a:gd name="connsiteX6304" fmla="*/ 387899 w 2401758"/>
              <a:gd name="connsiteY6304" fmla="*/ 74625 h 2400493"/>
              <a:gd name="connsiteX6305" fmla="*/ 385914 w 2401758"/>
              <a:gd name="connsiteY6305" fmla="*/ 76609 h 2400493"/>
              <a:gd name="connsiteX6306" fmla="*/ 387403 w 2401758"/>
              <a:gd name="connsiteY6306" fmla="*/ 79089 h 2400493"/>
              <a:gd name="connsiteX6307" fmla="*/ 392859 w 2401758"/>
              <a:gd name="connsiteY6307" fmla="*/ 80577 h 2400493"/>
              <a:gd name="connsiteX6308" fmla="*/ 409725 w 2401758"/>
              <a:gd name="connsiteY6308" fmla="*/ 100914 h 2400493"/>
              <a:gd name="connsiteX6309" fmla="*/ 412701 w 2401758"/>
              <a:gd name="connsiteY6309" fmla="*/ 105379 h 2400493"/>
              <a:gd name="connsiteX6310" fmla="*/ 414189 w 2401758"/>
              <a:gd name="connsiteY6310" fmla="*/ 100418 h 2400493"/>
              <a:gd name="connsiteX6311" fmla="*/ 416173 w 2401758"/>
              <a:gd name="connsiteY6311" fmla="*/ 95458 h 2400493"/>
              <a:gd name="connsiteX6312" fmla="*/ 438990 w 2401758"/>
              <a:gd name="connsiteY6312" fmla="*/ 79585 h 2400493"/>
              <a:gd name="connsiteX6313" fmla="*/ 441470 w 2401758"/>
              <a:gd name="connsiteY6313" fmla="*/ 76113 h 2400493"/>
              <a:gd name="connsiteX6314" fmla="*/ 438494 w 2401758"/>
              <a:gd name="connsiteY6314" fmla="*/ 74625 h 2400493"/>
              <a:gd name="connsiteX6315" fmla="*/ 432542 w 2401758"/>
              <a:gd name="connsiteY6315" fmla="*/ 74625 h 2400493"/>
              <a:gd name="connsiteX6316" fmla="*/ 421133 w 2401758"/>
              <a:gd name="connsiteY6316" fmla="*/ 65200 h 2400493"/>
              <a:gd name="connsiteX6317" fmla="*/ 414685 w 2401758"/>
              <a:gd name="connsiteY6317" fmla="*/ 50320 h 2400493"/>
              <a:gd name="connsiteX6318" fmla="*/ 413693 w 2401758"/>
              <a:gd name="connsiteY6318" fmla="*/ 48335 h 2400493"/>
              <a:gd name="connsiteX6319" fmla="*/ 2398286 w 2401758"/>
              <a:gd name="connsiteY6319" fmla="*/ 41391 h 2400493"/>
              <a:gd name="connsiteX6320" fmla="*/ 2401758 w 2401758"/>
              <a:gd name="connsiteY6320" fmla="*/ 43871 h 2400493"/>
              <a:gd name="connsiteX6321" fmla="*/ 2398286 w 2401758"/>
              <a:gd name="connsiteY6321" fmla="*/ 45855 h 2400493"/>
              <a:gd name="connsiteX6322" fmla="*/ 2395806 w 2401758"/>
              <a:gd name="connsiteY6322" fmla="*/ 42879 h 2400493"/>
              <a:gd name="connsiteX6323" fmla="*/ 2398286 w 2401758"/>
              <a:gd name="connsiteY6323" fmla="*/ 41391 h 2400493"/>
              <a:gd name="connsiteX6324" fmla="*/ 2331323 w 2401758"/>
              <a:gd name="connsiteY6324" fmla="*/ 38415 h 2400493"/>
              <a:gd name="connsiteX6325" fmla="*/ 2336780 w 2401758"/>
              <a:gd name="connsiteY6325" fmla="*/ 43375 h 2400493"/>
              <a:gd name="connsiteX6326" fmla="*/ 2332315 w 2401758"/>
              <a:gd name="connsiteY6326" fmla="*/ 48336 h 2400493"/>
              <a:gd name="connsiteX6327" fmla="*/ 2326859 w 2401758"/>
              <a:gd name="connsiteY6327" fmla="*/ 43375 h 2400493"/>
              <a:gd name="connsiteX6328" fmla="*/ 2331323 w 2401758"/>
              <a:gd name="connsiteY6328" fmla="*/ 38415 h 2400493"/>
              <a:gd name="connsiteX6329" fmla="*/ 2265847 w 2401758"/>
              <a:gd name="connsiteY6329" fmla="*/ 33950 h 2400493"/>
              <a:gd name="connsiteX6330" fmla="*/ 2273784 w 2401758"/>
              <a:gd name="connsiteY6330" fmla="*/ 42382 h 2400493"/>
              <a:gd name="connsiteX6331" fmla="*/ 2267336 w 2401758"/>
              <a:gd name="connsiteY6331" fmla="*/ 51311 h 2400493"/>
              <a:gd name="connsiteX6332" fmla="*/ 2263367 w 2401758"/>
              <a:gd name="connsiteY6332" fmla="*/ 52303 h 2400493"/>
              <a:gd name="connsiteX6333" fmla="*/ 2255431 w 2401758"/>
              <a:gd name="connsiteY6333" fmla="*/ 43870 h 2400493"/>
              <a:gd name="connsiteX6334" fmla="*/ 2265847 w 2401758"/>
              <a:gd name="connsiteY6334" fmla="*/ 33950 h 2400493"/>
              <a:gd name="connsiteX6335" fmla="*/ 2197891 w 2401758"/>
              <a:gd name="connsiteY6335" fmla="*/ 33950 h 2400493"/>
              <a:gd name="connsiteX6336" fmla="*/ 2207812 w 2401758"/>
              <a:gd name="connsiteY6336" fmla="*/ 42878 h 2400493"/>
              <a:gd name="connsiteX6337" fmla="*/ 2197891 w 2401758"/>
              <a:gd name="connsiteY6337" fmla="*/ 52799 h 2400493"/>
              <a:gd name="connsiteX6338" fmla="*/ 2188963 w 2401758"/>
              <a:gd name="connsiteY6338" fmla="*/ 43375 h 2400493"/>
              <a:gd name="connsiteX6339" fmla="*/ 2197891 w 2401758"/>
              <a:gd name="connsiteY6339" fmla="*/ 33950 h 2400493"/>
              <a:gd name="connsiteX6340" fmla="*/ 2127952 w 2401758"/>
              <a:gd name="connsiteY6340" fmla="*/ 31471 h 2400493"/>
              <a:gd name="connsiteX6341" fmla="*/ 2140848 w 2401758"/>
              <a:gd name="connsiteY6341" fmla="*/ 43375 h 2400493"/>
              <a:gd name="connsiteX6342" fmla="*/ 2129440 w 2401758"/>
              <a:gd name="connsiteY6342" fmla="*/ 55280 h 2400493"/>
              <a:gd name="connsiteX6343" fmla="*/ 2117039 w 2401758"/>
              <a:gd name="connsiteY6343" fmla="*/ 43871 h 2400493"/>
              <a:gd name="connsiteX6344" fmla="*/ 2127952 w 2401758"/>
              <a:gd name="connsiteY6344" fmla="*/ 31471 h 2400493"/>
              <a:gd name="connsiteX6345" fmla="*/ 2062476 w 2401758"/>
              <a:gd name="connsiteY6345" fmla="*/ 28990 h 2400493"/>
              <a:gd name="connsiteX6346" fmla="*/ 2075869 w 2401758"/>
              <a:gd name="connsiteY6346" fmla="*/ 42879 h 2400493"/>
              <a:gd name="connsiteX6347" fmla="*/ 2061980 w 2401758"/>
              <a:gd name="connsiteY6347" fmla="*/ 57759 h 2400493"/>
              <a:gd name="connsiteX6348" fmla="*/ 2047595 w 2401758"/>
              <a:gd name="connsiteY6348" fmla="*/ 42879 h 2400493"/>
              <a:gd name="connsiteX6349" fmla="*/ 2062476 w 2401758"/>
              <a:gd name="connsiteY6349" fmla="*/ 28990 h 2400493"/>
              <a:gd name="connsiteX6350" fmla="*/ 1995513 w 2401758"/>
              <a:gd name="connsiteY6350" fmla="*/ 28990 h 2400493"/>
              <a:gd name="connsiteX6351" fmla="*/ 2009898 w 2401758"/>
              <a:gd name="connsiteY6351" fmla="*/ 43375 h 2400493"/>
              <a:gd name="connsiteX6352" fmla="*/ 1995513 w 2401758"/>
              <a:gd name="connsiteY6352" fmla="*/ 57760 h 2400493"/>
              <a:gd name="connsiteX6353" fmla="*/ 1981128 w 2401758"/>
              <a:gd name="connsiteY6353" fmla="*/ 43375 h 2400493"/>
              <a:gd name="connsiteX6354" fmla="*/ 1995513 w 2401758"/>
              <a:gd name="connsiteY6354" fmla="*/ 28990 h 2400493"/>
              <a:gd name="connsiteX6355" fmla="*/ 1928549 w 2401758"/>
              <a:gd name="connsiteY6355" fmla="*/ 27006 h 2400493"/>
              <a:gd name="connsiteX6356" fmla="*/ 1945414 w 2401758"/>
              <a:gd name="connsiteY6356" fmla="*/ 43375 h 2400493"/>
              <a:gd name="connsiteX6357" fmla="*/ 1928549 w 2401758"/>
              <a:gd name="connsiteY6357" fmla="*/ 60240 h 2400493"/>
              <a:gd name="connsiteX6358" fmla="*/ 1912180 w 2401758"/>
              <a:gd name="connsiteY6358" fmla="*/ 42879 h 2400493"/>
              <a:gd name="connsiteX6359" fmla="*/ 1928549 w 2401758"/>
              <a:gd name="connsiteY6359" fmla="*/ 27006 h 2400493"/>
              <a:gd name="connsiteX6360" fmla="*/ 1860098 w 2401758"/>
              <a:gd name="connsiteY6360" fmla="*/ 26510 h 2400493"/>
              <a:gd name="connsiteX6361" fmla="*/ 1876963 w 2401758"/>
              <a:gd name="connsiteY6361" fmla="*/ 43375 h 2400493"/>
              <a:gd name="connsiteX6362" fmla="*/ 1860098 w 2401758"/>
              <a:gd name="connsiteY6362" fmla="*/ 60240 h 2400493"/>
              <a:gd name="connsiteX6363" fmla="*/ 1843233 w 2401758"/>
              <a:gd name="connsiteY6363" fmla="*/ 43375 h 2400493"/>
              <a:gd name="connsiteX6364" fmla="*/ 1860098 w 2401758"/>
              <a:gd name="connsiteY6364" fmla="*/ 26510 h 2400493"/>
              <a:gd name="connsiteX6365" fmla="*/ 1793630 w 2401758"/>
              <a:gd name="connsiteY6365" fmla="*/ 24526 h 2400493"/>
              <a:gd name="connsiteX6366" fmla="*/ 1808015 w 2401758"/>
              <a:gd name="connsiteY6366" fmla="*/ 32958 h 2400493"/>
              <a:gd name="connsiteX6367" fmla="*/ 1811983 w 2401758"/>
              <a:gd name="connsiteY6367" fmla="*/ 43871 h 2400493"/>
              <a:gd name="connsiteX6368" fmla="*/ 1804543 w 2401758"/>
              <a:gd name="connsiteY6368" fmla="*/ 57264 h 2400493"/>
              <a:gd name="connsiteX6369" fmla="*/ 1793630 w 2401758"/>
              <a:gd name="connsiteY6369" fmla="*/ 62224 h 2400493"/>
              <a:gd name="connsiteX6370" fmla="*/ 1780733 w 2401758"/>
              <a:gd name="connsiteY6370" fmla="*/ 55776 h 2400493"/>
              <a:gd name="connsiteX6371" fmla="*/ 1774285 w 2401758"/>
              <a:gd name="connsiteY6371" fmla="*/ 43375 h 2400493"/>
              <a:gd name="connsiteX6372" fmla="*/ 1782717 w 2401758"/>
              <a:gd name="connsiteY6372" fmla="*/ 28990 h 2400493"/>
              <a:gd name="connsiteX6373" fmla="*/ 1793630 w 2401758"/>
              <a:gd name="connsiteY6373" fmla="*/ 24526 h 2400493"/>
              <a:gd name="connsiteX6374" fmla="*/ 1727162 w 2401758"/>
              <a:gd name="connsiteY6374" fmla="*/ 24029 h 2400493"/>
              <a:gd name="connsiteX6375" fmla="*/ 1745515 w 2401758"/>
              <a:gd name="connsiteY6375" fmla="*/ 42878 h 2400493"/>
              <a:gd name="connsiteX6376" fmla="*/ 1726170 w 2401758"/>
              <a:gd name="connsiteY6376" fmla="*/ 62223 h 2400493"/>
              <a:gd name="connsiteX6377" fmla="*/ 1707321 w 2401758"/>
              <a:gd name="connsiteY6377" fmla="*/ 42382 h 2400493"/>
              <a:gd name="connsiteX6378" fmla="*/ 1727162 w 2401758"/>
              <a:gd name="connsiteY6378" fmla="*/ 24029 h 2400493"/>
              <a:gd name="connsiteX6379" fmla="*/ 1658711 w 2401758"/>
              <a:gd name="connsiteY6379" fmla="*/ 23533 h 2400493"/>
              <a:gd name="connsiteX6380" fmla="*/ 1672103 w 2401758"/>
              <a:gd name="connsiteY6380" fmla="*/ 29486 h 2400493"/>
              <a:gd name="connsiteX6381" fmla="*/ 1677064 w 2401758"/>
              <a:gd name="connsiteY6381" fmla="*/ 42878 h 2400493"/>
              <a:gd name="connsiteX6382" fmla="*/ 1671607 w 2401758"/>
              <a:gd name="connsiteY6382" fmla="*/ 56271 h 2400493"/>
              <a:gd name="connsiteX6383" fmla="*/ 1657719 w 2401758"/>
              <a:gd name="connsiteY6383" fmla="*/ 61727 h 2400493"/>
              <a:gd name="connsiteX6384" fmla="*/ 1643830 w 2401758"/>
              <a:gd name="connsiteY6384" fmla="*/ 56767 h 2400493"/>
              <a:gd name="connsiteX6385" fmla="*/ 1638373 w 2401758"/>
              <a:gd name="connsiteY6385" fmla="*/ 41886 h 2400493"/>
              <a:gd name="connsiteX6386" fmla="*/ 1643830 w 2401758"/>
              <a:gd name="connsiteY6386" fmla="*/ 28494 h 2400493"/>
              <a:gd name="connsiteX6387" fmla="*/ 1658711 w 2401758"/>
              <a:gd name="connsiteY6387" fmla="*/ 23533 h 2400493"/>
              <a:gd name="connsiteX6388" fmla="*/ 1591747 w 2401758"/>
              <a:gd name="connsiteY6388" fmla="*/ 22046 h 2400493"/>
              <a:gd name="connsiteX6389" fmla="*/ 1612580 w 2401758"/>
              <a:gd name="connsiteY6389" fmla="*/ 43375 h 2400493"/>
              <a:gd name="connsiteX6390" fmla="*/ 1606132 w 2401758"/>
              <a:gd name="connsiteY6390" fmla="*/ 58256 h 2400493"/>
              <a:gd name="connsiteX6391" fmla="*/ 1590755 w 2401758"/>
              <a:gd name="connsiteY6391" fmla="*/ 65200 h 2400493"/>
              <a:gd name="connsiteX6392" fmla="*/ 1574882 w 2401758"/>
              <a:gd name="connsiteY6392" fmla="*/ 57264 h 2400493"/>
              <a:gd name="connsiteX6393" fmla="*/ 1569922 w 2401758"/>
              <a:gd name="connsiteY6393" fmla="*/ 42879 h 2400493"/>
              <a:gd name="connsiteX6394" fmla="*/ 1591747 w 2401758"/>
              <a:gd name="connsiteY6394" fmla="*/ 22046 h 2400493"/>
              <a:gd name="connsiteX6395" fmla="*/ 1523791 w 2401758"/>
              <a:gd name="connsiteY6395" fmla="*/ 22046 h 2400493"/>
              <a:gd name="connsiteX6396" fmla="*/ 1545616 w 2401758"/>
              <a:gd name="connsiteY6396" fmla="*/ 43375 h 2400493"/>
              <a:gd name="connsiteX6397" fmla="*/ 1525279 w 2401758"/>
              <a:gd name="connsiteY6397" fmla="*/ 65200 h 2400493"/>
              <a:gd name="connsiteX6398" fmla="*/ 1502462 w 2401758"/>
              <a:gd name="connsiteY6398" fmla="*/ 44863 h 2400493"/>
              <a:gd name="connsiteX6399" fmla="*/ 1523791 w 2401758"/>
              <a:gd name="connsiteY6399" fmla="*/ 22046 h 2400493"/>
              <a:gd name="connsiteX6400" fmla="*/ 1456828 w 2401758"/>
              <a:gd name="connsiteY6400" fmla="*/ 19566 h 2400493"/>
              <a:gd name="connsiteX6401" fmla="*/ 1472204 w 2401758"/>
              <a:gd name="connsiteY6401" fmla="*/ 25518 h 2400493"/>
              <a:gd name="connsiteX6402" fmla="*/ 1481629 w 2401758"/>
              <a:gd name="connsiteY6402" fmla="*/ 43375 h 2400493"/>
              <a:gd name="connsiteX6403" fmla="*/ 1475181 w 2401758"/>
              <a:gd name="connsiteY6403" fmla="*/ 57760 h 2400493"/>
              <a:gd name="connsiteX6404" fmla="*/ 1458812 w 2401758"/>
              <a:gd name="connsiteY6404" fmla="*/ 66689 h 2400493"/>
              <a:gd name="connsiteX6405" fmla="*/ 1443435 w 2401758"/>
              <a:gd name="connsiteY6405" fmla="*/ 60736 h 2400493"/>
              <a:gd name="connsiteX6406" fmla="*/ 1434506 w 2401758"/>
              <a:gd name="connsiteY6406" fmla="*/ 43375 h 2400493"/>
              <a:gd name="connsiteX6407" fmla="*/ 1440459 w 2401758"/>
              <a:gd name="connsiteY6407" fmla="*/ 28494 h 2400493"/>
              <a:gd name="connsiteX6408" fmla="*/ 1456828 w 2401758"/>
              <a:gd name="connsiteY6408" fmla="*/ 19566 h 2400493"/>
              <a:gd name="connsiteX6409" fmla="*/ 1389368 w 2401758"/>
              <a:gd name="connsiteY6409" fmla="*/ 19566 h 2400493"/>
              <a:gd name="connsiteX6410" fmla="*/ 1412186 w 2401758"/>
              <a:gd name="connsiteY6410" fmla="*/ 43871 h 2400493"/>
              <a:gd name="connsiteX6411" fmla="*/ 1387384 w 2401758"/>
              <a:gd name="connsiteY6411" fmla="*/ 67185 h 2400493"/>
              <a:gd name="connsiteX6412" fmla="*/ 1364567 w 2401758"/>
              <a:gd name="connsiteY6412" fmla="*/ 42879 h 2400493"/>
              <a:gd name="connsiteX6413" fmla="*/ 1389368 w 2401758"/>
              <a:gd name="connsiteY6413" fmla="*/ 19566 h 2400493"/>
              <a:gd name="connsiteX6414" fmla="*/ 1321908 w 2401758"/>
              <a:gd name="connsiteY6414" fmla="*/ 19566 h 2400493"/>
              <a:gd name="connsiteX6415" fmla="*/ 1345717 w 2401758"/>
              <a:gd name="connsiteY6415" fmla="*/ 43375 h 2400493"/>
              <a:gd name="connsiteX6416" fmla="*/ 1321412 w 2401758"/>
              <a:gd name="connsiteY6416" fmla="*/ 67185 h 2400493"/>
              <a:gd name="connsiteX6417" fmla="*/ 1298099 w 2401758"/>
              <a:gd name="connsiteY6417" fmla="*/ 42879 h 2400493"/>
              <a:gd name="connsiteX6418" fmla="*/ 1321908 w 2401758"/>
              <a:gd name="connsiteY6418" fmla="*/ 19566 h 2400493"/>
              <a:gd name="connsiteX6419" fmla="*/ 1255441 w 2401758"/>
              <a:gd name="connsiteY6419" fmla="*/ 19566 h 2400493"/>
              <a:gd name="connsiteX6420" fmla="*/ 1278755 w 2401758"/>
              <a:gd name="connsiteY6420" fmla="*/ 44367 h 2400493"/>
              <a:gd name="connsiteX6421" fmla="*/ 1272306 w 2401758"/>
              <a:gd name="connsiteY6421" fmla="*/ 60736 h 2400493"/>
              <a:gd name="connsiteX6422" fmla="*/ 1254945 w 2401758"/>
              <a:gd name="connsiteY6422" fmla="*/ 67185 h 2400493"/>
              <a:gd name="connsiteX6423" fmla="*/ 1231136 w 2401758"/>
              <a:gd name="connsiteY6423" fmla="*/ 41887 h 2400493"/>
              <a:gd name="connsiteX6424" fmla="*/ 1255441 w 2401758"/>
              <a:gd name="connsiteY6424" fmla="*/ 19566 h 2400493"/>
              <a:gd name="connsiteX6425" fmla="*/ 1119033 w 2401758"/>
              <a:gd name="connsiteY6425" fmla="*/ 17581 h 2400493"/>
              <a:gd name="connsiteX6426" fmla="*/ 1138378 w 2401758"/>
              <a:gd name="connsiteY6426" fmla="*/ 25517 h 2400493"/>
              <a:gd name="connsiteX6427" fmla="*/ 1145819 w 2401758"/>
              <a:gd name="connsiteY6427" fmla="*/ 43870 h 2400493"/>
              <a:gd name="connsiteX6428" fmla="*/ 1138378 w 2401758"/>
              <a:gd name="connsiteY6428" fmla="*/ 62223 h 2400493"/>
              <a:gd name="connsiteX6429" fmla="*/ 1121018 w 2401758"/>
              <a:gd name="connsiteY6429" fmla="*/ 69664 h 2400493"/>
              <a:gd name="connsiteX6430" fmla="*/ 1093240 w 2401758"/>
              <a:gd name="connsiteY6430" fmla="*/ 44862 h 2400493"/>
              <a:gd name="connsiteX6431" fmla="*/ 1100680 w 2401758"/>
              <a:gd name="connsiteY6431" fmla="*/ 25517 h 2400493"/>
              <a:gd name="connsiteX6432" fmla="*/ 1119033 w 2401758"/>
              <a:gd name="connsiteY6432" fmla="*/ 17581 h 2400493"/>
              <a:gd name="connsiteX6433" fmla="*/ 1053062 w 2401758"/>
              <a:gd name="connsiteY6433" fmla="*/ 17086 h 2400493"/>
              <a:gd name="connsiteX6434" fmla="*/ 1079352 w 2401758"/>
              <a:gd name="connsiteY6434" fmla="*/ 44367 h 2400493"/>
              <a:gd name="connsiteX6435" fmla="*/ 1053062 w 2401758"/>
              <a:gd name="connsiteY6435" fmla="*/ 70161 h 2400493"/>
              <a:gd name="connsiteX6436" fmla="*/ 1026820 w 2401758"/>
              <a:gd name="connsiteY6436" fmla="*/ 43375 h 2400493"/>
              <a:gd name="connsiteX6437" fmla="*/ 1053062 w 2401758"/>
              <a:gd name="connsiteY6437" fmla="*/ 17086 h 2400493"/>
              <a:gd name="connsiteX6438" fmla="*/ 1185005 w 2401758"/>
              <a:gd name="connsiteY6438" fmla="*/ 17085 h 2400493"/>
              <a:gd name="connsiteX6439" fmla="*/ 1211791 w 2401758"/>
              <a:gd name="connsiteY6439" fmla="*/ 41886 h 2400493"/>
              <a:gd name="connsiteX6440" fmla="*/ 1186493 w 2401758"/>
              <a:gd name="connsiteY6440" fmla="*/ 69664 h 2400493"/>
              <a:gd name="connsiteX6441" fmla="*/ 1159708 w 2401758"/>
              <a:gd name="connsiteY6441" fmla="*/ 44366 h 2400493"/>
              <a:gd name="connsiteX6442" fmla="*/ 1185005 w 2401758"/>
              <a:gd name="connsiteY6442" fmla="*/ 17085 h 2400493"/>
              <a:gd name="connsiteX6443" fmla="*/ 784231 w 2401758"/>
              <a:gd name="connsiteY6443" fmla="*/ 15102 h 2400493"/>
              <a:gd name="connsiteX6444" fmla="*/ 805063 w 2401758"/>
              <a:gd name="connsiteY6444" fmla="*/ 22542 h 2400493"/>
              <a:gd name="connsiteX6445" fmla="*/ 813000 w 2401758"/>
              <a:gd name="connsiteY6445" fmla="*/ 44367 h 2400493"/>
              <a:gd name="connsiteX6446" fmla="*/ 805063 w 2401758"/>
              <a:gd name="connsiteY6446" fmla="*/ 64704 h 2400493"/>
              <a:gd name="connsiteX6447" fmla="*/ 783238 w 2401758"/>
              <a:gd name="connsiteY6447" fmla="*/ 72145 h 2400493"/>
              <a:gd name="connsiteX6448" fmla="*/ 763893 w 2401758"/>
              <a:gd name="connsiteY6448" fmla="*/ 64704 h 2400493"/>
              <a:gd name="connsiteX6449" fmla="*/ 755956 w 2401758"/>
              <a:gd name="connsiteY6449" fmla="*/ 42879 h 2400493"/>
              <a:gd name="connsiteX6450" fmla="*/ 763893 w 2401758"/>
              <a:gd name="connsiteY6450" fmla="*/ 22542 h 2400493"/>
              <a:gd name="connsiteX6451" fmla="*/ 784231 w 2401758"/>
              <a:gd name="connsiteY6451" fmla="*/ 15102 h 2400493"/>
              <a:gd name="connsiteX6452" fmla="*/ 917654 w 2401758"/>
              <a:gd name="connsiteY6452" fmla="*/ 15101 h 2400493"/>
              <a:gd name="connsiteX6453" fmla="*/ 945927 w 2401758"/>
              <a:gd name="connsiteY6453" fmla="*/ 43871 h 2400493"/>
              <a:gd name="connsiteX6454" fmla="*/ 917157 w 2401758"/>
              <a:gd name="connsiteY6454" fmla="*/ 72145 h 2400493"/>
              <a:gd name="connsiteX6455" fmla="*/ 888388 w 2401758"/>
              <a:gd name="connsiteY6455" fmla="*/ 43871 h 2400493"/>
              <a:gd name="connsiteX6456" fmla="*/ 917654 w 2401758"/>
              <a:gd name="connsiteY6456" fmla="*/ 15101 h 2400493"/>
              <a:gd name="connsiteX6457" fmla="*/ 850701 w 2401758"/>
              <a:gd name="connsiteY6457" fmla="*/ 14605 h 2400493"/>
              <a:gd name="connsiteX6458" fmla="*/ 878974 w 2401758"/>
              <a:gd name="connsiteY6458" fmla="*/ 42879 h 2400493"/>
              <a:gd name="connsiteX6459" fmla="*/ 851196 w 2401758"/>
              <a:gd name="connsiteY6459" fmla="*/ 72144 h 2400493"/>
              <a:gd name="connsiteX6460" fmla="*/ 821435 w 2401758"/>
              <a:gd name="connsiteY6460" fmla="*/ 43871 h 2400493"/>
              <a:gd name="connsiteX6461" fmla="*/ 850701 w 2401758"/>
              <a:gd name="connsiteY6461" fmla="*/ 14605 h 2400493"/>
              <a:gd name="connsiteX6462" fmla="*/ 986633 w 2401758"/>
              <a:gd name="connsiteY6462" fmla="*/ 14109 h 2400493"/>
              <a:gd name="connsiteX6463" fmla="*/ 1006474 w 2401758"/>
              <a:gd name="connsiteY6463" fmla="*/ 23534 h 2400493"/>
              <a:gd name="connsiteX6464" fmla="*/ 1015402 w 2401758"/>
              <a:gd name="connsiteY6464" fmla="*/ 43375 h 2400493"/>
              <a:gd name="connsiteX6465" fmla="*/ 1005482 w 2401758"/>
              <a:gd name="connsiteY6465" fmla="*/ 63216 h 2400493"/>
              <a:gd name="connsiteX6466" fmla="*/ 986138 w 2401758"/>
              <a:gd name="connsiteY6466" fmla="*/ 71152 h 2400493"/>
              <a:gd name="connsiteX6467" fmla="*/ 966296 w 2401758"/>
              <a:gd name="connsiteY6467" fmla="*/ 62224 h 2400493"/>
              <a:gd name="connsiteX6468" fmla="*/ 957864 w 2401758"/>
              <a:gd name="connsiteY6468" fmla="*/ 41887 h 2400493"/>
              <a:gd name="connsiteX6469" fmla="*/ 968281 w 2401758"/>
              <a:gd name="connsiteY6469" fmla="*/ 21054 h 2400493"/>
              <a:gd name="connsiteX6470" fmla="*/ 986633 w 2401758"/>
              <a:gd name="connsiteY6470" fmla="*/ 14109 h 2400493"/>
              <a:gd name="connsiteX6471" fmla="*/ 714809 w 2401758"/>
              <a:gd name="connsiteY6471" fmla="*/ 13117 h 2400493"/>
              <a:gd name="connsiteX6472" fmla="*/ 736632 w 2401758"/>
              <a:gd name="connsiteY6472" fmla="*/ 23533 h 2400493"/>
              <a:gd name="connsiteX6473" fmla="*/ 746055 w 2401758"/>
              <a:gd name="connsiteY6473" fmla="*/ 43374 h 2400493"/>
              <a:gd name="connsiteX6474" fmla="*/ 736632 w 2401758"/>
              <a:gd name="connsiteY6474" fmla="*/ 63215 h 2400493"/>
              <a:gd name="connsiteX6475" fmla="*/ 714809 w 2401758"/>
              <a:gd name="connsiteY6475" fmla="*/ 73632 h 2400493"/>
              <a:gd name="connsiteX6476" fmla="*/ 692984 w 2401758"/>
              <a:gd name="connsiteY6476" fmla="*/ 63711 h 2400493"/>
              <a:gd name="connsiteX6477" fmla="*/ 684057 w 2401758"/>
              <a:gd name="connsiteY6477" fmla="*/ 42878 h 2400493"/>
              <a:gd name="connsiteX6478" fmla="*/ 695464 w 2401758"/>
              <a:gd name="connsiteY6478" fmla="*/ 20557 h 2400493"/>
              <a:gd name="connsiteX6479" fmla="*/ 714809 w 2401758"/>
              <a:gd name="connsiteY6479" fmla="*/ 13117 h 2400493"/>
              <a:gd name="connsiteX6480" fmla="*/ 648816 w 2401758"/>
              <a:gd name="connsiteY6480" fmla="*/ 12125 h 2400493"/>
              <a:gd name="connsiteX6481" fmla="*/ 679072 w 2401758"/>
              <a:gd name="connsiteY6481" fmla="*/ 43870 h 2400493"/>
              <a:gd name="connsiteX6482" fmla="*/ 647824 w 2401758"/>
              <a:gd name="connsiteY6482" fmla="*/ 74128 h 2400493"/>
              <a:gd name="connsiteX6483" fmla="*/ 616575 w 2401758"/>
              <a:gd name="connsiteY6483" fmla="*/ 43374 h 2400493"/>
              <a:gd name="connsiteX6484" fmla="*/ 648816 w 2401758"/>
              <a:gd name="connsiteY6484" fmla="*/ 12125 h 2400493"/>
              <a:gd name="connsiteX6485" fmla="*/ 581847 w 2401758"/>
              <a:gd name="connsiteY6485" fmla="*/ 12125 h 2400493"/>
              <a:gd name="connsiteX6486" fmla="*/ 612601 w 2401758"/>
              <a:gd name="connsiteY6486" fmla="*/ 44863 h 2400493"/>
              <a:gd name="connsiteX6487" fmla="*/ 580359 w 2401758"/>
              <a:gd name="connsiteY6487" fmla="*/ 75120 h 2400493"/>
              <a:gd name="connsiteX6488" fmla="*/ 550597 w 2401758"/>
              <a:gd name="connsiteY6488" fmla="*/ 42879 h 2400493"/>
              <a:gd name="connsiteX6489" fmla="*/ 581847 w 2401758"/>
              <a:gd name="connsiteY6489" fmla="*/ 12125 h 2400493"/>
              <a:gd name="connsiteX6490" fmla="*/ 514397 w 2401758"/>
              <a:gd name="connsiteY6490" fmla="*/ 11629 h 2400493"/>
              <a:gd name="connsiteX6491" fmla="*/ 537215 w 2401758"/>
              <a:gd name="connsiteY6491" fmla="*/ 20061 h 2400493"/>
              <a:gd name="connsiteX6492" fmla="*/ 545151 w 2401758"/>
              <a:gd name="connsiteY6492" fmla="*/ 42879 h 2400493"/>
              <a:gd name="connsiteX6493" fmla="*/ 538207 w 2401758"/>
              <a:gd name="connsiteY6493" fmla="*/ 65696 h 2400493"/>
              <a:gd name="connsiteX6494" fmla="*/ 514893 w 2401758"/>
              <a:gd name="connsiteY6494" fmla="*/ 74624 h 2400493"/>
              <a:gd name="connsiteX6495" fmla="*/ 492074 w 2401758"/>
              <a:gd name="connsiteY6495" fmla="*/ 66192 h 2400493"/>
              <a:gd name="connsiteX6496" fmla="*/ 483146 w 2401758"/>
              <a:gd name="connsiteY6496" fmla="*/ 42383 h 2400493"/>
              <a:gd name="connsiteX6497" fmla="*/ 491082 w 2401758"/>
              <a:gd name="connsiteY6497" fmla="*/ 20557 h 2400493"/>
              <a:gd name="connsiteX6498" fmla="*/ 514397 w 2401758"/>
              <a:gd name="connsiteY6498" fmla="*/ 11629 h 2400493"/>
              <a:gd name="connsiteX6499" fmla="*/ 448912 w 2401758"/>
              <a:gd name="connsiteY6499" fmla="*/ 10079 h 2400493"/>
              <a:gd name="connsiteX6500" fmla="*/ 459328 w 2401758"/>
              <a:gd name="connsiteY6500" fmla="*/ 12126 h 2400493"/>
              <a:gd name="connsiteX6501" fmla="*/ 475697 w 2401758"/>
              <a:gd name="connsiteY6501" fmla="*/ 28494 h 2400493"/>
              <a:gd name="connsiteX6502" fmla="*/ 477185 w 2401758"/>
              <a:gd name="connsiteY6502" fmla="*/ 48832 h 2400493"/>
              <a:gd name="connsiteX6503" fmla="*/ 462305 w 2401758"/>
              <a:gd name="connsiteY6503" fmla="*/ 71153 h 2400493"/>
              <a:gd name="connsiteX6504" fmla="*/ 452880 w 2401758"/>
              <a:gd name="connsiteY6504" fmla="*/ 74129 h 2400493"/>
              <a:gd name="connsiteX6505" fmla="*/ 451392 w 2401758"/>
              <a:gd name="connsiteY6505" fmla="*/ 76609 h 2400493"/>
              <a:gd name="connsiteX6506" fmla="*/ 453376 w 2401758"/>
              <a:gd name="connsiteY6506" fmla="*/ 78593 h 2400493"/>
              <a:gd name="connsiteX6507" fmla="*/ 467761 w 2401758"/>
              <a:gd name="connsiteY6507" fmla="*/ 84545 h 2400493"/>
              <a:gd name="connsiteX6508" fmla="*/ 476689 w 2401758"/>
              <a:gd name="connsiteY6508" fmla="*/ 95954 h 2400493"/>
              <a:gd name="connsiteX6509" fmla="*/ 478673 w 2401758"/>
              <a:gd name="connsiteY6509" fmla="*/ 115299 h 2400493"/>
              <a:gd name="connsiteX6510" fmla="*/ 462305 w 2401758"/>
              <a:gd name="connsiteY6510" fmla="*/ 138116 h 2400493"/>
              <a:gd name="connsiteX6511" fmla="*/ 453872 w 2401758"/>
              <a:gd name="connsiteY6511" fmla="*/ 140596 h 2400493"/>
              <a:gd name="connsiteX6512" fmla="*/ 451888 w 2401758"/>
              <a:gd name="connsiteY6512" fmla="*/ 142581 h 2400493"/>
              <a:gd name="connsiteX6513" fmla="*/ 453376 w 2401758"/>
              <a:gd name="connsiteY6513" fmla="*/ 145061 h 2400493"/>
              <a:gd name="connsiteX6514" fmla="*/ 457840 w 2401758"/>
              <a:gd name="connsiteY6514" fmla="*/ 145557 h 2400493"/>
              <a:gd name="connsiteX6515" fmla="*/ 480162 w 2401758"/>
              <a:gd name="connsiteY6515" fmla="*/ 173830 h 2400493"/>
              <a:gd name="connsiteX6516" fmla="*/ 478177 w 2401758"/>
              <a:gd name="connsiteY6516" fmla="*/ 184743 h 2400493"/>
              <a:gd name="connsiteX6517" fmla="*/ 455856 w 2401758"/>
              <a:gd name="connsiteY6517" fmla="*/ 207064 h 2400493"/>
              <a:gd name="connsiteX6518" fmla="*/ 450896 w 2401758"/>
              <a:gd name="connsiteY6518" fmla="*/ 209544 h 2400493"/>
              <a:gd name="connsiteX6519" fmla="*/ 451392 w 2401758"/>
              <a:gd name="connsiteY6519" fmla="*/ 211528 h 2400493"/>
              <a:gd name="connsiteX6520" fmla="*/ 453872 w 2401758"/>
              <a:gd name="connsiteY6520" fmla="*/ 211528 h 2400493"/>
              <a:gd name="connsiteX6521" fmla="*/ 478177 w 2401758"/>
              <a:gd name="connsiteY6521" fmla="*/ 232857 h 2400493"/>
              <a:gd name="connsiteX6522" fmla="*/ 480658 w 2401758"/>
              <a:gd name="connsiteY6522" fmla="*/ 243274 h 2400493"/>
              <a:gd name="connsiteX6523" fmla="*/ 476689 w 2401758"/>
              <a:gd name="connsiteY6523" fmla="*/ 257163 h 2400493"/>
              <a:gd name="connsiteX6524" fmla="*/ 453872 w 2401758"/>
              <a:gd name="connsiteY6524" fmla="*/ 273036 h 2400493"/>
              <a:gd name="connsiteX6525" fmla="*/ 445439 w 2401758"/>
              <a:gd name="connsiteY6525" fmla="*/ 275020 h 2400493"/>
              <a:gd name="connsiteX6526" fmla="*/ 427086 w 2401758"/>
              <a:gd name="connsiteY6526" fmla="*/ 268075 h 2400493"/>
              <a:gd name="connsiteX6527" fmla="*/ 416669 w 2401758"/>
              <a:gd name="connsiteY6527" fmla="*/ 247738 h 2400493"/>
              <a:gd name="connsiteX6528" fmla="*/ 415181 w 2401758"/>
              <a:gd name="connsiteY6528" fmla="*/ 245258 h 2400493"/>
              <a:gd name="connsiteX6529" fmla="*/ 414189 w 2401758"/>
              <a:gd name="connsiteY6529" fmla="*/ 247242 h 2400493"/>
              <a:gd name="connsiteX6530" fmla="*/ 411709 w 2401758"/>
              <a:gd name="connsiteY6530" fmla="*/ 254683 h 2400493"/>
              <a:gd name="connsiteX6531" fmla="*/ 359624 w 2401758"/>
              <a:gd name="connsiteY6531" fmla="*/ 268075 h 2400493"/>
              <a:gd name="connsiteX6532" fmla="*/ 349704 w 2401758"/>
              <a:gd name="connsiteY6532" fmla="*/ 251706 h 2400493"/>
              <a:gd name="connsiteX6533" fmla="*/ 348711 w 2401758"/>
              <a:gd name="connsiteY6533" fmla="*/ 250218 h 2400493"/>
              <a:gd name="connsiteX6534" fmla="*/ 347223 w 2401758"/>
              <a:gd name="connsiteY6534" fmla="*/ 251706 h 2400493"/>
              <a:gd name="connsiteX6535" fmla="*/ 337303 w 2401758"/>
              <a:gd name="connsiteY6535" fmla="*/ 266587 h 2400493"/>
              <a:gd name="connsiteX6536" fmla="*/ 285716 w 2401758"/>
              <a:gd name="connsiteY6536" fmla="*/ 258155 h 2400493"/>
              <a:gd name="connsiteX6537" fmla="*/ 278772 w 2401758"/>
              <a:gd name="connsiteY6537" fmla="*/ 246250 h 2400493"/>
              <a:gd name="connsiteX6538" fmla="*/ 299605 w 2401758"/>
              <a:gd name="connsiteY6538" fmla="*/ 212520 h 2400493"/>
              <a:gd name="connsiteX6539" fmla="*/ 302580 w 2401758"/>
              <a:gd name="connsiteY6539" fmla="*/ 210040 h 2400493"/>
              <a:gd name="connsiteX6540" fmla="*/ 299605 w 2401758"/>
              <a:gd name="connsiteY6540" fmla="*/ 207560 h 2400493"/>
              <a:gd name="connsiteX6541" fmla="*/ 281748 w 2401758"/>
              <a:gd name="connsiteY6541" fmla="*/ 190695 h 2400493"/>
              <a:gd name="connsiteX6542" fmla="*/ 286212 w 2401758"/>
              <a:gd name="connsiteY6542" fmla="*/ 155973 h 2400493"/>
              <a:gd name="connsiteX6543" fmla="*/ 299605 w 2401758"/>
              <a:gd name="connsiteY6543" fmla="*/ 145557 h 2400493"/>
              <a:gd name="connsiteX6544" fmla="*/ 302084 w 2401758"/>
              <a:gd name="connsiteY6544" fmla="*/ 142581 h 2400493"/>
              <a:gd name="connsiteX6545" fmla="*/ 299605 w 2401758"/>
              <a:gd name="connsiteY6545" fmla="*/ 141092 h 2400493"/>
              <a:gd name="connsiteX6546" fmla="*/ 296132 w 2401758"/>
              <a:gd name="connsiteY6546" fmla="*/ 140596 h 2400493"/>
              <a:gd name="connsiteX6547" fmla="*/ 279764 w 2401758"/>
              <a:gd name="connsiteY6547" fmla="*/ 120259 h 2400493"/>
              <a:gd name="connsiteX6548" fmla="*/ 278772 w 2401758"/>
              <a:gd name="connsiteY6548" fmla="*/ 101906 h 2400493"/>
              <a:gd name="connsiteX6549" fmla="*/ 286708 w 2401758"/>
              <a:gd name="connsiteY6549" fmla="*/ 88514 h 2400493"/>
              <a:gd name="connsiteX6550" fmla="*/ 301589 w 2401758"/>
              <a:gd name="connsiteY6550" fmla="*/ 78593 h 2400493"/>
              <a:gd name="connsiteX6551" fmla="*/ 302084 w 2401758"/>
              <a:gd name="connsiteY6551" fmla="*/ 76609 h 2400493"/>
              <a:gd name="connsiteX6552" fmla="*/ 301093 w 2401758"/>
              <a:gd name="connsiteY6552" fmla="*/ 74625 h 2400493"/>
              <a:gd name="connsiteX6553" fmla="*/ 282740 w 2401758"/>
              <a:gd name="connsiteY6553" fmla="*/ 61232 h 2400493"/>
              <a:gd name="connsiteX6554" fmla="*/ 282740 w 2401758"/>
              <a:gd name="connsiteY6554" fmla="*/ 26510 h 2400493"/>
              <a:gd name="connsiteX6555" fmla="*/ 326886 w 2401758"/>
              <a:gd name="connsiteY6555" fmla="*/ 12622 h 2400493"/>
              <a:gd name="connsiteX6556" fmla="*/ 343255 w 2401758"/>
              <a:gd name="connsiteY6556" fmla="*/ 30975 h 2400493"/>
              <a:gd name="connsiteX6557" fmla="*/ 344743 w 2401758"/>
              <a:gd name="connsiteY6557" fmla="*/ 33951 h 2400493"/>
              <a:gd name="connsiteX6558" fmla="*/ 346231 w 2401758"/>
              <a:gd name="connsiteY6558" fmla="*/ 35439 h 2400493"/>
              <a:gd name="connsiteX6559" fmla="*/ 348215 w 2401758"/>
              <a:gd name="connsiteY6559" fmla="*/ 33455 h 2400493"/>
              <a:gd name="connsiteX6560" fmla="*/ 355656 w 2401758"/>
              <a:gd name="connsiteY6560" fmla="*/ 20062 h 2400493"/>
              <a:gd name="connsiteX6561" fmla="*/ 375498 w 2401758"/>
              <a:gd name="connsiteY6561" fmla="*/ 10141 h 2400493"/>
              <a:gd name="connsiteX6562" fmla="*/ 396827 w 2401758"/>
              <a:gd name="connsiteY6562" fmla="*/ 15102 h 2400493"/>
              <a:gd name="connsiteX6563" fmla="*/ 410221 w 2401758"/>
              <a:gd name="connsiteY6563" fmla="*/ 32959 h 2400493"/>
              <a:gd name="connsiteX6564" fmla="*/ 411709 w 2401758"/>
              <a:gd name="connsiteY6564" fmla="*/ 35935 h 2400493"/>
              <a:gd name="connsiteX6565" fmla="*/ 414189 w 2401758"/>
              <a:gd name="connsiteY6565" fmla="*/ 37919 h 2400493"/>
              <a:gd name="connsiteX6566" fmla="*/ 415181 w 2401758"/>
              <a:gd name="connsiteY6566" fmla="*/ 35935 h 2400493"/>
              <a:gd name="connsiteX6567" fmla="*/ 423117 w 2401758"/>
              <a:gd name="connsiteY6567" fmla="*/ 20062 h 2400493"/>
              <a:gd name="connsiteX6568" fmla="*/ 438494 w 2401758"/>
              <a:gd name="connsiteY6568" fmla="*/ 12126 h 2400493"/>
              <a:gd name="connsiteX6569" fmla="*/ 448912 w 2401758"/>
              <a:gd name="connsiteY6569" fmla="*/ 10079 h 2400493"/>
              <a:gd name="connsiteX6570" fmla="*/ 983171 w 2401758"/>
              <a:gd name="connsiteY6570" fmla="*/ 717 h 2400493"/>
              <a:gd name="connsiteX6571" fmla="*/ 987635 w 2401758"/>
              <a:gd name="connsiteY6571" fmla="*/ 717 h 2400493"/>
              <a:gd name="connsiteX6572" fmla="*/ 990611 w 2401758"/>
              <a:gd name="connsiteY6572" fmla="*/ 1709 h 2400493"/>
              <a:gd name="connsiteX6573" fmla="*/ 987635 w 2401758"/>
              <a:gd name="connsiteY6573" fmla="*/ 2701 h 2400493"/>
              <a:gd name="connsiteX6574" fmla="*/ 985651 w 2401758"/>
              <a:gd name="connsiteY6574" fmla="*/ 2701 h 2400493"/>
              <a:gd name="connsiteX6575" fmla="*/ 983171 w 2401758"/>
              <a:gd name="connsiteY6575" fmla="*/ 2701 h 2400493"/>
              <a:gd name="connsiteX6576" fmla="*/ 981187 w 2401758"/>
              <a:gd name="connsiteY6576" fmla="*/ 1709 h 2400493"/>
              <a:gd name="connsiteX6577" fmla="*/ 983171 w 2401758"/>
              <a:gd name="connsiteY6577" fmla="*/ 717 h 2400493"/>
              <a:gd name="connsiteX6578" fmla="*/ 842771 w 2401758"/>
              <a:gd name="connsiteY6578" fmla="*/ 717 h 2400493"/>
              <a:gd name="connsiteX6579" fmla="*/ 858149 w 2401758"/>
              <a:gd name="connsiteY6579" fmla="*/ 717 h 2400493"/>
              <a:gd name="connsiteX6580" fmla="*/ 860131 w 2401758"/>
              <a:gd name="connsiteY6580" fmla="*/ 1709 h 2400493"/>
              <a:gd name="connsiteX6581" fmla="*/ 858149 w 2401758"/>
              <a:gd name="connsiteY6581" fmla="*/ 2701 h 2400493"/>
              <a:gd name="connsiteX6582" fmla="*/ 849715 w 2401758"/>
              <a:gd name="connsiteY6582" fmla="*/ 2701 h 2400493"/>
              <a:gd name="connsiteX6583" fmla="*/ 842771 w 2401758"/>
              <a:gd name="connsiteY6583" fmla="*/ 2701 h 2400493"/>
              <a:gd name="connsiteX6584" fmla="*/ 840786 w 2401758"/>
              <a:gd name="connsiteY6584" fmla="*/ 1709 h 2400493"/>
              <a:gd name="connsiteX6585" fmla="*/ 842771 w 2401758"/>
              <a:gd name="connsiteY6585" fmla="*/ 717 h 2400493"/>
              <a:gd name="connsiteX6586" fmla="*/ 635955 w 2401758"/>
              <a:gd name="connsiteY6586" fmla="*/ 717 h 2400493"/>
              <a:gd name="connsiteX6587" fmla="*/ 660754 w 2401758"/>
              <a:gd name="connsiteY6587" fmla="*/ 717 h 2400493"/>
              <a:gd name="connsiteX6588" fmla="*/ 662738 w 2401758"/>
              <a:gd name="connsiteY6588" fmla="*/ 1709 h 2400493"/>
              <a:gd name="connsiteX6589" fmla="*/ 661250 w 2401758"/>
              <a:gd name="connsiteY6589" fmla="*/ 3197 h 2400493"/>
              <a:gd name="connsiteX6590" fmla="*/ 647859 w 2401758"/>
              <a:gd name="connsiteY6590" fmla="*/ 5677 h 2400493"/>
              <a:gd name="connsiteX6591" fmla="*/ 635955 w 2401758"/>
              <a:gd name="connsiteY6591" fmla="*/ 2701 h 2400493"/>
              <a:gd name="connsiteX6592" fmla="*/ 633971 w 2401758"/>
              <a:gd name="connsiteY6592" fmla="*/ 1709 h 2400493"/>
              <a:gd name="connsiteX6593" fmla="*/ 635955 w 2401758"/>
              <a:gd name="connsiteY6593" fmla="*/ 717 h 2400493"/>
              <a:gd name="connsiteX6594" fmla="*/ 565494 w 2401758"/>
              <a:gd name="connsiteY6594" fmla="*/ 717 h 2400493"/>
              <a:gd name="connsiteX6595" fmla="*/ 581368 w 2401758"/>
              <a:gd name="connsiteY6595" fmla="*/ 717 h 2400493"/>
              <a:gd name="connsiteX6596" fmla="*/ 589800 w 2401758"/>
              <a:gd name="connsiteY6596" fmla="*/ 717 h 2400493"/>
              <a:gd name="connsiteX6597" fmla="*/ 597737 w 2401758"/>
              <a:gd name="connsiteY6597" fmla="*/ 1213 h 2400493"/>
              <a:gd name="connsiteX6598" fmla="*/ 590296 w 2401758"/>
              <a:gd name="connsiteY6598" fmla="*/ 4685 h 2400493"/>
              <a:gd name="connsiteX6599" fmla="*/ 565494 w 2401758"/>
              <a:gd name="connsiteY6599" fmla="*/ 3197 h 2400493"/>
              <a:gd name="connsiteX6600" fmla="*/ 564502 w 2401758"/>
              <a:gd name="connsiteY6600" fmla="*/ 2205 h 2400493"/>
              <a:gd name="connsiteX6601" fmla="*/ 565494 w 2401758"/>
              <a:gd name="connsiteY6601" fmla="*/ 717 h 2400493"/>
              <a:gd name="connsiteX6602" fmla="*/ 363113 w 2401758"/>
              <a:gd name="connsiteY6602" fmla="*/ 717 h 2400493"/>
              <a:gd name="connsiteX6603" fmla="*/ 379483 w 2401758"/>
              <a:gd name="connsiteY6603" fmla="*/ 717 h 2400493"/>
              <a:gd name="connsiteX6604" fmla="*/ 394861 w 2401758"/>
              <a:gd name="connsiteY6604" fmla="*/ 717 h 2400493"/>
              <a:gd name="connsiteX6605" fmla="*/ 397837 w 2401758"/>
              <a:gd name="connsiteY6605" fmla="*/ 1709 h 2400493"/>
              <a:gd name="connsiteX6606" fmla="*/ 394861 w 2401758"/>
              <a:gd name="connsiteY6606" fmla="*/ 2701 h 2400493"/>
              <a:gd name="connsiteX6607" fmla="*/ 363113 w 2401758"/>
              <a:gd name="connsiteY6607" fmla="*/ 2701 h 2400493"/>
              <a:gd name="connsiteX6608" fmla="*/ 360137 w 2401758"/>
              <a:gd name="connsiteY6608" fmla="*/ 1709 h 2400493"/>
              <a:gd name="connsiteX6609" fmla="*/ 363113 w 2401758"/>
              <a:gd name="connsiteY6609" fmla="*/ 717 h 2400493"/>
              <a:gd name="connsiteX6610" fmla="*/ 312505 w 2401758"/>
              <a:gd name="connsiteY6610" fmla="*/ 717 h 2400493"/>
              <a:gd name="connsiteX6611" fmla="*/ 327882 w 2401758"/>
              <a:gd name="connsiteY6611" fmla="*/ 717 h 2400493"/>
              <a:gd name="connsiteX6612" fmla="*/ 330858 w 2401758"/>
              <a:gd name="connsiteY6612" fmla="*/ 1709 h 2400493"/>
              <a:gd name="connsiteX6613" fmla="*/ 327882 w 2401758"/>
              <a:gd name="connsiteY6613" fmla="*/ 5181 h 2400493"/>
              <a:gd name="connsiteX6614" fmla="*/ 319449 w 2401758"/>
              <a:gd name="connsiteY6614" fmla="*/ 8157 h 2400493"/>
              <a:gd name="connsiteX6615" fmla="*/ 296632 w 2401758"/>
              <a:gd name="connsiteY6615" fmla="*/ 5677 h 2400493"/>
              <a:gd name="connsiteX6616" fmla="*/ 293160 w 2401758"/>
              <a:gd name="connsiteY6616" fmla="*/ 2701 h 2400493"/>
              <a:gd name="connsiteX6617" fmla="*/ 296632 w 2401758"/>
              <a:gd name="connsiteY6617" fmla="*/ 1213 h 2400493"/>
              <a:gd name="connsiteX6618" fmla="*/ 312505 w 2401758"/>
              <a:gd name="connsiteY6618" fmla="*/ 717 h 2400493"/>
              <a:gd name="connsiteX6619" fmla="*/ 785248 w 2401758"/>
              <a:gd name="connsiteY6619" fmla="*/ 221 h 2400493"/>
              <a:gd name="connsiteX6620" fmla="*/ 795166 w 2401758"/>
              <a:gd name="connsiteY6620" fmla="*/ 1213 h 2400493"/>
              <a:gd name="connsiteX6621" fmla="*/ 784751 w 2401758"/>
              <a:gd name="connsiteY6621" fmla="*/ 2701 h 2400493"/>
              <a:gd name="connsiteX6622" fmla="*/ 771856 w 2401758"/>
              <a:gd name="connsiteY6622" fmla="*/ 2205 h 2400493"/>
              <a:gd name="connsiteX6623" fmla="*/ 785248 w 2401758"/>
              <a:gd name="connsiteY6623" fmla="*/ 221 h 2400493"/>
              <a:gd name="connsiteX6624" fmla="*/ 704359 w 2401758"/>
              <a:gd name="connsiteY6624" fmla="*/ 221 h 2400493"/>
              <a:gd name="connsiteX6625" fmla="*/ 714776 w 2401758"/>
              <a:gd name="connsiteY6625" fmla="*/ 717 h 2400493"/>
              <a:gd name="connsiteX6626" fmla="*/ 717256 w 2401758"/>
              <a:gd name="connsiteY6626" fmla="*/ 717 h 2400493"/>
              <a:gd name="connsiteX6627" fmla="*/ 726184 w 2401758"/>
              <a:gd name="connsiteY6627" fmla="*/ 1709 h 2400493"/>
              <a:gd name="connsiteX6628" fmla="*/ 716760 w 2401758"/>
              <a:gd name="connsiteY6628" fmla="*/ 5181 h 2400493"/>
              <a:gd name="connsiteX6629" fmla="*/ 703863 w 2401758"/>
              <a:gd name="connsiteY6629" fmla="*/ 2701 h 2400493"/>
              <a:gd name="connsiteX6630" fmla="*/ 702871 w 2401758"/>
              <a:gd name="connsiteY6630" fmla="*/ 1709 h 2400493"/>
              <a:gd name="connsiteX6631" fmla="*/ 704359 w 2401758"/>
              <a:gd name="connsiteY6631" fmla="*/ 221 h 2400493"/>
              <a:gd name="connsiteX6632" fmla="*/ 500000 w 2401758"/>
              <a:gd name="connsiteY6632" fmla="*/ 221 h 2400493"/>
              <a:gd name="connsiteX6633" fmla="*/ 515377 w 2401758"/>
              <a:gd name="connsiteY6633" fmla="*/ 717 h 2400493"/>
              <a:gd name="connsiteX6634" fmla="*/ 529267 w 2401758"/>
              <a:gd name="connsiteY6634" fmla="*/ 717 h 2400493"/>
              <a:gd name="connsiteX6635" fmla="*/ 531251 w 2401758"/>
              <a:gd name="connsiteY6635" fmla="*/ 1709 h 2400493"/>
              <a:gd name="connsiteX6636" fmla="*/ 529267 w 2401758"/>
              <a:gd name="connsiteY6636" fmla="*/ 2701 h 2400493"/>
              <a:gd name="connsiteX6637" fmla="*/ 520834 w 2401758"/>
              <a:gd name="connsiteY6637" fmla="*/ 5181 h 2400493"/>
              <a:gd name="connsiteX6638" fmla="*/ 499504 w 2401758"/>
              <a:gd name="connsiteY6638" fmla="*/ 2701 h 2400493"/>
              <a:gd name="connsiteX6639" fmla="*/ 498016 w 2401758"/>
              <a:gd name="connsiteY6639" fmla="*/ 1213 h 2400493"/>
              <a:gd name="connsiteX6640" fmla="*/ 500000 w 2401758"/>
              <a:gd name="connsiteY6640" fmla="*/ 221 h 2400493"/>
              <a:gd name="connsiteX6641" fmla="*/ 434058 w 2401758"/>
              <a:gd name="connsiteY6641" fmla="*/ 221 h 2400493"/>
              <a:gd name="connsiteX6642" fmla="*/ 460349 w 2401758"/>
              <a:gd name="connsiteY6642" fmla="*/ 221 h 2400493"/>
              <a:gd name="connsiteX6643" fmla="*/ 462333 w 2401758"/>
              <a:gd name="connsiteY6643" fmla="*/ 1213 h 2400493"/>
              <a:gd name="connsiteX6644" fmla="*/ 460349 w 2401758"/>
              <a:gd name="connsiteY6644" fmla="*/ 3693 h 2400493"/>
              <a:gd name="connsiteX6645" fmla="*/ 443979 w 2401758"/>
              <a:gd name="connsiteY6645" fmla="*/ 8157 h 2400493"/>
              <a:gd name="connsiteX6646" fmla="*/ 443979 w 2401758"/>
              <a:gd name="connsiteY6646" fmla="*/ 7165 h 2400493"/>
              <a:gd name="connsiteX6647" fmla="*/ 433065 w 2401758"/>
              <a:gd name="connsiteY6647" fmla="*/ 5181 h 2400493"/>
              <a:gd name="connsiteX6648" fmla="*/ 429593 w 2401758"/>
              <a:gd name="connsiteY6648" fmla="*/ 1213 h 2400493"/>
              <a:gd name="connsiteX6649" fmla="*/ 434058 w 2401758"/>
              <a:gd name="connsiteY6649" fmla="*/ 221 h 2400493"/>
              <a:gd name="connsiteX6650" fmla="*/ 100692 w 2401758"/>
              <a:gd name="connsiteY6650" fmla="*/ 221 h 2400493"/>
              <a:gd name="connsiteX6651" fmla="*/ 110117 w 2401758"/>
              <a:gd name="connsiteY6651" fmla="*/ 717 h 2400493"/>
              <a:gd name="connsiteX6652" fmla="*/ 127974 w 2401758"/>
              <a:gd name="connsiteY6652" fmla="*/ 717 h 2400493"/>
              <a:gd name="connsiteX6653" fmla="*/ 130950 w 2401758"/>
              <a:gd name="connsiteY6653" fmla="*/ 1709 h 2400493"/>
              <a:gd name="connsiteX6654" fmla="*/ 128470 w 2401758"/>
              <a:gd name="connsiteY6654" fmla="*/ 5181 h 2400493"/>
              <a:gd name="connsiteX6655" fmla="*/ 121526 w 2401758"/>
              <a:gd name="connsiteY6655" fmla="*/ 8157 h 2400493"/>
              <a:gd name="connsiteX6656" fmla="*/ 120037 w 2401758"/>
              <a:gd name="connsiteY6656" fmla="*/ 9646 h 2400493"/>
              <a:gd name="connsiteX6657" fmla="*/ 122022 w 2401758"/>
              <a:gd name="connsiteY6657" fmla="*/ 10638 h 2400493"/>
              <a:gd name="connsiteX6658" fmla="*/ 138886 w 2401758"/>
              <a:gd name="connsiteY6658" fmla="*/ 23534 h 2400493"/>
              <a:gd name="connsiteX6659" fmla="*/ 142855 w 2401758"/>
              <a:gd name="connsiteY6659" fmla="*/ 27998 h 2400493"/>
              <a:gd name="connsiteX6660" fmla="*/ 145831 w 2401758"/>
              <a:gd name="connsiteY6660" fmla="*/ 27502 h 2400493"/>
              <a:gd name="connsiteX6661" fmla="*/ 157239 w 2401758"/>
              <a:gd name="connsiteY6661" fmla="*/ 14110 h 2400493"/>
              <a:gd name="connsiteX6662" fmla="*/ 169144 w 2401758"/>
              <a:gd name="connsiteY6662" fmla="*/ 8157 h 2400493"/>
              <a:gd name="connsiteX6663" fmla="*/ 156743 w 2401758"/>
              <a:gd name="connsiteY6663" fmla="*/ 3197 h 2400493"/>
              <a:gd name="connsiteX6664" fmla="*/ 155255 w 2401758"/>
              <a:gd name="connsiteY6664" fmla="*/ 1709 h 2400493"/>
              <a:gd name="connsiteX6665" fmla="*/ 157239 w 2401758"/>
              <a:gd name="connsiteY6665" fmla="*/ 717 h 2400493"/>
              <a:gd name="connsiteX6666" fmla="*/ 192953 w 2401758"/>
              <a:gd name="connsiteY6666" fmla="*/ 717 h 2400493"/>
              <a:gd name="connsiteX6667" fmla="*/ 197914 w 2401758"/>
              <a:gd name="connsiteY6667" fmla="*/ 2205 h 2400493"/>
              <a:gd name="connsiteX6668" fmla="*/ 194441 w 2401758"/>
              <a:gd name="connsiteY6668" fmla="*/ 5181 h 2400493"/>
              <a:gd name="connsiteX6669" fmla="*/ 186009 w 2401758"/>
              <a:gd name="connsiteY6669" fmla="*/ 7661 h 2400493"/>
              <a:gd name="connsiteX6670" fmla="*/ 184025 w 2401758"/>
              <a:gd name="connsiteY6670" fmla="*/ 8653 h 2400493"/>
              <a:gd name="connsiteX6671" fmla="*/ 185513 w 2401758"/>
              <a:gd name="connsiteY6671" fmla="*/ 10142 h 2400493"/>
              <a:gd name="connsiteX6672" fmla="*/ 208826 w 2401758"/>
              <a:gd name="connsiteY6672" fmla="*/ 28991 h 2400493"/>
              <a:gd name="connsiteX6673" fmla="*/ 212794 w 2401758"/>
              <a:gd name="connsiteY6673" fmla="*/ 28991 h 2400493"/>
              <a:gd name="connsiteX6674" fmla="*/ 236604 w 2401758"/>
              <a:gd name="connsiteY6674" fmla="*/ 10142 h 2400493"/>
              <a:gd name="connsiteX6675" fmla="*/ 238588 w 2401758"/>
              <a:gd name="connsiteY6675" fmla="*/ 9149 h 2400493"/>
              <a:gd name="connsiteX6676" fmla="*/ 236108 w 2401758"/>
              <a:gd name="connsiteY6676" fmla="*/ 7661 h 2400493"/>
              <a:gd name="connsiteX6677" fmla="*/ 223707 w 2401758"/>
              <a:gd name="connsiteY6677" fmla="*/ 2701 h 2400493"/>
              <a:gd name="connsiteX6678" fmla="*/ 222219 w 2401758"/>
              <a:gd name="connsiteY6678" fmla="*/ 1213 h 2400493"/>
              <a:gd name="connsiteX6679" fmla="*/ 224203 w 2401758"/>
              <a:gd name="connsiteY6679" fmla="*/ 221 h 2400493"/>
              <a:gd name="connsiteX6680" fmla="*/ 262397 w 2401758"/>
              <a:gd name="connsiteY6680" fmla="*/ 221 h 2400493"/>
              <a:gd name="connsiteX6681" fmla="*/ 264877 w 2401758"/>
              <a:gd name="connsiteY6681" fmla="*/ 1709 h 2400493"/>
              <a:gd name="connsiteX6682" fmla="*/ 262893 w 2401758"/>
              <a:gd name="connsiteY6682" fmla="*/ 2701 h 2400493"/>
              <a:gd name="connsiteX6683" fmla="*/ 250492 w 2401758"/>
              <a:gd name="connsiteY6683" fmla="*/ 7661 h 2400493"/>
              <a:gd name="connsiteX6684" fmla="*/ 248508 w 2401758"/>
              <a:gd name="connsiteY6684" fmla="*/ 8653 h 2400493"/>
              <a:gd name="connsiteX6685" fmla="*/ 250988 w 2401758"/>
              <a:gd name="connsiteY6685" fmla="*/ 10142 h 2400493"/>
              <a:gd name="connsiteX6686" fmla="*/ 274302 w 2401758"/>
              <a:gd name="connsiteY6686" fmla="*/ 28991 h 2400493"/>
              <a:gd name="connsiteX6687" fmla="*/ 259917 w 2401758"/>
              <a:gd name="connsiteY6687" fmla="*/ 73137 h 2400493"/>
              <a:gd name="connsiteX6688" fmla="*/ 257933 w 2401758"/>
              <a:gd name="connsiteY6688" fmla="*/ 74129 h 2400493"/>
              <a:gd name="connsiteX6689" fmla="*/ 255453 w 2401758"/>
              <a:gd name="connsiteY6689" fmla="*/ 77105 h 2400493"/>
              <a:gd name="connsiteX6690" fmla="*/ 257933 w 2401758"/>
              <a:gd name="connsiteY6690" fmla="*/ 79089 h 2400493"/>
              <a:gd name="connsiteX6691" fmla="*/ 265869 w 2401758"/>
              <a:gd name="connsiteY6691" fmla="*/ 83553 h 2400493"/>
              <a:gd name="connsiteX6692" fmla="*/ 277278 w 2401758"/>
              <a:gd name="connsiteY6692" fmla="*/ 108355 h 2400493"/>
              <a:gd name="connsiteX6693" fmla="*/ 266365 w 2401758"/>
              <a:gd name="connsiteY6693" fmla="*/ 136132 h 2400493"/>
              <a:gd name="connsiteX6694" fmla="*/ 258925 w 2401758"/>
              <a:gd name="connsiteY6694" fmla="*/ 141093 h 2400493"/>
              <a:gd name="connsiteX6695" fmla="*/ 257933 w 2401758"/>
              <a:gd name="connsiteY6695" fmla="*/ 146053 h 2400493"/>
              <a:gd name="connsiteX6696" fmla="*/ 269837 w 2401758"/>
              <a:gd name="connsiteY6696" fmla="*/ 156965 h 2400493"/>
              <a:gd name="connsiteX6697" fmla="*/ 276286 w 2401758"/>
              <a:gd name="connsiteY6697" fmla="*/ 186231 h 2400493"/>
              <a:gd name="connsiteX6698" fmla="*/ 264877 w 2401758"/>
              <a:gd name="connsiteY6698" fmla="*/ 203096 h 2400493"/>
              <a:gd name="connsiteX6699" fmla="*/ 254461 w 2401758"/>
              <a:gd name="connsiteY6699" fmla="*/ 210040 h 2400493"/>
              <a:gd name="connsiteX6700" fmla="*/ 252973 w 2401758"/>
              <a:gd name="connsiteY6700" fmla="*/ 211528 h 2400493"/>
              <a:gd name="connsiteX6701" fmla="*/ 254957 w 2401758"/>
              <a:gd name="connsiteY6701" fmla="*/ 212520 h 2400493"/>
              <a:gd name="connsiteX6702" fmla="*/ 265869 w 2401758"/>
              <a:gd name="connsiteY6702" fmla="*/ 219961 h 2400493"/>
              <a:gd name="connsiteX6703" fmla="*/ 273806 w 2401758"/>
              <a:gd name="connsiteY6703" fmla="*/ 257163 h 2400493"/>
              <a:gd name="connsiteX6704" fmla="*/ 266365 w 2401758"/>
              <a:gd name="connsiteY6704" fmla="*/ 266091 h 2400493"/>
              <a:gd name="connsiteX6705" fmla="*/ 229163 w 2401758"/>
              <a:gd name="connsiteY6705" fmla="*/ 274028 h 2400493"/>
              <a:gd name="connsiteX6706" fmla="*/ 217755 w 2401758"/>
              <a:gd name="connsiteY6706" fmla="*/ 264603 h 2400493"/>
              <a:gd name="connsiteX6707" fmla="*/ 212298 w 2401758"/>
              <a:gd name="connsiteY6707" fmla="*/ 255179 h 2400493"/>
              <a:gd name="connsiteX6708" fmla="*/ 211306 w 2401758"/>
              <a:gd name="connsiteY6708" fmla="*/ 253195 h 2400493"/>
              <a:gd name="connsiteX6709" fmla="*/ 209818 w 2401758"/>
              <a:gd name="connsiteY6709" fmla="*/ 254683 h 2400493"/>
              <a:gd name="connsiteX6710" fmla="*/ 204858 w 2401758"/>
              <a:gd name="connsiteY6710" fmla="*/ 262123 h 2400493"/>
              <a:gd name="connsiteX6711" fmla="*/ 190969 w 2401758"/>
              <a:gd name="connsiteY6711" fmla="*/ 274524 h 2400493"/>
              <a:gd name="connsiteX6712" fmla="*/ 177577 w 2401758"/>
              <a:gd name="connsiteY6712" fmla="*/ 277004 h 2400493"/>
              <a:gd name="connsiteX6713" fmla="*/ 153767 w 2401758"/>
              <a:gd name="connsiteY6713" fmla="*/ 268571 h 2400493"/>
              <a:gd name="connsiteX6714" fmla="*/ 145831 w 2401758"/>
              <a:gd name="connsiteY6714" fmla="*/ 257659 h 2400493"/>
              <a:gd name="connsiteX6715" fmla="*/ 141367 w 2401758"/>
              <a:gd name="connsiteY6715" fmla="*/ 257659 h 2400493"/>
              <a:gd name="connsiteX6716" fmla="*/ 124998 w 2401758"/>
              <a:gd name="connsiteY6716" fmla="*/ 274028 h 2400493"/>
              <a:gd name="connsiteX6717" fmla="*/ 83331 w 2401758"/>
              <a:gd name="connsiteY6717" fmla="*/ 265099 h 2400493"/>
              <a:gd name="connsiteX6718" fmla="*/ 78867 w 2401758"/>
              <a:gd name="connsiteY6718" fmla="*/ 256171 h 2400493"/>
              <a:gd name="connsiteX6719" fmla="*/ 74899 w 2401758"/>
              <a:gd name="connsiteY6719" fmla="*/ 256171 h 2400493"/>
              <a:gd name="connsiteX6720" fmla="*/ 71923 w 2401758"/>
              <a:gd name="connsiteY6720" fmla="*/ 262123 h 2400493"/>
              <a:gd name="connsiteX6721" fmla="*/ 48114 w 2401758"/>
              <a:gd name="connsiteY6721" fmla="*/ 276508 h 2400493"/>
              <a:gd name="connsiteX6722" fmla="*/ 27776 w 2401758"/>
              <a:gd name="connsiteY6722" fmla="*/ 274028 h 2400493"/>
              <a:gd name="connsiteX6723" fmla="*/ 9920 w 2401758"/>
              <a:gd name="connsiteY6723" fmla="*/ 248234 h 2400493"/>
              <a:gd name="connsiteX6724" fmla="*/ 8431 w 2401758"/>
              <a:gd name="connsiteY6724" fmla="*/ 246250 h 2400493"/>
              <a:gd name="connsiteX6725" fmla="*/ 7439 w 2401758"/>
              <a:gd name="connsiteY6725" fmla="*/ 248234 h 2400493"/>
              <a:gd name="connsiteX6726" fmla="*/ 3967 w 2401758"/>
              <a:gd name="connsiteY6726" fmla="*/ 260139 h 2400493"/>
              <a:gd name="connsiteX6727" fmla="*/ 1487 w 2401758"/>
              <a:gd name="connsiteY6727" fmla="*/ 262619 h 2400493"/>
              <a:gd name="connsiteX6728" fmla="*/ 495 w 2401758"/>
              <a:gd name="connsiteY6728" fmla="*/ 259643 h 2400493"/>
              <a:gd name="connsiteX6729" fmla="*/ 495 w 2401758"/>
              <a:gd name="connsiteY6729" fmla="*/ 227401 h 2400493"/>
              <a:gd name="connsiteX6730" fmla="*/ 1983 w 2401758"/>
              <a:gd name="connsiteY6730" fmla="*/ 224425 h 2400493"/>
              <a:gd name="connsiteX6731" fmla="*/ 3471 w 2401758"/>
              <a:gd name="connsiteY6731" fmla="*/ 225913 h 2400493"/>
              <a:gd name="connsiteX6732" fmla="*/ 7935 w 2401758"/>
              <a:gd name="connsiteY6732" fmla="*/ 235834 h 2400493"/>
              <a:gd name="connsiteX6733" fmla="*/ 8927 w 2401758"/>
              <a:gd name="connsiteY6733" fmla="*/ 240298 h 2400493"/>
              <a:gd name="connsiteX6734" fmla="*/ 10416 w 2401758"/>
              <a:gd name="connsiteY6734" fmla="*/ 235338 h 2400493"/>
              <a:gd name="connsiteX6735" fmla="*/ 29265 w 2401758"/>
              <a:gd name="connsiteY6735" fmla="*/ 212024 h 2400493"/>
              <a:gd name="connsiteX6736" fmla="*/ 29761 w 2401758"/>
              <a:gd name="connsiteY6736" fmla="*/ 208552 h 2400493"/>
              <a:gd name="connsiteX6737" fmla="*/ 12400 w 2401758"/>
              <a:gd name="connsiteY6737" fmla="*/ 191191 h 2400493"/>
              <a:gd name="connsiteX6738" fmla="*/ 9920 w 2401758"/>
              <a:gd name="connsiteY6738" fmla="*/ 188711 h 2400493"/>
              <a:gd name="connsiteX6739" fmla="*/ 8431 w 2401758"/>
              <a:gd name="connsiteY6739" fmla="*/ 184247 h 2400493"/>
              <a:gd name="connsiteX6740" fmla="*/ 6943 w 2401758"/>
              <a:gd name="connsiteY6740" fmla="*/ 188215 h 2400493"/>
              <a:gd name="connsiteX6741" fmla="*/ 2975 w 2401758"/>
              <a:gd name="connsiteY6741" fmla="*/ 195159 h 2400493"/>
              <a:gd name="connsiteX6742" fmla="*/ 1983 w 2401758"/>
              <a:gd name="connsiteY6742" fmla="*/ 198136 h 2400493"/>
              <a:gd name="connsiteX6743" fmla="*/ 991 w 2401758"/>
              <a:gd name="connsiteY6743" fmla="*/ 195159 h 2400493"/>
              <a:gd name="connsiteX6744" fmla="*/ 991 w 2401758"/>
              <a:gd name="connsiteY6744" fmla="*/ 158454 h 2400493"/>
              <a:gd name="connsiteX6745" fmla="*/ 1983 w 2401758"/>
              <a:gd name="connsiteY6745" fmla="*/ 155477 h 2400493"/>
              <a:gd name="connsiteX6746" fmla="*/ 2975 w 2401758"/>
              <a:gd name="connsiteY6746" fmla="*/ 158454 h 2400493"/>
              <a:gd name="connsiteX6747" fmla="*/ 5455 w 2401758"/>
              <a:gd name="connsiteY6747" fmla="*/ 163414 h 2400493"/>
              <a:gd name="connsiteX6748" fmla="*/ 8431 w 2401758"/>
              <a:gd name="connsiteY6748" fmla="*/ 168870 h 2400493"/>
              <a:gd name="connsiteX6749" fmla="*/ 9920 w 2401758"/>
              <a:gd name="connsiteY6749" fmla="*/ 163414 h 2400493"/>
              <a:gd name="connsiteX6750" fmla="*/ 27280 w 2401758"/>
              <a:gd name="connsiteY6750" fmla="*/ 145557 h 2400493"/>
              <a:gd name="connsiteX6751" fmla="*/ 27776 w 2401758"/>
              <a:gd name="connsiteY6751" fmla="*/ 141093 h 2400493"/>
              <a:gd name="connsiteX6752" fmla="*/ 9920 w 2401758"/>
              <a:gd name="connsiteY6752" fmla="*/ 121252 h 2400493"/>
              <a:gd name="connsiteX6753" fmla="*/ 8927 w 2401758"/>
              <a:gd name="connsiteY6753" fmla="*/ 119267 h 2400493"/>
              <a:gd name="connsiteX6754" fmla="*/ 7935 w 2401758"/>
              <a:gd name="connsiteY6754" fmla="*/ 121252 h 2400493"/>
              <a:gd name="connsiteX6755" fmla="*/ 1487 w 2401758"/>
              <a:gd name="connsiteY6755" fmla="*/ 131172 h 2400493"/>
              <a:gd name="connsiteX6756" fmla="*/ 495 w 2401758"/>
              <a:gd name="connsiteY6756" fmla="*/ 119763 h 2400493"/>
              <a:gd name="connsiteX6757" fmla="*/ 495 w 2401758"/>
              <a:gd name="connsiteY6757" fmla="*/ 93474 h 2400493"/>
              <a:gd name="connsiteX6758" fmla="*/ 1487 w 2401758"/>
              <a:gd name="connsiteY6758" fmla="*/ 89010 h 2400493"/>
              <a:gd name="connsiteX6759" fmla="*/ 5455 w 2401758"/>
              <a:gd name="connsiteY6759" fmla="*/ 92978 h 2400493"/>
              <a:gd name="connsiteX6760" fmla="*/ 7935 w 2401758"/>
              <a:gd name="connsiteY6760" fmla="*/ 98930 h 2400493"/>
              <a:gd name="connsiteX6761" fmla="*/ 9423 w 2401758"/>
              <a:gd name="connsiteY6761" fmla="*/ 100418 h 2400493"/>
              <a:gd name="connsiteX6762" fmla="*/ 9920 w 2401758"/>
              <a:gd name="connsiteY6762" fmla="*/ 98434 h 2400493"/>
              <a:gd name="connsiteX6763" fmla="*/ 26784 w 2401758"/>
              <a:gd name="connsiteY6763" fmla="*/ 79089 h 2400493"/>
              <a:gd name="connsiteX6764" fmla="*/ 27280 w 2401758"/>
              <a:gd name="connsiteY6764" fmla="*/ 76113 h 2400493"/>
              <a:gd name="connsiteX6765" fmla="*/ 22816 w 2401758"/>
              <a:gd name="connsiteY6765" fmla="*/ 72145 h 2400493"/>
              <a:gd name="connsiteX6766" fmla="*/ 9920 w 2401758"/>
              <a:gd name="connsiteY6766" fmla="*/ 58752 h 2400493"/>
              <a:gd name="connsiteX6767" fmla="*/ 8927 w 2401758"/>
              <a:gd name="connsiteY6767" fmla="*/ 53296 h 2400493"/>
              <a:gd name="connsiteX6768" fmla="*/ 5455 w 2401758"/>
              <a:gd name="connsiteY6768" fmla="*/ 58256 h 2400493"/>
              <a:gd name="connsiteX6769" fmla="*/ 2975 w 2401758"/>
              <a:gd name="connsiteY6769" fmla="*/ 63216 h 2400493"/>
              <a:gd name="connsiteX6770" fmla="*/ 1487 w 2401758"/>
              <a:gd name="connsiteY6770" fmla="*/ 64704 h 2400493"/>
              <a:gd name="connsiteX6771" fmla="*/ 495 w 2401758"/>
              <a:gd name="connsiteY6771" fmla="*/ 62720 h 2400493"/>
              <a:gd name="connsiteX6772" fmla="*/ 495 w 2401758"/>
              <a:gd name="connsiteY6772" fmla="*/ 24526 h 2400493"/>
              <a:gd name="connsiteX6773" fmla="*/ 1983 w 2401758"/>
              <a:gd name="connsiteY6773" fmla="*/ 22046 h 2400493"/>
              <a:gd name="connsiteX6774" fmla="*/ 3471 w 2401758"/>
              <a:gd name="connsiteY6774" fmla="*/ 23534 h 2400493"/>
              <a:gd name="connsiteX6775" fmla="*/ 7439 w 2401758"/>
              <a:gd name="connsiteY6775" fmla="*/ 30479 h 2400493"/>
              <a:gd name="connsiteX6776" fmla="*/ 8431 w 2401758"/>
              <a:gd name="connsiteY6776" fmla="*/ 33455 h 2400493"/>
              <a:gd name="connsiteX6777" fmla="*/ 9920 w 2401758"/>
              <a:gd name="connsiteY6777" fmla="*/ 29983 h 2400493"/>
              <a:gd name="connsiteX6778" fmla="*/ 31249 w 2401758"/>
              <a:gd name="connsiteY6778" fmla="*/ 10142 h 2400493"/>
              <a:gd name="connsiteX6779" fmla="*/ 33233 w 2401758"/>
              <a:gd name="connsiteY6779" fmla="*/ 9149 h 2400493"/>
              <a:gd name="connsiteX6780" fmla="*/ 31249 w 2401758"/>
              <a:gd name="connsiteY6780" fmla="*/ 7661 h 2400493"/>
              <a:gd name="connsiteX6781" fmla="*/ 23312 w 2401758"/>
              <a:gd name="connsiteY6781" fmla="*/ 3197 h 2400493"/>
              <a:gd name="connsiteX6782" fmla="*/ 21824 w 2401758"/>
              <a:gd name="connsiteY6782" fmla="*/ 1709 h 2400493"/>
              <a:gd name="connsiteX6783" fmla="*/ 23808 w 2401758"/>
              <a:gd name="connsiteY6783" fmla="*/ 717 h 2400493"/>
              <a:gd name="connsiteX6784" fmla="*/ 62994 w 2401758"/>
              <a:gd name="connsiteY6784" fmla="*/ 717 h 2400493"/>
              <a:gd name="connsiteX6785" fmla="*/ 64482 w 2401758"/>
              <a:gd name="connsiteY6785" fmla="*/ 2205 h 2400493"/>
              <a:gd name="connsiteX6786" fmla="*/ 62994 w 2401758"/>
              <a:gd name="connsiteY6786" fmla="*/ 3693 h 2400493"/>
              <a:gd name="connsiteX6787" fmla="*/ 58034 w 2401758"/>
              <a:gd name="connsiteY6787" fmla="*/ 6173 h 2400493"/>
              <a:gd name="connsiteX6788" fmla="*/ 53074 w 2401758"/>
              <a:gd name="connsiteY6788" fmla="*/ 8653 h 2400493"/>
              <a:gd name="connsiteX6789" fmla="*/ 58034 w 2401758"/>
              <a:gd name="connsiteY6789" fmla="*/ 10142 h 2400493"/>
              <a:gd name="connsiteX6790" fmla="*/ 72419 w 2401758"/>
              <a:gd name="connsiteY6790" fmla="*/ 22542 h 2400493"/>
              <a:gd name="connsiteX6791" fmla="*/ 81347 w 2401758"/>
              <a:gd name="connsiteY6791" fmla="*/ 23038 h 2400493"/>
              <a:gd name="connsiteX6792" fmla="*/ 98708 w 2401758"/>
              <a:gd name="connsiteY6792" fmla="*/ 10142 h 2400493"/>
              <a:gd name="connsiteX6793" fmla="*/ 100692 w 2401758"/>
              <a:gd name="connsiteY6793" fmla="*/ 9149 h 2400493"/>
              <a:gd name="connsiteX6794" fmla="*/ 99204 w 2401758"/>
              <a:gd name="connsiteY6794" fmla="*/ 7661 h 2400493"/>
              <a:gd name="connsiteX6795" fmla="*/ 89284 w 2401758"/>
              <a:gd name="connsiteY6795" fmla="*/ 1213 h 2400493"/>
              <a:gd name="connsiteX6796" fmla="*/ 100692 w 2401758"/>
              <a:gd name="connsiteY6796" fmla="*/ 221 h 2400493"/>
              <a:gd name="connsiteX6797" fmla="*/ 911204 w 2401758"/>
              <a:gd name="connsiteY6797" fmla="*/ 220 h 2400493"/>
              <a:gd name="connsiteX6798" fmla="*/ 917156 w 2401758"/>
              <a:gd name="connsiteY6798" fmla="*/ 220 h 2400493"/>
              <a:gd name="connsiteX6799" fmla="*/ 924101 w 2401758"/>
              <a:gd name="connsiteY6799" fmla="*/ 1709 h 2400493"/>
              <a:gd name="connsiteX6800" fmla="*/ 919140 w 2401758"/>
              <a:gd name="connsiteY6800" fmla="*/ 2701 h 2400493"/>
              <a:gd name="connsiteX6801" fmla="*/ 911204 w 2401758"/>
              <a:gd name="connsiteY6801" fmla="*/ 2701 h 2400493"/>
              <a:gd name="connsiteX6802" fmla="*/ 910212 w 2401758"/>
              <a:gd name="connsiteY6802" fmla="*/ 1213 h 2400493"/>
              <a:gd name="connsiteX6803" fmla="*/ 911204 w 2401758"/>
              <a:gd name="connsiteY6803" fmla="*/ 220 h 24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Lst>
            <a:rect l="l" t="t" r="r" b="b"/>
            <a:pathLst>
              <a:path w="2401758" h="2400493">
                <a:moveTo>
                  <a:pt x="242572" y="2396029"/>
                </a:moveTo>
                <a:cubicBezTo>
                  <a:pt x="244060" y="2396029"/>
                  <a:pt x="245052" y="2396525"/>
                  <a:pt x="247036" y="2397517"/>
                </a:cubicBezTo>
                <a:cubicBezTo>
                  <a:pt x="245548" y="2399005"/>
                  <a:pt x="244556" y="2400493"/>
                  <a:pt x="244060" y="2400493"/>
                </a:cubicBezTo>
                <a:cubicBezTo>
                  <a:pt x="243068" y="2399997"/>
                  <a:pt x="242076" y="2399005"/>
                  <a:pt x="241084" y="2398013"/>
                </a:cubicBezTo>
                <a:cubicBezTo>
                  <a:pt x="241084" y="2398013"/>
                  <a:pt x="242076" y="2396029"/>
                  <a:pt x="242572" y="2396029"/>
                </a:cubicBezTo>
                <a:close/>
                <a:moveTo>
                  <a:pt x="110135" y="2395533"/>
                </a:moveTo>
                <a:cubicBezTo>
                  <a:pt x="110631" y="2395533"/>
                  <a:pt x="111623" y="2396525"/>
                  <a:pt x="113607" y="2397517"/>
                </a:cubicBezTo>
                <a:cubicBezTo>
                  <a:pt x="112119" y="2399005"/>
                  <a:pt x="111127" y="2399997"/>
                  <a:pt x="110135" y="2399997"/>
                </a:cubicBezTo>
                <a:cubicBezTo>
                  <a:pt x="109639" y="2399997"/>
                  <a:pt x="108647" y="2399005"/>
                  <a:pt x="107655" y="2398509"/>
                </a:cubicBezTo>
                <a:cubicBezTo>
                  <a:pt x="108647" y="2397517"/>
                  <a:pt x="109143" y="2396525"/>
                  <a:pt x="110135" y="2395533"/>
                </a:cubicBezTo>
                <a:close/>
                <a:moveTo>
                  <a:pt x="44649" y="2395533"/>
                </a:moveTo>
                <a:cubicBezTo>
                  <a:pt x="44153" y="2395533"/>
                  <a:pt x="45145" y="2397021"/>
                  <a:pt x="47129" y="2398509"/>
                </a:cubicBezTo>
                <a:cubicBezTo>
                  <a:pt x="45145" y="2399501"/>
                  <a:pt x="44153" y="2399997"/>
                  <a:pt x="43161" y="2399997"/>
                </a:cubicBezTo>
                <a:cubicBezTo>
                  <a:pt x="42665" y="2399997"/>
                  <a:pt x="41177" y="2398013"/>
                  <a:pt x="41673" y="2398013"/>
                </a:cubicBezTo>
                <a:cubicBezTo>
                  <a:pt x="42169" y="2397021"/>
                  <a:pt x="43657" y="2396029"/>
                  <a:pt x="44649" y="2395533"/>
                </a:cubicBezTo>
                <a:close/>
                <a:moveTo>
                  <a:pt x="176105" y="2394541"/>
                </a:moveTo>
                <a:cubicBezTo>
                  <a:pt x="177593" y="2396029"/>
                  <a:pt x="179081" y="2397021"/>
                  <a:pt x="179081" y="2397517"/>
                </a:cubicBezTo>
                <a:cubicBezTo>
                  <a:pt x="178585" y="2398509"/>
                  <a:pt x="177593" y="2399501"/>
                  <a:pt x="176601" y="2400493"/>
                </a:cubicBezTo>
                <a:cubicBezTo>
                  <a:pt x="176601" y="2400493"/>
                  <a:pt x="174617" y="2399501"/>
                  <a:pt x="174617" y="2399005"/>
                </a:cubicBezTo>
                <a:cubicBezTo>
                  <a:pt x="174617" y="2397517"/>
                  <a:pt x="175113" y="2396525"/>
                  <a:pt x="176105" y="2394541"/>
                </a:cubicBezTo>
                <a:close/>
                <a:moveTo>
                  <a:pt x="581383" y="2329066"/>
                </a:moveTo>
                <a:cubicBezTo>
                  <a:pt x="581879" y="2329066"/>
                  <a:pt x="583367" y="2330058"/>
                  <a:pt x="584855" y="2331050"/>
                </a:cubicBezTo>
                <a:cubicBezTo>
                  <a:pt x="583367" y="2332538"/>
                  <a:pt x="582375" y="2333530"/>
                  <a:pt x="581383" y="2333530"/>
                </a:cubicBezTo>
                <a:cubicBezTo>
                  <a:pt x="580887" y="2333530"/>
                  <a:pt x="579895" y="2332538"/>
                  <a:pt x="578902" y="2332042"/>
                </a:cubicBezTo>
                <a:cubicBezTo>
                  <a:pt x="579895" y="2331050"/>
                  <a:pt x="580391" y="2330058"/>
                  <a:pt x="581383" y="2329066"/>
                </a:cubicBezTo>
                <a:close/>
                <a:moveTo>
                  <a:pt x="444973" y="2329066"/>
                </a:moveTo>
                <a:cubicBezTo>
                  <a:pt x="445965" y="2330058"/>
                  <a:pt x="446957" y="2330554"/>
                  <a:pt x="447949" y="2331546"/>
                </a:cubicBezTo>
                <a:cubicBezTo>
                  <a:pt x="448445" y="2332042"/>
                  <a:pt x="446957" y="2333034"/>
                  <a:pt x="445965" y="2335018"/>
                </a:cubicBezTo>
                <a:cubicBezTo>
                  <a:pt x="444476" y="2333530"/>
                  <a:pt x="443485" y="2332538"/>
                  <a:pt x="443485" y="2331546"/>
                </a:cubicBezTo>
                <a:cubicBezTo>
                  <a:pt x="443485" y="2331050"/>
                  <a:pt x="444476" y="2330058"/>
                  <a:pt x="444973" y="2329066"/>
                </a:cubicBezTo>
                <a:close/>
                <a:moveTo>
                  <a:pt x="514884" y="2328074"/>
                </a:moveTo>
                <a:cubicBezTo>
                  <a:pt x="515876" y="2330058"/>
                  <a:pt x="516868" y="2331050"/>
                  <a:pt x="516868" y="2331546"/>
                </a:cubicBezTo>
                <a:cubicBezTo>
                  <a:pt x="516372" y="2332538"/>
                  <a:pt x="514884" y="2333034"/>
                  <a:pt x="513892" y="2334026"/>
                </a:cubicBezTo>
                <a:cubicBezTo>
                  <a:pt x="513396" y="2333034"/>
                  <a:pt x="511908" y="2332538"/>
                  <a:pt x="512404" y="2331546"/>
                </a:cubicBezTo>
                <a:cubicBezTo>
                  <a:pt x="512900" y="2330554"/>
                  <a:pt x="513892" y="2329562"/>
                  <a:pt x="514884" y="2328074"/>
                </a:cubicBezTo>
                <a:close/>
                <a:moveTo>
                  <a:pt x="379486" y="2328074"/>
                </a:moveTo>
                <a:cubicBezTo>
                  <a:pt x="380478" y="2330058"/>
                  <a:pt x="381470" y="2331050"/>
                  <a:pt x="381470" y="2331546"/>
                </a:cubicBezTo>
                <a:cubicBezTo>
                  <a:pt x="380974" y="2332538"/>
                  <a:pt x="379486" y="2333034"/>
                  <a:pt x="378494" y="2334026"/>
                </a:cubicBezTo>
                <a:cubicBezTo>
                  <a:pt x="377998" y="2333034"/>
                  <a:pt x="376510" y="2332538"/>
                  <a:pt x="377006" y="2331546"/>
                </a:cubicBezTo>
                <a:cubicBezTo>
                  <a:pt x="377006" y="2330554"/>
                  <a:pt x="377998" y="2329562"/>
                  <a:pt x="379486" y="2328074"/>
                </a:cubicBezTo>
                <a:close/>
                <a:moveTo>
                  <a:pt x="647343" y="2327578"/>
                </a:moveTo>
                <a:cubicBezTo>
                  <a:pt x="648831" y="2329066"/>
                  <a:pt x="650319" y="2330058"/>
                  <a:pt x="650319" y="2330554"/>
                </a:cubicBezTo>
                <a:cubicBezTo>
                  <a:pt x="649823" y="2331546"/>
                  <a:pt x="648831" y="2332538"/>
                  <a:pt x="647839" y="2333530"/>
                </a:cubicBezTo>
                <a:cubicBezTo>
                  <a:pt x="647839" y="2333530"/>
                  <a:pt x="645855" y="2332538"/>
                  <a:pt x="645855" y="2332042"/>
                </a:cubicBezTo>
                <a:cubicBezTo>
                  <a:pt x="645855" y="2331050"/>
                  <a:pt x="646847" y="2329562"/>
                  <a:pt x="647343" y="2327578"/>
                </a:cubicBezTo>
                <a:close/>
                <a:moveTo>
                  <a:pt x="176611" y="2327578"/>
                </a:moveTo>
                <a:cubicBezTo>
                  <a:pt x="178100" y="2326586"/>
                  <a:pt x="180084" y="2329066"/>
                  <a:pt x="182564" y="2331050"/>
                </a:cubicBezTo>
                <a:cubicBezTo>
                  <a:pt x="180580" y="2333034"/>
                  <a:pt x="179092" y="2335018"/>
                  <a:pt x="177604" y="2336506"/>
                </a:cubicBezTo>
                <a:cubicBezTo>
                  <a:pt x="176115" y="2337498"/>
                  <a:pt x="171651" y="2333530"/>
                  <a:pt x="172147" y="2332042"/>
                </a:cubicBezTo>
                <a:cubicBezTo>
                  <a:pt x="173139" y="2330058"/>
                  <a:pt x="174627" y="2327578"/>
                  <a:pt x="176611" y="2327578"/>
                </a:cubicBezTo>
                <a:close/>
                <a:moveTo>
                  <a:pt x="242570" y="2327082"/>
                </a:moveTo>
                <a:cubicBezTo>
                  <a:pt x="244554" y="2327082"/>
                  <a:pt x="246538" y="2329066"/>
                  <a:pt x="249018" y="2331050"/>
                </a:cubicBezTo>
                <a:cubicBezTo>
                  <a:pt x="247034" y="2333034"/>
                  <a:pt x="245546" y="2335018"/>
                  <a:pt x="243562" y="2336010"/>
                </a:cubicBezTo>
                <a:cubicBezTo>
                  <a:pt x="242073" y="2337003"/>
                  <a:pt x="237609" y="2333034"/>
                  <a:pt x="238105" y="2331546"/>
                </a:cubicBezTo>
                <a:cubicBezTo>
                  <a:pt x="239097" y="2329562"/>
                  <a:pt x="241081" y="2327082"/>
                  <a:pt x="242570" y="2327082"/>
                </a:cubicBezTo>
                <a:close/>
                <a:moveTo>
                  <a:pt x="109644" y="2327082"/>
                </a:moveTo>
                <a:cubicBezTo>
                  <a:pt x="111629" y="2327082"/>
                  <a:pt x="113117" y="2329066"/>
                  <a:pt x="116093" y="2331050"/>
                </a:cubicBezTo>
                <a:cubicBezTo>
                  <a:pt x="114109" y="2333034"/>
                  <a:pt x="112621" y="2335018"/>
                  <a:pt x="110637" y="2336010"/>
                </a:cubicBezTo>
                <a:cubicBezTo>
                  <a:pt x="109148" y="2337003"/>
                  <a:pt x="104684" y="2333034"/>
                  <a:pt x="105180" y="2331546"/>
                </a:cubicBezTo>
                <a:cubicBezTo>
                  <a:pt x="106172" y="2329562"/>
                  <a:pt x="108156" y="2327082"/>
                  <a:pt x="109644" y="2327082"/>
                </a:cubicBezTo>
                <a:close/>
                <a:moveTo>
                  <a:pt x="44176" y="2327082"/>
                </a:moveTo>
                <a:cubicBezTo>
                  <a:pt x="45168" y="2326586"/>
                  <a:pt x="47152" y="2329562"/>
                  <a:pt x="49633" y="2331546"/>
                </a:cubicBezTo>
                <a:cubicBezTo>
                  <a:pt x="47152" y="2333530"/>
                  <a:pt x="45168" y="2336010"/>
                  <a:pt x="43680" y="2336010"/>
                </a:cubicBezTo>
                <a:cubicBezTo>
                  <a:pt x="42192" y="2336010"/>
                  <a:pt x="40208" y="2333530"/>
                  <a:pt x="38720" y="2332042"/>
                </a:cubicBezTo>
                <a:cubicBezTo>
                  <a:pt x="40704" y="2330554"/>
                  <a:pt x="42192" y="2328074"/>
                  <a:pt x="44176" y="2327082"/>
                </a:cubicBezTo>
                <a:close/>
                <a:moveTo>
                  <a:pt x="311527" y="2326586"/>
                </a:moveTo>
                <a:cubicBezTo>
                  <a:pt x="313015" y="2328570"/>
                  <a:pt x="315495" y="2330058"/>
                  <a:pt x="316488" y="2332042"/>
                </a:cubicBezTo>
                <a:cubicBezTo>
                  <a:pt x="316985" y="2333034"/>
                  <a:pt x="314503" y="2335019"/>
                  <a:pt x="312023" y="2337499"/>
                </a:cubicBezTo>
                <a:cubicBezTo>
                  <a:pt x="310039" y="2335019"/>
                  <a:pt x="307559" y="2333034"/>
                  <a:pt x="307559" y="2331546"/>
                </a:cubicBezTo>
                <a:cubicBezTo>
                  <a:pt x="307559" y="2330058"/>
                  <a:pt x="310039" y="2328074"/>
                  <a:pt x="311527" y="2326586"/>
                </a:cubicBezTo>
                <a:close/>
                <a:moveTo>
                  <a:pt x="783754" y="2263094"/>
                </a:moveTo>
                <a:cubicBezTo>
                  <a:pt x="784747" y="2263590"/>
                  <a:pt x="785739" y="2265078"/>
                  <a:pt x="786236" y="2266070"/>
                </a:cubicBezTo>
                <a:cubicBezTo>
                  <a:pt x="786236" y="2265574"/>
                  <a:pt x="784747" y="2266566"/>
                  <a:pt x="783258" y="2268550"/>
                </a:cubicBezTo>
                <a:cubicBezTo>
                  <a:pt x="782265" y="2266566"/>
                  <a:pt x="781769" y="2265574"/>
                  <a:pt x="781769" y="2264582"/>
                </a:cubicBezTo>
                <a:cubicBezTo>
                  <a:pt x="781769" y="2264086"/>
                  <a:pt x="783754" y="2262598"/>
                  <a:pt x="783754" y="2263094"/>
                </a:cubicBezTo>
                <a:close/>
                <a:moveTo>
                  <a:pt x="851725" y="2262102"/>
                </a:moveTo>
                <a:cubicBezTo>
                  <a:pt x="851725" y="2262598"/>
                  <a:pt x="852222" y="2263590"/>
                  <a:pt x="854207" y="2265078"/>
                </a:cubicBezTo>
                <a:cubicBezTo>
                  <a:pt x="852222" y="2266070"/>
                  <a:pt x="851228" y="2266566"/>
                  <a:pt x="850238" y="2266566"/>
                </a:cubicBezTo>
                <a:cubicBezTo>
                  <a:pt x="849742" y="2266566"/>
                  <a:pt x="848256" y="2264582"/>
                  <a:pt x="848750" y="2264582"/>
                </a:cubicBezTo>
                <a:cubicBezTo>
                  <a:pt x="849246" y="2263590"/>
                  <a:pt x="850734" y="2262598"/>
                  <a:pt x="851725" y="2262102"/>
                </a:cubicBezTo>
                <a:close/>
                <a:moveTo>
                  <a:pt x="714277" y="2261110"/>
                </a:moveTo>
                <a:cubicBezTo>
                  <a:pt x="715765" y="2262598"/>
                  <a:pt x="717253" y="2263590"/>
                  <a:pt x="717253" y="2264086"/>
                </a:cubicBezTo>
                <a:cubicBezTo>
                  <a:pt x="716757" y="2265078"/>
                  <a:pt x="715765" y="2266070"/>
                  <a:pt x="714773" y="2267062"/>
                </a:cubicBezTo>
                <a:cubicBezTo>
                  <a:pt x="714773" y="2267062"/>
                  <a:pt x="712789" y="2266070"/>
                  <a:pt x="712789" y="2265574"/>
                </a:cubicBezTo>
                <a:cubicBezTo>
                  <a:pt x="712293" y="2264086"/>
                  <a:pt x="713285" y="2263094"/>
                  <a:pt x="714277" y="2261110"/>
                </a:cubicBezTo>
                <a:close/>
                <a:moveTo>
                  <a:pt x="647833" y="2260118"/>
                </a:moveTo>
                <a:cubicBezTo>
                  <a:pt x="649817" y="2260118"/>
                  <a:pt x="651801" y="2262598"/>
                  <a:pt x="654282" y="2264582"/>
                </a:cubicBezTo>
                <a:cubicBezTo>
                  <a:pt x="651801" y="2266566"/>
                  <a:pt x="649817" y="2269542"/>
                  <a:pt x="648329" y="2269046"/>
                </a:cubicBezTo>
                <a:cubicBezTo>
                  <a:pt x="646345" y="2268550"/>
                  <a:pt x="644857" y="2266070"/>
                  <a:pt x="642873" y="2264086"/>
                </a:cubicBezTo>
                <a:cubicBezTo>
                  <a:pt x="644361" y="2262598"/>
                  <a:pt x="646345" y="2260118"/>
                  <a:pt x="647833" y="2260118"/>
                </a:cubicBezTo>
                <a:close/>
                <a:moveTo>
                  <a:pt x="580849" y="2260118"/>
                </a:moveTo>
                <a:cubicBezTo>
                  <a:pt x="582833" y="2260118"/>
                  <a:pt x="584817" y="2262598"/>
                  <a:pt x="587297" y="2264086"/>
                </a:cubicBezTo>
                <a:cubicBezTo>
                  <a:pt x="585313" y="2266070"/>
                  <a:pt x="583825" y="2268054"/>
                  <a:pt x="581841" y="2269046"/>
                </a:cubicBezTo>
                <a:cubicBezTo>
                  <a:pt x="580352" y="2270039"/>
                  <a:pt x="575888" y="2266070"/>
                  <a:pt x="576384" y="2264582"/>
                </a:cubicBezTo>
                <a:cubicBezTo>
                  <a:pt x="577376" y="2262598"/>
                  <a:pt x="579360" y="2260118"/>
                  <a:pt x="580849" y="2260118"/>
                </a:cubicBezTo>
                <a:close/>
                <a:moveTo>
                  <a:pt x="513928" y="2259622"/>
                </a:moveTo>
                <a:cubicBezTo>
                  <a:pt x="519386" y="2260118"/>
                  <a:pt x="519386" y="2260118"/>
                  <a:pt x="519386" y="2265078"/>
                </a:cubicBezTo>
                <a:cubicBezTo>
                  <a:pt x="519881" y="2268055"/>
                  <a:pt x="518889" y="2270039"/>
                  <a:pt x="514920" y="2269543"/>
                </a:cubicBezTo>
                <a:cubicBezTo>
                  <a:pt x="509463" y="2269046"/>
                  <a:pt x="509960" y="2269543"/>
                  <a:pt x="509463" y="2264582"/>
                </a:cubicBezTo>
                <a:cubicBezTo>
                  <a:pt x="509463" y="2261110"/>
                  <a:pt x="509960" y="2259622"/>
                  <a:pt x="513928" y="2259622"/>
                </a:cubicBezTo>
                <a:close/>
                <a:moveTo>
                  <a:pt x="378978" y="2257638"/>
                </a:moveTo>
                <a:cubicBezTo>
                  <a:pt x="381954" y="2258134"/>
                  <a:pt x="384434" y="2262102"/>
                  <a:pt x="387411" y="2264582"/>
                </a:cubicBezTo>
                <a:cubicBezTo>
                  <a:pt x="384434" y="2267559"/>
                  <a:pt x="381954" y="2270039"/>
                  <a:pt x="378978" y="2271527"/>
                </a:cubicBezTo>
                <a:cubicBezTo>
                  <a:pt x="377490" y="2272519"/>
                  <a:pt x="370544" y="2265574"/>
                  <a:pt x="371537" y="2264086"/>
                </a:cubicBezTo>
                <a:cubicBezTo>
                  <a:pt x="373522" y="2261606"/>
                  <a:pt x="376498" y="2258134"/>
                  <a:pt x="378978" y="2257638"/>
                </a:cubicBezTo>
                <a:close/>
                <a:moveTo>
                  <a:pt x="312008" y="2257638"/>
                </a:moveTo>
                <a:cubicBezTo>
                  <a:pt x="317464" y="2257638"/>
                  <a:pt x="319448" y="2259622"/>
                  <a:pt x="319448" y="2264582"/>
                </a:cubicBezTo>
                <a:cubicBezTo>
                  <a:pt x="319448" y="2269543"/>
                  <a:pt x="317464" y="2272023"/>
                  <a:pt x="313000" y="2272023"/>
                </a:cubicBezTo>
                <a:cubicBezTo>
                  <a:pt x="308039" y="2272023"/>
                  <a:pt x="305558" y="2270535"/>
                  <a:pt x="305062" y="2265574"/>
                </a:cubicBezTo>
                <a:cubicBezTo>
                  <a:pt x="304566" y="2259622"/>
                  <a:pt x="306551" y="2257638"/>
                  <a:pt x="312008" y="2257638"/>
                </a:cubicBezTo>
                <a:close/>
                <a:moveTo>
                  <a:pt x="244042" y="2257638"/>
                </a:moveTo>
                <a:cubicBezTo>
                  <a:pt x="249003" y="2257638"/>
                  <a:pt x="250491" y="2260118"/>
                  <a:pt x="250491" y="2265078"/>
                </a:cubicBezTo>
                <a:cubicBezTo>
                  <a:pt x="250491" y="2270039"/>
                  <a:pt x="248507" y="2272023"/>
                  <a:pt x="243050" y="2272023"/>
                </a:cubicBezTo>
                <a:cubicBezTo>
                  <a:pt x="238090" y="2272023"/>
                  <a:pt x="236106" y="2270039"/>
                  <a:pt x="236106" y="2265078"/>
                </a:cubicBezTo>
                <a:cubicBezTo>
                  <a:pt x="236106" y="2259622"/>
                  <a:pt x="238090" y="2257142"/>
                  <a:pt x="244042" y="2257638"/>
                </a:cubicBezTo>
                <a:close/>
                <a:moveTo>
                  <a:pt x="176600" y="2257638"/>
                </a:moveTo>
                <a:cubicBezTo>
                  <a:pt x="181561" y="2257638"/>
                  <a:pt x="183545" y="2259622"/>
                  <a:pt x="184041" y="2264582"/>
                </a:cubicBezTo>
                <a:cubicBezTo>
                  <a:pt x="184041" y="2270535"/>
                  <a:pt x="182057" y="2272519"/>
                  <a:pt x="176600" y="2272023"/>
                </a:cubicBezTo>
                <a:cubicBezTo>
                  <a:pt x="171640" y="2272023"/>
                  <a:pt x="169656" y="2269543"/>
                  <a:pt x="170152" y="2264582"/>
                </a:cubicBezTo>
                <a:cubicBezTo>
                  <a:pt x="169656" y="2259622"/>
                  <a:pt x="171640" y="2257638"/>
                  <a:pt x="176600" y="2257638"/>
                </a:cubicBezTo>
                <a:close/>
                <a:moveTo>
                  <a:pt x="109648" y="2257638"/>
                </a:moveTo>
                <a:cubicBezTo>
                  <a:pt x="114609" y="2257638"/>
                  <a:pt x="117089" y="2259126"/>
                  <a:pt x="117585" y="2264086"/>
                </a:cubicBezTo>
                <a:cubicBezTo>
                  <a:pt x="118081" y="2269047"/>
                  <a:pt x="116097" y="2271527"/>
                  <a:pt x="111632" y="2272023"/>
                </a:cubicBezTo>
                <a:cubicBezTo>
                  <a:pt x="106176" y="2272519"/>
                  <a:pt x="103200" y="2270535"/>
                  <a:pt x="103200" y="2265078"/>
                </a:cubicBezTo>
                <a:cubicBezTo>
                  <a:pt x="102704" y="2260118"/>
                  <a:pt x="104688" y="2257638"/>
                  <a:pt x="109648" y="2257638"/>
                </a:cubicBezTo>
                <a:close/>
                <a:moveTo>
                  <a:pt x="44154" y="2257638"/>
                </a:moveTo>
                <a:cubicBezTo>
                  <a:pt x="48619" y="2258134"/>
                  <a:pt x="50603" y="2260118"/>
                  <a:pt x="50603" y="2265078"/>
                </a:cubicBezTo>
                <a:cubicBezTo>
                  <a:pt x="50107" y="2270039"/>
                  <a:pt x="48123" y="2272023"/>
                  <a:pt x="43162" y="2272023"/>
                </a:cubicBezTo>
                <a:cubicBezTo>
                  <a:pt x="38202" y="2272023"/>
                  <a:pt x="36218" y="2270039"/>
                  <a:pt x="36218" y="2265078"/>
                </a:cubicBezTo>
                <a:cubicBezTo>
                  <a:pt x="36218" y="2259622"/>
                  <a:pt x="38698" y="2257638"/>
                  <a:pt x="44154" y="2257638"/>
                </a:cubicBezTo>
                <a:close/>
                <a:moveTo>
                  <a:pt x="444978" y="2256646"/>
                </a:moveTo>
                <a:cubicBezTo>
                  <a:pt x="447954" y="2259622"/>
                  <a:pt x="451923" y="2261606"/>
                  <a:pt x="452419" y="2264086"/>
                </a:cubicBezTo>
                <a:cubicBezTo>
                  <a:pt x="452419" y="2266567"/>
                  <a:pt x="448946" y="2269543"/>
                  <a:pt x="446962" y="2272023"/>
                </a:cubicBezTo>
                <a:cubicBezTo>
                  <a:pt x="445970" y="2273015"/>
                  <a:pt x="438033" y="2267063"/>
                  <a:pt x="439025" y="2265079"/>
                </a:cubicBezTo>
                <a:cubicBezTo>
                  <a:pt x="440017" y="2262102"/>
                  <a:pt x="442498" y="2259622"/>
                  <a:pt x="444978" y="2256646"/>
                </a:cubicBezTo>
                <a:close/>
                <a:moveTo>
                  <a:pt x="986132" y="2196131"/>
                </a:moveTo>
                <a:cubicBezTo>
                  <a:pt x="987124" y="2196627"/>
                  <a:pt x="988116" y="2198115"/>
                  <a:pt x="988612" y="2199107"/>
                </a:cubicBezTo>
                <a:cubicBezTo>
                  <a:pt x="988612" y="2199107"/>
                  <a:pt x="987124" y="2200099"/>
                  <a:pt x="985636" y="2201587"/>
                </a:cubicBezTo>
                <a:cubicBezTo>
                  <a:pt x="984644" y="2199603"/>
                  <a:pt x="984148" y="2198611"/>
                  <a:pt x="984148" y="2197619"/>
                </a:cubicBezTo>
                <a:cubicBezTo>
                  <a:pt x="984148" y="2197123"/>
                  <a:pt x="986132" y="2195635"/>
                  <a:pt x="986132" y="2196131"/>
                </a:cubicBezTo>
                <a:close/>
                <a:moveTo>
                  <a:pt x="917184" y="2196131"/>
                </a:moveTo>
                <a:cubicBezTo>
                  <a:pt x="918176" y="2196627"/>
                  <a:pt x="919168" y="2198115"/>
                  <a:pt x="919664" y="2199107"/>
                </a:cubicBezTo>
                <a:cubicBezTo>
                  <a:pt x="919664" y="2199107"/>
                  <a:pt x="918176" y="2200099"/>
                  <a:pt x="916688" y="2201587"/>
                </a:cubicBezTo>
                <a:cubicBezTo>
                  <a:pt x="915696" y="2199603"/>
                  <a:pt x="915200" y="2198611"/>
                  <a:pt x="915200" y="2197619"/>
                </a:cubicBezTo>
                <a:cubicBezTo>
                  <a:pt x="915200" y="2197123"/>
                  <a:pt x="917184" y="2195635"/>
                  <a:pt x="917184" y="2196131"/>
                </a:cubicBezTo>
                <a:close/>
                <a:moveTo>
                  <a:pt x="1054054" y="2195634"/>
                </a:moveTo>
                <a:cubicBezTo>
                  <a:pt x="1054054" y="2195634"/>
                  <a:pt x="1054550" y="2197122"/>
                  <a:pt x="1056534" y="2198610"/>
                </a:cubicBezTo>
                <a:cubicBezTo>
                  <a:pt x="1054550" y="2199602"/>
                  <a:pt x="1053558" y="2200098"/>
                  <a:pt x="1052566" y="2200098"/>
                </a:cubicBezTo>
                <a:cubicBezTo>
                  <a:pt x="1052070" y="2200098"/>
                  <a:pt x="1050582" y="2198114"/>
                  <a:pt x="1051078" y="2198114"/>
                </a:cubicBezTo>
                <a:cubicBezTo>
                  <a:pt x="1051574" y="2197122"/>
                  <a:pt x="1053062" y="2196130"/>
                  <a:pt x="1054054" y="2195634"/>
                </a:cubicBezTo>
                <a:close/>
                <a:moveTo>
                  <a:pt x="850692" y="2193651"/>
                </a:moveTo>
                <a:cubicBezTo>
                  <a:pt x="852676" y="2194643"/>
                  <a:pt x="854660" y="2196627"/>
                  <a:pt x="855156" y="2198115"/>
                </a:cubicBezTo>
                <a:cubicBezTo>
                  <a:pt x="855156" y="2199603"/>
                  <a:pt x="852676" y="2201587"/>
                  <a:pt x="850692" y="2204067"/>
                </a:cubicBezTo>
                <a:cubicBezTo>
                  <a:pt x="848708" y="2201587"/>
                  <a:pt x="846723" y="2200595"/>
                  <a:pt x="845730" y="2198611"/>
                </a:cubicBezTo>
                <a:cubicBezTo>
                  <a:pt x="844740" y="2196627"/>
                  <a:pt x="848708" y="2192659"/>
                  <a:pt x="850692" y="2193651"/>
                </a:cubicBezTo>
                <a:close/>
                <a:moveTo>
                  <a:pt x="783730" y="2193154"/>
                </a:moveTo>
                <a:cubicBezTo>
                  <a:pt x="789188" y="2193650"/>
                  <a:pt x="788691" y="2193154"/>
                  <a:pt x="789188" y="2198114"/>
                </a:cubicBezTo>
                <a:cubicBezTo>
                  <a:pt x="788691" y="2201586"/>
                  <a:pt x="788195" y="2203571"/>
                  <a:pt x="784722" y="2203075"/>
                </a:cubicBezTo>
                <a:cubicBezTo>
                  <a:pt x="779265" y="2203075"/>
                  <a:pt x="779265" y="2203075"/>
                  <a:pt x="779265" y="2198114"/>
                </a:cubicBezTo>
                <a:cubicBezTo>
                  <a:pt x="779265" y="2194642"/>
                  <a:pt x="779761" y="2193154"/>
                  <a:pt x="783730" y="2193154"/>
                </a:cubicBezTo>
                <a:close/>
                <a:moveTo>
                  <a:pt x="714817" y="2191666"/>
                </a:moveTo>
                <a:cubicBezTo>
                  <a:pt x="716801" y="2191170"/>
                  <a:pt x="720273" y="2195634"/>
                  <a:pt x="723249" y="2198115"/>
                </a:cubicBezTo>
                <a:cubicBezTo>
                  <a:pt x="719777" y="2201091"/>
                  <a:pt x="717297" y="2204563"/>
                  <a:pt x="714817" y="2204563"/>
                </a:cubicBezTo>
                <a:cubicBezTo>
                  <a:pt x="712337" y="2204563"/>
                  <a:pt x="709857" y="2200595"/>
                  <a:pt x="707377" y="2198611"/>
                </a:cubicBezTo>
                <a:cubicBezTo>
                  <a:pt x="709857" y="2196130"/>
                  <a:pt x="711841" y="2192162"/>
                  <a:pt x="714817" y="2191666"/>
                </a:cubicBezTo>
                <a:close/>
                <a:moveTo>
                  <a:pt x="648308" y="2190674"/>
                </a:moveTo>
                <a:cubicBezTo>
                  <a:pt x="653269" y="2191170"/>
                  <a:pt x="655253" y="2193154"/>
                  <a:pt x="655253" y="2198114"/>
                </a:cubicBezTo>
                <a:cubicBezTo>
                  <a:pt x="655253" y="2203075"/>
                  <a:pt x="653269" y="2205059"/>
                  <a:pt x="648308" y="2205059"/>
                </a:cubicBezTo>
                <a:cubicBezTo>
                  <a:pt x="642852" y="2205059"/>
                  <a:pt x="640868" y="2202579"/>
                  <a:pt x="640868" y="2197122"/>
                </a:cubicBezTo>
                <a:cubicBezTo>
                  <a:pt x="641364" y="2192658"/>
                  <a:pt x="643348" y="2190674"/>
                  <a:pt x="648308" y="2190674"/>
                </a:cubicBezTo>
                <a:close/>
                <a:moveTo>
                  <a:pt x="581391" y="2190674"/>
                </a:moveTo>
                <a:cubicBezTo>
                  <a:pt x="586848" y="2191170"/>
                  <a:pt x="588832" y="2193154"/>
                  <a:pt x="588337" y="2198114"/>
                </a:cubicBezTo>
                <a:cubicBezTo>
                  <a:pt x="588337" y="2203075"/>
                  <a:pt x="586352" y="2205059"/>
                  <a:pt x="581391" y="2205059"/>
                </a:cubicBezTo>
                <a:cubicBezTo>
                  <a:pt x="575935" y="2205059"/>
                  <a:pt x="573950" y="2202579"/>
                  <a:pt x="573950" y="2197122"/>
                </a:cubicBezTo>
                <a:cubicBezTo>
                  <a:pt x="574446" y="2192658"/>
                  <a:pt x="576431" y="2190674"/>
                  <a:pt x="581391" y="2190674"/>
                </a:cubicBezTo>
                <a:close/>
                <a:moveTo>
                  <a:pt x="312510" y="2189186"/>
                </a:moveTo>
                <a:cubicBezTo>
                  <a:pt x="317469" y="2188690"/>
                  <a:pt x="321935" y="2193154"/>
                  <a:pt x="321935" y="2198114"/>
                </a:cubicBezTo>
                <a:cubicBezTo>
                  <a:pt x="321935" y="2203075"/>
                  <a:pt x="317965" y="2207539"/>
                  <a:pt x="313006" y="2208035"/>
                </a:cubicBezTo>
                <a:cubicBezTo>
                  <a:pt x="307053" y="2208035"/>
                  <a:pt x="302589" y="2204067"/>
                  <a:pt x="303085" y="2198114"/>
                </a:cubicBezTo>
                <a:cubicBezTo>
                  <a:pt x="303085" y="2193154"/>
                  <a:pt x="307549" y="2189186"/>
                  <a:pt x="312510" y="2189186"/>
                </a:cubicBezTo>
                <a:close/>
                <a:moveTo>
                  <a:pt x="514462" y="2188690"/>
                </a:moveTo>
                <a:cubicBezTo>
                  <a:pt x="515888" y="2188690"/>
                  <a:pt x="517376" y="2190674"/>
                  <a:pt x="521840" y="2194642"/>
                </a:cubicBezTo>
                <a:cubicBezTo>
                  <a:pt x="524817" y="2197619"/>
                  <a:pt x="524817" y="2199603"/>
                  <a:pt x="521344" y="2202083"/>
                </a:cubicBezTo>
                <a:cubicBezTo>
                  <a:pt x="519360" y="2203571"/>
                  <a:pt x="517872" y="2205555"/>
                  <a:pt x="516384" y="2207043"/>
                </a:cubicBezTo>
                <a:cubicBezTo>
                  <a:pt x="515888" y="2207539"/>
                  <a:pt x="515392" y="2207539"/>
                  <a:pt x="513904" y="2208035"/>
                </a:cubicBezTo>
                <a:cubicBezTo>
                  <a:pt x="511920" y="2206051"/>
                  <a:pt x="509936" y="2203571"/>
                  <a:pt x="507455" y="2202083"/>
                </a:cubicBezTo>
                <a:cubicBezTo>
                  <a:pt x="503982" y="2199107"/>
                  <a:pt x="504974" y="2197122"/>
                  <a:pt x="507455" y="2194642"/>
                </a:cubicBezTo>
                <a:cubicBezTo>
                  <a:pt x="511672" y="2190674"/>
                  <a:pt x="513036" y="2188690"/>
                  <a:pt x="514462" y="2188690"/>
                </a:cubicBezTo>
                <a:close/>
                <a:moveTo>
                  <a:pt x="379459" y="2188690"/>
                </a:moveTo>
                <a:cubicBezTo>
                  <a:pt x="384419" y="2188690"/>
                  <a:pt x="388884" y="2193155"/>
                  <a:pt x="388884" y="2198115"/>
                </a:cubicBezTo>
                <a:cubicBezTo>
                  <a:pt x="388388" y="2203075"/>
                  <a:pt x="383923" y="2207539"/>
                  <a:pt x="379459" y="2207539"/>
                </a:cubicBezTo>
                <a:cubicBezTo>
                  <a:pt x="374499" y="2207539"/>
                  <a:pt x="370035" y="2203571"/>
                  <a:pt x="369539" y="2198611"/>
                </a:cubicBezTo>
                <a:cubicBezTo>
                  <a:pt x="369043" y="2193155"/>
                  <a:pt x="373507" y="2188194"/>
                  <a:pt x="379459" y="2188690"/>
                </a:cubicBezTo>
                <a:close/>
                <a:moveTo>
                  <a:pt x="243550" y="2188690"/>
                </a:moveTo>
                <a:cubicBezTo>
                  <a:pt x="248510" y="2188690"/>
                  <a:pt x="252974" y="2193154"/>
                  <a:pt x="252974" y="2198114"/>
                </a:cubicBezTo>
                <a:cubicBezTo>
                  <a:pt x="252974" y="2203075"/>
                  <a:pt x="248510" y="2207539"/>
                  <a:pt x="243550" y="2207539"/>
                </a:cubicBezTo>
                <a:cubicBezTo>
                  <a:pt x="238093" y="2207539"/>
                  <a:pt x="233629" y="2203075"/>
                  <a:pt x="233629" y="2197618"/>
                </a:cubicBezTo>
                <a:cubicBezTo>
                  <a:pt x="233629" y="2192658"/>
                  <a:pt x="238589" y="2188690"/>
                  <a:pt x="243550" y="2188690"/>
                </a:cubicBezTo>
                <a:close/>
                <a:moveTo>
                  <a:pt x="177094" y="2188690"/>
                </a:moveTo>
                <a:cubicBezTo>
                  <a:pt x="182054" y="2188690"/>
                  <a:pt x="186022" y="2193154"/>
                  <a:pt x="186022" y="2198611"/>
                </a:cubicBezTo>
                <a:cubicBezTo>
                  <a:pt x="186022" y="2203571"/>
                  <a:pt x="181558" y="2208035"/>
                  <a:pt x="176597" y="2208035"/>
                </a:cubicBezTo>
                <a:cubicBezTo>
                  <a:pt x="171637" y="2208035"/>
                  <a:pt x="167173" y="2203571"/>
                  <a:pt x="167173" y="2198611"/>
                </a:cubicBezTo>
                <a:cubicBezTo>
                  <a:pt x="167173" y="2193154"/>
                  <a:pt x="171637" y="2188690"/>
                  <a:pt x="177094" y="2188690"/>
                </a:cubicBezTo>
                <a:close/>
                <a:moveTo>
                  <a:pt x="43674" y="2188690"/>
                </a:moveTo>
                <a:cubicBezTo>
                  <a:pt x="49130" y="2188690"/>
                  <a:pt x="53098" y="2193154"/>
                  <a:pt x="52602" y="2198611"/>
                </a:cubicBezTo>
                <a:cubicBezTo>
                  <a:pt x="52602" y="2203571"/>
                  <a:pt x="48138" y="2208035"/>
                  <a:pt x="43178" y="2208035"/>
                </a:cubicBezTo>
                <a:cubicBezTo>
                  <a:pt x="38217" y="2208035"/>
                  <a:pt x="33753" y="2203571"/>
                  <a:pt x="33753" y="2198611"/>
                </a:cubicBezTo>
                <a:cubicBezTo>
                  <a:pt x="33753" y="2193154"/>
                  <a:pt x="38217" y="2188690"/>
                  <a:pt x="43674" y="2188690"/>
                </a:cubicBezTo>
                <a:close/>
                <a:moveTo>
                  <a:pt x="444456" y="2188194"/>
                </a:moveTo>
                <a:cubicBezTo>
                  <a:pt x="447433" y="2187698"/>
                  <a:pt x="454873" y="2194146"/>
                  <a:pt x="454873" y="2197619"/>
                </a:cubicBezTo>
                <a:cubicBezTo>
                  <a:pt x="455369" y="2200595"/>
                  <a:pt x="448921" y="2207539"/>
                  <a:pt x="445944" y="2207539"/>
                </a:cubicBezTo>
                <a:cubicBezTo>
                  <a:pt x="443463" y="2207539"/>
                  <a:pt x="436519" y="2201587"/>
                  <a:pt x="436023" y="2198611"/>
                </a:cubicBezTo>
                <a:cubicBezTo>
                  <a:pt x="435527" y="2196131"/>
                  <a:pt x="441975" y="2188690"/>
                  <a:pt x="444456" y="2188194"/>
                </a:cubicBezTo>
                <a:close/>
                <a:moveTo>
                  <a:pt x="109149" y="2188194"/>
                </a:moveTo>
                <a:cubicBezTo>
                  <a:pt x="115102" y="2188194"/>
                  <a:pt x="119566" y="2192162"/>
                  <a:pt x="119070" y="2198115"/>
                </a:cubicBezTo>
                <a:cubicBezTo>
                  <a:pt x="119566" y="2203571"/>
                  <a:pt x="115102" y="2207539"/>
                  <a:pt x="109646" y="2207539"/>
                </a:cubicBezTo>
                <a:cubicBezTo>
                  <a:pt x="104685" y="2207539"/>
                  <a:pt x="100221" y="2203075"/>
                  <a:pt x="100221" y="2198115"/>
                </a:cubicBezTo>
                <a:cubicBezTo>
                  <a:pt x="100221" y="2193154"/>
                  <a:pt x="104189" y="2188690"/>
                  <a:pt x="109149" y="2188194"/>
                </a:cubicBezTo>
                <a:close/>
                <a:moveTo>
                  <a:pt x="1053062" y="2127183"/>
                </a:moveTo>
                <a:cubicBezTo>
                  <a:pt x="1054054" y="2127183"/>
                  <a:pt x="1054550" y="2128175"/>
                  <a:pt x="1056534" y="2129663"/>
                </a:cubicBezTo>
                <a:cubicBezTo>
                  <a:pt x="1054550" y="2130655"/>
                  <a:pt x="1053558" y="2131647"/>
                  <a:pt x="1053062" y="2131647"/>
                </a:cubicBezTo>
                <a:cubicBezTo>
                  <a:pt x="1052070" y="2131151"/>
                  <a:pt x="1051574" y="2129663"/>
                  <a:pt x="1050582" y="2128671"/>
                </a:cubicBezTo>
                <a:cubicBezTo>
                  <a:pt x="1051574" y="2128175"/>
                  <a:pt x="1052070" y="2126687"/>
                  <a:pt x="1053062" y="2127183"/>
                </a:cubicBezTo>
                <a:close/>
                <a:moveTo>
                  <a:pt x="1185501" y="2126687"/>
                </a:moveTo>
                <a:cubicBezTo>
                  <a:pt x="1186493" y="2127679"/>
                  <a:pt x="1187485" y="2128175"/>
                  <a:pt x="1188477" y="2129167"/>
                </a:cubicBezTo>
                <a:cubicBezTo>
                  <a:pt x="1188477" y="2129663"/>
                  <a:pt x="1187485" y="2130655"/>
                  <a:pt x="1186493" y="2132639"/>
                </a:cubicBezTo>
                <a:cubicBezTo>
                  <a:pt x="1185005" y="2131151"/>
                  <a:pt x="1184013" y="2130159"/>
                  <a:pt x="1184013" y="2129167"/>
                </a:cubicBezTo>
                <a:cubicBezTo>
                  <a:pt x="1184013" y="2128671"/>
                  <a:pt x="1185005" y="2127679"/>
                  <a:pt x="1185501" y="2126687"/>
                </a:cubicBezTo>
                <a:close/>
                <a:moveTo>
                  <a:pt x="1119034" y="2125199"/>
                </a:moveTo>
                <a:cubicBezTo>
                  <a:pt x="1120522" y="2126687"/>
                  <a:pt x="1122010" y="2127679"/>
                  <a:pt x="1122010" y="2128175"/>
                </a:cubicBezTo>
                <a:cubicBezTo>
                  <a:pt x="1121514" y="2129167"/>
                  <a:pt x="1120522" y="2130159"/>
                  <a:pt x="1119530" y="2131151"/>
                </a:cubicBezTo>
                <a:cubicBezTo>
                  <a:pt x="1119530" y="2131151"/>
                  <a:pt x="1117546" y="2130159"/>
                  <a:pt x="1117546" y="2129663"/>
                </a:cubicBezTo>
                <a:cubicBezTo>
                  <a:pt x="1117050" y="2128671"/>
                  <a:pt x="1118042" y="2127183"/>
                  <a:pt x="1119034" y="2125199"/>
                </a:cubicBezTo>
                <a:close/>
                <a:moveTo>
                  <a:pt x="986631" y="2123711"/>
                </a:moveTo>
                <a:cubicBezTo>
                  <a:pt x="991592" y="2123711"/>
                  <a:pt x="991096" y="2123711"/>
                  <a:pt x="991592" y="2129167"/>
                </a:cubicBezTo>
                <a:cubicBezTo>
                  <a:pt x="991096" y="2133632"/>
                  <a:pt x="989607" y="2134623"/>
                  <a:pt x="986631" y="2133632"/>
                </a:cubicBezTo>
                <a:cubicBezTo>
                  <a:pt x="981671" y="2133632"/>
                  <a:pt x="981671" y="2133632"/>
                  <a:pt x="981671" y="2128175"/>
                </a:cubicBezTo>
                <a:cubicBezTo>
                  <a:pt x="981671" y="2124207"/>
                  <a:pt x="983159" y="2123711"/>
                  <a:pt x="986631" y="2123711"/>
                </a:cubicBezTo>
                <a:close/>
                <a:moveTo>
                  <a:pt x="780267" y="2122222"/>
                </a:moveTo>
                <a:cubicBezTo>
                  <a:pt x="782748" y="2119246"/>
                  <a:pt x="784733" y="2119742"/>
                  <a:pt x="786718" y="2122222"/>
                </a:cubicBezTo>
                <a:cubicBezTo>
                  <a:pt x="789198" y="2123710"/>
                  <a:pt x="792172" y="2125695"/>
                  <a:pt x="794157" y="2127183"/>
                </a:cubicBezTo>
                <a:cubicBezTo>
                  <a:pt x="792669" y="2129663"/>
                  <a:pt x="792669" y="2130655"/>
                  <a:pt x="791677" y="2131647"/>
                </a:cubicBezTo>
                <a:cubicBezTo>
                  <a:pt x="790188" y="2133631"/>
                  <a:pt x="788206" y="2135119"/>
                  <a:pt x="786718" y="2136607"/>
                </a:cubicBezTo>
                <a:cubicBezTo>
                  <a:pt x="784237" y="2139583"/>
                  <a:pt x="782252" y="2139087"/>
                  <a:pt x="780267" y="2136607"/>
                </a:cubicBezTo>
                <a:cubicBezTo>
                  <a:pt x="778778" y="2135119"/>
                  <a:pt x="777786" y="2133631"/>
                  <a:pt x="776299" y="2132639"/>
                </a:cubicBezTo>
                <a:cubicBezTo>
                  <a:pt x="773325" y="2130159"/>
                  <a:pt x="773820" y="2128175"/>
                  <a:pt x="776299" y="2126191"/>
                </a:cubicBezTo>
                <a:cubicBezTo>
                  <a:pt x="777786" y="2124702"/>
                  <a:pt x="779275" y="2123710"/>
                  <a:pt x="780267" y="2122222"/>
                </a:cubicBezTo>
                <a:close/>
                <a:moveTo>
                  <a:pt x="851228" y="2121727"/>
                </a:moveTo>
                <a:cubicBezTo>
                  <a:pt x="856191" y="2121727"/>
                  <a:pt x="857677" y="2124207"/>
                  <a:pt x="857677" y="2129167"/>
                </a:cubicBezTo>
                <a:cubicBezTo>
                  <a:pt x="857677" y="2134128"/>
                  <a:pt x="855694" y="2136112"/>
                  <a:pt x="850237" y="2136112"/>
                </a:cubicBezTo>
                <a:cubicBezTo>
                  <a:pt x="845270" y="2136112"/>
                  <a:pt x="843294" y="2134128"/>
                  <a:pt x="843294" y="2129167"/>
                </a:cubicBezTo>
                <a:cubicBezTo>
                  <a:pt x="843294" y="2123711"/>
                  <a:pt x="845270" y="2121231"/>
                  <a:pt x="851228" y="2121727"/>
                </a:cubicBezTo>
                <a:close/>
                <a:moveTo>
                  <a:pt x="916702" y="2120734"/>
                </a:moveTo>
                <a:cubicBezTo>
                  <a:pt x="919678" y="2123710"/>
                  <a:pt x="922159" y="2126190"/>
                  <a:pt x="924143" y="2128670"/>
                </a:cubicBezTo>
                <a:cubicBezTo>
                  <a:pt x="925134" y="2130158"/>
                  <a:pt x="918686" y="2137103"/>
                  <a:pt x="916702" y="2136111"/>
                </a:cubicBezTo>
                <a:cubicBezTo>
                  <a:pt x="914222" y="2134127"/>
                  <a:pt x="910254" y="2131647"/>
                  <a:pt x="910254" y="2129167"/>
                </a:cubicBezTo>
                <a:cubicBezTo>
                  <a:pt x="910254" y="2126686"/>
                  <a:pt x="914222" y="2124206"/>
                  <a:pt x="916702" y="2120734"/>
                </a:cubicBezTo>
                <a:close/>
                <a:moveTo>
                  <a:pt x="714778" y="2119743"/>
                </a:moveTo>
                <a:cubicBezTo>
                  <a:pt x="719738" y="2119247"/>
                  <a:pt x="724202" y="2123711"/>
                  <a:pt x="724202" y="2128671"/>
                </a:cubicBezTo>
                <a:cubicBezTo>
                  <a:pt x="724202" y="2133632"/>
                  <a:pt x="720234" y="2138592"/>
                  <a:pt x="715770" y="2138592"/>
                </a:cubicBezTo>
                <a:cubicBezTo>
                  <a:pt x="710314" y="2139088"/>
                  <a:pt x="705354" y="2134624"/>
                  <a:pt x="705354" y="2129167"/>
                </a:cubicBezTo>
                <a:cubicBezTo>
                  <a:pt x="705354" y="2124207"/>
                  <a:pt x="709818" y="2119743"/>
                  <a:pt x="714778" y="2119743"/>
                </a:cubicBezTo>
                <a:close/>
                <a:moveTo>
                  <a:pt x="580859" y="2119743"/>
                </a:moveTo>
                <a:cubicBezTo>
                  <a:pt x="586315" y="2119247"/>
                  <a:pt x="590779" y="2123711"/>
                  <a:pt x="590779" y="2128671"/>
                </a:cubicBezTo>
                <a:cubicBezTo>
                  <a:pt x="590779" y="2133632"/>
                  <a:pt x="586811" y="2138592"/>
                  <a:pt x="581851" y="2138592"/>
                </a:cubicBezTo>
                <a:cubicBezTo>
                  <a:pt x="576394" y="2139088"/>
                  <a:pt x="571434" y="2134624"/>
                  <a:pt x="571434" y="2129167"/>
                </a:cubicBezTo>
                <a:cubicBezTo>
                  <a:pt x="571434" y="2124207"/>
                  <a:pt x="575898" y="2119743"/>
                  <a:pt x="580859" y="2119743"/>
                </a:cubicBezTo>
                <a:close/>
                <a:moveTo>
                  <a:pt x="515388" y="2119743"/>
                </a:moveTo>
                <a:cubicBezTo>
                  <a:pt x="523324" y="2119743"/>
                  <a:pt x="524316" y="2120735"/>
                  <a:pt x="524316" y="2129663"/>
                </a:cubicBezTo>
                <a:cubicBezTo>
                  <a:pt x="524316" y="2138096"/>
                  <a:pt x="523324" y="2138592"/>
                  <a:pt x="514395" y="2138592"/>
                </a:cubicBezTo>
                <a:cubicBezTo>
                  <a:pt x="505962" y="2138592"/>
                  <a:pt x="504970" y="2137600"/>
                  <a:pt x="504970" y="2129167"/>
                </a:cubicBezTo>
                <a:cubicBezTo>
                  <a:pt x="504970" y="2120239"/>
                  <a:pt x="505466" y="2119247"/>
                  <a:pt x="515388" y="2119743"/>
                </a:cubicBezTo>
                <a:close/>
                <a:moveTo>
                  <a:pt x="647861" y="2119742"/>
                </a:moveTo>
                <a:cubicBezTo>
                  <a:pt x="652820" y="2119742"/>
                  <a:pt x="657284" y="2123710"/>
                  <a:pt x="657780" y="2128671"/>
                </a:cubicBezTo>
                <a:cubicBezTo>
                  <a:pt x="658276" y="2134623"/>
                  <a:pt x="653812" y="2139087"/>
                  <a:pt x="647861" y="2138591"/>
                </a:cubicBezTo>
                <a:cubicBezTo>
                  <a:pt x="642900" y="2138591"/>
                  <a:pt x="638436" y="2134127"/>
                  <a:pt x="638436" y="2129167"/>
                </a:cubicBezTo>
                <a:cubicBezTo>
                  <a:pt x="638436" y="2124206"/>
                  <a:pt x="642900" y="2119742"/>
                  <a:pt x="647861" y="2119742"/>
                </a:cubicBezTo>
                <a:close/>
                <a:moveTo>
                  <a:pt x="378505" y="2117263"/>
                </a:moveTo>
                <a:cubicBezTo>
                  <a:pt x="382473" y="2116767"/>
                  <a:pt x="390410" y="2124207"/>
                  <a:pt x="390907" y="2128671"/>
                </a:cubicBezTo>
                <a:cubicBezTo>
                  <a:pt x="391403" y="2132143"/>
                  <a:pt x="383465" y="2140576"/>
                  <a:pt x="379497" y="2141072"/>
                </a:cubicBezTo>
                <a:cubicBezTo>
                  <a:pt x="376024" y="2141568"/>
                  <a:pt x="367590" y="2133632"/>
                  <a:pt x="367094" y="2129663"/>
                </a:cubicBezTo>
                <a:cubicBezTo>
                  <a:pt x="366598" y="2126191"/>
                  <a:pt x="374536" y="2117759"/>
                  <a:pt x="378505" y="2117263"/>
                </a:cubicBezTo>
                <a:close/>
                <a:moveTo>
                  <a:pt x="445940" y="2117262"/>
                </a:moveTo>
                <a:cubicBezTo>
                  <a:pt x="450404" y="2117262"/>
                  <a:pt x="457845" y="2125695"/>
                  <a:pt x="457348" y="2129663"/>
                </a:cubicBezTo>
                <a:cubicBezTo>
                  <a:pt x="456852" y="2133631"/>
                  <a:pt x="448916" y="2141568"/>
                  <a:pt x="444948" y="2141072"/>
                </a:cubicBezTo>
                <a:cubicBezTo>
                  <a:pt x="440979" y="2140576"/>
                  <a:pt x="433042" y="2132639"/>
                  <a:pt x="433538" y="2128671"/>
                </a:cubicBezTo>
                <a:cubicBezTo>
                  <a:pt x="434034" y="2124703"/>
                  <a:pt x="441972" y="2116766"/>
                  <a:pt x="445940" y="2117262"/>
                </a:cubicBezTo>
                <a:close/>
                <a:moveTo>
                  <a:pt x="312997" y="2117262"/>
                </a:moveTo>
                <a:cubicBezTo>
                  <a:pt x="317957" y="2117262"/>
                  <a:pt x="324405" y="2124702"/>
                  <a:pt x="324405" y="2129663"/>
                </a:cubicBezTo>
                <a:cubicBezTo>
                  <a:pt x="323909" y="2134623"/>
                  <a:pt x="316965" y="2141071"/>
                  <a:pt x="312005" y="2141071"/>
                </a:cubicBezTo>
                <a:cubicBezTo>
                  <a:pt x="307044" y="2141071"/>
                  <a:pt x="300596" y="2133631"/>
                  <a:pt x="300596" y="2128671"/>
                </a:cubicBezTo>
                <a:cubicBezTo>
                  <a:pt x="300596" y="2123710"/>
                  <a:pt x="308036" y="2117262"/>
                  <a:pt x="312997" y="2117262"/>
                </a:cubicBezTo>
                <a:close/>
                <a:moveTo>
                  <a:pt x="243069" y="2117262"/>
                </a:moveTo>
                <a:cubicBezTo>
                  <a:pt x="248525" y="2117262"/>
                  <a:pt x="254973" y="2123710"/>
                  <a:pt x="254973" y="2129167"/>
                </a:cubicBezTo>
                <a:cubicBezTo>
                  <a:pt x="254973" y="2134127"/>
                  <a:pt x="248029" y="2141071"/>
                  <a:pt x="243069" y="2141071"/>
                </a:cubicBezTo>
                <a:cubicBezTo>
                  <a:pt x="238108" y="2141071"/>
                  <a:pt x="231164" y="2134127"/>
                  <a:pt x="231164" y="2129167"/>
                </a:cubicBezTo>
                <a:cubicBezTo>
                  <a:pt x="231164" y="2124206"/>
                  <a:pt x="238108" y="2117262"/>
                  <a:pt x="243069" y="2117262"/>
                </a:cubicBezTo>
                <a:close/>
                <a:moveTo>
                  <a:pt x="176106" y="2117262"/>
                </a:moveTo>
                <a:cubicBezTo>
                  <a:pt x="181562" y="2117262"/>
                  <a:pt x="188506" y="2123710"/>
                  <a:pt x="188506" y="2128671"/>
                </a:cubicBezTo>
                <a:cubicBezTo>
                  <a:pt x="188506" y="2133631"/>
                  <a:pt x="182058" y="2140575"/>
                  <a:pt x="177098" y="2141071"/>
                </a:cubicBezTo>
                <a:cubicBezTo>
                  <a:pt x="172137" y="2141071"/>
                  <a:pt x="165193" y="2134623"/>
                  <a:pt x="164697" y="2129663"/>
                </a:cubicBezTo>
                <a:cubicBezTo>
                  <a:pt x="164697" y="2124702"/>
                  <a:pt x="171145" y="2117758"/>
                  <a:pt x="176106" y="2117262"/>
                </a:cubicBezTo>
                <a:close/>
                <a:moveTo>
                  <a:pt x="110132" y="2117262"/>
                </a:moveTo>
                <a:cubicBezTo>
                  <a:pt x="115092" y="2117262"/>
                  <a:pt x="122036" y="2124206"/>
                  <a:pt x="122036" y="2129167"/>
                </a:cubicBezTo>
                <a:cubicBezTo>
                  <a:pt x="122036" y="2134127"/>
                  <a:pt x="115092" y="2141071"/>
                  <a:pt x="110132" y="2141071"/>
                </a:cubicBezTo>
                <a:cubicBezTo>
                  <a:pt x="105171" y="2141071"/>
                  <a:pt x="98227" y="2134127"/>
                  <a:pt x="98227" y="2129167"/>
                </a:cubicBezTo>
                <a:cubicBezTo>
                  <a:pt x="98227" y="2123710"/>
                  <a:pt x="104675" y="2117262"/>
                  <a:pt x="110132" y="2117262"/>
                </a:cubicBezTo>
                <a:close/>
                <a:moveTo>
                  <a:pt x="43183" y="2117262"/>
                </a:moveTo>
                <a:cubicBezTo>
                  <a:pt x="48639" y="2117262"/>
                  <a:pt x="55086" y="2123710"/>
                  <a:pt x="55086" y="2129167"/>
                </a:cubicBezTo>
                <a:cubicBezTo>
                  <a:pt x="55086" y="2134127"/>
                  <a:pt x="48143" y="2141071"/>
                  <a:pt x="43183" y="2141071"/>
                </a:cubicBezTo>
                <a:cubicBezTo>
                  <a:pt x="38222" y="2141071"/>
                  <a:pt x="31278" y="2134127"/>
                  <a:pt x="31278" y="2129167"/>
                </a:cubicBezTo>
                <a:cubicBezTo>
                  <a:pt x="31278" y="2124206"/>
                  <a:pt x="38222" y="2117262"/>
                  <a:pt x="43183" y="2117262"/>
                </a:cubicBezTo>
                <a:close/>
                <a:moveTo>
                  <a:pt x="1321908" y="2060715"/>
                </a:moveTo>
                <a:cubicBezTo>
                  <a:pt x="1322900" y="2061211"/>
                  <a:pt x="1323892" y="2062699"/>
                  <a:pt x="1324388" y="2063691"/>
                </a:cubicBezTo>
                <a:cubicBezTo>
                  <a:pt x="1324388" y="2063195"/>
                  <a:pt x="1322900" y="2064187"/>
                  <a:pt x="1321412" y="2066171"/>
                </a:cubicBezTo>
                <a:cubicBezTo>
                  <a:pt x="1320420" y="2064187"/>
                  <a:pt x="1319924" y="2063195"/>
                  <a:pt x="1319924" y="2062203"/>
                </a:cubicBezTo>
                <a:cubicBezTo>
                  <a:pt x="1319924" y="2061707"/>
                  <a:pt x="1321908" y="2060219"/>
                  <a:pt x="1321908" y="2060715"/>
                </a:cubicBezTo>
                <a:close/>
                <a:moveTo>
                  <a:pt x="1185501" y="2060219"/>
                </a:moveTo>
                <a:cubicBezTo>
                  <a:pt x="1186493" y="2060219"/>
                  <a:pt x="1187981" y="2061211"/>
                  <a:pt x="1189965" y="2061707"/>
                </a:cubicBezTo>
                <a:cubicBezTo>
                  <a:pt x="1188477" y="2063195"/>
                  <a:pt x="1187485" y="2064683"/>
                  <a:pt x="1186989" y="2064683"/>
                </a:cubicBezTo>
                <a:cubicBezTo>
                  <a:pt x="1185997" y="2064187"/>
                  <a:pt x="1185005" y="2063195"/>
                  <a:pt x="1184013" y="2062203"/>
                </a:cubicBezTo>
                <a:cubicBezTo>
                  <a:pt x="1184013" y="2062203"/>
                  <a:pt x="1185005" y="2060219"/>
                  <a:pt x="1185501" y="2060219"/>
                </a:cubicBezTo>
                <a:close/>
                <a:moveTo>
                  <a:pt x="1256433" y="2059723"/>
                </a:moveTo>
                <a:cubicBezTo>
                  <a:pt x="1256433" y="2060219"/>
                  <a:pt x="1256929" y="2061211"/>
                  <a:pt x="1258913" y="2062699"/>
                </a:cubicBezTo>
                <a:cubicBezTo>
                  <a:pt x="1256929" y="2063691"/>
                  <a:pt x="1255937" y="2064187"/>
                  <a:pt x="1254945" y="2064187"/>
                </a:cubicBezTo>
                <a:cubicBezTo>
                  <a:pt x="1254449" y="2064187"/>
                  <a:pt x="1252961" y="2062203"/>
                  <a:pt x="1253457" y="2062203"/>
                </a:cubicBezTo>
                <a:cubicBezTo>
                  <a:pt x="1253953" y="2061211"/>
                  <a:pt x="1255441" y="2060219"/>
                  <a:pt x="1256433" y="2059723"/>
                </a:cubicBezTo>
                <a:close/>
                <a:moveTo>
                  <a:pt x="1120025" y="2057739"/>
                </a:moveTo>
                <a:cubicBezTo>
                  <a:pt x="1123994" y="2056747"/>
                  <a:pt x="1124490" y="2059228"/>
                  <a:pt x="1123994" y="2062700"/>
                </a:cubicBezTo>
                <a:cubicBezTo>
                  <a:pt x="1123994" y="2067660"/>
                  <a:pt x="1123994" y="2067164"/>
                  <a:pt x="1118537" y="2067660"/>
                </a:cubicBezTo>
                <a:cubicBezTo>
                  <a:pt x="1114569" y="2067660"/>
                  <a:pt x="1114073" y="2066172"/>
                  <a:pt x="1114073" y="2062700"/>
                </a:cubicBezTo>
                <a:cubicBezTo>
                  <a:pt x="1115065" y="2057739"/>
                  <a:pt x="1114569" y="2057739"/>
                  <a:pt x="1120025" y="2057739"/>
                </a:cubicBezTo>
                <a:close/>
                <a:moveTo>
                  <a:pt x="1052566" y="2055755"/>
                </a:moveTo>
                <a:cubicBezTo>
                  <a:pt x="1055046" y="2055755"/>
                  <a:pt x="1058022" y="2059227"/>
                  <a:pt x="1060998" y="2062203"/>
                </a:cubicBezTo>
                <a:cubicBezTo>
                  <a:pt x="1058022" y="2065179"/>
                  <a:pt x="1055542" y="2067660"/>
                  <a:pt x="1053062" y="2069644"/>
                </a:cubicBezTo>
                <a:cubicBezTo>
                  <a:pt x="1051574" y="2070636"/>
                  <a:pt x="1044663" y="2064188"/>
                  <a:pt x="1045655" y="2062203"/>
                </a:cubicBezTo>
                <a:cubicBezTo>
                  <a:pt x="1047639" y="2059723"/>
                  <a:pt x="1050086" y="2055755"/>
                  <a:pt x="1052566" y="2055755"/>
                </a:cubicBezTo>
                <a:close/>
                <a:moveTo>
                  <a:pt x="985642" y="2055259"/>
                </a:moveTo>
                <a:cubicBezTo>
                  <a:pt x="991098" y="2055259"/>
                  <a:pt x="993082" y="2057243"/>
                  <a:pt x="993082" y="2062203"/>
                </a:cubicBezTo>
                <a:cubicBezTo>
                  <a:pt x="993082" y="2067164"/>
                  <a:pt x="991098" y="2069644"/>
                  <a:pt x="986634" y="2069644"/>
                </a:cubicBezTo>
                <a:cubicBezTo>
                  <a:pt x="981674" y="2069644"/>
                  <a:pt x="979193" y="2068156"/>
                  <a:pt x="978697" y="2063195"/>
                </a:cubicBezTo>
                <a:cubicBezTo>
                  <a:pt x="978201" y="2057243"/>
                  <a:pt x="980186" y="2055259"/>
                  <a:pt x="985642" y="2055259"/>
                </a:cubicBezTo>
                <a:close/>
                <a:moveTo>
                  <a:pt x="915679" y="2053275"/>
                </a:moveTo>
                <a:cubicBezTo>
                  <a:pt x="918655" y="2052779"/>
                  <a:pt x="926591" y="2059724"/>
                  <a:pt x="926095" y="2062700"/>
                </a:cubicBezTo>
                <a:cubicBezTo>
                  <a:pt x="925599" y="2064684"/>
                  <a:pt x="925103" y="2067164"/>
                  <a:pt x="923615" y="2068652"/>
                </a:cubicBezTo>
                <a:cubicBezTo>
                  <a:pt x="922127" y="2070140"/>
                  <a:pt x="919647" y="2070636"/>
                  <a:pt x="917167" y="2072124"/>
                </a:cubicBezTo>
                <a:cubicBezTo>
                  <a:pt x="914686" y="2072124"/>
                  <a:pt x="907742" y="2065676"/>
                  <a:pt x="907246" y="2063196"/>
                </a:cubicBezTo>
                <a:cubicBezTo>
                  <a:pt x="907246" y="2060716"/>
                  <a:pt x="913198" y="2053275"/>
                  <a:pt x="915679" y="2053275"/>
                </a:cubicBezTo>
                <a:close/>
                <a:moveTo>
                  <a:pt x="850237" y="2052779"/>
                </a:moveTo>
                <a:cubicBezTo>
                  <a:pt x="855199" y="2052779"/>
                  <a:pt x="859662" y="2057243"/>
                  <a:pt x="859662" y="2062204"/>
                </a:cubicBezTo>
                <a:cubicBezTo>
                  <a:pt x="859662" y="2067660"/>
                  <a:pt x="855199" y="2072124"/>
                  <a:pt x="849742" y="2072124"/>
                </a:cubicBezTo>
                <a:cubicBezTo>
                  <a:pt x="844775" y="2072124"/>
                  <a:pt x="840810" y="2067164"/>
                  <a:pt x="840810" y="2062204"/>
                </a:cubicBezTo>
                <a:cubicBezTo>
                  <a:pt x="840810" y="2057243"/>
                  <a:pt x="845270" y="2052779"/>
                  <a:pt x="850237" y="2052779"/>
                </a:cubicBezTo>
                <a:close/>
                <a:moveTo>
                  <a:pt x="783721" y="2052779"/>
                </a:moveTo>
                <a:cubicBezTo>
                  <a:pt x="788681" y="2052779"/>
                  <a:pt x="793146" y="2057243"/>
                  <a:pt x="793146" y="2062204"/>
                </a:cubicBezTo>
                <a:cubicBezTo>
                  <a:pt x="793146" y="2067164"/>
                  <a:pt x="789177" y="2071628"/>
                  <a:pt x="784217" y="2072124"/>
                </a:cubicBezTo>
                <a:cubicBezTo>
                  <a:pt x="778265" y="2072620"/>
                  <a:pt x="773801" y="2068156"/>
                  <a:pt x="774297" y="2062204"/>
                </a:cubicBezTo>
                <a:cubicBezTo>
                  <a:pt x="774297" y="2057243"/>
                  <a:pt x="778761" y="2052779"/>
                  <a:pt x="783721" y="2052779"/>
                </a:cubicBezTo>
                <a:close/>
                <a:moveTo>
                  <a:pt x="445970" y="2050795"/>
                </a:moveTo>
                <a:cubicBezTo>
                  <a:pt x="454404" y="2050795"/>
                  <a:pt x="457876" y="2053771"/>
                  <a:pt x="457380" y="2062700"/>
                </a:cubicBezTo>
                <a:cubicBezTo>
                  <a:pt x="457380" y="2071132"/>
                  <a:pt x="453908" y="2074604"/>
                  <a:pt x="445474" y="2074604"/>
                </a:cubicBezTo>
                <a:cubicBezTo>
                  <a:pt x="437041" y="2074604"/>
                  <a:pt x="433569" y="2071628"/>
                  <a:pt x="433569" y="2063196"/>
                </a:cubicBezTo>
                <a:cubicBezTo>
                  <a:pt x="433569" y="2053771"/>
                  <a:pt x="436545" y="2050795"/>
                  <a:pt x="445970" y="2050795"/>
                </a:cubicBezTo>
                <a:close/>
                <a:moveTo>
                  <a:pt x="647849" y="2050299"/>
                </a:moveTo>
                <a:cubicBezTo>
                  <a:pt x="653305" y="2050299"/>
                  <a:pt x="659752" y="2057243"/>
                  <a:pt x="659752" y="2062204"/>
                </a:cubicBezTo>
                <a:cubicBezTo>
                  <a:pt x="659752" y="2067164"/>
                  <a:pt x="652809" y="2074108"/>
                  <a:pt x="647849" y="2074108"/>
                </a:cubicBezTo>
                <a:cubicBezTo>
                  <a:pt x="642888" y="2074108"/>
                  <a:pt x="635945" y="2067164"/>
                  <a:pt x="635945" y="2062204"/>
                </a:cubicBezTo>
                <a:cubicBezTo>
                  <a:pt x="635945" y="2057243"/>
                  <a:pt x="642888" y="2050299"/>
                  <a:pt x="647849" y="2050299"/>
                </a:cubicBezTo>
                <a:close/>
                <a:moveTo>
                  <a:pt x="581400" y="2050299"/>
                </a:moveTo>
                <a:cubicBezTo>
                  <a:pt x="586857" y="2050299"/>
                  <a:pt x="593305" y="2057243"/>
                  <a:pt x="593305" y="2062204"/>
                </a:cubicBezTo>
                <a:cubicBezTo>
                  <a:pt x="593305" y="2067164"/>
                  <a:pt x="586361" y="2074108"/>
                  <a:pt x="581400" y="2074108"/>
                </a:cubicBezTo>
                <a:cubicBezTo>
                  <a:pt x="576438" y="2074108"/>
                  <a:pt x="569494" y="2067164"/>
                  <a:pt x="569494" y="2062204"/>
                </a:cubicBezTo>
                <a:cubicBezTo>
                  <a:pt x="569494" y="2057243"/>
                  <a:pt x="576438" y="2050299"/>
                  <a:pt x="581400" y="2050299"/>
                </a:cubicBezTo>
                <a:close/>
                <a:moveTo>
                  <a:pt x="513427" y="2050299"/>
                </a:moveTo>
                <a:cubicBezTo>
                  <a:pt x="520371" y="2049307"/>
                  <a:pt x="526324" y="2055259"/>
                  <a:pt x="526324" y="2062203"/>
                </a:cubicBezTo>
                <a:cubicBezTo>
                  <a:pt x="526820" y="2069148"/>
                  <a:pt x="521363" y="2074108"/>
                  <a:pt x="514915" y="2074108"/>
                </a:cubicBezTo>
                <a:cubicBezTo>
                  <a:pt x="508466" y="2074108"/>
                  <a:pt x="503009" y="2069148"/>
                  <a:pt x="502513" y="2062699"/>
                </a:cubicBezTo>
                <a:cubicBezTo>
                  <a:pt x="502513" y="2055755"/>
                  <a:pt x="506481" y="2051291"/>
                  <a:pt x="513427" y="2050299"/>
                </a:cubicBezTo>
                <a:close/>
                <a:moveTo>
                  <a:pt x="377999" y="2050299"/>
                </a:moveTo>
                <a:cubicBezTo>
                  <a:pt x="387424" y="2050299"/>
                  <a:pt x="390896" y="2053275"/>
                  <a:pt x="390896" y="2062204"/>
                </a:cubicBezTo>
                <a:cubicBezTo>
                  <a:pt x="390896" y="2071132"/>
                  <a:pt x="387920" y="2074108"/>
                  <a:pt x="379487" y="2074108"/>
                </a:cubicBezTo>
                <a:cubicBezTo>
                  <a:pt x="370557" y="2074108"/>
                  <a:pt x="367085" y="2071132"/>
                  <a:pt x="367085" y="2062700"/>
                </a:cubicBezTo>
                <a:cubicBezTo>
                  <a:pt x="367085" y="2053771"/>
                  <a:pt x="370061" y="2050299"/>
                  <a:pt x="377999" y="2050299"/>
                </a:cubicBezTo>
                <a:close/>
                <a:moveTo>
                  <a:pt x="313517" y="2050299"/>
                </a:moveTo>
                <a:cubicBezTo>
                  <a:pt x="321455" y="2050299"/>
                  <a:pt x="324431" y="2053771"/>
                  <a:pt x="324431" y="2062700"/>
                </a:cubicBezTo>
                <a:cubicBezTo>
                  <a:pt x="324431" y="2071132"/>
                  <a:pt x="320959" y="2074108"/>
                  <a:pt x="311037" y="2074108"/>
                </a:cubicBezTo>
                <a:cubicBezTo>
                  <a:pt x="303597" y="2074108"/>
                  <a:pt x="300124" y="2070140"/>
                  <a:pt x="300621" y="2061212"/>
                </a:cubicBezTo>
                <a:cubicBezTo>
                  <a:pt x="300621" y="2053275"/>
                  <a:pt x="304093" y="2050299"/>
                  <a:pt x="313517" y="2050299"/>
                </a:cubicBezTo>
                <a:close/>
                <a:moveTo>
                  <a:pt x="243055" y="2050299"/>
                </a:moveTo>
                <a:cubicBezTo>
                  <a:pt x="251983" y="2050299"/>
                  <a:pt x="254959" y="2053771"/>
                  <a:pt x="254959" y="2062204"/>
                </a:cubicBezTo>
                <a:cubicBezTo>
                  <a:pt x="254959" y="2070636"/>
                  <a:pt x="251983" y="2074108"/>
                  <a:pt x="243551" y="2074108"/>
                </a:cubicBezTo>
                <a:cubicBezTo>
                  <a:pt x="234126" y="2074108"/>
                  <a:pt x="231150" y="2071132"/>
                  <a:pt x="231150" y="2061708"/>
                </a:cubicBezTo>
                <a:cubicBezTo>
                  <a:pt x="231150" y="2053275"/>
                  <a:pt x="234622" y="2050299"/>
                  <a:pt x="243055" y="2050299"/>
                </a:cubicBezTo>
                <a:close/>
                <a:moveTo>
                  <a:pt x="176108" y="2050299"/>
                </a:moveTo>
                <a:cubicBezTo>
                  <a:pt x="185036" y="2050299"/>
                  <a:pt x="188012" y="2053275"/>
                  <a:pt x="188508" y="2061708"/>
                </a:cubicBezTo>
                <a:cubicBezTo>
                  <a:pt x="188508" y="2070636"/>
                  <a:pt x="185532" y="2074108"/>
                  <a:pt x="177596" y="2074108"/>
                </a:cubicBezTo>
                <a:cubicBezTo>
                  <a:pt x="168171" y="2074108"/>
                  <a:pt x="164699" y="2071132"/>
                  <a:pt x="164699" y="2062204"/>
                </a:cubicBezTo>
                <a:cubicBezTo>
                  <a:pt x="164699" y="2053771"/>
                  <a:pt x="168171" y="2050795"/>
                  <a:pt x="176108" y="2050299"/>
                </a:cubicBezTo>
                <a:close/>
                <a:moveTo>
                  <a:pt x="110637" y="2050299"/>
                </a:moveTo>
                <a:cubicBezTo>
                  <a:pt x="119069" y="2050299"/>
                  <a:pt x="122045" y="2053771"/>
                  <a:pt x="122045" y="2062700"/>
                </a:cubicBezTo>
                <a:cubicBezTo>
                  <a:pt x="122045" y="2071132"/>
                  <a:pt x="118573" y="2074108"/>
                  <a:pt x="110141" y="2074108"/>
                </a:cubicBezTo>
                <a:cubicBezTo>
                  <a:pt x="101708" y="2074108"/>
                  <a:pt x="98236" y="2070636"/>
                  <a:pt x="98236" y="2062700"/>
                </a:cubicBezTo>
                <a:cubicBezTo>
                  <a:pt x="98236" y="2053771"/>
                  <a:pt x="101212" y="2050299"/>
                  <a:pt x="110637" y="2050299"/>
                </a:cubicBezTo>
                <a:close/>
                <a:moveTo>
                  <a:pt x="42675" y="2050299"/>
                </a:moveTo>
                <a:cubicBezTo>
                  <a:pt x="51603" y="2050299"/>
                  <a:pt x="55075" y="2053275"/>
                  <a:pt x="55075" y="2061212"/>
                </a:cubicBezTo>
                <a:cubicBezTo>
                  <a:pt x="55075" y="2070636"/>
                  <a:pt x="52099" y="2074108"/>
                  <a:pt x="43171" y="2074108"/>
                </a:cubicBezTo>
                <a:cubicBezTo>
                  <a:pt x="34738" y="2074108"/>
                  <a:pt x="31266" y="2071132"/>
                  <a:pt x="31266" y="2062700"/>
                </a:cubicBezTo>
                <a:cubicBezTo>
                  <a:pt x="31266" y="2053771"/>
                  <a:pt x="34242" y="2050795"/>
                  <a:pt x="42675" y="2050299"/>
                </a:cubicBezTo>
                <a:close/>
                <a:moveTo>
                  <a:pt x="714322" y="2050298"/>
                </a:moveTo>
                <a:cubicBezTo>
                  <a:pt x="717794" y="2049802"/>
                  <a:pt x="726225" y="2057739"/>
                  <a:pt x="726722" y="2061707"/>
                </a:cubicBezTo>
                <a:cubicBezTo>
                  <a:pt x="727218" y="2065179"/>
                  <a:pt x="719282" y="2073612"/>
                  <a:pt x="715314" y="2074108"/>
                </a:cubicBezTo>
                <a:cubicBezTo>
                  <a:pt x="711843" y="2074604"/>
                  <a:pt x="703410" y="2066667"/>
                  <a:pt x="702914" y="2062699"/>
                </a:cubicBezTo>
                <a:cubicBezTo>
                  <a:pt x="702418" y="2059227"/>
                  <a:pt x="710355" y="2050794"/>
                  <a:pt x="714322" y="2050298"/>
                </a:cubicBezTo>
                <a:close/>
                <a:moveTo>
                  <a:pt x="1388872" y="1993752"/>
                </a:moveTo>
                <a:cubicBezTo>
                  <a:pt x="1389368" y="1993752"/>
                  <a:pt x="1390360" y="1994744"/>
                  <a:pt x="1392344" y="1996232"/>
                </a:cubicBezTo>
                <a:cubicBezTo>
                  <a:pt x="1390360" y="1997224"/>
                  <a:pt x="1389368" y="1998216"/>
                  <a:pt x="1388872" y="1998216"/>
                </a:cubicBezTo>
                <a:cubicBezTo>
                  <a:pt x="1387880" y="1997720"/>
                  <a:pt x="1387384" y="1996232"/>
                  <a:pt x="1386392" y="1995240"/>
                </a:cubicBezTo>
                <a:cubicBezTo>
                  <a:pt x="1387384" y="1994744"/>
                  <a:pt x="1387880" y="1993256"/>
                  <a:pt x="1388872" y="1993752"/>
                </a:cubicBezTo>
                <a:close/>
                <a:moveTo>
                  <a:pt x="1322405" y="1992264"/>
                </a:moveTo>
                <a:cubicBezTo>
                  <a:pt x="1323397" y="1994248"/>
                  <a:pt x="1324389" y="1995240"/>
                  <a:pt x="1324389" y="1995736"/>
                </a:cubicBezTo>
                <a:cubicBezTo>
                  <a:pt x="1323893" y="1996728"/>
                  <a:pt x="1322405" y="1997224"/>
                  <a:pt x="1321413" y="1998216"/>
                </a:cubicBezTo>
                <a:cubicBezTo>
                  <a:pt x="1320917" y="1997224"/>
                  <a:pt x="1319429" y="1996728"/>
                  <a:pt x="1319925" y="1995736"/>
                </a:cubicBezTo>
                <a:cubicBezTo>
                  <a:pt x="1319925" y="1994744"/>
                  <a:pt x="1320917" y="1993752"/>
                  <a:pt x="1322405" y="1992264"/>
                </a:cubicBezTo>
                <a:close/>
                <a:moveTo>
                  <a:pt x="1256433" y="1990776"/>
                </a:moveTo>
                <a:cubicBezTo>
                  <a:pt x="1257425" y="1992264"/>
                  <a:pt x="1258913" y="1994248"/>
                  <a:pt x="1261394" y="1996232"/>
                </a:cubicBezTo>
                <a:cubicBezTo>
                  <a:pt x="1258913" y="1998216"/>
                  <a:pt x="1256929" y="2000200"/>
                  <a:pt x="1255441" y="2000200"/>
                </a:cubicBezTo>
                <a:cubicBezTo>
                  <a:pt x="1253953" y="2000200"/>
                  <a:pt x="1251969" y="1997720"/>
                  <a:pt x="1250977" y="1995736"/>
                </a:cubicBezTo>
                <a:cubicBezTo>
                  <a:pt x="1249985" y="1993752"/>
                  <a:pt x="1254449" y="1989784"/>
                  <a:pt x="1256433" y="1990776"/>
                </a:cubicBezTo>
                <a:close/>
                <a:moveTo>
                  <a:pt x="1119034" y="1988295"/>
                </a:moveTo>
                <a:cubicBezTo>
                  <a:pt x="1124490" y="1988295"/>
                  <a:pt x="1126474" y="1990279"/>
                  <a:pt x="1126474" y="1995239"/>
                </a:cubicBezTo>
                <a:cubicBezTo>
                  <a:pt x="1126474" y="2000200"/>
                  <a:pt x="1124986" y="2002680"/>
                  <a:pt x="1120026" y="2002680"/>
                </a:cubicBezTo>
                <a:cubicBezTo>
                  <a:pt x="1115066" y="2003176"/>
                  <a:pt x="1112585" y="2001192"/>
                  <a:pt x="1112089" y="1996728"/>
                </a:cubicBezTo>
                <a:cubicBezTo>
                  <a:pt x="1111593" y="1991271"/>
                  <a:pt x="1113578" y="1988791"/>
                  <a:pt x="1119034" y="1988295"/>
                </a:cubicBezTo>
                <a:close/>
                <a:moveTo>
                  <a:pt x="1186493" y="1987303"/>
                </a:moveTo>
                <a:cubicBezTo>
                  <a:pt x="1188973" y="1990775"/>
                  <a:pt x="1192941" y="1993255"/>
                  <a:pt x="1192941" y="1995735"/>
                </a:cubicBezTo>
                <a:cubicBezTo>
                  <a:pt x="1192941" y="1998215"/>
                  <a:pt x="1188973" y="2000696"/>
                  <a:pt x="1186493" y="2002680"/>
                </a:cubicBezTo>
                <a:cubicBezTo>
                  <a:pt x="1185005" y="2003672"/>
                  <a:pt x="1178061" y="1996727"/>
                  <a:pt x="1179549" y="1995239"/>
                </a:cubicBezTo>
                <a:cubicBezTo>
                  <a:pt x="1181037" y="1992759"/>
                  <a:pt x="1183517" y="1990279"/>
                  <a:pt x="1186493" y="1987303"/>
                </a:cubicBezTo>
                <a:close/>
                <a:moveTo>
                  <a:pt x="986107" y="1986311"/>
                </a:moveTo>
                <a:cubicBezTo>
                  <a:pt x="991068" y="1986311"/>
                  <a:pt x="995532" y="1990279"/>
                  <a:pt x="996028" y="1995240"/>
                </a:cubicBezTo>
                <a:cubicBezTo>
                  <a:pt x="996028" y="2001192"/>
                  <a:pt x="992060" y="2005656"/>
                  <a:pt x="986107" y="2005160"/>
                </a:cubicBezTo>
                <a:cubicBezTo>
                  <a:pt x="981147" y="2005160"/>
                  <a:pt x="977179" y="2000696"/>
                  <a:pt x="977179" y="1995735"/>
                </a:cubicBezTo>
                <a:cubicBezTo>
                  <a:pt x="976683" y="1990775"/>
                  <a:pt x="981147" y="1986311"/>
                  <a:pt x="986107" y="1986311"/>
                </a:cubicBezTo>
                <a:close/>
                <a:moveTo>
                  <a:pt x="917157" y="1986311"/>
                </a:moveTo>
                <a:cubicBezTo>
                  <a:pt x="926580" y="1986311"/>
                  <a:pt x="926580" y="1986311"/>
                  <a:pt x="926580" y="1995735"/>
                </a:cubicBezTo>
                <a:cubicBezTo>
                  <a:pt x="926580" y="2005160"/>
                  <a:pt x="926580" y="2005160"/>
                  <a:pt x="917157" y="2005160"/>
                </a:cubicBezTo>
                <a:cubicBezTo>
                  <a:pt x="908228" y="2005160"/>
                  <a:pt x="907236" y="2004664"/>
                  <a:pt x="907236" y="1995240"/>
                </a:cubicBezTo>
                <a:cubicBezTo>
                  <a:pt x="907236" y="1986807"/>
                  <a:pt x="908228" y="1986311"/>
                  <a:pt x="917157" y="1986311"/>
                </a:cubicBezTo>
                <a:close/>
                <a:moveTo>
                  <a:pt x="1053558" y="1985815"/>
                </a:moveTo>
                <a:cubicBezTo>
                  <a:pt x="1056038" y="1986311"/>
                  <a:pt x="1062487" y="1993255"/>
                  <a:pt x="1062487" y="1995736"/>
                </a:cubicBezTo>
                <a:cubicBezTo>
                  <a:pt x="1061991" y="1998712"/>
                  <a:pt x="1055046" y="2005160"/>
                  <a:pt x="1053062" y="2005160"/>
                </a:cubicBezTo>
                <a:cubicBezTo>
                  <a:pt x="1051078" y="2004168"/>
                  <a:pt x="1048137" y="2004168"/>
                  <a:pt x="1047145" y="2002680"/>
                </a:cubicBezTo>
                <a:cubicBezTo>
                  <a:pt x="1045657" y="2000696"/>
                  <a:pt x="1044169" y="1998216"/>
                  <a:pt x="1043673" y="1995736"/>
                </a:cubicBezTo>
                <a:cubicBezTo>
                  <a:pt x="1043177" y="1992759"/>
                  <a:pt x="1050582" y="1985815"/>
                  <a:pt x="1053558" y="1985815"/>
                </a:cubicBezTo>
                <a:close/>
                <a:moveTo>
                  <a:pt x="850228" y="1983831"/>
                </a:moveTo>
                <a:cubicBezTo>
                  <a:pt x="854198" y="1983831"/>
                  <a:pt x="862133" y="1991767"/>
                  <a:pt x="862133" y="1995736"/>
                </a:cubicBezTo>
                <a:cubicBezTo>
                  <a:pt x="862133" y="1999704"/>
                  <a:pt x="854198" y="2007640"/>
                  <a:pt x="850228" y="2007640"/>
                </a:cubicBezTo>
                <a:cubicBezTo>
                  <a:pt x="846252" y="2007640"/>
                  <a:pt x="838321" y="1999704"/>
                  <a:pt x="838321" y="1995736"/>
                </a:cubicBezTo>
                <a:cubicBezTo>
                  <a:pt x="838321" y="1991767"/>
                  <a:pt x="846252" y="1983831"/>
                  <a:pt x="850228" y="1983831"/>
                </a:cubicBezTo>
                <a:close/>
                <a:moveTo>
                  <a:pt x="784220" y="1983831"/>
                </a:moveTo>
                <a:cubicBezTo>
                  <a:pt x="790669" y="1984327"/>
                  <a:pt x="795629" y="1989783"/>
                  <a:pt x="795629" y="1996232"/>
                </a:cubicBezTo>
                <a:cubicBezTo>
                  <a:pt x="795629" y="2002680"/>
                  <a:pt x="790173" y="2007640"/>
                  <a:pt x="783724" y="2007640"/>
                </a:cubicBezTo>
                <a:cubicBezTo>
                  <a:pt x="777276" y="2007640"/>
                  <a:pt x="771821" y="2002680"/>
                  <a:pt x="771821" y="1996232"/>
                </a:cubicBezTo>
                <a:cubicBezTo>
                  <a:pt x="771324" y="1988295"/>
                  <a:pt x="778764" y="1983335"/>
                  <a:pt x="784220" y="1983831"/>
                </a:cubicBezTo>
                <a:close/>
                <a:moveTo>
                  <a:pt x="714799" y="1983831"/>
                </a:moveTo>
                <a:cubicBezTo>
                  <a:pt x="723231" y="1983831"/>
                  <a:pt x="726702" y="1986807"/>
                  <a:pt x="726702" y="1995240"/>
                </a:cubicBezTo>
                <a:cubicBezTo>
                  <a:pt x="726702" y="2004664"/>
                  <a:pt x="723727" y="2007640"/>
                  <a:pt x="714303" y="2007640"/>
                </a:cubicBezTo>
                <a:cubicBezTo>
                  <a:pt x="705870" y="2007640"/>
                  <a:pt x="702895" y="2004168"/>
                  <a:pt x="702895" y="1995736"/>
                </a:cubicBezTo>
                <a:cubicBezTo>
                  <a:pt x="702895" y="1987303"/>
                  <a:pt x="706366" y="1983831"/>
                  <a:pt x="714799" y="1983831"/>
                </a:cubicBezTo>
                <a:close/>
                <a:moveTo>
                  <a:pt x="647821" y="1983831"/>
                </a:moveTo>
                <a:cubicBezTo>
                  <a:pt x="656253" y="1983831"/>
                  <a:pt x="659725" y="1986807"/>
                  <a:pt x="659725" y="1995240"/>
                </a:cubicBezTo>
                <a:cubicBezTo>
                  <a:pt x="659725" y="2004664"/>
                  <a:pt x="656749" y="2007640"/>
                  <a:pt x="647325" y="2007640"/>
                </a:cubicBezTo>
                <a:cubicBezTo>
                  <a:pt x="638892" y="2007640"/>
                  <a:pt x="635916" y="2004168"/>
                  <a:pt x="635916" y="1995736"/>
                </a:cubicBezTo>
                <a:cubicBezTo>
                  <a:pt x="636412" y="1987303"/>
                  <a:pt x="639388" y="1983831"/>
                  <a:pt x="647821" y="1983831"/>
                </a:cubicBezTo>
                <a:close/>
                <a:moveTo>
                  <a:pt x="581892" y="1983831"/>
                </a:moveTo>
                <a:cubicBezTo>
                  <a:pt x="590324" y="1983831"/>
                  <a:pt x="593301" y="1987303"/>
                  <a:pt x="593301" y="1996232"/>
                </a:cubicBezTo>
                <a:cubicBezTo>
                  <a:pt x="593301" y="2004664"/>
                  <a:pt x="589828" y="2007640"/>
                  <a:pt x="581396" y="2007640"/>
                </a:cubicBezTo>
                <a:cubicBezTo>
                  <a:pt x="572466" y="2007640"/>
                  <a:pt x="569490" y="2004664"/>
                  <a:pt x="569490" y="1994744"/>
                </a:cubicBezTo>
                <a:cubicBezTo>
                  <a:pt x="569490" y="1986807"/>
                  <a:pt x="572962" y="1983831"/>
                  <a:pt x="581892" y="1983831"/>
                </a:cubicBezTo>
                <a:close/>
                <a:moveTo>
                  <a:pt x="513902" y="1981847"/>
                </a:moveTo>
                <a:cubicBezTo>
                  <a:pt x="519359" y="1981351"/>
                  <a:pt x="529279" y="1991271"/>
                  <a:pt x="528783" y="1995736"/>
                </a:cubicBezTo>
                <a:cubicBezTo>
                  <a:pt x="528783" y="2000696"/>
                  <a:pt x="518863" y="2010121"/>
                  <a:pt x="513902" y="2010121"/>
                </a:cubicBezTo>
                <a:cubicBezTo>
                  <a:pt x="508941" y="2009624"/>
                  <a:pt x="499517" y="1999704"/>
                  <a:pt x="500013" y="1995240"/>
                </a:cubicBezTo>
                <a:cubicBezTo>
                  <a:pt x="500509" y="1990775"/>
                  <a:pt x="509437" y="1981847"/>
                  <a:pt x="513902" y="1981847"/>
                </a:cubicBezTo>
                <a:close/>
                <a:moveTo>
                  <a:pt x="378978" y="1981847"/>
                </a:moveTo>
                <a:cubicBezTo>
                  <a:pt x="386418" y="1981351"/>
                  <a:pt x="393363" y="1987799"/>
                  <a:pt x="393363" y="1995736"/>
                </a:cubicBezTo>
                <a:cubicBezTo>
                  <a:pt x="393363" y="2003176"/>
                  <a:pt x="386914" y="2010120"/>
                  <a:pt x="379474" y="2010120"/>
                </a:cubicBezTo>
                <a:cubicBezTo>
                  <a:pt x="372032" y="2010120"/>
                  <a:pt x="365088" y="2003672"/>
                  <a:pt x="365088" y="1996232"/>
                </a:cubicBezTo>
                <a:cubicBezTo>
                  <a:pt x="365088" y="1988791"/>
                  <a:pt x="371536" y="1981847"/>
                  <a:pt x="378978" y="1981847"/>
                </a:cubicBezTo>
                <a:close/>
                <a:moveTo>
                  <a:pt x="312517" y="1981847"/>
                </a:moveTo>
                <a:cubicBezTo>
                  <a:pt x="319462" y="1981847"/>
                  <a:pt x="326407" y="1986807"/>
                  <a:pt x="326407" y="1996232"/>
                </a:cubicBezTo>
                <a:cubicBezTo>
                  <a:pt x="325414" y="2003176"/>
                  <a:pt x="321446" y="2010121"/>
                  <a:pt x="312021" y="2010121"/>
                </a:cubicBezTo>
                <a:cubicBezTo>
                  <a:pt x="305076" y="2010121"/>
                  <a:pt x="298132" y="2005160"/>
                  <a:pt x="298132" y="1995736"/>
                </a:cubicBezTo>
                <a:cubicBezTo>
                  <a:pt x="298132" y="1988791"/>
                  <a:pt x="303092" y="1981847"/>
                  <a:pt x="312517" y="1981847"/>
                </a:cubicBezTo>
                <a:close/>
                <a:moveTo>
                  <a:pt x="243062" y="1981847"/>
                </a:moveTo>
                <a:cubicBezTo>
                  <a:pt x="250502" y="1981351"/>
                  <a:pt x="257447" y="1987799"/>
                  <a:pt x="257447" y="1995736"/>
                </a:cubicBezTo>
                <a:cubicBezTo>
                  <a:pt x="257447" y="2003176"/>
                  <a:pt x="250998" y="2010120"/>
                  <a:pt x="243558" y="2010120"/>
                </a:cubicBezTo>
                <a:cubicBezTo>
                  <a:pt x="236117" y="2010120"/>
                  <a:pt x="229173" y="2003672"/>
                  <a:pt x="229173" y="1996232"/>
                </a:cubicBezTo>
                <a:cubicBezTo>
                  <a:pt x="229173" y="1988791"/>
                  <a:pt x="235621" y="1981847"/>
                  <a:pt x="243062" y="1981847"/>
                </a:cubicBezTo>
                <a:close/>
                <a:moveTo>
                  <a:pt x="176596" y="1981847"/>
                </a:moveTo>
                <a:cubicBezTo>
                  <a:pt x="183540" y="1981847"/>
                  <a:pt x="190485" y="1986807"/>
                  <a:pt x="190485" y="1996232"/>
                </a:cubicBezTo>
                <a:cubicBezTo>
                  <a:pt x="190485" y="2002680"/>
                  <a:pt x="185524" y="2009625"/>
                  <a:pt x="176100" y="2010121"/>
                </a:cubicBezTo>
                <a:cubicBezTo>
                  <a:pt x="169155" y="2009128"/>
                  <a:pt x="162211" y="2005160"/>
                  <a:pt x="162211" y="1995736"/>
                </a:cubicBezTo>
                <a:cubicBezTo>
                  <a:pt x="162211" y="1988791"/>
                  <a:pt x="167171" y="1981847"/>
                  <a:pt x="176596" y="1981847"/>
                </a:cubicBezTo>
                <a:close/>
                <a:moveTo>
                  <a:pt x="444972" y="1981351"/>
                </a:moveTo>
                <a:cubicBezTo>
                  <a:pt x="453405" y="1980855"/>
                  <a:pt x="459357" y="1986807"/>
                  <a:pt x="459853" y="1994744"/>
                </a:cubicBezTo>
                <a:cubicBezTo>
                  <a:pt x="460349" y="2003672"/>
                  <a:pt x="454397" y="2009128"/>
                  <a:pt x="446460" y="2010121"/>
                </a:cubicBezTo>
                <a:cubicBezTo>
                  <a:pt x="438026" y="2010121"/>
                  <a:pt x="432074" y="2004168"/>
                  <a:pt x="431578" y="1996232"/>
                </a:cubicBezTo>
                <a:cubicBezTo>
                  <a:pt x="431082" y="1987799"/>
                  <a:pt x="437035" y="1981847"/>
                  <a:pt x="444972" y="1981351"/>
                </a:cubicBezTo>
                <a:close/>
                <a:moveTo>
                  <a:pt x="109654" y="1981351"/>
                </a:moveTo>
                <a:cubicBezTo>
                  <a:pt x="118582" y="1981351"/>
                  <a:pt x="124039" y="1986807"/>
                  <a:pt x="124039" y="1995240"/>
                </a:cubicBezTo>
                <a:cubicBezTo>
                  <a:pt x="124039" y="2004168"/>
                  <a:pt x="118582" y="2009625"/>
                  <a:pt x="110150" y="2009625"/>
                </a:cubicBezTo>
                <a:cubicBezTo>
                  <a:pt x="101221" y="2009625"/>
                  <a:pt x="95765" y="2004168"/>
                  <a:pt x="95765" y="1995736"/>
                </a:cubicBezTo>
                <a:cubicBezTo>
                  <a:pt x="95765" y="1986807"/>
                  <a:pt x="101221" y="1981351"/>
                  <a:pt x="109654" y="1981351"/>
                </a:cubicBezTo>
                <a:close/>
                <a:moveTo>
                  <a:pt x="43665" y="1981351"/>
                </a:moveTo>
                <a:cubicBezTo>
                  <a:pt x="52097" y="1981351"/>
                  <a:pt x="57553" y="1987303"/>
                  <a:pt x="57553" y="1995736"/>
                </a:cubicBezTo>
                <a:cubicBezTo>
                  <a:pt x="57553" y="2004168"/>
                  <a:pt x="51601" y="2010120"/>
                  <a:pt x="43169" y="2009624"/>
                </a:cubicBezTo>
                <a:cubicBezTo>
                  <a:pt x="34736" y="2009624"/>
                  <a:pt x="28784" y="2003672"/>
                  <a:pt x="29280" y="1995240"/>
                </a:cubicBezTo>
                <a:cubicBezTo>
                  <a:pt x="29280" y="1986807"/>
                  <a:pt x="35232" y="1980855"/>
                  <a:pt x="43665" y="1981351"/>
                </a:cubicBezTo>
                <a:close/>
                <a:moveTo>
                  <a:pt x="1457324" y="1927284"/>
                </a:moveTo>
                <a:cubicBezTo>
                  <a:pt x="1458316" y="1927780"/>
                  <a:pt x="1459308" y="1929268"/>
                  <a:pt x="1459804" y="1930260"/>
                </a:cubicBezTo>
                <a:cubicBezTo>
                  <a:pt x="1459804" y="1930260"/>
                  <a:pt x="1458812" y="1931252"/>
                  <a:pt x="1456828" y="1932740"/>
                </a:cubicBezTo>
                <a:cubicBezTo>
                  <a:pt x="1455836" y="1930756"/>
                  <a:pt x="1455340" y="1929764"/>
                  <a:pt x="1455340" y="1928772"/>
                </a:cubicBezTo>
                <a:cubicBezTo>
                  <a:pt x="1455340" y="1928276"/>
                  <a:pt x="1457324" y="1926788"/>
                  <a:pt x="1457324" y="1927284"/>
                </a:cubicBezTo>
                <a:close/>
                <a:moveTo>
                  <a:pt x="1388872" y="1924308"/>
                </a:moveTo>
                <a:cubicBezTo>
                  <a:pt x="1390360" y="1924308"/>
                  <a:pt x="1391848" y="1926788"/>
                  <a:pt x="1394824" y="1928772"/>
                </a:cubicBezTo>
                <a:cubicBezTo>
                  <a:pt x="1392344" y="1930756"/>
                  <a:pt x="1391352" y="1932741"/>
                  <a:pt x="1389368" y="1933732"/>
                </a:cubicBezTo>
                <a:cubicBezTo>
                  <a:pt x="1387384" y="1934725"/>
                  <a:pt x="1383416" y="1930756"/>
                  <a:pt x="1384408" y="1928772"/>
                </a:cubicBezTo>
                <a:cubicBezTo>
                  <a:pt x="1385400" y="1926788"/>
                  <a:pt x="1387384" y="1924804"/>
                  <a:pt x="1388872" y="1924308"/>
                </a:cubicBezTo>
                <a:close/>
                <a:moveTo>
                  <a:pt x="1321908" y="1924308"/>
                </a:moveTo>
                <a:cubicBezTo>
                  <a:pt x="1324885" y="1923812"/>
                  <a:pt x="1326869" y="1924804"/>
                  <a:pt x="1326373" y="1928772"/>
                </a:cubicBezTo>
                <a:cubicBezTo>
                  <a:pt x="1325876" y="1934228"/>
                  <a:pt x="1326373" y="1933732"/>
                  <a:pt x="1321412" y="1934228"/>
                </a:cubicBezTo>
                <a:cubicBezTo>
                  <a:pt x="1317940" y="1934228"/>
                  <a:pt x="1316452" y="1933732"/>
                  <a:pt x="1316452" y="1929764"/>
                </a:cubicBezTo>
                <a:cubicBezTo>
                  <a:pt x="1317444" y="1924308"/>
                  <a:pt x="1316948" y="1924308"/>
                  <a:pt x="1321908" y="1924308"/>
                </a:cubicBezTo>
                <a:close/>
                <a:moveTo>
                  <a:pt x="1254449" y="1921827"/>
                </a:moveTo>
                <a:cubicBezTo>
                  <a:pt x="1260402" y="1921331"/>
                  <a:pt x="1262386" y="1923316"/>
                  <a:pt x="1262386" y="1928772"/>
                </a:cubicBezTo>
                <a:cubicBezTo>
                  <a:pt x="1262386" y="1934228"/>
                  <a:pt x="1260402" y="1936212"/>
                  <a:pt x="1255441" y="1936212"/>
                </a:cubicBezTo>
                <a:cubicBezTo>
                  <a:pt x="1250481" y="1936212"/>
                  <a:pt x="1248001" y="1934228"/>
                  <a:pt x="1248001" y="1929764"/>
                </a:cubicBezTo>
                <a:cubicBezTo>
                  <a:pt x="1248001" y="1924804"/>
                  <a:pt x="1249489" y="1922324"/>
                  <a:pt x="1254449" y="1921827"/>
                </a:cubicBezTo>
                <a:close/>
                <a:moveTo>
                  <a:pt x="1119530" y="1919844"/>
                </a:moveTo>
                <a:cubicBezTo>
                  <a:pt x="1124490" y="1919348"/>
                  <a:pt x="1128955" y="1923812"/>
                  <a:pt x="1128955" y="1928772"/>
                </a:cubicBezTo>
                <a:cubicBezTo>
                  <a:pt x="1128955" y="1933732"/>
                  <a:pt x="1124986" y="1938197"/>
                  <a:pt x="1120026" y="1938693"/>
                </a:cubicBezTo>
                <a:cubicBezTo>
                  <a:pt x="1114074" y="1938693"/>
                  <a:pt x="1109610" y="1934725"/>
                  <a:pt x="1110106" y="1928772"/>
                </a:cubicBezTo>
                <a:cubicBezTo>
                  <a:pt x="1110106" y="1923812"/>
                  <a:pt x="1114570" y="1919844"/>
                  <a:pt x="1119530" y="1919844"/>
                </a:cubicBezTo>
                <a:close/>
                <a:moveTo>
                  <a:pt x="1186989" y="1919348"/>
                </a:moveTo>
                <a:cubicBezTo>
                  <a:pt x="1189469" y="1919844"/>
                  <a:pt x="1195918" y="1926788"/>
                  <a:pt x="1195918" y="1929269"/>
                </a:cubicBezTo>
                <a:cubicBezTo>
                  <a:pt x="1195422" y="1932245"/>
                  <a:pt x="1188477" y="1938693"/>
                  <a:pt x="1186493" y="1938693"/>
                </a:cubicBezTo>
                <a:cubicBezTo>
                  <a:pt x="1184509" y="1937701"/>
                  <a:pt x="1181533" y="1937701"/>
                  <a:pt x="1180541" y="1936213"/>
                </a:cubicBezTo>
                <a:cubicBezTo>
                  <a:pt x="1179053" y="1934229"/>
                  <a:pt x="1177565" y="1931749"/>
                  <a:pt x="1177069" y="1929269"/>
                </a:cubicBezTo>
                <a:cubicBezTo>
                  <a:pt x="1176573" y="1926292"/>
                  <a:pt x="1184013" y="1919348"/>
                  <a:pt x="1186989" y="1919348"/>
                </a:cubicBezTo>
                <a:close/>
                <a:moveTo>
                  <a:pt x="1053559" y="1919348"/>
                </a:moveTo>
                <a:cubicBezTo>
                  <a:pt x="1061991" y="1919348"/>
                  <a:pt x="1062487" y="1920340"/>
                  <a:pt x="1062487" y="1929269"/>
                </a:cubicBezTo>
                <a:cubicBezTo>
                  <a:pt x="1062487" y="1937701"/>
                  <a:pt x="1061495" y="1938693"/>
                  <a:pt x="1051574" y="1938693"/>
                </a:cubicBezTo>
                <a:cubicBezTo>
                  <a:pt x="1044178" y="1938693"/>
                  <a:pt x="1043186" y="1937205"/>
                  <a:pt x="1043186" y="1928277"/>
                </a:cubicBezTo>
                <a:cubicBezTo>
                  <a:pt x="1043682" y="1920340"/>
                  <a:pt x="1044178" y="1919348"/>
                  <a:pt x="1053559" y="1919348"/>
                </a:cubicBezTo>
                <a:close/>
                <a:moveTo>
                  <a:pt x="985646" y="1917364"/>
                </a:moveTo>
                <a:cubicBezTo>
                  <a:pt x="990606" y="1917364"/>
                  <a:pt x="998046" y="1923812"/>
                  <a:pt x="998046" y="1928773"/>
                </a:cubicBezTo>
                <a:cubicBezTo>
                  <a:pt x="998046" y="1933733"/>
                  <a:pt x="991598" y="1941173"/>
                  <a:pt x="986638" y="1941173"/>
                </a:cubicBezTo>
                <a:cubicBezTo>
                  <a:pt x="981677" y="1941173"/>
                  <a:pt x="974237" y="1934725"/>
                  <a:pt x="974237" y="1929765"/>
                </a:cubicBezTo>
                <a:cubicBezTo>
                  <a:pt x="974237" y="1924308"/>
                  <a:pt x="980685" y="1917364"/>
                  <a:pt x="985646" y="1917364"/>
                </a:cubicBezTo>
                <a:close/>
                <a:moveTo>
                  <a:pt x="917648" y="1917364"/>
                </a:moveTo>
                <a:cubicBezTo>
                  <a:pt x="924096" y="1917364"/>
                  <a:pt x="929057" y="1922820"/>
                  <a:pt x="929057" y="1929269"/>
                </a:cubicBezTo>
                <a:cubicBezTo>
                  <a:pt x="929057" y="1936213"/>
                  <a:pt x="923104" y="1941173"/>
                  <a:pt x="917152" y="1941173"/>
                </a:cubicBezTo>
                <a:cubicBezTo>
                  <a:pt x="910208" y="1941173"/>
                  <a:pt x="904751" y="1935717"/>
                  <a:pt x="905247" y="1928773"/>
                </a:cubicBezTo>
                <a:cubicBezTo>
                  <a:pt x="905743" y="1922820"/>
                  <a:pt x="911200" y="1917364"/>
                  <a:pt x="917648" y="1917364"/>
                </a:cubicBezTo>
                <a:close/>
                <a:moveTo>
                  <a:pt x="850192" y="1917364"/>
                </a:moveTo>
                <a:cubicBezTo>
                  <a:pt x="858624" y="1917364"/>
                  <a:pt x="862096" y="1920836"/>
                  <a:pt x="862096" y="1928773"/>
                </a:cubicBezTo>
                <a:cubicBezTo>
                  <a:pt x="862096" y="1937701"/>
                  <a:pt x="859120" y="1941173"/>
                  <a:pt x="849696" y="1941173"/>
                </a:cubicBezTo>
                <a:cubicBezTo>
                  <a:pt x="841263" y="1941173"/>
                  <a:pt x="838287" y="1937701"/>
                  <a:pt x="838287" y="1928773"/>
                </a:cubicBezTo>
                <a:cubicBezTo>
                  <a:pt x="838783" y="1920340"/>
                  <a:pt x="841759" y="1917364"/>
                  <a:pt x="850192" y="1917364"/>
                </a:cubicBezTo>
                <a:close/>
                <a:moveTo>
                  <a:pt x="646836" y="1915379"/>
                </a:moveTo>
                <a:cubicBezTo>
                  <a:pt x="655764" y="1914387"/>
                  <a:pt x="661220" y="1920835"/>
                  <a:pt x="662212" y="1928772"/>
                </a:cubicBezTo>
                <a:cubicBezTo>
                  <a:pt x="662212" y="1937204"/>
                  <a:pt x="656260" y="1943157"/>
                  <a:pt x="648324" y="1943652"/>
                </a:cubicBezTo>
                <a:cubicBezTo>
                  <a:pt x="639891" y="1944149"/>
                  <a:pt x="633940" y="1938196"/>
                  <a:pt x="633444" y="1930260"/>
                </a:cubicBezTo>
                <a:cubicBezTo>
                  <a:pt x="632948" y="1921827"/>
                  <a:pt x="638899" y="1915875"/>
                  <a:pt x="646836" y="1915379"/>
                </a:cubicBezTo>
                <a:close/>
                <a:moveTo>
                  <a:pt x="715270" y="1914883"/>
                </a:moveTo>
                <a:cubicBezTo>
                  <a:pt x="722710" y="1914883"/>
                  <a:pt x="729159" y="1921827"/>
                  <a:pt x="729159" y="1929268"/>
                </a:cubicBezTo>
                <a:cubicBezTo>
                  <a:pt x="729159" y="1936708"/>
                  <a:pt x="722214" y="1943653"/>
                  <a:pt x="714774" y="1943157"/>
                </a:cubicBezTo>
                <a:cubicBezTo>
                  <a:pt x="707333" y="1943157"/>
                  <a:pt x="700389" y="1936212"/>
                  <a:pt x="700885" y="1928772"/>
                </a:cubicBezTo>
                <a:cubicBezTo>
                  <a:pt x="700885" y="1921331"/>
                  <a:pt x="707829" y="1914387"/>
                  <a:pt x="715270" y="1914883"/>
                </a:cubicBezTo>
                <a:close/>
                <a:moveTo>
                  <a:pt x="581362" y="1914883"/>
                </a:moveTo>
                <a:cubicBezTo>
                  <a:pt x="589794" y="1914883"/>
                  <a:pt x="595747" y="1920339"/>
                  <a:pt x="595747" y="1928772"/>
                </a:cubicBezTo>
                <a:cubicBezTo>
                  <a:pt x="595747" y="1937700"/>
                  <a:pt x="590290" y="1943157"/>
                  <a:pt x="581858" y="1943157"/>
                </a:cubicBezTo>
                <a:cubicBezTo>
                  <a:pt x="572929" y="1943157"/>
                  <a:pt x="567472" y="1937700"/>
                  <a:pt x="567472" y="1929268"/>
                </a:cubicBezTo>
                <a:cubicBezTo>
                  <a:pt x="567472" y="1920339"/>
                  <a:pt x="572929" y="1914883"/>
                  <a:pt x="581362" y="1914883"/>
                </a:cubicBezTo>
                <a:close/>
                <a:moveTo>
                  <a:pt x="514900" y="1914883"/>
                </a:moveTo>
                <a:cubicBezTo>
                  <a:pt x="523332" y="1914883"/>
                  <a:pt x="529285" y="1920835"/>
                  <a:pt x="528789" y="1929268"/>
                </a:cubicBezTo>
                <a:cubicBezTo>
                  <a:pt x="528789" y="1937700"/>
                  <a:pt x="522836" y="1943652"/>
                  <a:pt x="514404" y="1943157"/>
                </a:cubicBezTo>
                <a:cubicBezTo>
                  <a:pt x="505970" y="1943157"/>
                  <a:pt x="500018" y="1937204"/>
                  <a:pt x="500514" y="1928772"/>
                </a:cubicBezTo>
                <a:cubicBezTo>
                  <a:pt x="500514" y="1920339"/>
                  <a:pt x="505970" y="1914883"/>
                  <a:pt x="514900" y="1914883"/>
                </a:cubicBezTo>
                <a:close/>
                <a:moveTo>
                  <a:pt x="378498" y="1914883"/>
                </a:moveTo>
                <a:cubicBezTo>
                  <a:pt x="389411" y="1914883"/>
                  <a:pt x="393380" y="1918355"/>
                  <a:pt x="393380" y="1928276"/>
                </a:cubicBezTo>
                <a:cubicBezTo>
                  <a:pt x="393380" y="1939188"/>
                  <a:pt x="389411" y="1943652"/>
                  <a:pt x="378994" y="1943652"/>
                </a:cubicBezTo>
                <a:cubicBezTo>
                  <a:pt x="369072" y="1943157"/>
                  <a:pt x="364608" y="1939188"/>
                  <a:pt x="364608" y="1929268"/>
                </a:cubicBezTo>
                <a:cubicBezTo>
                  <a:pt x="364608" y="1919347"/>
                  <a:pt x="368576" y="1914883"/>
                  <a:pt x="378498" y="1914883"/>
                </a:cubicBezTo>
                <a:close/>
                <a:moveTo>
                  <a:pt x="783730" y="1914697"/>
                </a:moveTo>
                <a:cubicBezTo>
                  <a:pt x="786707" y="1914759"/>
                  <a:pt x="789683" y="1916867"/>
                  <a:pt x="793651" y="1920836"/>
                </a:cubicBezTo>
                <a:cubicBezTo>
                  <a:pt x="795634" y="1923316"/>
                  <a:pt x="796626" y="1926292"/>
                  <a:pt x="798611" y="1929268"/>
                </a:cubicBezTo>
                <a:cubicBezTo>
                  <a:pt x="796626" y="1932244"/>
                  <a:pt x="795139" y="1935717"/>
                  <a:pt x="792659" y="1938197"/>
                </a:cubicBezTo>
                <a:cubicBezTo>
                  <a:pt x="786707" y="1944149"/>
                  <a:pt x="781746" y="1944149"/>
                  <a:pt x="775298" y="1938197"/>
                </a:cubicBezTo>
                <a:cubicBezTo>
                  <a:pt x="768849" y="1932244"/>
                  <a:pt x="768353" y="1926788"/>
                  <a:pt x="773810" y="1920836"/>
                </a:cubicBezTo>
                <a:cubicBezTo>
                  <a:pt x="777777" y="1916619"/>
                  <a:pt x="780754" y="1914635"/>
                  <a:pt x="783730" y="1914697"/>
                </a:cubicBezTo>
                <a:close/>
                <a:moveTo>
                  <a:pt x="445956" y="1914387"/>
                </a:moveTo>
                <a:cubicBezTo>
                  <a:pt x="454389" y="1914387"/>
                  <a:pt x="460343" y="1919843"/>
                  <a:pt x="460343" y="1928772"/>
                </a:cubicBezTo>
                <a:cubicBezTo>
                  <a:pt x="459846" y="1937700"/>
                  <a:pt x="454389" y="1943157"/>
                  <a:pt x="445956" y="1943157"/>
                </a:cubicBezTo>
                <a:cubicBezTo>
                  <a:pt x="437523" y="1943157"/>
                  <a:pt x="431571" y="1937700"/>
                  <a:pt x="431571" y="1928772"/>
                </a:cubicBezTo>
                <a:cubicBezTo>
                  <a:pt x="431571" y="1920339"/>
                  <a:pt x="437027" y="1914387"/>
                  <a:pt x="445956" y="1914387"/>
                </a:cubicBezTo>
                <a:close/>
                <a:moveTo>
                  <a:pt x="312991" y="1914387"/>
                </a:moveTo>
                <a:cubicBezTo>
                  <a:pt x="322415" y="1915379"/>
                  <a:pt x="326880" y="1919347"/>
                  <a:pt x="326384" y="1929268"/>
                </a:cubicBezTo>
                <a:cubicBezTo>
                  <a:pt x="327872" y="1937700"/>
                  <a:pt x="320431" y="1944148"/>
                  <a:pt x="312495" y="1943652"/>
                </a:cubicBezTo>
                <a:cubicBezTo>
                  <a:pt x="302078" y="1943156"/>
                  <a:pt x="298110" y="1939188"/>
                  <a:pt x="298110" y="1928276"/>
                </a:cubicBezTo>
                <a:cubicBezTo>
                  <a:pt x="297614" y="1919843"/>
                  <a:pt x="304558" y="1913891"/>
                  <a:pt x="312991" y="1914387"/>
                </a:cubicBezTo>
                <a:close/>
                <a:moveTo>
                  <a:pt x="242571" y="1914387"/>
                </a:moveTo>
                <a:cubicBezTo>
                  <a:pt x="252987" y="1914883"/>
                  <a:pt x="256955" y="1918355"/>
                  <a:pt x="257947" y="1927780"/>
                </a:cubicBezTo>
                <a:cubicBezTo>
                  <a:pt x="258443" y="1936708"/>
                  <a:pt x="253483" y="1943653"/>
                  <a:pt x="243563" y="1943157"/>
                </a:cubicBezTo>
                <a:cubicBezTo>
                  <a:pt x="233643" y="1943157"/>
                  <a:pt x="229178" y="1939188"/>
                  <a:pt x="229178" y="1929268"/>
                </a:cubicBezTo>
                <a:cubicBezTo>
                  <a:pt x="227690" y="1920835"/>
                  <a:pt x="234139" y="1913891"/>
                  <a:pt x="242571" y="1914387"/>
                </a:cubicBezTo>
                <a:close/>
                <a:moveTo>
                  <a:pt x="176098" y="1912899"/>
                </a:moveTo>
                <a:cubicBezTo>
                  <a:pt x="180067" y="1914387"/>
                  <a:pt x="185523" y="1913891"/>
                  <a:pt x="188003" y="1918356"/>
                </a:cubicBezTo>
                <a:cubicBezTo>
                  <a:pt x="190483" y="1921828"/>
                  <a:pt x="191971" y="1925796"/>
                  <a:pt x="193459" y="1929268"/>
                </a:cubicBezTo>
                <a:cubicBezTo>
                  <a:pt x="189987" y="1932740"/>
                  <a:pt x="191475" y="1938693"/>
                  <a:pt x="187011" y="1941173"/>
                </a:cubicBezTo>
                <a:cubicBezTo>
                  <a:pt x="183539" y="1943157"/>
                  <a:pt x="178578" y="1946133"/>
                  <a:pt x="176098" y="1945141"/>
                </a:cubicBezTo>
                <a:cubicBezTo>
                  <a:pt x="172130" y="1943157"/>
                  <a:pt x="166178" y="1944645"/>
                  <a:pt x="164194" y="1939189"/>
                </a:cubicBezTo>
                <a:cubicBezTo>
                  <a:pt x="162706" y="1935221"/>
                  <a:pt x="159233" y="1930756"/>
                  <a:pt x="160225" y="1928276"/>
                </a:cubicBezTo>
                <a:cubicBezTo>
                  <a:pt x="161714" y="1924308"/>
                  <a:pt x="161218" y="1918852"/>
                  <a:pt x="166178" y="1916371"/>
                </a:cubicBezTo>
                <a:cubicBezTo>
                  <a:pt x="169650" y="1914883"/>
                  <a:pt x="173618" y="1911907"/>
                  <a:pt x="176098" y="1912899"/>
                </a:cubicBezTo>
                <a:close/>
                <a:moveTo>
                  <a:pt x="110122" y="1912403"/>
                </a:moveTo>
                <a:cubicBezTo>
                  <a:pt x="113594" y="1915875"/>
                  <a:pt x="119547" y="1913891"/>
                  <a:pt x="122027" y="1918851"/>
                </a:cubicBezTo>
                <a:cubicBezTo>
                  <a:pt x="124011" y="1922324"/>
                  <a:pt x="126987" y="1927284"/>
                  <a:pt x="125995" y="1929764"/>
                </a:cubicBezTo>
                <a:cubicBezTo>
                  <a:pt x="124507" y="1933732"/>
                  <a:pt x="125003" y="1939188"/>
                  <a:pt x="120043" y="1941669"/>
                </a:cubicBezTo>
                <a:cubicBezTo>
                  <a:pt x="116571" y="1943157"/>
                  <a:pt x="112602" y="1944645"/>
                  <a:pt x="108634" y="1946133"/>
                </a:cubicBezTo>
                <a:cubicBezTo>
                  <a:pt x="105658" y="1942165"/>
                  <a:pt x="99210" y="1945141"/>
                  <a:pt x="97226" y="1939684"/>
                </a:cubicBezTo>
                <a:cubicBezTo>
                  <a:pt x="95737" y="1936212"/>
                  <a:pt x="92761" y="1932244"/>
                  <a:pt x="93753" y="1929764"/>
                </a:cubicBezTo>
                <a:cubicBezTo>
                  <a:pt x="95241" y="1925796"/>
                  <a:pt x="94249" y="1920339"/>
                  <a:pt x="99210" y="1917859"/>
                </a:cubicBezTo>
                <a:cubicBezTo>
                  <a:pt x="102682" y="1915379"/>
                  <a:pt x="106650" y="1913891"/>
                  <a:pt x="110122" y="1912403"/>
                </a:cubicBezTo>
                <a:close/>
                <a:moveTo>
                  <a:pt x="43166" y="1911907"/>
                </a:moveTo>
                <a:cubicBezTo>
                  <a:pt x="46638" y="1915379"/>
                  <a:pt x="52590" y="1912899"/>
                  <a:pt x="55071" y="1917859"/>
                </a:cubicBezTo>
                <a:cubicBezTo>
                  <a:pt x="57055" y="1921828"/>
                  <a:pt x="58543" y="1925796"/>
                  <a:pt x="60031" y="1929268"/>
                </a:cubicBezTo>
                <a:cubicBezTo>
                  <a:pt x="56559" y="1932740"/>
                  <a:pt x="58543" y="1938692"/>
                  <a:pt x="53582" y="1941173"/>
                </a:cubicBezTo>
                <a:cubicBezTo>
                  <a:pt x="50110" y="1943157"/>
                  <a:pt x="45646" y="1946133"/>
                  <a:pt x="42670" y="1945141"/>
                </a:cubicBezTo>
                <a:cubicBezTo>
                  <a:pt x="38702" y="1943653"/>
                  <a:pt x="33245" y="1944149"/>
                  <a:pt x="30765" y="1939188"/>
                </a:cubicBezTo>
                <a:cubicBezTo>
                  <a:pt x="28781" y="1935716"/>
                  <a:pt x="27789" y="1931748"/>
                  <a:pt x="26301" y="1927780"/>
                </a:cubicBezTo>
                <a:cubicBezTo>
                  <a:pt x="30269" y="1925300"/>
                  <a:pt x="27789" y="1919843"/>
                  <a:pt x="31757" y="1916867"/>
                </a:cubicBezTo>
                <a:cubicBezTo>
                  <a:pt x="35229" y="1913891"/>
                  <a:pt x="40190" y="1915379"/>
                  <a:pt x="43166" y="1911907"/>
                </a:cubicBezTo>
                <a:close/>
                <a:moveTo>
                  <a:pt x="1591251" y="1857840"/>
                </a:moveTo>
                <a:cubicBezTo>
                  <a:pt x="1591747" y="1857840"/>
                  <a:pt x="1592739" y="1859328"/>
                  <a:pt x="1594723" y="1860320"/>
                </a:cubicBezTo>
                <a:cubicBezTo>
                  <a:pt x="1592739" y="1861312"/>
                  <a:pt x="1591747" y="1862304"/>
                  <a:pt x="1591251" y="1862304"/>
                </a:cubicBezTo>
                <a:cubicBezTo>
                  <a:pt x="1590259" y="1861808"/>
                  <a:pt x="1589763" y="1860320"/>
                  <a:pt x="1588771" y="1859328"/>
                </a:cubicBezTo>
                <a:cubicBezTo>
                  <a:pt x="1589763" y="1858832"/>
                  <a:pt x="1590259" y="1857344"/>
                  <a:pt x="1591251" y="1857840"/>
                </a:cubicBezTo>
                <a:close/>
                <a:moveTo>
                  <a:pt x="1523791" y="1856352"/>
                </a:moveTo>
                <a:cubicBezTo>
                  <a:pt x="1525279" y="1857840"/>
                  <a:pt x="1526767" y="1858832"/>
                  <a:pt x="1526767" y="1859328"/>
                </a:cubicBezTo>
                <a:cubicBezTo>
                  <a:pt x="1526271" y="1860320"/>
                  <a:pt x="1525279" y="1861312"/>
                  <a:pt x="1524287" y="1862304"/>
                </a:cubicBezTo>
                <a:cubicBezTo>
                  <a:pt x="1524287" y="1862304"/>
                  <a:pt x="1522303" y="1861312"/>
                  <a:pt x="1522303" y="1860816"/>
                </a:cubicBezTo>
                <a:cubicBezTo>
                  <a:pt x="1521807" y="1859328"/>
                  <a:pt x="1522799" y="1858336"/>
                  <a:pt x="1523791" y="1856352"/>
                </a:cubicBezTo>
                <a:close/>
                <a:moveTo>
                  <a:pt x="1457323" y="1854864"/>
                </a:moveTo>
                <a:cubicBezTo>
                  <a:pt x="1459308" y="1855856"/>
                  <a:pt x="1461788" y="1857840"/>
                  <a:pt x="1461788" y="1859328"/>
                </a:cubicBezTo>
                <a:cubicBezTo>
                  <a:pt x="1462284" y="1861313"/>
                  <a:pt x="1459804" y="1863297"/>
                  <a:pt x="1457819" y="1865777"/>
                </a:cubicBezTo>
                <a:cubicBezTo>
                  <a:pt x="1455835" y="1863793"/>
                  <a:pt x="1453851" y="1862305"/>
                  <a:pt x="1452859" y="1860321"/>
                </a:cubicBezTo>
                <a:cubicBezTo>
                  <a:pt x="1451867" y="1858833"/>
                  <a:pt x="1455835" y="1854368"/>
                  <a:pt x="1457323" y="1854864"/>
                </a:cubicBezTo>
                <a:close/>
                <a:moveTo>
                  <a:pt x="1388376" y="1852880"/>
                </a:moveTo>
                <a:cubicBezTo>
                  <a:pt x="1391352" y="1853376"/>
                  <a:pt x="1393832" y="1857344"/>
                  <a:pt x="1396808" y="1859824"/>
                </a:cubicBezTo>
                <a:cubicBezTo>
                  <a:pt x="1393832" y="1862801"/>
                  <a:pt x="1391352" y="1865281"/>
                  <a:pt x="1388376" y="1866769"/>
                </a:cubicBezTo>
                <a:cubicBezTo>
                  <a:pt x="1386888" y="1867761"/>
                  <a:pt x="1379944" y="1860816"/>
                  <a:pt x="1380936" y="1859328"/>
                </a:cubicBezTo>
                <a:cubicBezTo>
                  <a:pt x="1382920" y="1856848"/>
                  <a:pt x="1385896" y="1853376"/>
                  <a:pt x="1388376" y="1852880"/>
                </a:cubicBezTo>
                <a:close/>
                <a:moveTo>
                  <a:pt x="1321413" y="1852384"/>
                </a:moveTo>
                <a:cubicBezTo>
                  <a:pt x="1326869" y="1852880"/>
                  <a:pt x="1328853" y="1854864"/>
                  <a:pt x="1328853" y="1859328"/>
                </a:cubicBezTo>
                <a:cubicBezTo>
                  <a:pt x="1328853" y="1864289"/>
                  <a:pt x="1327365" y="1866769"/>
                  <a:pt x="1322405" y="1866769"/>
                </a:cubicBezTo>
                <a:cubicBezTo>
                  <a:pt x="1317445" y="1867265"/>
                  <a:pt x="1314965" y="1865281"/>
                  <a:pt x="1314468" y="1860817"/>
                </a:cubicBezTo>
                <a:cubicBezTo>
                  <a:pt x="1313972" y="1855360"/>
                  <a:pt x="1315956" y="1852880"/>
                  <a:pt x="1321413" y="1852384"/>
                </a:cubicBezTo>
                <a:close/>
                <a:moveTo>
                  <a:pt x="1254944" y="1850400"/>
                </a:moveTo>
                <a:cubicBezTo>
                  <a:pt x="1259905" y="1850400"/>
                  <a:pt x="1264369" y="1854864"/>
                  <a:pt x="1264369" y="1859824"/>
                </a:cubicBezTo>
                <a:cubicBezTo>
                  <a:pt x="1264369" y="1865281"/>
                  <a:pt x="1259905" y="1869745"/>
                  <a:pt x="1254448" y="1869745"/>
                </a:cubicBezTo>
                <a:cubicBezTo>
                  <a:pt x="1249488" y="1869745"/>
                  <a:pt x="1245520" y="1864785"/>
                  <a:pt x="1245520" y="1859824"/>
                </a:cubicBezTo>
                <a:cubicBezTo>
                  <a:pt x="1245520" y="1854864"/>
                  <a:pt x="1249984" y="1850400"/>
                  <a:pt x="1254944" y="1850400"/>
                </a:cubicBezTo>
                <a:close/>
                <a:moveTo>
                  <a:pt x="1185998" y="1850400"/>
                </a:moveTo>
                <a:cubicBezTo>
                  <a:pt x="1195422" y="1850400"/>
                  <a:pt x="1195422" y="1850400"/>
                  <a:pt x="1195422" y="1859824"/>
                </a:cubicBezTo>
                <a:cubicBezTo>
                  <a:pt x="1195422" y="1869249"/>
                  <a:pt x="1195422" y="1869249"/>
                  <a:pt x="1185998" y="1869249"/>
                </a:cubicBezTo>
                <a:cubicBezTo>
                  <a:pt x="1177069" y="1869249"/>
                  <a:pt x="1176077" y="1868753"/>
                  <a:pt x="1176077" y="1859328"/>
                </a:cubicBezTo>
                <a:cubicBezTo>
                  <a:pt x="1176077" y="1850896"/>
                  <a:pt x="1177069" y="1850400"/>
                  <a:pt x="1185998" y="1850400"/>
                </a:cubicBezTo>
                <a:close/>
                <a:moveTo>
                  <a:pt x="1052566" y="1848415"/>
                </a:moveTo>
                <a:cubicBezTo>
                  <a:pt x="1059511" y="1847919"/>
                  <a:pt x="1064471" y="1853376"/>
                  <a:pt x="1064471" y="1859824"/>
                </a:cubicBezTo>
                <a:cubicBezTo>
                  <a:pt x="1064471" y="1866272"/>
                  <a:pt x="1059511" y="1871729"/>
                  <a:pt x="1053062" y="1872225"/>
                </a:cubicBezTo>
                <a:cubicBezTo>
                  <a:pt x="1046122" y="1872225"/>
                  <a:pt x="1041658" y="1868256"/>
                  <a:pt x="1040666" y="1861312"/>
                </a:cubicBezTo>
                <a:cubicBezTo>
                  <a:pt x="1039674" y="1854368"/>
                  <a:pt x="1045626" y="1848415"/>
                  <a:pt x="1052566" y="1848415"/>
                </a:cubicBezTo>
                <a:close/>
                <a:moveTo>
                  <a:pt x="1119034" y="1847920"/>
                </a:moveTo>
                <a:cubicBezTo>
                  <a:pt x="1123994" y="1847920"/>
                  <a:pt x="1131434" y="1854368"/>
                  <a:pt x="1131434" y="1859329"/>
                </a:cubicBezTo>
                <a:cubicBezTo>
                  <a:pt x="1131434" y="1864289"/>
                  <a:pt x="1124986" y="1871729"/>
                  <a:pt x="1120026" y="1871729"/>
                </a:cubicBezTo>
                <a:cubicBezTo>
                  <a:pt x="1115065" y="1871729"/>
                  <a:pt x="1107625" y="1865281"/>
                  <a:pt x="1107625" y="1860321"/>
                </a:cubicBezTo>
                <a:cubicBezTo>
                  <a:pt x="1107129" y="1855360"/>
                  <a:pt x="1113577" y="1848416"/>
                  <a:pt x="1119034" y="1847920"/>
                </a:cubicBezTo>
                <a:close/>
                <a:moveTo>
                  <a:pt x="986137" y="1847920"/>
                </a:moveTo>
                <a:cubicBezTo>
                  <a:pt x="994568" y="1847920"/>
                  <a:pt x="998040" y="1851392"/>
                  <a:pt x="998040" y="1859825"/>
                </a:cubicBezTo>
                <a:cubicBezTo>
                  <a:pt x="998040" y="1868257"/>
                  <a:pt x="995065" y="1871729"/>
                  <a:pt x="986633" y="1871729"/>
                </a:cubicBezTo>
                <a:cubicBezTo>
                  <a:pt x="977208" y="1871729"/>
                  <a:pt x="974232" y="1868753"/>
                  <a:pt x="974232" y="1859329"/>
                </a:cubicBezTo>
                <a:cubicBezTo>
                  <a:pt x="974232" y="1850896"/>
                  <a:pt x="977704" y="1847920"/>
                  <a:pt x="986137" y="1847920"/>
                </a:cubicBezTo>
                <a:close/>
                <a:moveTo>
                  <a:pt x="917609" y="1847113"/>
                </a:moveTo>
                <a:cubicBezTo>
                  <a:pt x="921639" y="1847175"/>
                  <a:pt x="925607" y="1849407"/>
                  <a:pt x="928583" y="1853872"/>
                </a:cubicBezTo>
                <a:cubicBezTo>
                  <a:pt x="929575" y="1855360"/>
                  <a:pt x="930071" y="1857344"/>
                  <a:pt x="931560" y="1859824"/>
                </a:cubicBezTo>
                <a:cubicBezTo>
                  <a:pt x="930567" y="1861808"/>
                  <a:pt x="930071" y="1864288"/>
                  <a:pt x="928583" y="1866768"/>
                </a:cubicBezTo>
                <a:cubicBezTo>
                  <a:pt x="922631" y="1875697"/>
                  <a:pt x="912710" y="1875697"/>
                  <a:pt x="906262" y="1867264"/>
                </a:cubicBezTo>
                <a:cubicBezTo>
                  <a:pt x="902790" y="1862304"/>
                  <a:pt x="902790" y="1858336"/>
                  <a:pt x="906262" y="1853376"/>
                </a:cubicBezTo>
                <a:cubicBezTo>
                  <a:pt x="909486" y="1849159"/>
                  <a:pt x="913578" y="1847051"/>
                  <a:pt x="917609" y="1847113"/>
                </a:cubicBezTo>
                <a:close/>
                <a:moveTo>
                  <a:pt x="783749" y="1845936"/>
                </a:moveTo>
                <a:cubicBezTo>
                  <a:pt x="792181" y="1845936"/>
                  <a:pt x="798133" y="1851392"/>
                  <a:pt x="798133" y="1859825"/>
                </a:cubicBezTo>
                <a:cubicBezTo>
                  <a:pt x="798133" y="1868753"/>
                  <a:pt x="792678" y="1874209"/>
                  <a:pt x="784245" y="1874209"/>
                </a:cubicBezTo>
                <a:cubicBezTo>
                  <a:pt x="775315" y="1874209"/>
                  <a:pt x="769859" y="1868753"/>
                  <a:pt x="769859" y="1860321"/>
                </a:cubicBezTo>
                <a:cubicBezTo>
                  <a:pt x="769859" y="1851392"/>
                  <a:pt x="775315" y="1845936"/>
                  <a:pt x="783749" y="1845936"/>
                </a:cubicBezTo>
                <a:close/>
                <a:moveTo>
                  <a:pt x="714774" y="1845936"/>
                </a:moveTo>
                <a:cubicBezTo>
                  <a:pt x="723206" y="1845936"/>
                  <a:pt x="729159" y="1851392"/>
                  <a:pt x="729159" y="1860321"/>
                </a:cubicBezTo>
                <a:cubicBezTo>
                  <a:pt x="729159" y="1868753"/>
                  <a:pt x="723702" y="1874705"/>
                  <a:pt x="714774" y="1874705"/>
                </a:cubicBezTo>
                <a:cubicBezTo>
                  <a:pt x="706341" y="1874705"/>
                  <a:pt x="700389" y="1869249"/>
                  <a:pt x="700389" y="1860321"/>
                </a:cubicBezTo>
                <a:cubicBezTo>
                  <a:pt x="700389" y="1851392"/>
                  <a:pt x="705845" y="1845936"/>
                  <a:pt x="714774" y="1845936"/>
                </a:cubicBezTo>
                <a:close/>
                <a:moveTo>
                  <a:pt x="850193" y="1845440"/>
                </a:moveTo>
                <a:cubicBezTo>
                  <a:pt x="857633" y="1845936"/>
                  <a:pt x="864578" y="1851888"/>
                  <a:pt x="864578" y="1859825"/>
                </a:cubicBezTo>
                <a:cubicBezTo>
                  <a:pt x="864578" y="1866769"/>
                  <a:pt x="858129" y="1874209"/>
                  <a:pt x="850193" y="1874209"/>
                </a:cubicBezTo>
                <a:cubicBezTo>
                  <a:pt x="843248" y="1874209"/>
                  <a:pt x="835808" y="1867761"/>
                  <a:pt x="835808" y="1859825"/>
                </a:cubicBezTo>
                <a:cubicBezTo>
                  <a:pt x="835808" y="1852880"/>
                  <a:pt x="842256" y="1845440"/>
                  <a:pt x="850193" y="1845440"/>
                </a:cubicBezTo>
                <a:close/>
                <a:moveTo>
                  <a:pt x="646874" y="1845440"/>
                </a:moveTo>
                <a:cubicBezTo>
                  <a:pt x="655800" y="1844944"/>
                  <a:pt x="662745" y="1849904"/>
                  <a:pt x="662249" y="1859825"/>
                </a:cubicBezTo>
                <a:cubicBezTo>
                  <a:pt x="661753" y="1869745"/>
                  <a:pt x="658281" y="1874209"/>
                  <a:pt x="648361" y="1874209"/>
                </a:cubicBezTo>
                <a:cubicBezTo>
                  <a:pt x="639929" y="1875698"/>
                  <a:pt x="632986" y="1869249"/>
                  <a:pt x="633482" y="1860817"/>
                </a:cubicBezTo>
                <a:cubicBezTo>
                  <a:pt x="633978" y="1850400"/>
                  <a:pt x="637450" y="1846432"/>
                  <a:pt x="646874" y="1845440"/>
                </a:cubicBezTo>
                <a:close/>
                <a:moveTo>
                  <a:pt x="582366" y="1843456"/>
                </a:moveTo>
                <a:cubicBezTo>
                  <a:pt x="584847" y="1847424"/>
                  <a:pt x="590303" y="1844944"/>
                  <a:pt x="593279" y="1848912"/>
                </a:cubicBezTo>
                <a:cubicBezTo>
                  <a:pt x="596256" y="1852384"/>
                  <a:pt x="594767" y="1857345"/>
                  <a:pt x="598240" y="1860321"/>
                </a:cubicBezTo>
                <a:cubicBezTo>
                  <a:pt x="594767" y="1863793"/>
                  <a:pt x="596256" y="1868753"/>
                  <a:pt x="592783" y="1872225"/>
                </a:cubicBezTo>
                <a:cubicBezTo>
                  <a:pt x="588815" y="1875202"/>
                  <a:pt x="583855" y="1872225"/>
                  <a:pt x="581870" y="1877682"/>
                </a:cubicBezTo>
                <a:cubicBezTo>
                  <a:pt x="577902" y="1873714"/>
                  <a:pt x="571949" y="1875698"/>
                  <a:pt x="569469" y="1870737"/>
                </a:cubicBezTo>
                <a:cubicBezTo>
                  <a:pt x="567484" y="1867265"/>
                  <a:pt x="564509" y="1862801"/>
                  <a:pt x="565005" y="1859825"/>
                </a:cubicBezTo>
                <a:cubicBezTo>
                  <a:pt x="565996" y="1855857"/>
                  <a:pt x="565996" y="1850400"/>
                  <a:pt x="570957" y="1847920"/>
                </a:cubicBezTo>
                <a:cubicBezTo>
                  <a:pt x="574429" y="1845936"/>
                  <a:pt x="578398" y="1844944"/>
                  <a:pt x="582366" y="1843456"/>
                </a:cubicBezTo>
                <a:close/>
                <a:moveTo>
                  <a:pt x="445933" y="1843456"/>
                </a:moveTo>
                <a:cubicBezTo>
                  <a:pt x="454365" y="1843952"/>
                  <a:pt x="462798" y="1852880"/>
                  <a:pt x="462302" y="1860817"/>
                </a:cubicBezTo>
                <a:cubicBezTo>
                  <a:pt x="461806" y="1868753"/>
                  <a:pt x="452381" y="1877186"/>
                  <a:pt x="444445" y="1876689"/>
                </a:cubicBezTo>
                <a:cubicBezTo>
                  <a:pt x="437004" y="1876194"/>
                  <a:pt x="428572" y="1867265"/>
                  <a:pt x="429068" y="1859825"/>
                </a:cubicBezTo>
                <a:cubicBezTo>
                  <a:pt x="429068" y="1851888"/>
                  <a:pt x="437996" y="1842960"/>
                  <a:pt x="445933" y="1843456"/>
                </a:cubicBezTo>
                <a:close/>
                <a:moveTo>
                  <a:pt x="378966" y="1843456"/>
                </a:moveTo>
                <a:cubicBezTo>
                  <a:pt x="387895" y="1843456"/>
                  <a:pt x="395832" y="1853873"/>
                  <a:pt x="395832" y="1860321"/>
                </a:cubicBezTo>
                <a:cubicBezTo>
                  <a:pt x="395832" y="1868257"/>
                  <a:pt x="386903" y="1877186"/>
                  <a:pt x="378966" y="1876690"/>
                </a:cubicBezTo>
                <a:cubicBezTo>
                  <a:pt x="370533" y="1876194"/>
                  <a:pt x="362101" y="1867265"/>
                  <a:pt x="362597" y="1859329"/>
                </a:cubicBezTo>
                <a:cubicBezTo>
                  <a:pt x="363093" y="1851888"/>
                  <a:pt x="371525" y="1843456"/>
                  <a:pt x="378966" y="1843456"/>
                </a:cubicBezTo>
                <a:close/>
                <a:moveTo>
                  <a:pt x="312509" y="1843456"/>
                </a:moveTo>
                <a:cubicBezTo>
                  <a:pt x="321437" y="1843456"/>
                  <a:pt x="329375" y="1853873"/>
                  <a:pt x="328879" y="1860321"/>
                </a:cubicBezTo>
                <a:cubicBezTo>
                  <a:pt x="328879" y="1868753"/>
                  <a:pt x="319453" y="1877186"/>
                  <a:pt x="311517" y="1876690"/>
                </a:cubicBezTo>
                <a:cubicBezTo>
                  <a:pt x="303084" y="1876194"/>
                  <a:pt x="295148" y="1867265"/>
                  <a:pt x="295644" y="1859329"/>
                </a:cubicBezTo>
                <a:cubicBezTo>
                  <a:pt x="296140" y="1851888"/>
                  <a:pt x="304573" y="1843456"/>
                  <a:pt x="312509" y="1843456"/>
                </a:cubicBezTo>
                <a:close/>
                <a:moveTo>
                  <a:pt x="243577" y="1843456"/>
                </a:moveTo>
                <a:cubicBezTo>
                  <a:pt x="249529" y="1841472"/>
                  <a:pt x="252009" y="1846432"/>
                  <a:pt x="255481" y="1849408"/>
                </a:cubicBezTo>
                <a:cubicBezTo>
                  <a:pt x="259448" y="1852384"/>
                  <a:pt x="259945" y="1855856"/>
                  <a:pt x="260441" y="1860817"/>
                </a:cubicBezTo>
                <a:cubicBezTo>
                  <a:pt x="260937" y="1866769"/>
                  <a:pt x="256473" y="1868753"/>
                  <a:pt x="253993" y="1872721"/>
                </a:cubicBezTo>
                <a:cubicBezTo>
                  <a:pt x="251017" y="1876689"/>
                  <a:pt x="247049" y="1876689"/>
                  <a:pt x="242585" y="1877185"/>
                </a:cubicBezTo>
                <a:cubicBezTo>
                  <a:pt x="236632" y="1877681"/>
                  <a:pt x="234648" y="1873217"/>
                  <a:pt x="231176" y="1870241"/>
                </a:cubicBezTo>
                <a:cubicBezTo>
                  <a:pt x="227704" y="1867761"/>
                  <a:pt x="227208" y="1864289"/>
                  <a:pt x="226712" y="1859824"/>
                </a:cubicBezTo>
                <a:cubicBezTo>
                  <a:pt x="226216" y="1853872"/>
                  <a:pt x="229688" y="1851392"/>
                  <a:pt x="232664" y="1847920"/>
                </a:cubicBezTo>
                <a:cubicBezTo>
                  <a:pt x="235640" y="1844448"/>
                  <a:pt x="238616" y="1841967"/>
                  <a:pt x="243577" y="1843456"/>
                </a:cubicBezTo>
                <a:close/>
                <a:moveTo>
                  <a:pt x="43663" y="1843455"/>
                </a:moveTo>
                <a:cubicBezTo>
                  <a:pt x="49120" y="1842959"/>
                  <a:pt x="51600" y="1845936"/>
                  <a:pt x="54576" y="1848912"/>
                </a:cubicBezTo>
                <a:cubicBezTo>
                  <a:pt x="57552" y="1851888"/>
                  <a:pt x="60528" y="1854368"/>
                  <a:pt x="60032" y="1859824"/>
                </a:cubicBezTo>
                <a:cubicBezTo>
                  <a:pt x="60032" y="1864785"/>
                  <a:pt x="58544" y="1867761"/>
                  <a:pt x="55072" y="1870737"/>
                </a:cubicBezTo>
                <a:cubicBezTo>
                  <a:pt x="51600" y="1873713"/>
                  <a:pt x="49120" y="1878673"/>
                  <a:pt x="43167" y="1876193"/>
                </a:cubicBezTo>
                <a:cubicBezTo>
                  <a:pt x="37215" y="1878673"/>
                  <a:pt x="34735" y="1873713"/>
                  <a:pt x="31263" y="1870737"/>
                </a:cubicBezTo>
                <a:cubicBezTo>
                  <a:pt x="27791" y="1867761"/>
                  <a:pt x="25806" y="1864785"/>
                  <a:pt x="26302" y="1859824"/>
                </a:cubicBezTo>
                <a:cubicBezTo>
                  <a:pt x="26798" y="1851392"/>
                  <a:pt x="34735" y="1843952"/>
                  <a:pt x="43663" y="1843455"/>
                </a:cubicBezTo>
                <a:close/>
                <a:moveTo>
                  <a:pt x="514907" y="1842960"/>
                </a:moveTo>
                <a:cubicBezTo>
                  <a:pt x="522843" y="1843456"/>
                  <a:pt x="531773" y="1852384"/>
                  <a:pt x="531277" y="1860321"/>
                </a:cubicBezTo>
                <a:cubicBezTo>
                  <a:pt x="530781" y="1868753"/>
                  <a:pt x="521851" y="1877186"/>
                  <a:pt x="513915" y="1876690"/>
                </a:cubicBezTo>
                <a:cubicBezTo>
                  <a:pt x="505977" y="1876194"/>
                  <a:pt x="497544" y="1866769"/>
                  <a:pt x="498040" y="1858833"/>
                </a:cubicBezTo>
                <a:cubicBezTo>
                  <a:pt x="498536" y="1851393"/>
                  <a:pt x="507465" y="1842960"/>
                  <a:pt x="514907" y="1842960"/>
                </a:cubicBezTo>
                <a:close/>
                <a:moveTo>
                  <a:pt x="109627" y="1842960"/>
                </a:moveTo>
                <a:cubicBezTo>
                  <a:pt x="114091" y="1843456"/>
                  <a:pt x="118059" y="1843952"/>
                  <a:pt x="121035" y="1847920"/>
                </a:cubicBezTo>
                <a:cubicBezTo>
                  <a:pt x="124012" y="1851392"/>
                  <a:pt x="127484" y="1853872"/>
                  <a:pt x="127484" y="1859825"/>
                </a:cubicBezTo>
                <a:cubicBezTo>
                  <a:pt x="127484" y="1864785"/>
                  <a:pt x="125996" y="1867761"/>
                  <a:pt x="122524" y="1870737"/>
                </a:cubicBezTo>
                <a:cubicBezTo>
                  <a:pt x="118555" y="1873713"/>
                  <a:pt x="116075" y="1878674"/>
                  <a:pt x="110123" y="1876194"/>
                </a:cubicBezTo>
                <a:cubicBezTo>
                  <a:pt x="104171" y="1878674"/>
                  <a:pt x="101690" y="1873713"/>
                  <a:pt x="98218" y="1870737"/>
                </a:cubicBezTo>
                <a:cubicBezTo>
                  <a:pt x="94746" y="1867761"/>
                  <a:pt x="93258" y="1864785"/>
                  <a:pt x="93258" y="1859825"/>
                </a:cubicBezTo>
                <a:cubicBezTo>
                  <a:pt x="93258" y="1854368"/>
                  <a:pt x="95738" y="1851888"/>
                  <a:pt x="98714" y="1848912"/>
                </a:cubicBezTo>
                <a:cubicBezTo>
                  <a:pt x="101690" y="1845936"/>
                  <a:pt x="104171" y="1842464"/>
                  <a:pt x="109627" y="1842960"/>
                </a:cubicBezTo>
                <a:close/>
                <a:moveTo>
                  <a:pt x="176586" y="1842959"/>
                </a:moveTo>
                <a:cubicBezTo>
                  <a:pt x="181547" y="1842959"/>
                  <a:pt x="184523" y="1844448"/>
                  <a:pt x="187499" y="1847920"/>
                </a:cubicBezTo>
                <a:cubicBezTo>
                  <a:pt x="190475" y="1851888"/>
                  <a:pt x="195435" y="1854368"/>
                  <a:pt x="192955" y="1859824"/>
                </a:cubicBezTo>
                <a:cubicBezTo>
                  <a:pt x="195435" y="1865777"/>
                  <a:pt x="190475" y="1868257"/>
                  <a:pt x="187499" y="1871729"/>
                </a:cubicBezTo>
                <a:cubicBezTo>
                  <a:pt x="184523" y="1875201"/>
                  <a:pt x="181547" y="1877185"/>
                  <a:pt x="176586" y="1876689"/>
                </a:cubicBezTo>
                <a:cubicBezTo>
                  <a:pt x="168154" y="1876193"/>
                  <a:pt x="160714" y="1868257"/>
                  <a:pt x="160217" y="1859328"/>
                </a:cubicBezTo>
                <a:cubicBezTo>
                  <a:pt x="159721" y="1853872"/>
                  <a:pt x="162698" y="1851392"/>
                  <a:pt x="165674" y="1848416"/>
                </a:cubicBezTo>
                <a:cubicBezTo>
                  <a:pt x="168650" y="1845440"/>
                  <a:pt x="171130" y="1842463"/>
                  <a:pt x="176586" y="1842959"/>
                </a:cubicBezTo>
                <a:close/>
                <a:moveTo>
                  <a:pt x="1592243" y="1790877"/>
                </a:moveTo>
                <a:cubicBezTo>
                  <a:pt x="1591747" y="1790877"/>
                  <a:pt x="1592739" y="1792365"/>
                  <a:pt x="1594723" y="1793853"/>
                </a:cubicBezTo>
                <a:cubicBezTo>
                  <a:pt x="1592739" y="1794845"/>
                  <a:pt x="1591747" y="1795341"/>
                  <a:pt x="1590755" y="1795341"/>
                </a:cubicBezTo>
                <a:cubicBezTo>
                  <a:pt x="1590259" y="1795341"/>
                  <a:pt x="1588771" y="1793357"/>
                  <a:pt x="1589267" y="1793357"/>
                </a:cubicBezTo>
                <a:cubicBezTo>
                  <a:pt x="1589763" y="1792365"/>
                  <a:pt x="1591251" y="1791373"/>
                  <a:pt x="1592243" y="1790877"/>
                </a:cubicBezTo>
                <a:close/>
                <a:moveTo>
                  <a:pt x="1657719" y="1789885"/>
                </a:moveTo>
                <a:cubicBezTo>
                  <a:pt x="1658711" y="1791869"/>
                  <a:pt x="1659703" y="1792861"/>
                  <a:pt x="1659703" y="1793357"/>
                </a:cubicBezTo>
                <a:cubicBezTo>
                  <a:pt x="1659207" y="1794349"/>
                  <a:pt x="1657719" y="1794845"/>
                  <a:pt x="1656727" y="1795837"/>
                </a:cubicBezTo>
                <a:cubicBezTo>
                  <a:pt x="1656231" y="1794845"/>
                  <a:pt x="1654743" y="1794349"/>
                  <a:pt x="1655239" y="1793357"/>
                </a:cubicBezTo>
                <a:cubicBezTo>
                  <a:pt x="1655735" y="1792365"/>
                  <a:pt x="1656727" y="1791373"/>
                  <a:pt x="1657719" y="1789885"/>
                </a:cubicBezTo>
                <a:close/>
                <a:moveTo>
                  <a:pt x="1524783" y="1788396"/>
                </a:moveTo>
                <a:cubicBezTo>
                  <a:pt x="1528752" y="1787404"/>
                  <a:pt x="1528752" y="1789884"/>
                  <a:pt x="1528752" y="1793357"/>
                </a:cubicBezTo>
                <a:cubicBezTo>
                  <a:pt x="1528752" y="1798317"/>
                  <a:pt x="1528752" y="1797821"/>
                  <a:pt x="1523295" y="1798317"/>
                </a:cubicBezTo>
                <a:cubicBezTo>
                  <a:pt x="1519327" y="1798317"/>
                  <a:pt x="1518831" y="1796829"/>
                  <a:pt x="1518831" y="1793357"/>
                </a:cubicBezTo>
                <a:cubicBezTo>
                  <a:pt x="1519823" y="1788396"/>
                  <a:pt x="1519327" y="1788396"/>
                  <a:pt x="1524783" y="1788396"/>
                </a:cubicBezTo>
                <a:close/>
                <a:moveTo>
                  <a:pt x="1457819" y="1785916"/>
                </a:moveTo>
                <a:cubicBezTo>
                  <a:pt x="1462780" y="1786412"/>
                  <a:pt x="1464764" y="1788396"/>
                  <a:pt x="1464764" y="1793356"/>
                </a:cubicBezTo>
                <a:cubicBezTo>
                  <a:pt x="1464764" y="1798317"/>
                  <a:pt x="1462780" y="1800301"/>
                  <a:pt x="1457819" y="1800301"/>
                </a:cubicBezTo>
                <a:cubicBezTo>
                  <a:pt x="1452363" y="1800301"/>
                  <a:pt x="1449883" y="1798317"/>
                  <a:pt x="1450379" y="1792364"/>
                </a:cubicBezTo>
                <a:cubicBezTo>
                  <a:pt x="1450379" y="1787404"/>
                  <a:pt x="1452859" y="1785916"/>
                  <a:pt x="1457819" y="1785916"/>
                </a:cubicBezTo>
                <a:close/>
                <a:moveTo>
                  <a:pt x="1388872" y="1783932"/>
                </a:moveTo>
                <a:cubicBezTo>
                  <a:pt x="1391352" y="1783932"/>
                  <a:pt x="1398296" y="1790876"/>
                  <a:pt x="1397800" y="1793356"/>
                </a:cubicBezTo>
                <a:cubicBezTo>
                  <a:pt x="1397800" y="1796829"/>
                  <a:pt x="1390360" y="1803277"/>
                  <a:pt x="1387384" y="1802781"/>
                </a:cubicBezTo>
                <a:cubicBezTo>
                  <a:pt x="1384408" y="1802285"/>
                  <a:pt x="1378455" y="1795341"/>
                  <a:pt x="1378951" y="1792364"/>
                </a:cubicBezTo>
                <a:cubicBezTo>
                  <a:pt x="1379447" y="1789884"/>
                  <a:pt x="1386392" y="1783932"/>
                  <a:pt x="1388872" y="1783932"/>
                </a:cubicBezTo>
                <a:close/>
                <a:moveTo>
                  <a:pt x="1321908" y="1783932"/>
                </a:moveTo>
                <a:cubicBezTo>
                  <a:pt x="1326868" y="1783932"/>
                  <a:pt x="1331333" y="1787900"/>
                  <a:pt x="1331829" y="1792860"/>
                </a:cubicBezTo>
                <a:cubicBezTo>
                  <a:pt x="1331829" y="1798813"/>
                  <a:pt x="1327861" y="1803277"/>
                  <a:pt x="1321908" y="1802781"/>
                </a:cubicBezTo>
                <a:cubicBezTo>
                  <a:pt x="1316948" y="1802781"/>
                  <a:pt x="1312980" y="1798317"/>
                  <a:pt x="1312980" y="1793356"/>
                </a:cubicBezTo>
                <a:cubicBezTo>
                  <a:pt x="1312484" y="1788396"/>
                  <a:pt x="1316948" y="1783932"/>
                  <a:pt x="1321908" y="1783932"/>
                </a:cubicBezTo>
                <a:close/>
                <a:moveTo>
                  <a:pt x="1060007" y="1782940"/>
                </a:moveTo>
                <a:cubicBezTo>
                  <a:pt x="1068439" y="1789388"/>
                  <a:pt x="1068439" y="1799309"/>
                  <a:pt x="1059511" y="1805261"/>
                </a:cubicBezTo>
                <a:cubicBezTo>
                  <a:pt x="1057526" y="1805757"/>
                  <a:pt x="1055046" y="1806749"/>
                  <a:pt x="1053062" y="1807741"/>
                </a:cubicBezTo>
                <a:cubicBezTo>
                  <a:pt x="1050582" y="1806749"/>
                  <a:pt x="1048118" y="1805757"/>
                  <a:pt x="1045638" y="1803773"/>
                </a:cubicBezTo>
                <a:cubicBezTo>
                  <a:pt x="1037701" y="1797325"/>
                  <a:pt x="1037701" y="1789884"/>
                  <a:pt x="1045142" y="1783436"/>
                </a:cubicBezTo>
                <a:cubicBezTo>
                  <a:pt x="1050086" y="1778972"/>
                  <a:pt x="1055046" y="1778972"/>
                  <a:pt x="1060007" y="1782940"/>
                </a:cubicBezTo>
                <a:close/>
                <a:moveTo>
                  <a:pt x="1185501" y="1781948"/>
                </a:moveTo>
                <a:cubicBezTo>
                  <a:pt x="1191950" y="1781452"/>
                  <a:pt x="1197902" y="1786412"/>
                  <a:pt x="1197902" y="1792861"/>
                </a:cubicBezTo>
                <a:cubicBezTo>
                  <a:pt x="1197902" y="1799805"/>
                  <a:pt x="1193934" y="1804765"/>
                  <a:pt x="1186989" y="1805261"/>
                </a:cubicBezTo>
                <a:cubicBezTo>
                  <a:pt x="1180045" y="1805757"/>
                  <a:pt x="1175581" y="1801789"/>
                  <a:pt x="1174093" y="1794845"/>
                </a:cubicBezTo>
                <a:cubicBezTo>
                  <a:pt x="1173101" y="1787404"/>
                  <a:pt x="1179053" y="1781948"/>
                  <a:pt x="1185501" y="1781948"/>
                </a:cubicBezTo>
                <a:close/>
                <a:moveTo>
                  <a:pt x="1254945" y="1781452"/>
                </a:moveTo>
                <a:cubicBezTo>
                  <a:pt x="1259409" y="1781452"/>
                  <a:pt x="1267345" y="1789884"/>
                  <a:pt x="1266849" y="1793357"/>
                </a:cubicBezTo>
                <a:cubicBezTo>
                  <a:pt x="1266849" y="1797325"/>
                  <a:pt x="1258417" y="1805261"/>
                  <a:pt x="1254945" y="1805261"/>
                </a:cubicBezTo>
                <a:cubicBezTo>
                  <a:pt x="1250976" y="1805261"/>
                  <a:pt x="1243040" y="1796829"/>
                  <a:pt x="1243040" y="1793357"/>
                </a:cubicBezTo>
                <a:cubicBezTo>
                  <a:pt x="1243040" y="1789388"/>
                  <a:pt x="1251472" y="1781452"/>
                  <a:pt x="1254945" y="1781452"/>
                </a:cubicBezTo>
                <a:close/>
                <a:moveTo>
                  <a:pt x="1120026" y="1781452"/>
                </a:moveTo>
                <a:cubicBezTo>
                  <a:pt x="1127962" y="1781452"/>
                  <a:pt x="1131434" y="1784924"/>
                  <a:pt x="1131434" y="1793357"/>
                </a:cubicBezTo>
                <a:cubicBezTo>
                  <a:pt x="1131434" y="1801789"/>
                  <a:pt x="1127962" y="1805261"/>
                  <a:pt x="1119530" y="1805261"/>
                </a:cubicBezTo>
                <a:cubicBezTo>
                  <a:pt x="1111097" y="1805261"/>
                  <a:pt x="1107625" y="1802285"/>
                  <a:pt x="1107625" y="1793853"/>
                </a:cubicBezTo>
                <a:cubicBezTo>
                  <a:pt x="1107625" y="1784428"/>
                  <a:pt x="1110601" y="1781452"/>
                  <a:pt x="1120026" y="1781452"/>
                </a:cubicBezTo>
                <a:close/>
                <a:moveTo>
                  <a:pt x="986107" y="1779468"/>
                </a:moveTo>
                <a:cubicBezTo>
                  <a:pt x="993547" y="1778972"/>
                  <a:pt x="1000492" y="1785420"/>
                  <a:pt x="1000492" y="1793357"/>
                </a:cubicBezTo>
                <a:cubicBezTo>
                  <a:pt x="1000492" y="1800797"/>
                  <a:pt x="994043" y="1807741"/>
                  <a:pt x="986603" y="1807741"/>
                </a:cubicBezTo>
                <a:cubicBezTo>
                  <a:pt x="979162" y="1807741"/>
                  <a:pt x="972218" y="1801293"/>
                  <a:pt x="972218" y="1793853"/>
                </a:cubicBezTo>
                <a:cubicBezTo>
                  <a:pt x="972218" y="1786412"/>
                  <a:pt x="978666" y="1779468"/>
                  <a:pt x="986107" y="1779468"/>
                </a:cubicBezTo>
                <a:close/>
                <a:moveTo>
                  <a:pt x="917695" y="1778972"/>
                </a:moveTo>
                <a:cubicBezTo>
                  <a:pt x="926127" y="1778972"/>
                  <a:pt x="931582" y="1784924"/>
                  <a:pt x="931582" y="1793357"/>
                </a:cubicBezTo>
                <a:cubicBezTo>
                  <a:pt x="931582" y="1801789"/>
                  <a:pt x="925631" y="1807741"/>
                  <a:pt x="917199" y="1807245"/>
                </a:cubicBezTo>
                <a:cubicBezTo>
                  <a:pt x="908766" y="1807245"/>
                  <a:pt x="902814" y="1801293"/>
                  <a:pt x="903310" y="1792861"/>
                </a:cubicBezTo>
                <a:cubicBezTo>
                  <a:pt x="903310" y="1784428"/>
                  <a:pt x="909262" y="1778476"/>
                  <a:pt x="917695" y="1778972"/>
                </a:cubicBezTo>
                <a:close/>
                <a:moveTo>
                  <a:pt x="850199" y="1778972"/>
                </a:moveTo>
                <a:cubicBezTo>
                  <a:pt x="859127" y="1778972"/>
                  <a:pt x="864585" y="1784924"/>
                  <a:pt x="864585" y="1793357"/>
                </a:cubicBezTo>
                <a:cubicBezTo>
                  <a:pt x="864585" y="1802285"/>
                  <a:pt x="859127" y="1807741"/>
                  <a:pt x="850199" y="1807741"/>
                </a:cubicBezTo>
                <a:cubicBezTo>
                  <a:pt x="841271" y="1807741"/>
                  <a:pt x="835815" y="1802285"/>
                  <a:pt x="835815" y="1793357"/>
                </a:cubicBezTo>
                <a:cubicBezTo>
                  <a:pt x="835815" y="1784428"/>
                  <a:pt x="841271" y="1778972"/>
                  <a:pt x="850199" y="1778972"/>
                </a:cubicBezTo>
                <a:close/>
                <a:moveTo>
                  <a:pt x="714794" y="1776988"/>
                </a:moveTo>
                <a:cubicBezTo>
                  <a:pt x="723722" y="1776988"/>
                  <a:pt x="731658" y="1786909"/>
                  <a:pt x="731162" y="1793853"/>
                </a:cubicBezTo>
                <a:cubicBezTo>
                  <a:pt x="731162" y="1802285"/>
                  <a:pt x="721738" y="1810718"/>
                  <a:pt x="713802" y="1810222"/>
                </a:cubicBezTo>
                <a:cubicBezTo>
                  <a:pt x="705370" y="1809726"/>
                  <a:pt x="697434" y="1800797"/>
                  <a:pt x="697930" y="1792861"/>
                </a:cubicBezTo>
                <a:cubicBezTo>
                  <a:pt x="698426" y="1785420"/>
                  <a:pt x="706859" y="1776988"/>
                  <a:pt x="714794" y="1776988"/>
                </a:cubicBezTo>
                <a:close/>
                <a:moveTo>
                  <a:pt x="647342" y="1776988"/>
                </a:moveTo>
                <a:cubicBezTo>
                  <a:pt x="655278" y="1775996"/>
                  <a:pt x="664206" y="1784428"/>
                  <a:pt x="664702" y="1792861"/>
                </a:cubicBezTo>
                <a:cubicBezTo>
                  <a:pt x="665198" y="1800797"/>
                  <a:pt x="656270" y="1809725"/>
                  <a:pt x="648334" y="1810221"/>
                </a:cubicBezTo>
                <a:cubicBezTo>
                  <a:pt x="640894" y="1810221"/>
                  <a:pt x="631966" y="1802285"/>
                  <a:pt x="631470" y="1794845"/>
                </a:cubicBezTo>
                <a:cubicBezTo>
                  <a:pt x="630974" y="1786908"/>
                  <a:pt x="639406" y="1777484"/>
                  <a:pt x="647342" y="1776988"/>
                </a:cubicBezTo>
                <a:close/>
                <a:moveTo>
                  <a:pt x="581845" y="1776492"/>
                </a:moveTo>
                <a:cubicBezTo>
                  <a:pt x="587797" y="1775996"/>
                  <a:pt x="589781" y="1779964"/>
                  <a:pt x="593749" y="1782941"/>
                </a:cubicBezTo>
                <a:cubicBezTo>
                  <a:pt x="597718" y="1785917"/>
                  <a:pt x="597718" y="1789885"/>
                  <a:pt x="598214" y="1794349"/>
                </a:cubicBezTo>
                <a:cubicBezTo>
                  <a:pt x="598710" y="1800302"/>
                  <a:pt x="594245" y="1802286"/>
                  <a:pt x="591765" y="1805758"/>
                </a:cubicBezTo>
                <a:cubicBezTo>
                  <a:pt x="589285" y="1809230"/>
                  <a:pt x="585813" y="1809726"/>
                  <a:pt x="581349" y="1810222"/>
                </a:cubicBezTo>
                <a:cubicBezTo>
                  <a:pt x="575396" y="1810718"/>
                  <a:pt x="572916" y="1807246"/>
                  <a:pt x="569444" y="1804270"/>
                </a:cubicBezTo>
                <a:cubicBezTo>
                  <a:pt x="565972" y="1801294"/>
                  <a:pt x="562996" y="1798317"/>
                  <a:pt x="564484" y="1793853"/>
                </a:cubicBezTo>
                <a:cubicBezTo>
                  <a:pt x="564484" y="1784429"/>
                  <a:pt x="572916" y="1776988"/>
                  <a:pt x="581845" y="1776492"/>
                </a:cubicBezTo>
                <a:close/>
                <a:moveTo>
                  <a:pt x="514878" y="1776492"/>
                </a:moveTo>
                <a:cubicBezTo>
                  <a:pt x="526287" y="1776492"/>
                  <a:pt x="531743" y="1781948"/>
                  <a:pt x="531743" y="1793357"/>
                </a:cubicBezTo>
                <a:cubicBezTo>
                  <a:pt x="531247" y="1804765"/>
                  <a:pt x="525790" y="1810222"/>
                  <a:pt x="514878" y="1810222"/>
                </a:cubicBezTo>
                <a:cubicBezTo>
                  <a:pt x="503469" y="1810222"/>
                  <a:pt x="498013" y="1804765"/>
                  <a:pt x="498013" y="1793357"/>
                </a:cubicBezTo>
                <a:cubicBezTo>
                  <a:pt x="498013" y="1781948"/>
                  <a:pt x="503469" y="1776492"/>
                  <a:pt x="514878" y="1776492"/>
                </a:cubicBezTo>
                <a:close/>
                <a:moveTo>
                  <a:pt x="446457" y="1776492"/>
                </a:moveTo>
                <a:cubicBezTo>
                  <a:pt x="455882" y="1775500"/>
                  <a:pt x="462827" y="1784429"/>
                  <a:pt x="462827" y="1793853"/>
                </a:cubicBezTo>
                <a:cubicBezTo>
                  <a:pt x="462827" y="1803278"/>
                  <a:pt x="454394" y="1810222"/>
                  <a:pt x="445465" y="1810222"/>
                </a:cubicBezTo>
                <a:cubicBezTo>
                  <a:pt x="436039" y="1810222"/>
                  <a:pt x="429095" y="1801790"/>
                  <a:pt x="429095" y="1792861"/>
                </a:cubicBezTo>
                <a:cubicBezTo>
                  <a:pt x="429095" y="1783437"/>
                  <a:pt x="437031" y="1775004"/>
                  <a:pt x="446457" y="1776492"/>
                </a:cubicBezTo>
                <a:close/>
                <a:moveTo>
                  <a:pt x="378996" y="1776492"/>
                </a:moveTo>
                <a:cubicBezTo>
                  <a:pt x="390406" y="1776492"/>
                  <a:pt x="395862" y="1782444"/>
                  <a:pt x="395862" y="1793357"/>
                </a:cubicBezTo>
                <a:cubicBezTo>
                  <a:pt x="395862" y="1804765"/>
                  <a:pt x="390406" y="1810222"/>
                  <a:pt x="378996" y="1810222"/>
                </a:cubicBezTo>
                <a:cubicBezTo>
                  <a:pt x="367586" y="1810222"/>
                  <a:pt x="362129" y="1804765"/>
                  <a:pt x="362129" y="1793357"/>
                </a:cubicBezTo>
                <a:cubicBezTo>
                  <a:pt x="362129" y="1781948"/>
                  <a:pt x="367586" y="1776492"/>
                  <a:pt x="378996" y="1776492"/>
                </a:cubicBezTo>
                <a:close/>
                <a:moveTo>
                  <a:pt x="312027" y="1776492"/>
                </a:moveTo>
                <a:cubicBezTo>
                  <a:pt x="316492" y="1776492"/>
                  <a:pt x="320956" y="1775996"/>
                  <a:pt x="324924" y="1780461"/>
                </a:cubicBezTo>
                <a:cubicBezTo>
                  <a:pt x="328893" y="1784429"/>
                  <a:pt x="329389" y="1788397"/>
                  <a:pt x="328893" y="1791373"/>
                </a:cubicBezTo>
                <a:cubicBezTo>
                  <a:pt x="328893" y="1797821"/>
                  <a:pt x="328893" y="1801790"/>
                  <a:pt x="324924" y="1806254"/>
                </a:cubicBezTo>
                <a:cubicBezTo>
                  <a:pt x="320956" y="1810222"/>
                  <a:pt x="316988" y="1810222"/>
                  <a:pt x="312027" y="1810222"/>
                </a:cubicBezTo>
                <a:cubicBezTo>
                  <a:pt x="307562" y="1810222"/>
                  <a:pt x="303098" y="1810718"/>
                  <a:pt x="299130" y="1806254"/>
                </a:cubicBezTo>
                <a:cubicBezTo>
                  <a:pt x="295161" y="1802286"/>
                  <a:pt x="295161" y="1798318"/>
                  <a:pt x="295161" y="1793357"/>
                </a:cubicBezTo>
                <a:cubicBezTo>
                  <a:pt x="295161" y="1788893"/>
                  <a:pt x="294666" y="1784429"/>
                  <a:pt x="299130" y="1780461"/>
                </a:cubicBezTo>
                <a:cubicBezTo>
                  <a:pt x="303098" y="1776492"/>
                  <a:pt x="307066" y="1776492"/>
                  <a:pt x="312027" y="1776492"/>
                </a:cubicBezTo>
                <a:close/>
                <a:moveTo>
                  <a:pt x="170155" y="1776492"/>
                </a:moveTo>
                <a:cubicBezTo>
                  <a:pt x="175116" y="1775996"/>
                  <a:pt x="181068" y="1774508"/>
                  <a:pt x="185532" y="1776492"/>
                </a:cubicBezTo>
                <a:cubicBezTo>
                  <a:pt x="189500" y="1778476"/>
                  <a:pt x="195453" y="1781948"/>
                  <a:pt x="193965" y="1789388"/>
                </a:cubicBezTo>
                <a:cubicBezTo>
                  <a:pt x="193469" y="1791373"/>
                  <a:pt x="193469" y="1793357"/>
                  <a:pt x="193965" y="1795341"/>
                </a:cubicBezTo>
                <a:cubicBezTo>
                  <a:pt x="194461" y="1799805"/>
                  <a:pt x="192973" y="1802781"/>
                  <a:pt x="189996" y="1805757"/>
                </a:cubicBezTo>
                <a:cubicBezTo>
                  <a:pt x="187020" y="1808733"/>
                  <a:pt x="184044" y="1810718"/>
                  <a:pt x="179580" y="1809725"/>
                </a:cubicBezTo>
                <a:cubicBezTo>
                  <a:pt x="178092" y="1809725"/>
                  <a:pt x="177596" y="1810221"/>
                  <a:pt x="175612" y="1810221"/>
                </a:cubicBezTo>
                <a:cubicBezTo>
                  <a:pt x="171147" y="1811214"/>
                  <a:pt x="166683" y="1809725"/>
                  <a:pt x="163211" y="1805261"/>
                </a:cubicBezTo>
                <a:cubicBezTo>
                  <a:pt x="160731" y="1802781"/>
                  <a:pt x="159243" y="1800301"/>
                  <a:pt x="160235" y="1796829"/>
                </a:cubicBezTo>
                <a:cubicBezTo>
                  <a:pt x="161227" y="1791869"/>
                  <a:pt x="157755" y="1785916"/>
                  <a:pt x="163707" y="1781452"/>
                </a:cubicBezTo>
                <a:cubicBezTo>
                  <a:pt x="165691" y="1779964"/>
                  <a:pt x="167675" y="1776988"/>
                  <a:pt x="170155" y="1776492"/>
                </a:cubicBezTo>
                <a:close/>
                <a:moveTo>
                  <a:pt x="111142" y="1776492"/>
                </a:moveTo>
                <a:cubicBezTo>
                  <a:pt x="115606" y="1775500"/>
                  <a:pt x="120070" y="1776988"/>
                  <a:pt x="123542" y="1781452"/>
                </a:cubicBezTo>
                <a:cubicBezTo>
                  <a:pt x="125527" y="1783932"/>
                  <a:pt x="127511" y="1786412"/>
                  <a:pt x="127015" y="1789884"/>
                </a:cubicBezTo>
                <a:cubicBezTo>
                  <a:pt x="126023" y="1794845"/>
                  <a:pt x="129495" y="1800797"/>
                  <a:pt x="123542" y="1805261"/>
                </a:cubicBezTo>
                <a:cubicBezTo>
                  <a:pt x="121558" y="1806749"/>
                  <a:pt x="119574" y="1809725"/>
                  <a:pt x="117094" y="1810222"/>
                </a:cubicBezTo>
                <a:cubicBezTo>
                  <a:pt x="112134" y="1810718"/>
                  <a:pt x="106182" y="1812206"/>
                  <a:pt x="101717" y="1810222"/>
                </a:cubicBezTo>
                <a:cubicBezTo>
                  <a:pt x="97749" y="1808237"/>
                  <a:pt x="91797" y="1804765"/>
                  <a:pt x="92789" y="1797821"/>
                </a:cubicBezTo>
                <a:cubicBezTo>
                  <a:pt x="93285" y="1795837"/>
                  <a:pt x="93285" y="1793853"/>
                  <a:pt x="92789" y="1791869"/>
                </a:cubicBezTo>
                <a:cubicBezTo>
                  <a:pt x="92293" y="1787404"/>
                  <a:pt x="93781" y="1784428"/>
                  <a:pt x="96757" y="1781452"/>
                </a:cubicBezTo>
                <a:cubicBezTo>
                  <a:pt x="99733" y="1778476"/>
                  <a:pt x="102709" y="1776492"/>
                  <a:pt x="107174" y="1777484"/>
                </a:cubicBezTo>
                <a:cubicBezTo>
                  <a:pt x="108166" y="1776988"/>
                  <a:pt x="109158" y="1776492"/>
                  <a:pt x="111142" y="1776492"/>
                </a:cubicBezTo>
                <a:close/>
                <a:moveTo>
                  <a:pt x="43676" y="1776492"/>
                </a:moveTo>
                <a:cubicBezTo>
                  <a:pt x="55581" y="1776988"/>
                  <a:pt x="60045" y="1781452"/>
                  <a:pt x="60045" y="1793853"/>
                </a:cubicBezTo>
                <a:cubicBezTo>
                  <a:pt x="60045" y="1805261"/>
                  <a:pt x="55085" y="1810222"/>
                  <a:pt x="42684" y="1810222"/>
                </a:cubicBezTo>
                <a:cubicBezTo>
                  <a:pt x="31275" y="1810222"/>
                  <a:pt x="26315" y="1805261"/>
                  <a:pt x="26315" y="1792861"/>
                </a:cubicBezTo>
                <a:cubicBezTo>
                  <a:pt x="26315" y="1781452"/>
                  <a:pt x="31275" y="1776492"/>
                  <a:pt x="43676" y="1776492"/>
                </a:cubicBezTo>
                <a:close/>
                <a:moveTo>
                  <a:pt x="783721" y="1775996"/>
                </a:moveTo>
                <a:cubicBezTo>
                  <a:pt x="787193" y="1779468"/>
                  <a:pt x="793145" y="1776988"/>
                  <a:pt x="795625" y="1781948"/>
                </a:cubicBezTo>
                <a:cubicBezTo>
                  <a:pt x="797610" y="1786413"/>
                  <a:pt x="799098" y="1789885"/>
                  <a:pt x="800586" y="1793357"/>
                </a:cubicBezTo>
                <a:cubicBezTo>
                  <a:pt x="797114" y="1796829"/>
                  <a:pt x="799098" y="1802781"/>
                  <a:pt x="794137" y="1805262"/>
                </a:cubicBezTo>
                <a:cubicBezTo>
                  <a:pt x="790665" y="1807246"/>
                  <a:pt x="786201" y="1810222"/>
                  <a:pt x="783225" y="1809230"/>
                </a:cubicBezTo>
                <a:cubicBezTo>
                  <a:pt x="779257" y="1807742"/>
                  <a:pt x="773800" y="1808238"/>
                  <a:pt x="771320" y="1803277"/>
                </a:cubicBezTo>
                <a:cubicBezTo>
                  <a:pt x="769336" y="1799805"/>
                  <a:pt x="768344" y="1795837"/>
                  <a:pt x="766856" y="1791869"/>
                </a:cubicBezTo>
                <a:cubicBezTo>
                  <a:pt x="770824" y="1789389"/>
                  <a:pt x="768344" y="1783932"/>
                  <a:pt x="772312" y="1780956"/>
                </a:cubicBezTo>
                <a:cubicBezTo>
                  <a:pt x="775784" y="1777980"/>
                  <a:pt x="780745" y="1779468"/>
                  <a:pt x="783721" y="1775996"/>
                </a:cubicBezTo>
                <a:close/>
                <a:moveTo>
                  <a:pt x="239099" y="1775996"/>
                </a:moveTo>
                <a:cubicBezTo>
                  <a:pt x="241084" y="1776492"/>
                  <a:pt x="243068" y="1776492"/>
                  <a:pt x="245052" y="1775996"/>
                </a:cubicBezTo>
                <a:cubicBezTo>
                  <a:pt x="249516" y="1775500"/>
                  <a:pt x="252492" y="1776988"/>
                  <a:pt x="255468" y="1779964"/>
                </a:cubicBezTo>
                <a:cubicBezTo>
                  <a:pt x="258444" y="1782940"/>
                  <a:pt x="260429" y="1785916"/>
                  <a:pt x="259437" y="1790380"/>
                </a:cubicBezTo>
                <a:cubicBezTo>
                  <a:pt x="259933" y="1791869"/>
                  <a:pt x="259933" y="1792364"/>
                  <a:pt x="259933" y="1794349"/>
                </a:cubicBezTo>
                <a:cubicBezTo>
                  <a:pt x="260925" y="1798813"/>
                  <a:pt x="259437" y="1803277"/>
                  <a:pt x="254972" y="1806749"/>
                </a:cubicBezTo>
                <a:cubicBezTo>
                  <a:pt x="252492" y="1809229"/>
                  <a:pt x="250012" y="1810718"/>
                  <a:pt x="246540" y="1809725"/>
                </a:cubicBezTo>
                <a:cubicBezTo>
                  <a:pt x="241580" y="1808733"/>
                  <a:pt x="235627" y="1812206"/>
                  <a:pt x="231163" y="1806253"/>
                </a:cubicBezTo>
                <a:cubicBezTo>
                  <a:pt x="229675" y="1804269"/>
                  <a:pt x="226699" y="1802285"/>
                  <a:pt x="226203" y="1799805"/>
                </a:cubicBezTo>
                <a:cubicBezTo>
                  <a:pt x="225707" y="1794845"/>
                  <a:pt x="224219" y="1788892"/>
                  <a:pt x="226203" y="1784428"/>
                </a:cubicBezTo>
                <a:cubicBezTo>
                  <a:pt x="228187" y="1780460"/>
                  <a:pt x="231659" y="1774508"/>
                  <a:pt x="239099" y="1775996"/>
                </a:cubicBezTo>
                <a:close/>
                <a:moveTo>
                  <a:pt x="1658711" y="1724409"/>
                </a:moveTo>
                <a:cubicBezTo>
                  <a:pt x="1658711" y="1724409"/>
                  <a:pt x="1659703" y="1725897"/>
                  <a:pt x="1661191" y="1727385"/>
                </a:cubicBezTo>
                <a:cubicBezTo>
                  <a:pt x="1659207" y="1728377"/>
                  <a:pt x="1658215" y="1728873"/>
                  <a:pt x="1657223" y="1728873"/>
                </a:cubicBezTo>
                <a:cubicBezTo>
                  <a:pt x="1656727" y="1728873"/>
                  <a:pt x="1655239" y="1726889"/>
                  <a:pt x="1655735" y="1726889"/>
                </a:cubicBezTo>
                <a:cubicBezTo>
                  <a:pt x="1656231" y="1725897"/>
                  <a:pt x="1657719" y="1724905"/>
                  <a:pt x="1658711" y="1724409"/>
                </a:cubicBezTo>
                <a:close/>
                <a:moveTo>
                  <a:pt x="1726170" y="1722921"/>
                </a:moveTo>
                <a:cubicBezTo>
                  <a:pt x="1727658" y="1724409"/>
                  <a:pt x="1729146" y="1725401"/>
                  <a:pt x="1729146" y="1725897"/>
                </a:cubicBezTo>
                <a:cubicBezTo>
                  <a:pt x="1728650" y="1726889"/>
                  <a:pt x="1727658" y="1727881"/>
                  <a:pt x="1726666" y="1728873"/>
                </a:cubicBezTo>
                <a:cubicBezTo>
                  <a:pt x="1726666" y="1728873"/>
                  <a:pt x="1724682" y="1727881"/>
                  <a:pt x="1724682" y="1727385"/>
                </a:cubicBezTo>
                <a:cubicBezTo>
                  <a:pt x="1724186" y="1725897"/>
                  <a:pt x="1725178" y="1724905"/>
                  <a:pt x="1726170" y="1722921"/>
                </a:cubicBezTo>
                <a:close/>
                <a:moveTo>
                  <a:pt x="1591251" y="1721433"/>
                </a:moveTo>
                <a:cubicBezTo>
                  <a:pt x="1595219" y="1721433"/>
                  <a:pt x="1596211" y="1723417"/>
                  <a:pt x="1595716" y="1726393"/>
                </a:cubicBezTo>
                <a:cubicBezTo>
                  <a:pt x="1595716" y="1731354"/>
                  <a:pt x="1595716" y="1731354"/>
                  <a:pt x="1590259" y="1731354"/>
                </a:cubicBezTo>
                <a:cubicBezTo>
                  <a:pt x="1586291" y="1731354"/>
                  <a:pt x="1585795" y="1729866"/>
                  <a:pt x="1585795" y="1726393"/>
                </a:cubicBezTo>
                <a:cubicBezTo>
                  <a:pt x="1585795" y="1721433"/>
                  <a:pt x="1585795" y="1721929"/>
                  <a:pt x="1591251" y="1721433"/>
                </a:cubicBezTo>
                <a:close/>
                <a:moveTo>
                  <a:pt x="1523792" y="1719449"/>
                </a:moveTo>
                <a:cubicBezTo>
                  <a:pt x="1528752" y="1719449"/>
                  <a:pt x="1531232" y="1721433"/>
                  <a:pt x="1531232" y="1725897"/>
                </a:cubicBezTo>
                <a:cubicBezTo>
                  <a:pt x="1531232" y="1730858"/>
                  <a:pt x="1529744" y="1733338"/>
                  <a:pt x="1524784" y="1733834"/>
                </a:cubicBezTo>
                <a:cubicBezTo>
                  <a:pt x="1519824" y="1734330"/>
                  <a:pt x="1517343" y="1732346"/>
                  <a:pt x="1516847" y="1727881"/>
                </a:cubicBezTo>
                <a:cubicBezTo>
                  <a:pt x="1516352" y="1722425"/>
                  <a:pt x="1518336" y="1719449"/>
                  <a:pt x="1523792" y="1719449"/>
                </a:cubicBezTo>
                <a:close/>
                <a:moveTo>
                  <a:pt x="1388376" y="1717465"/>
                </a:moveTo>
                <a:cubicBezTo>
                  <a:pt x="1393336" y="1717465"/>
                  <a:pt x="1397801" y="1721929"/>
                  <a:pt x="1397801" y="1726889"/>
                </a:cubicBezTo>
                <a:cubicBezTo>
                  <a:pt x="1398297" y="1731354"/>
                  <a:pt x="1393833" y="1735818"/>
                  <a:pt x="1388872" y="1736314"/>
                </a:cubicBezTo>
                <a:cubicBezTo>
                  <a:pt x="1383912" y="1736314"/>
                  <a:pt x="1378952" y="1732346"/>
                  <a:pt x="1378952" y="1727881"/>
                </a:cubicBezTo>
                <a:cubicBezTo>
                  <a:pt x="1378456" y="1722425"/>
                  <a:pt x="1382920" y="1717465"/>
                  <a:pt x="1388376" y="1717465"/>
                </a:cubicBezTo>
                <a:close/>
                <a:moveTo>
                  <a:pt x="1456828" y="1716969"/>
                </a:moveTo>
                <a:cubicBezTo>
                  <a:pt x="1462284" y="1716473"/>
                  <a:pt x="1467244" y="1720937"/>
                  <a:pt x="1466748" y="1726889"/>
                </a:cubicBezTo>
                <a:cubicBezTo>
                  <a:pt x="1466748" y="1731849"/>
                  <a:pt x="1462284" y="1736314"/>
                  <a:pt x="1457323" y="1736314"/>
                </a:cubicBezTo>
                <a:cubicBezTo>
                  <a:pt x="1452363" y="1736314"/>
                  <a:pt x="1447899" y="1731849"/>
                  <a:pt x="1447899" y="1726889"/>
                </a:cubicBezTo>
                <a:cubicBezTo>
                  <a:pt x="1447899" y="1721929"/>
                  <a:pt x="1451867" y="1717465"/>
                  <a:pt x="1456828" y="1716969"/>
                </a:cubicBezTo>
                <a:close/>
                <a:moveTo>
                  <a:pt x="1321413" y="1714985"/>
                </a:moveTo>
                <a:cubicBezTo>
                  <a:pt x="1326373" y="1714985"/>
                  <a:pt x="1333813" y="1721433"/>
                  <a:pt x="1333813" y="1726394"/>
                </a:cubicBezTo>
                <a:cubicBezTo>
                  <a:pt x="1333813" y="1731354"/>
                  <a:pt x="1327365" y="1738794"/>
                  <a:pt x="1322405" y="1738794"/>
                </a:cubicBezTo>
                <a:cubicBezTo>
                  <a:pt x="1317444" y="1738794"/>
                  <a:pt x="1310004" y="1732346"/>
                  <a:pt x="1310004" y="1727386"/>
                </a:cubicBezTo>
                <a:cubicBezTo>
                  <a:pt x="1309508" y="1721929"/>
                  <a:pt x="1315956" y="1714985"/>
                  <a:pt x="1321413" y="1714985"/>
                </a:cubicBezTo>
                <a:close/>
                <a:moveTo>
                  <a:pt x="1187486" y="1714985"/>
                </a:moveTo>
                <a:cubicBezTo>
                  <a:pt x="1195422" y="1714985"/>
                  <a:pt x="1198398" y="1718457"/>
                  <a:pt x="1198398" y="1727881"/>
                </a:cubicBezTo>
                <a:cubicBezTo>
                  <a:pt x="1198398" y="1735818"/>
                  <a:pt x="1194926" y="1738794"/>
                  <a:pt x="1185998" y="1738794"/>
                </a:cubicBezTo>
                <a:cubicBezTo>
                  <a:pt x="1177565" y="1738794"/>
                  <a:pt x="1174589" y="1735322"/>
                  <a:pt x="1174589" y="1725401"/>
                </a:cubicBezTo>
                <a:cubicBezTo>
                  <a:pt x="1174589" y="1717465"/>
                  <a:pt x="1178061" y="1714489"/>
                  <a:pt x="1187486" y="1714985"/>
                </a:cubicBezTo>
                <a:close/>
                <a:moveTo>
                  <a:pt x="1254449" y="1714489"/>
                </a:moveTo>
                <a:cubicBezTo>
                  <a:pt x="1263377" y="1714489"/>
                  <a:pt x="1266849" y="1717465"/>
                  <a:pt x="1266849" y="1725401"/>
                </a:cubicBezTo>
                <a:cubicBezTo>
                  <a:pt x="1266849" y="1734826"/>
                  <a:pt x="1263873" y="1738298"/>
                  <a:pt x="1254945" y="1738298"/>
                </a:cubicBezTo>
                <a:cubicBezTo>
                  <a:pt x="1246512" y="1738794"/>
                  <a:pt x="1243536" y="1735322"/>
                  <a:pt x="1243040" y="1726890"/>
                </a:cubicBezTo>
                <a:cubicBezTo>
                  <a:pt x="1243040" y="1717961"/>
                  <a:pt x="1246016" y="1714985"/>
                  <a:pt x="1254449" y="1714489"/>
                </a:cubicBezTo>
                <a:close/>
                <a:moveTo>
                  <a:pt x="1119530" y="1712505"/>
                </a:moveTo>
                <a:cubicBezTo>
                  <a:pt x="1127466" y="1712505"/>
                  <a:pt x="1133915" y="1719449"/>
                  <a:pt x="1133915" y="1726890"/>
                </a:cubicBezTo>
                <a:cubicBezTo>
                  <a:pt x="1133915" y="1734826"/>
                  <a:pt x="1126970" y="1741274"/>
                  <a:pt x="1119530" y="1741274"/>
                </a:cubicBezTo>
                <a:cubicBezTo>
                  <a:pt x="1111593" y="1741274"/>
                  <a:pt x="1105145" y="1734330"/>
                  <a:pt x="1105145" y="1726890"/>
                </a:cubicBezTo>
                <a:cubicBezTo>
                  <a:pt x="1105145" y="1718953"/>
                  <a:pt x="1112089" y="1712505"/>
                  <a:pt x="1119530" y="1712505"/>
                </a:cubicBezTo>
                <a:close/>
                <a:moveTo>
                  <a:pt x="1052566" y="1712505"/>
                </a:moveTo>
                <a:cubicBezTo>
                  <a:pt x="1061494" y="1712505"/>
                  <a:pt x="1066951" y="1717961"/>
                  <a:pt x="1066951" y="1726890"/>
                </a:cubicBezTo>
                <a:cubicBezTo>
                  <a:pt x="1066951" y="1735818"/>
                  <a:pt x="1061494" y="1741274"/>
                  <a:pt x="1052566" y="1741274"/>
                </a:cubicBezTo>
                <a:cubicBezTo>
                  <a:pt x="1043671" y="1741274"/>
                  <a:pt x="1038215" y="1735818"/>
                  <a:pt x="1038215" y="1726890"/>
                </a:cubicBezTo>
                <a:cubicBezTo>
                  <a:pt x="1038215" y="1717961"/>
                  <a:pt x="1043671" y="1712505"/>
                  <a:pt x="1052566" y="1712505"/>
                </a:cubicBezTo>
                <a:close/>
                <a:moveTo>
                  <a:pt x="986120" y="1712505"/>
                </a:moveTo>
                <a:cubicBezTo>
                  <a:pt x="995048" y="1712505"/>
                  <a:pt x="1000505" y="1717961"/>
                  <a:pt x="1000505" y="1726890"/>
                </a:cubicBezTo>
                <a:cubicBezTo>
                  <a:pt x="1000505" y="1735818"/>
                  <a:pt x="995048" y="1741274"/>
                  <a:pt x="986120" y="1741274"/>
                </a:cubicBezTo>
                <a:cubicBezTo>
                  <a:pt x="977192" y="1741274"/>
                  <a:pt x="971735" y="1735818"/>
                  <a:pt x="971735" y="1726890"/>
                </a:cubicBezTo>
                <a:cubicBezTo>
                  <a:pt x="971735" y="1717961"/>
                  <a:pt x="977192" y="1712505"/>
                  <a:pt x="986120" y="1712505"/>
                </a:cubicBezTo>
                <a:close/>
                <a:moveTo>
                  <a:pt x="851229" y="1710025"/>
                </a:moveTo>
                <a:cubicBezTo>
                  <a:pt x="858670" y="1710521"/>
                  <a:pt x="867105" y="1718953"/>
                  <a:pt x="867105" y="1726394"/>
                </a:cubicBezTo>
                <a:cubicBezTo>
                  <a:pt x="867105" y="1735818"/>
                  <a:pt x="856687" y="1743755"/>
                  <a:pt x="850238" y="1743259"/>
                </a:cubicBezTo>
                <a:cubicBezTo>
                  <a:pt x="842300" y="1743259"/>
                  <a:pt x="833377" y="1734330"/>
                  <a:pt x="833872" y="1726394"/>
                </a:cubicBezTo>
                <a:cubicBezTo>
                  <a:pt x="834367" y="1717961"/>
                  <a:pt x="843295" y="1709529"/>
                  <a:pt x="851229" y="1710025"/>
                </a:cubicBezTo>
                <a:close/>
                <a:moveTo>
                  <a:pt x="714821" y="1710024"/>
                </a:moveTo>
                <a:cubicBezTo>
                  <a:pt x="725733" y="1710024"/>
                  <a:pt x="731188" y="1715480"/>
                  <a:pt x="731188" y="1726889"/>
                </a:cubicBezTo>
                <a:cubicBezTo>
                  <a:pt x="731188" y="1737801"/>
                  <a:pt x="725733" y="1743258"/>
                  <a:pt x="714325" y="1743258"/>
                </a:cubicBezTo>
                <a:cubicBezTo>
                  <a:pt x="703413" y="1743258"/>
                  <a:pt x="697958" y="1737801"/>
                  <a:pt x="697958" y="1726393"/>
                </a:cubicBezTo>
                <a:cubicBezTo>
                  <a:pt x="697958" y="1715480"/>
                  <a:pt x="703909" y="1710024"/>
                  <a:pt x="714821" y="1710024"/>
                </a:cubicBezTo>
                <a:close/>
                <a:moveTo>
                  <a:pt x="647861" y="1710024"/>
                </a:moveTo>
                <a:cubicBezTo>
                  <a:pt x="658772" y="1710024"/>
                  <a:pt x="664725" y="1715480"/>
                  <a:pt x="664725" y="1726393"/>
                </a:cubicBezTo>
                <a:cubicBezTo>
                  <a:pt x="664725" y="1737801"/>
                  <a:pt x="659268" y="1743258"/>
                  <a:pt x="648357" y="1743258"/>
                </a:cubicBezTo>
                <a:cubicBezTo>
                  <a:pt x="636949" y="1743258"/>
                  <a:pt x="631494" y="1737801"/>
                  <a:pt x="631494" y="1726889"/>
                </a:cubicBezTo>
                <a:cubicBezTo>
                  <a:pt x="631494" y="1715480"/>
                  <a:pt x="636949" y="1710024"/>
                  <a:pt x="647861" y="1710024"/>
                </a:cubicBezTo>
                <a:close/>
                <a:moveTo>
                  <a:pt x="916690" y="1709528"/>
                </a:moveTo>
                <a:cubicBezTo>
                  <a:pt x="920658" y="1713000"/>
                  <a:pt x="926610" y="1711016"/>
                  <a:pt x="928595" y="1715976"/>
                </a:cubicBezTo>
                <a:cubicBezTo>
                  <a:pt x="930579" y="1719449"/>
                  <a:pt x="933554" y="1723913"/>
                  <a:pt x="933058" y="1726889"/>
                </a:cubicBezTo>
                <a:cubicBezTo>
                  <a:pt x="932067" y="1730857"/>
                  <a:pt x="932067" y="1736313"/>
                  <a:pt x="927106" y="1738794"/>
                </a:cubicBezTo>
                <a:cubicBezTo>
                  <a:pt x="923634" y="1740778"/>
                  <a:pt x="919666" y="1741770"/>
                  <a:pt x="915698" y="1743258"/>
                </a:cubicBezTo>
                <a:cubicBezTo>
                  <a:pt x="913218" y="1739290"/>
                  <a:pt x="907761" y="1741770"/>
                  <a:pt x="904785" y="1737801"/>
                </a:cubicBezTo>
                <a:cubicBezTo>
                  <a:pt x="901809" y="1734329"/>
                  <a:pt x="903297" y="1729369"/>
                  <a:pt x="899825" y="1726393"/>
                </a:cubicBezTo>
                <a:cubicBezTo>
                  <a:pt x="903297" y="1722921"/>
                  <a:pt x="901809" y="1717960"/>
                  <a:pt x="905281" y="1714488"/>
                </a:cubicBezTo>
                <a:cubicBezTo>
                  <a:pt x="909746" y="1711512"/>
                  <a:pt x="914706" y="1713496"/>
                  <a:pt x="916690" y="1709528"/>
                </a:cubicBezTo>
                <a:close/>
                <a:moveTo>
                  <a:pt x="782771" y="1709528"/>
                </a:moveTo>
                <a:cubicBezTo>
                  <a:pt x="787239" y="1710024"/>
                  <a:pt x="791202" y="1710520"/>
                  <a:pt x="794181" y="1714488"/>
                </a:cubicBezTo>
                <a:cubicBezTo>
                  <a:pt x="797155" y="1717960"/>
                  <a:pt x="802115" y="1720441"/>
                  <a:pt x="800131" y="1726393"/>
                </a:cubicBezTo>
                <a:cubicBezTo>
                  <a:pt x="801620" y="1731353"/>
                  <a:pt x="799140" y="1734329"/>
                  <a:pt x="795669" y="1737306"/>
                </a:cubicBezTo>
                <a:cubicBezTo>
                  <a:pt x="792196" y="1740282"/>
                  <a:pt x="789716" y="1744250"/>
                  <a:pt x="783764" y="1743258"/>
                </a:cubicBezTo>
                <a:cubicBezTo>
                  <a:pt x="779792" y="1742762"/>
                  <a:pt x="776322" y="1742266"/>
                  <a:pt x="773349" y="1738794"/>
                </a:cubicBezTo>
                <a:cubicBezTo>
                  <a:pt x="770369" y="1735321"/>
                  <a:pt x="765907" y="1733337"/>
                  <a:pt x="766401" y="1727385"/>
                </a:cubicBezTo>
                <a:cubicBezTo>
                  <a:pt x="766895" y="1722921"/>
                  <a:pt x="766895" y="1718953"/>
                  <a:pt x="770865" y="1715976"/>
                </a:cubicBezTo>
                <a:cubicBezTo>
                  <a:pt x="774340" y="1713496"/>
                  <a:pt x="776817" y="1709032"/>
                  <a:pt x="782771" y="1709528"/>
                </a:cubicBezTo>
                <a:close/>
                <a:moveTo>
                  <a:pt x="581366" y="1709528"/>
                </a:moveTo>
                <a:cubicBezTo>
                  <a:pt x="585831" y="1709528"/>
                  <a:pt x="590295" y="1709032"/>
                  <a:pt x="594263" y="1713497"/>
                </a:cubicBezTo>
                <a:cubicBezTo>
                  <a:pt x="598231" y="1717465"/>
                  <a:pt x="598231" y="1721433"/>
                  <a:pt x="598231" y="1726393"/>
                </a:cubicBezTo>
                <a:cubicBezTo>
                  <a:pt x="598231" y="1730857"/>
                  <a:pt x="598727" y="1735322"/>
                  <a:pt x="594263" y="1739290"/>
                </a:cubicBezTo>
                <a:cubicBezTo>
                  <a:pt x="590295" y="1743258"/>
                  <a:pt x="586327" y="1743754"/>
                  <a:pt x="583350" y="1743258"/>
                </a:cubicBezTo>
                <a:cubicBezTo>
                  <a:pt x="576902" y="1743258"/>
                  <a:pt x="572933" y="1743258"/>
                  <a:pt x="568469" y="1739290"/>
                </a:cubicBezTo>
                <a:cubicBezTo>
                  <a:pt x="564500" y="1735322"/>
                  <a:pt x="564500" y="1731354"/>
                  <a:pt x="564500" y="1726393"/>
                </a:cubicBezTo>
                <a:cubicBezTo>
                  <a:pt x="564500" y="1721929"/>
                  <a:pt x="564004" y="1717465"/>
                  <a:pt x="568469" y="1713497"/>
                </a:cubicBezTo>
                <a:cubicBezTo>
                  <a:pt x="572437" y="1709528"/>
                  <a:pt x="576405" y="1709528"/>
                  <a:pt x="581366" y="1709528"/>
                </a:cubicBezTo>
                <a:close/>
                <a:moveTo>
                  <a:pt x="513426" y="1707544"/>
                </a:moveTo>
                <a:cubicBezTo>
                  <a:pt x="516401" y="1706552"/>
                  <a:pt x="520371" y="1709032"/>
                  <a:pt x="523843" y="1710520"/>
                </a:cubicBezTo>
                <a:cubicBezTo>
                  <a:pt x="529796" y="1713496"/>
                  <a:pt x="531780" y="1719945"/>
                  <a:pt x="533269" y="1725401"/>
                </a:cubicBezTo>
                <a:cubicBezTo>
                  <a:pt x="534261" y="1728377"/>
                  <a:pt x="530788" y="1732841"/>
                  <a:pt x="529300" y="1736313"/>
                </a:cubicBezTo>
                <a:cubicBezTo>
                  <a:pt x="526324" y="1742762"/>
                  <a:pt x="519875" y="1742762"/>
                  <a:pt x="514914" y="1745738"/>
                </a:cubicBezTo>
                <a:cubicBezTo>
                  <a:pt x="511442" y="1744250"/>
                  <a:pt x="507969" y="1742762"/>
                  <a:pt x="504001" y="1740778"/>
                </a:cubicBezTo>
                <a:cubicBezTo>
                  <a:pt x="498544" y="1737801"/>
                  <a:pt x="497552" y="1731849"/>
                  <a:pt x="496063" y="1726393"/>
                </a:cubicBezTo>
                <a:cubicBezTo>
                  <a:pt x="495071" y="1723417"/>
                  <a:pt x="498047" y="1719448"/>
                  <a:pt x="499536" y="1716472"/>
                </a:cubicBezTo>
                <a:cubicBezTo>
                  <a:pt x="502513" y="1711016"/>
                  <a:pt x="508465" y="1709032"/>
                  <a:pt x="513426" y="1707544"/>
                </a:cubicBezTo>
                <a:close/>
                <a:moveTo>
                  <a:pt x="446455" y="1707544"/>
                </a:moveTo>
                <a:cubicBezTo>
                  <a:pt x="454393" y="1708040"/>
                  <a:pt x="464314" y="1718953"/>
                  <a:pt x="464810" y="1726393"/>
                </a:cubicBezTo>
                <a:cubicBezTo>
                  <a:pt x="464810" y="1735321"/>
                  <a:pt x="452409" y="1746730"/>
                  <a:pt x="445463" y="1745738"/>
                </a:cubicBezTo>
                <a:cubicBezTo>
                  <a:pt x="437031" y="1745738"/>
                  <a:pt x="426117" y="1734329"/>
                  <a:pt x="426613" y="1725897"/>
                </a:cubicBezTo>
                <a:cubicBezTo>
                  <a:pt x="427109" y="1717465"/>
                  <a:pt x="438519" y="1707048"/>
                  <a:pt x="446455" y="1707544"/>
                </a:cubicBezTo>
                <a:close/>
                <a:moveTo>
                  <a:pt x="379472" y="1707544"/>
                </a:moveTo>
                <a:cubicBezTo>
                  <a:pt x="387904" y="1708040"/>
                  <a:pt x="397329" y="1717961"/>
                  <a:pt x="397825" y="1726393"/>
                </a:cubicBezTo>
                <a:cubicBezTo>
                  <a:pt x="398817" y="1733338"/>
                  <a:pt x="387408" y="1746234"/>
                  <a:pt x="378975" y="1745738"/>
                </a:cubicBezTo>
                <a:cubicBezTo>
                  <a:pt x="370542" y="1746234"/>
                  <a:pt x="359134" y="1733338"/>
                  <a:pt x="359630" y="1726393"/>
                </a:cubicBezTo>
                <a:cubicBezTo>
                  <a:pt x="360126" y="1717961"/>
                  <a:pt x="371038" y="1707048"/>
                  <a:pt x="379472" y="1707544"/>
                </a:cubicBezTo>
                <a:close/>
                <a:moveTo>
                  <a:pt x="312003" y="1707048"/>
                </a:moveTo>
                <a:cubicBezTo>
                  <a:pt x="317459" y="1707544"/>
                  <a:pt x="322420" y="1710024"/>
                  <a:pt x="325892" y="1713496"/>
                </a:cubicBezTo>
                <a:cubicBezTo>
                  <a:pt x="329365" y="1716968"/>
                  <a:pt x="330357" y="1722425"/>
                  <a:pt x="331844" y="1726889"/>
                </a:cubicBezTo>
                <a:cubicBezTo>
                  <a:pt x="329861" y="1731849"/>
                  <a:pt x="328869" y="1737801"/>
                  <a:pt x="325396" y="1739786"/>
                </a:cubicBezTo>
                <a:cubicBezTo>
                  <a:pt x="321428" y="1742762"/>
                  <a:pt x="316963" y="1746730"/>
                  <a:pt x="311507" y="1745242"/>
                </a:cubicBezTo>
                <a:cubicBezTo>
                  <a:pt x="307043" y="1744250"/>
                  <a:pt x="301091" y="1742762"/>
                  <a:pt x="298610" y="1739290"/>
                </a:cubicBezTo>
                <a:cubicBezTo>
                  <a:pt x="295634" y="1735321"/>
                  <a:pt x="291666" y="1730857"/>
                  <a:pt x="293154" y="1724905"/>
                </a:cubicBezTo>
                <a:cubicBezTo>
                  <a:pt x="294146" y="1720440"/>
                  <a:pt x="295634" y="1714488"/>
                  <a:pt x="299106" y="1712504"/>
                </a:cubicBezTo>
                <a:cubicBezTo>
                  <a:pt x="302579" y="1710024"/>
                  <a:pt x="307043" y="1706552"/>
                  <a:pt x="312003" y="1707048"/>
                </a:cubicBezTo>
                <a:close/>
                <a:moveTo>
                  <a:pt x="243071" y="1707048"/>
                </a:moveTo>
                <a:cubicBezTo>
                  <a:pt x="248527" y="1707544"/>
                  <a:pt x="253488" y="1710024"/>
                  <a:pt x="256959" y="1713496"/>
                </a:cubicBezTo>
                <a:cubicBezTo>
                  <a:pt x="260431" y="1716968"/>
                  <a:pt x="261423" y="1722425"/>
                  <a:pt x="262912" y="1726889"/>
                </a:cubicBezTo>
                <a:cubicBezTo>
                  <a:pt x="260927" y="1731849"/>
                  <a:pt x="259935" y="1737801"/>
                  <a:pt x="256463" y="1739786"/>
                </a:cubicBezTo>
                <a:cubicBezTo>
                  <a:pt x="252496" y="1742762"/>
                  <a:pt x="248031" y="1746730"/>
                  <a:pt x="242575" y="1745242"/>
                </a:cubicBezTo>
                <a:cubicBezTo>
                  <a:pt x="238111" y="1744250"/>
                  <a:pt x="232159" y="1742762"/>
                  <a:pt x="229678" y="1739290"/>
                </a:cubicBezTo>
                <a:cubicBezTo>
                  <a:pt x="226702" y="1735321"/>
                  <a:pt x="222734" y="1730857"/>
                  <a:pt x="224222" y="1724905"/>
                </a:cubicBezTo>
                <a:cubicBezTo>
                  <a:pt x="225214" y="1720440"/>
                  <a:pt x="226702" y="1714488"/>
                  <a:pt x="230174" y="1712504"/>
                </a:cubicBezTo>
                <a:cubicBezTo>
                  <a:pt x="233647" y="1710024"/>
                  <a:pt x="238111" y="1706552"/>
                  <a:pt x="243071" y="1707048"/>
                </a:cubicBezTo>
                <a:close/>
                <a:moveTo>
                  <a:pt x="176586" y="1707048"/>
                </a:moveTo>
                <a:cubicBezTo>
                  <a:pt x="181546" y="1709032"/>
                  <a:pt x="187003" y="1710024"/>
                  <a:pt x="189483" y="1713000"/>
                </a:cubicBezTo>
                <a:cubicBezTo>
                  <a:pt x="192459" y="1716969"/>
                  <a:pt x="196427" y="1721433"/>
                  <a:pt x="194939" y="1726889"/>
                </a:cubicBezTo>
                <a:cubicBezTo>
                  <a:pt x="193947" y="1731353"/>
                  <a:pt x="192459" y="1737306"/>
                  <a:pt x="189483" y="1739786"/>
                </a:cubicBezTo>
                <a:cubicBezTo>
                  <a:pt x="185515" y="1742762"/>
                  <a:pt x="181050" y="1746730"/>
                  <a:pt x="175594" y="1745242"/>
                </a:cubicBezTo>
                <a:cubicBezTo>
                  <a:pt x="171130" y="1744250"/>
                  <a:pt x="165177" y="1742762"/>
                  <a:pt x="162697" y="1739290"/>
                </a:cubicBezTo>
                <a:cubicBezTo>
                  <a:pt x="160217" y="1735817"/>
                  <a:pt x="157241" y="1731353"/>
                  <a:pt x="157241" y="1726393"/>
                </a:cubicBezTo>
                <a:cubicBezTo>
                  <a:pt x="157241" y="1720937"/>
                  <a:pt x="160713" y="1715976"/>
                  <a:pt x="163689" y="1712504"/>
                </a:cubicBezTo>
                <a:cubicBezTo>
                  <a:pt x="166169" y="1709528"/>
                  <a:pt x="172122" y="1709032"/>
                  <a:pt x="176586" y="1707048"/>
                </a:cubicBezTo>
                <a:close/>
                <a:moveTo>
                  <a:pt x="110117" y="1707048"/>
                </a:moveTo>
                <a:cubicBezTo>
                  <a:pt x="115077" y="1709032"/>
                  <a:pt x="120534" y="1710024"/>
                  <a:pt x="123014" y="1713000"/>
                </a:cubicBezTo>
                <a:cubicBezTo>
                  <a:pt x="125990" y="1716969"/>
                  <a:pt x="129958" y="1721433"/>
                  <a:pt x="128470" y="1726889"/>
                </a:cubicBezTo>
                <a:cubicBezTo>
                  <a:pt x="127478" y="1731353"/>
                  <a:pt x="125990" y="1737306"/>
                  <a:pt x="123014" y="1739786"/>
                </a:cubicBezTo>
                <a:cubicBezTo>
                  <a:pt x="119046" y="1742762"/>
                  <a:pt x="114581" y="1746730"/>
                  <a:pt x="109125" y="1745242"/>
                </a:cubicBezTo>
                <a:cubicBezTo>
                  <a:pt x="104661" y="1744250"/>
                  <a:pt x="98708" y="1742762"/>
                  <a:pt x="96228" y="1739290"/>
                </a:cubicBezTo>
                <a:cubicBezTo>
                  <a:pt x="93748" y="1735817"/>
                  <a:pt x="90772" y="1731353"/>
                  <a:pt x="90772" y="1726393"/>
                </a:cubicBezTo>
                <a:cubicBezTo>
                  <a:pt x="90772" y="1720937"/>
                  <a:pt x="94244" y="1715976"/>
                  <a:pt x="97220" y="1712504"/>
                </a:cubicBezTo>
                <a:cubicBezTo>
                  <a:pt x="99700" y="1709528"/>
                  <a:pt x="105653" y="1709032"/>
                  <a:pt x="110117" y="1707048"/>
                </a:cubicBezTo>
                <a:close/>
                <a:moveTo>
                  <a:pt x="43164" y="1707048"/>
                </a:moveTo>
                <a:cubicBezTo>
                  <a:pt x="47628" y="1709032"/>
                  <a:pt x="53580" y="1710024"/>
                  <a:pt x="57053" y="1713496"/>
                </a:cubicBezTo>
                <a:cubicBezTo>
                  <a:pt x="60029" y="1716472"/>
                  <a:pt x="61517" y="1721929"/>
                  <a:pt x="62509" y="1726393"/>
                </a:cubicBezTo>
                <a:cubicBezTo>
                  <a:pt x="63997" y="1731849"/>
                  <a:pt x="59533" y="1735817"/>
                  <a:pt x="57549" y="1739290"/>
                </a:cubicBezTo>
                <a:cubicBezTo>
                  <a:pt x="55565" y="1742762"/>
                  <a:pt x="49612" y="1744250"/>
                  <a:pt x="45148" y="1745242"/>
                </a:cubicBezTo>
                <a:cubicBezTo>
                  <a:pt x="39692" y="1746730"/>
                  <a:pt x="34731" y="1742762"/>
                  <a:pt x="30763" y="1739786"/>
                </a:cubicBezTo>
                <a:cubicBezTo>
                  <a:pt x="27291" y="1737306"/>
                  <a:pt x="26299" y="1731849"/>
                  <a:pt x="24811" y="1726889"/>
                </a:cubicBezTo>
                <a:cubicBezTo>
                  <a:pt x="23323" y="1721433"/>
                  <a:pt x="27787" y="1716472"/>
                  <a:pt x="30267" y="1712504"/>
                </a:cubicBezTo>
                <a:cubicBezTo>
                  <a:pt x="32251" y="1710024"/>
                  <a:pt x="38204" y="1709032"/>
                  <a:pt x="43164" y="1707048"/>
                </a:cubicBezTo>
                <a:close/>
                <a:moveTo>
                  <a:pt x="1793630" y="1655462"/>
                </a:moveTo>
                <a:cubicBezTo>
                  <a:pt x="1794126" y="1655462"/>
                  <a:pt x="1795118" y="1656950"/>
                  <a:pt x="1797102" y="1657942"/>
                </a:cubicBezTo>
                <a:cubicBezTo>
                  <a:pt x="1795118" y="1658934"/>
                  <a:pt x="1794126" y="1659926"/>
                  <a:pt x="1793630" y="1659926"/>
                </a:cubicBezTo>
                <a:cubicBezTo>
                  <a:pt x="1792638" y="1659430"/>
                  <a:pt x="1792142" y="1657942"/>
                  <a:pt x="1791150" y="1656950"/>
                </a:cubicBezTo>
                <a:cubicBezTo>
                  <a:pt x="1792142" y="1656454"/>
                  <a:pt x="1792638" y="1654966"/>
                  <a:pt x="1793630" y="1655462"/>
                </a:cubicBezTo>
                <a:close/>
                <a:moveTo>
                  <a:pt x="1727658" y="1654965"/>
                </a:moveTo>
                <a:cubicBezTo>
                  <a:pt x="1727658" y="1655461"/>
                  <a:pt x="1728650" y="1656453"/>
                  <a:pt x="1730138" y="1657941"/>
                </a:cubicBezTo>
                <a:cubicBezTo>
                  <a:pt x="1728154" y="1658933"/>
                  <a:pt x="1727162" y="1659429"/>
                  <a:pt x="1726170" y="1659429"/>
                </a:cubicBezTo>
                <a:cubicBezTo>
                  <a:pt x="1725674" y="1659429"/>
                  <a:pt x="1724186" y="1657445"/>
                  <a:pt x="1724682" y="1657445"/>
                </a:cubicBezTo>
                <a:cubicBezTo>
                  <a:pt x="1725178" y="1656453"/>
                  <a:pt x="1726666" y="1655461"/>
                  <a:pt x="1727658" y="1654965"/>
                </a:cubicBezTo>
                <a:close/>
                <a:moveTo>
                  <a:pt x="1654060" y="1652857"/>
                </a:moveTo>
                <a:cubicBezTo>
                  <a:pt x="1655114" y="1652609"/>
                  <a:pt x="1656478" y="1652981"/>
                  <a:pt x="1657718" y="1652981"/>
                </a:cubicBezTo>
                <a:cubicBezTo>
                  <a:pt x="1662679" y="1652981"/>
                  <a:pt x="1662679" y="1652981"/>
                  <a:pt x="1662183" y="1658934"/>
                </a:cubicBezTo>
                <a:cubicBezTo>
                  <a:pt x="1662679" y="1663894"/>
                  <a:pt x="1659206" y="1662406"/>
                  <a:pt x="1656726" y="1662406"/>
                </a:cubicBezTo>
                <a:cubicBezTo>
                  <a:pt x="1652262" y="1662406"/>
                  <a:pt x="1652758" y="1662406"/>
                  <a:pt x="1652262" y="1656453"/>
                </a:cubicBezTo>
                <a:cubicBezTo>
                  <a:pt x="1652262" y="1653973"/>
                  <a:pt x="1653006" y="1653105"/>
                  <a:pt x="1654060" y="1652857"/>
                </a:cubicBezTo>
                <a:close/>
                <a:moveTo>
                  <a:pt x="1590755" y="1650501"/>
                </a:moveTo>
                <a:cubicBezTo>
                  <a:pt x="1595716" y="1650501"/>
                  <a:pt x="1598196" y="1652485"/>
                  <a:pt x="1598196" y="1656949"/>
                </a:cubicBezTo>
                <a:cubicBezTo>
                  <a:pt x="1598196" y="1661910"/>
                  <a:pt x="1596708" y="1664390"/>
                  <a:pt x="1591747" y="1664886"/>
                </a:cubicBezTo>
                <a:cubicBezTo>
                  <a:pt x="1586291" y="1665382"/>
                  <a:pt x="1583811" y="1663398"/>
                  <a:pt x="1583811" y="1657941"/>
                </a:cubicBezTo>
                <a:cubicBezTo>
                  <a:pt x="1583811" y="1652485"/>
                  <a:pt x="1585795" y="1650501"/>
                  <a:pt x="1590755" y="1650501"/>
                </a:cubicBezTo>
                <a:close/>
                <a:moveTo>
                  <a:pt x="1524287" y="1648517"/>
                </a:moveTo>
                <a:cubicBezTo>
                  <a:pt x="1529247" y="1648021"/>
                  <a:pt x="1533712" y="1652485"/>
                  <a:pt x="1533712" y="1657445"/>
                </a:cubicBezTo>
                <a:cubicBezTo>
                  <a:pt x="1533712" y="1662406"/>
                  <a:pt x="1529743" y="1666870"/>
                  <a:pt x="1524783" y="1667366"/>
                </a:cubicBezTo>
                <a:cubicBezTo>
                  <a:pt x="1518831" y="1667366"/>
                  <a:pt x="1514367" y="1663398"/>
                  <a:pt x="1514863" y="1657445"/>
                </a:cubicBezTo>
                <a:cubicBezTo>
                  <a:pt x="1514863" y="1652485"/>
                  <a:pt x="1519327" y="1648517"/>
                  <a:pt x="1524287" y="1648517"/>
                </a:cubicBezTo>
                <a:close/>
                <a:moveTo>
                  <a:pt x="1458316" y="1648021"/>
                </a:moveTo>
                <a:cubicBezTo>
                  <a:pt x="1466252" y="1648021"/>
                  <a:pt x="1467244" y="1649013"/>
                  <a:pt x="1467244" y="1658437"/>
                </a:cubicBezTo>
                <a:cubicBezTo>
                  <a:pt x="1467244" y="1666870"/>
                  <a:pt x="1466252" y="1667366"/>
                  <a:pt x="1457323" y="1667366"/>
                </a:cubicBezTo>
                <a:cubicBezTo>
                  <a:pt x="1448891" y="1667366"/>
                  <a:pt x="1447899" y="1666374"/>
                  <a:pt x="1447899" y="1656453"/>
                </a:cubicBezTo>
                <a:cubicBezTo>
                  <a:pt x="1447899" y="1649013"/>
                  <a:pt x="1449387" y="1648021"/>
                  <a:pt x="1458316" y="1648021"/>
                </a:cubicBezTo>
                <a:close/>
                <a:moveTo>
                  <a:pt x="1388376" y="1645541"/>
                </a:moveTo>
                <a:cubicBezTo>
                  <a:pt x="1393832" y="1645541"/>
                  <a:pt x="1400280" y="1652485"/>
                  <a:pt x="1400280" y="1657446"/>
                </a:cubicBezTo>
                <a:cubicBezTo>
                  <a:pt x="1400280" y="1662406"/>
                  <a:pt x="1393336" y="1669350"/>
                  <a:pt x="1388376" y="1669350"/>
                </a:cubicBezTo>
                <a:cubicBezTo>
                  <a:pt x="1383415" y="1669350"/>
                  <a:pt x="1376471" y="1662406"/>
                  <a:pt x="1376471" y="1657446"/>
                </a:cubicBezTo>
                <a:cubicBezTo>
                  <a:pt x="1376471" y="1652485"/>
                  <a:pt x="1383415" y="1645541"/>
                  <a:pt x="1388376" y="1645541"/>
                </a:cubicBezTo>
                <a:close/>
                <a:moveTo>
                  <a:pt x="1322405" y="1645541"/>
                </a:moveTo>
                <a:cubicBezTo>
                  <a:pt x="1330837" y="1645541"/>
                  <a:pt x="1333813" y="1649013"/>
                  <a:pt x="1333813" y="1657942"/>
                </a:cubicBezTo>
                <a:cubicBezTo>
                  <a:pt x="1333813" y="1666374"/>
                  <a:pt x="1330341" y="1669350"/>
                  <a:pt x="1321909" y="1669350"/>
                </a:cubicBezTo>
                <a:cubicBezTo>
                  <a:pt x="1313476" y="1669350"/>
                  <a:pt x="1310004" y="1665878"/>
                  <a:pt x="1310004" y="1657942"/>
                </a:cubicBezTo>
                <a:cubicBezTo>
                  <a:pt x="1310004" y="1649013"/>
                  <a:pt x="1312980" y="1645541"/>
                  <a:pt x="1322405" y="1645541"/>
                </a:cubicBezTo>
                <a:close/>
                <a:moveTo>
                  <a:pt x="1254945" y="1643557"/>
                </a:moveTo>
                <a:cubicBezTo>
                  <a:pt x="1259409" y="1643061"/>
                  <a:pt x="1269329" y="1652982"/>
                  <a:pt x="1269329" y="1657942"/>
                </a:cubicBezTo>
                <a:cubicBezTo>
                  <a:pt x="1269329" y="1662406"/>
                  <a:pt x="1260897" y="1671334"/>
                  <a:pt x="1255937" y="1672327"/>
                </a:cubicBezTo>
                <a:cubicBezTo>
                  <a:pt x="1251473" y="1672823"/>
                  <a:pt x="1241552" y="1663894"/>
                  <a:pt x="1240560" y="1658438"/>
                </a:cubicBezTo>
                <a:cubicBezTo>
                  <a:pt x="1240560" y="1653477"/>
                  <a:pt x="1249488" y="1643557"/>
                  <a:pt x="1254945" y="1643557"/>
                </a:cubicBezTo>
                <a:close/>
                <a:moveTo>
                  <a:pt x="1185997" y="1643557"/>
                </a:moveTo>
                <a:cubicBezTo>
                  <a:pt x="1195421" y="1643557"/>
                  <a:pt x="1200382" y="1650501"/>
                  <a:pt x="1200382" y="1657446"/>
                </a:cubicBezTo>
                <a:cubicBezTo>
                  <a:pt x="1200382" y="1666870"/>
                  <a:pt x="1193437" y="1671335"/>
                  <a:pt x="1186493" y="1671831"/>
                </a:cubicBezTo>
                <a:cubicBezTo>
                  <a:pt x="1177068" y="1671335"/>
                  <a:pt x="1172108" y="1664886"/>
                  <a:pt x="1172108" y="1657942"/>
                </a:cubicBezTo>
                <a:cubicBezTo>
                  <a:pt x="1172108" y="1648517"/>
                  <a:pt x="1179052" y="1643557"/>
                  <a:pt x="1185997" y="1643557"/>
                </a:cubicBezTo>
                <a:close/>
                <a:moveTo>
                  <a:pt x="1119530" y="1643061"/>
                </a:moveTo>
                <a:cubicBezTo>
                  <a:pt x="1128458" y="1643061"/>
                  <a:pt x="1133915" y="1648517"/>
                  <a:pt x="1133915" y="1657446"/>
                </a:cubicBezTo>
                <a:cubicBezTo>
                  <a:pt x="1133915" y="1666374"/>
                  <a:pt x="1127962" y="1671830"/>
                  <a:pt x="1119530" y="1671830"/>
                </a:cubicBezTo>
                <a:cubicBezTo>
                  <a:pt x="1110601" y="1671830"/>
                  <a:pt x="1105145" y="1666374"/>
                  <a:pt x="1105145" y="1657446"/>
                </a:cubicBezTo>
                <a:cubicBezTo>
                  <a:pt x="1105145" y="1648517"/>
                  <a:pt x="1110601" y="1643061"/>
                  <a:pt x="1119530" y="1643061"/>
                </a:cubicBezTo>
                <a:close/>
                <a:moveTo>
                  <a:pt x="984630" y="1641077"/>
                </a:moveTo>
                <a:cubicBezTo>
                  <a:pt x="992565" y="1640581"/>
                  <a:pt x="1001990" y="1649013"/>
                  <a:pt x="1002486" y="1656950"/>
                </a:cubicBezTo>
                <a:cubicBezTo>
                  <a:pt x="1003478" y="1664886"/>
                  <a:pt x="995045" y="1673815"/>
                  <a:pt x="986613" y="1674311"/>
                </a:cubicBezTo>
                <a:cubicBezTo>
                  <a:pt x="978678" y="1674807"/>
                  <a:pt x="969749" y="1665878"/>
                  <a:pt x="969253" y="1657942"/>
                </a:cubicBezTo>
                <a:cubicBezTo>
                  <a:pt x="969253" y="1650501"/>
                  <a:pt x="977189" y="1641573"/>
                  <a:pt x="984630" y="1641077"/>
                </a:cubicBezTo>
                <a:close/>
                <a:moveTo>
                  <a:pt x="1053062" y="1640581"/>
                </a:moveTo>
                <a:cubicBezTo>
                  <a:pt x="1056534" y="1644053"/>
                  <a:pt x="1061494" y="1642565"/>
                  <a:pt x="1064967" y="1646037"/>
                </a:cubicBezTo>
                <a:cubicBezTo>
                  <a:pt x="1067943" y="1650005"/>
                  <a:pt x="1065959" y="1654966"/>
                  <a:pt x="1069927" y="1657446"/>
                </a:cubicBezTo>
                <a:cubicBezTo>
                  <a:pt x="1066455" y="1661414"/>
                  <a:pt x="1068439" y="1667366"/>
                  <a:pt x="1063478" y="1669350"/>
                </a:cubicBezTo>
                <a:cubicBezTo>
                  <a:pt x="1060006" y="1671335"/>
                  <a:pt x="1055542" y="1674311"/>
                  <a:pt x="1052566" y="1673815"/>
                </a:cubicBezTo>
                <a:cubicBezTo>
                  <a:pt x="1048598" y="1672823"/>
                  <a:pt x="1043174" y="1672823"/>
                  <a:pt x="1040694" y="1667862"/>
                </a:cubicBezTo>
                <a:cubicBezTo>
                  <a:pt x="1038710" y="1664390"/>
                  <a:pt x="1037718" y="1660422"/>
                  <a:pt x="1036230" y="1656454"/>
                </a:cubicBezTo>
                <a:cubicBezTo>
                  <a:pt x="1040198" y="1653974"/>
                  <a:pt x="1037718" y="1648517"/>
                  <a:pt x="1041686" y="1645541"/>
                </a:cubicBezTo>
                <a:cubicBezTo>
                  <a:pt x="1045158" y="1642565"/>
                  <a:pt x="1050086" y="1644053"/>
                  <a:pt x="1053062" y="1640581"/>
                </a:cubicBezTo>
                <a:close/>
                <a:moveTo>
                  <a:pt x="916685" y="1640581"/>
                </a:moveTo>
                <a:cubicBezTo>
                  <a:pt x="921149" y="1641077"/>
                  <a:pt x="925117" y="1641573"/>
                  <a:pt x="928094" y="1645541"/>
                </a:cubicBezTo>
                <a:cubicBezTo>
                  <a:pt x="931070" y="1649013"/>
                  <a:pt x="934542" y="1651493"/>
                  <a:pt x="934542" y="1657446"/>
                </a:cubicBezTo>
                <a:cubicBezTo>
                  <a:pt x="934542" y="1662406"/>
                  <a:pt x="933054" y="1665382"/>
                  <a:pt x="929582" y="1668358"/>
                </a:cubicBezTo>
                <a:cubicBezTo>
                  <a:pt x="925613" y="1671334"/>
                  <a:pt x="923133" y="1676294"/>
                  <a:pt x="917181" y="1673814"/>
                </a:cubicBezTo>
                <a:cubicBezTo>
                  <a:pt x="911229" y="1676294"/>
                  <a:pt x="908748" y="1671334"/>
                  <a:pt x="905276" y="1668358"/>
                </a:cubicBezTo>
                <a:cubicBezTo>
                  <a:pt x="901804" y="1665382"/>
                  <a:pt x="900316" y="1662406"/>
                  <a:pt x="900316" y="1657446"/>
                </a:cubicBezTo>
                <a:cubicBezTo>
                  <a:pt x="900316" y="1651989"/>
                  <a:pt x="902796" y="1649509"/>
                  <a:pt x="905772" y="1646533"/>
                </a:cubicBezTo>
                <a:cubicBezTo>
                  <a:pt x="908748" y="1643557"/>
                  <a:pt x="911229" y="1640085"/>
                  <a:pt x="916685" y="1640581"/>
                </a:cubicBezTo>
                <a:close/>
                <a:moveTo>
                  <a:pt x="850710" y="1640581"/>
                </a:moveTo>
                <a:cubicBezTo>
                  <a:pt x="860134" y="1641077"/>
                  <a:pt x="868568" y="1649013"/>
                  <a:pt x="867080" y="1657942"/>
                </a:cubicBezTo>
                <a:cubicBezTo>
                  <a:pt x="868072" y="1667366"/>
                  <a:pt x="859141" y="1674311"/>
                  <a:pt x="849719" y="1674311"/>
                </a:cubicBezTo>
                <a:cubicBezTo>
                  <a:pt x="840291" y="1674311"/>
                  <a:pt x="833351" y="1665878"/>
                  <a:pt x="833351" y="1656950"/>
                </a:cubicBezTo>
                <a:cubicBezTo>
                  <a:pt x="833351" y="1647525"/>
                  <a:pt x="841781" y="1640581"/>
                  <a:pt x="850710" y="1640581"/>
                </a:cubicBezTo>
                <a:close/>
                <a:moveTo>
                  <a:pt x="779264" y="1640085"/>
                </a:moveTo>
                <a:cubicBezTo>
                  <a:pt x="781250" y="1640581"/>
                  <a:pt x="783234" y="1640581"/>
                  <a:pt x="785219" y="1640085"/>
                </a:cubicBezTo>
                <a:cubicBezTo>
                  <a:pt x="789682" y="1639589"/>
                  <a:pt x="792659" y="1641077"/>
                  <a:pt x="795634" y="1644053"/>
                </a:cubicBezTo>
                <a:cubicBezTo>
                  <a:pt x="798610" y="1647029"/>
                  <a:pt x="800595" y="1650005"/>
                  <a:pt x="799602" y="1654469"/>
                </a:cubicBezTo>
                <a:cubicBezTo>
                  <a:pt x="800099" y="1655957"/>
                  <a:pt x="800595" y="1656950"/>
                  <a:pt x="800595" y="1658438"/>
                </a:cubicBezTo>
                <a:cubicBezTo>
                  <a:pt x="801587" y="1662902"/>
                  <a:pt x="800099" y="1667366"/>
                  <a:pt x="795634" y="1670838"/>
                </a:cubicBezTo>
                <a:cubicBezTo>
                  <a:pt x="793154" y="1672822"/>
                  <a:pt x="790674" y="1674807"/>
                  <a:pt x="787203" y="1673814"/>
                </a:cubicBezTo>
                <a:cubicBezTo>
                  <a:pt x="782242" y="1672822"/>
                  <a:pt x="776289" y="1676295"/>
                  <a:pt x="771826" y="1670342"/>
                </a:cubicBezTo>
                <a:cubicBezTo>
                  <a:pt x="770337" y="1668358"/>
                  <a:pt x="767360" y="1666374"/>
                  <a:pt x="766864" y="1663894"/>
                </a:cubicBezTo>
                <a:cubicBezTo>
                  <a:pt x="766369" y="1658934"/>
                  <a:pt x="764881" y="1652981"/>
                  <a:pt x="766864" y="1648517"/>
                </a:cubicBezTo>
                <a:cubicBezTo>
                  <a:pt x="768849" y="1644549"/>
                  <a:pt x="772322" y="1638597"/>
                  <a:pt x="779264" y="1640085"/>
                </a:cubicBezTo>
                <a:close/>
                <a:moveTo>
                  <a:pt x="714800" y="1638596"/>
                </a:moveTo>
                <a:cubicBezTo>
                  <a:pt x="719263" y="1641076"/>
                  <a:pt x="724720" y="1641572"/>
                  <a:pt x="728688" y="1646036"/>
                </a:cubicBezTo>
                <a:cubicBezTo>
                  <a:pt x="732159" y="1649509"/>
                  <a:pt x="733648" y="1654469"/>
                  <a:pt x="733648" y="1657941"/>
                </a:cubicBezTo>
                <a:cubicBezTo>
                  <a:pt x="733648" y="1661413"/>
                  <a:pt x="732159" y="1666374"/>
                  <a:pt x="728688" y="1669846"/>
                </a:cubicBezTo>
                <a:cubicBezTo>
                  <a:pt x="725216" y="1673814"/>
                  <a:pt x="720255" y="1674806"/>
                  <a:pt x="715792" y="1676294"/>
                </a:cubicBezTo>
                <a:cubicBezTo>
                  <a:pt x="712816" y="1677286"/>
                  <a:pt x="708352" y="1673814"/>
                  <a:pt x="704880" y="1672326"/>
                </a:cubicBezTo>
                <a:cubicBezTo>
                  <a:pt x="698927" y="1669350"/>
                  <a:pt x="699423" y="1662901"/>
                  <a:pt x="696448" y="1658437"/>
                </a:cubicBezTo>
                <a:cubicBezTo>
                  <a:pt x="698927" y="1654965"/>
                  <a:pt x="698431" y="1650005"/>
                  <a:pt x="701903" y="1646532"/>
                </a:cubicBezTo>
                <a:cubicBezTo>
                  <a:pt x="704880" y="1641572"/>
                  <a:pt x="710336" y="1641076"/>
                  <a:pt x="714800" y="1638596"/>
                </a:cubicBezTo>
                <a:close/>
                <a:moveTo>
                  <a:pt x="648312" y="1638596"/>
                </a:moveTo>
                <a:cubicBezTo>
                  <a:pt x="656744" y="1639092"/>
                  <a:pt x="667161" y="1650501"/>
                  <a:pt x="667161" y="1658437"/>
                </a:cubicBezTo>
                <a:cubicBezTo>
                  <a:pt x="666665" y="1666870"/>
                  <a:pt x="655256" y="1677286"/>
                  <a:pt x="647320" y="1676790"/>
                </a:cubicBezTo>
                <a:cubicBezTo>
                  <a:pt x="639385" y="1676294"/>
                  <a:pt x="628968" y="1665382"/>
                  <a:pt x="629464" y="1657445"/>
                </a:cubicBezTo>
                <a:cubicBezTo>
                  <a:pt x="628968" y="1649013"/>
                  <a:pt x="640377" y="1638100"/>
                  <a:pt x="648312" y="1638596"/>
                </a:cubicBezTo>
                <a:close/>
                <a:moveTo>
                  <a:pt x="581359" y="1638596"/>
                </a:moveTo>
                <a:cubicBezTo>
                  <a:pt x="586815" y="1637108"/>
                  <a:pt x="590784" y="1641572"/>
                  <a:pt x="594256" y="1643556"/>
                </a:cubicBezTo>
                <a:cubicBezTo>
                  <a:pt x="597728" y="1646533"/>
                  <a:pt x="598720" y="1652485"/>
                  <a:pt x="601201" y="1657445"/>
                </a:cubicBezTo>
                <a:cubicBezTo>
                  <a:pt x="598720" y="1662406"/>
                  <a:pt x="597728" y="1668854"/>
                  <a:pt x="594256" y="1671334"/>
                </a:cubicBezTo>
                <a:cubicBezTo>
                  <a:pt x="590784" y="1673814"/>
                  <a:pt x="586319" y="1677782"/>
                  <a:pt x="581359" y="1676294"/>
                </a:cubicBezTo>
                <a:cubicBezTo>
                  <a:pt x="576895" y="1675302"/>
                  <a:pt x="570943" y="1674310"/>
                  <a:pt x="568461" y="1670838"/>
                </a:cubicBezTo>
                <a:cubicBezTo>
                  <a:pt x="565485" y="1667366"/>
                  <a:pt x="561517" y="1662406"/>
                  <a:pt x="563005" y="1656949"/>
                </a:cubicBezTo>
                <a:cubicBezTo>
                  <a:pt x="563997" y="1652485"/>
                  <a:pt x="565485" y="1647029"/>
                  <a:pt x="568461" y="1644052"/>
                </a:cubicBezTo>
                <a:cubicBezTo>
                  <a:pt x="571439" y="1641076"/>
                  <a:pt x="576895" y="1639588"/>
                  <a:pt x="581359" y="1638596"/>
                </a:cubicBezTo>
                <a:close/>
                <a:moveTo>
                  <a:pt x="515393" y="1638596"/>
                </a:moveTo>
                <a:cubicBezTo>
                  <a:pt x="526803" y="1638596"/>
                  <a:pt x="534243" y="1646532"/>
                  <a:pt x="533747" y="1658437"/>
                </a:cubicBezTo>
                <a:cubicBezTo>
                  <a:pt x="533747" y="1668854"/>
                  <a:pt x="525811" y="1676790"/>
                  <a:pt x="514897" y="1676790"/>
                </a:cubicBezTo>
                <a:cubicBezTo>
                  <a:pt x="503487" y="1676790"/>
                  <a:pt x="495551" y="1668854"/>
                  <a:pt x="495551" y="1657445"/>
                </a:cubicBezTo>
                <a:cubicBezTo>
                  <a:pt x="495551" y="1646036"/>
                  <a:pt x="503487" y="1638596"/>
                  <a:pt x="515393" y="1638596"/>
                </a:cubicBezTo>
                <a:close/>
                <a:moveTo>
                  <a:pt x="378967" y="1638596"/>
                </a:moveTo>
                <a:cubicBezTo>
                  <a:pt x="390377" y="1638596"/>
                  <a:pt x="398313" y="1646532"/>
                  <a:pt x="397817" y="1657941"/>
                </a:cubicBezTo>
                <a:cubicBezTo>
                  <a:pt x="397817" y="1669350"/>
                  <a:pt x="389881" y="1676790"/>
                  <a:pt x="378471" y="1676790"/>
                </a:cubicBezTo>
                <a:cubicBezTo>
                  <a:pt x="367063" y="1676790"/>
                  <a:pt x="359622" y="1668854"/>
                  <a:pt x="360118" y="1656949"/>
                </a:cubicBezTo>
                <a:cubicBezTo>
                  <a:pt x="360118" y="1646532"/>
                  <a:pt x="368055" y="1638596"/>
                  <a:pt x="378967" y="1638596"/>
                </a:cubicBezTo>
                <a:close/>
                <a:moveTo>
                  <a:pt x="312998" y="1638596"/>
                </a:moveTo>
                <a:cubicBezTo>
                  <a:pt x="323415" y="1638596"/>
                  <a:pt x="331352" y="1646533"/>
                  <a:pt x="331352" y="1657445"/>
                </a:cubicBezTo>
                <a:cubicBezTo>
                  <a:pt x="331352" y="1668854"/>
                  <a:pt x="323415" y="1676790"/>
                  <a:pt x="312006" y="1676790"/>
                </a:cubicBezTo>
                <a:cubicBezTo>
                  <a:pt x="300597" y="1676790"/>
                  <a:pt x="293157" y="1668854"/>
                  <a:pt x="293157" y="1656949"/>
                </a:cubicBezTo>
                <a:cubicBezTo>
                  <a:pt x="293157" y="1645541"/>
                  <a:pt x="301093" y="1638100"/>
                  <a:pt x="312998" y="1638596"/>
                </a:cubicBezTo>
                <a:close/>
                <a:moveTo>
                  <a:pt x="243069" y="1638596"/>
                </a:moveTo>
                <a:cubicBezTo>
                  <a:pt x="254478" y="1638596"/>
                  <a:pt x="262415" y="1646532"/>
                  <a:pt x="262415" y="1657941"/>
                </a:cubicBezTo>
                <a:cubicBezTo>
                  <a:pt x="262415" y="1669350"/>
                  <a:pt x="254478" y="1676790"/>
                  <a:pt x="243069" y="1676790"/>
                </a:cubicBezTo>
                <a:cubicBezTo>
                  <a:pt x="231660" y="1676790"/>
                  <a:pt x="224220" y="1668854"/>
                  <a:pt x="224220" y="1656949"/>
                </a:cubicBezTo>
                <a:cubicBezTo>
                  <a:pt x="224220" y="1646036"/>
                  <a:pt x="232156" y="1638596"/>
                  <a:pt x="243069" y="1638596"/>
                </a:cubicBezTo>
                <a:close/>
                <a:moveTo>
                  <a:pt x="445463" y="1638101"/>
                </a:moveTo>
                <a:cubicBezTo>
                  <a:pt x="456873" y="1638597"/>
                  <a:pt x="464810" y="1646533"/>
                  <a:pt x="464810" y="1657446"/>
                </a:cubicBezTo>
                <a:cubicBezTo>
                  <a:pt x="464810" y="1668855"/>
                  <a:pt x="456873" y="1676791"/>
                  <a:pt x="445463" y="1676295"/>
                </a:cubicBezTo>
                <a:cubicBezTo>
                  <a:pt x="434054" y="1676295"/>
                  <a:pt x="426613" y="1668359"/>
                  <a:pt x="426613" y="1656454"/>
                </a:cubicBezTo>
                <a:cubicBezTo>
                  <a:pt x="426613" y="1645541"/>
                  <a:pt x="434550" y="1638101"/>
                  <a:pt x="445463" y="1638101"/>
                </a:cubicBezTo>
                <a:close/>
                <a:moveTo>
                  <a:pt x="110128" y="1638101"/>
                </a:moveTo>
                <a:cubicBezTo>
                  <a:pt x="115585" y="1638101"/>
                  <a:pt x="119552" y="1639589"/>
                  <a:pt x="123520" y="1643061"/>
                </a:cubicBezTo>
                <a:cubicBezTo>
                  <a:pt x="128480" y="1648022"/>
                  <a:pt x="129472" y="1652486"/>
                  <a:pt x="128976" y="1658438"/>
                </a:cubicBezTo>
                <a:cubicBezTo>
                  <a:pt x="130960" y="1663894"/>
                  <a:pt x="126992" y="1667367"/>
                  <a:pt x="124016" y="1671335"/>
                </a:cubicBezTo>
                <a:cubicBezTo>
                  <a:pt x="120048" y="1676791"/>
                  <a:pt x="114593" y="1676295"/>
                  <a:pt x="109136" y="1676791"/>
                </a:cubicBezTo>
                <a:cubicBezTo>
                  <a:pt x="103184" y="1677287"/>
                  <a:pt x="100208" y="1674311"/>
                  <a:pt x="95744" y="1671335"/>
                </a:cubicBezTo>
                <a:cubicBezTo>
                  <a:pt x="90287" y="1666870"/>
                  <a:pt x="91279" y="1661910"/>
                  <a:pt x="90783" y="1656454"/>
                </a:cubicBezTo>
                <a:cubicBezTo>
                  <a:pt x="90287" y="1650502"/>
                  <a:pt x="93263" y="1647029"/>
                  <a:pt x="96736" y="1643061"/>
                </a:cubicBezTo>
                <a:cubicBezTo>
                  <a:pt x="100704" y="1638597"/>
                  <a:pt x="105168" y="1638597"/>
                  <a:pt x="110128" y="1638101"/>
                </a:cubicBezTo>
                <a:close/>
                <a:moveTo>
                  <a:pt x="176605" y="1638100"/>
                </a:moveTo>
                <a:cubicBezTo>
                  <a:pt x="182062" y="1638100"/>
                  <a:pt x="186030" y="1638596"/>
                  <a:pt x="189998" y="1643060"/>
                </a:cubicBezTo>
                <a:cubicBezTo>
                  <a:pt x="193966" y="1647525"/>
                  <a:pt x="197934" y="1651493"/>
                  <a:pt x="195454" y="1656949"/>
                </a:cubicBezTo>
                <a:cubicBezTo>
                  <a:pt x="196942" y="1663397"/>
                  <a:pt x="194462" y="1666870"/>
                  <a:pt x="190990" y="1671334"/>
                </a:cubicBezTo>
                <a:cubicBezTo>
                  <a:pt x="187022" y="1676294"/>
                  <a:pt x="182062" y="1676790"/>
                  <a:pt x="176605" y="1676790"/>
                </a:cubicBezTo>
                <a:cubicBezTo>
                  <a:pt x="171149" y="1676790"/>
                  <a:pt x="167181" y="1674806"/>
                  <a:pt x="163213" y="1671334"/>
                </a:cubicBezTo>
                <a:cubicBezTo>
                  <a:pt x="158252" y="1666870"/>
                  <a:pt x="158252" y="1662405"/>
                  <a:pt x="157756" y="1656453"/>
                </a:cubicBezTo>
                <a:cubicBezTo>
                  <a:pt x="157260" y="1650501"/>
                  <a:pt x="159740" y="1647028"/>
                  <a:pt x="163213" y="1643060"/>
                </a:cubicBezTo>
                <a:cubicBezTo>
                  <a:pt x="167181" y="1639092"/>
                  <a:pt x="171149" y="1637604"/>
                  <a:pt x="176605" y="1638100"/>
                </a:cubicBezTo>
                <a:close/>
                <a:moveTo>
                  <a:pt x="44177" y="1638100"/>
                </a:moveTo>
                <a:cubicBezTo>
                  <a:pt x="50129" y="1637604"/>
                  <a:pt x="53601" y="1640580"/>
                  <a:pt x="57569" y="1644053"/>
                </a:cubicBezTo>
                <a:cubicBezTo>
                  <a:pt x="62034" y="1648021"/>
                  <a:pt x="62034" y="1652485"/>
                  <a:pt x="62530" y="1657445"/>
                </a:cubicBezTo>
                <a:cubicBezTo>
                  <a:pt x="62530" y="1662902"/>
                  <a:pt x="61041" y="1666870"/>
                  <a:pt x="57569" y="1670838"/>
                </a:cubicBezTo>
                <a:cubicBezTo>
                  <a:pt x="53105" y="1676294"/>
                  <a:pt x="48641" y="1677286"/>
                  <a:pt x="42192" y="1676294"/>
                </a:cubicBezTo>
                <a:cubicBezTo>
                  <a:pt x="36737" y="1678278"/>
                  <a:pt x="33265" y="1674310"/>
                  <a:pt x="29297" y="1671334"/>
                </a:cubicBezTo>
                <a:cubicBezTo>
                  <a:pt x="23840" y="1667366"/>
                  <a:pt x="24833" y="1661910"/>
                  <a:pt x="23840" y="1656453"/>
                </a:cubicBezTo>
                <a:cubicBezTo>
                  <a:pt x="23344" y="1650501"/>
                  <a:pt x="26321" y="1647525"/>
                  <a:pt x="29297" y="1643061"/>
                </a:cubicBezTo>
                <a:cubicBezTo>
                  <a:pt x="33761" y="1637604"/>
                  <a:pt x="38721" y="1638596"/>
                  <a:pt x="44177" y="1638100"/>
                </a:cubicBezTo>
                <a:close/>
                <a:moveTo>
                  <a:pt x="1861090" y="1588498"/>
                </a:moveTo>
                <a:cubicBezTo>
                  <a:pt x="1861090" y="1588498"/>
                  <a:pt x="1862082" y="1589986"/>
                  <a:pt x="1863570" y="1591474"/>
                </a:cubicBezTo>
                <a:cubicBezTo>
                  <a:pt x="1861586" y="1592466"/>
                  <a:pt x="1860594" y="1592962"/>
                  <a:pt x="1859602" y="1592962"/>
                </a:cubicBezTo>
                <a:cubicBezTo>
                  <a:pt x="1859106" y="1592962"/>
                  <a:pt x="1857618" y="1590978"/>
                  <a:pt x="1858114" y="1590978"/>
                </a:cubicBezTo>
                <a:cubicBezTo>
                  <a:pt x="1858610" y="1589986"/>
                  <a:pt x="1860098" y="1588994"/>
                  <a:pt x="1861090" y="1588498"/>
                </a:cubicBezTo>
                <a:close/>
                <a:moveTo>
                  <a:pt x="1794622" y="1588498"/>
                </a:moveTo>
                <a:cubicBezTo>
                  <a:pt x="1794126" y="1588498"/>
                  <a:pt x="1795118" y="1589986"/>
                  <a:pt x="1797102" y="1591474"/>
                </a:cubicBezTo>
                <a:cubicBezTo>
                  <a:pt x="1795118" y="1592466"/>
                  <a:pt x="1794126" y="1592962"/>
                  <a:pt x="1793134" y="1592962"/>
                </a:cubicBezTo>
                <a:cubicBezTo>
                  <a:pt x="1792638" y="1592962"/>
                  <a:pt x="1791150" y="1590978"/>
                  <a:pt x="1791646" y="1590978"/>
                </a:cubicBezTo>
                <a:cubicBezTo>
                  <a:pt x="1792142" y="1589986"/>
                  <a:pt x="1793630" y="1588994"/>
                  <a:pt x="1794622" y="1588498"/>
                </a:cubicBezTo>
                <a:close/>
                <a:moveTo>
                  <a:pt x="1725674" y="1585522"/>
                </a:moveTo>
                <a:cubicBezTo>
                  <a:pt x="1731131" y="1586514"/>
                  <a:pt x="1731131" y="1586018"/>
                  <a:pt x="1731131" y="1590978"/>
                </a:cubicBezTo>
                <a:cubicBezTo>
                  <a:pt x="1731627" y="1593954"/>
                  <a:pt x="1730634" y="1595939"/>
                  <a:pt x="1726666" y="1595443"/>
                </a:cubicBezTo>
                <a:cubicBezTo>
                  <a:pt x="1721210" y="1594946"/>
                  <a:pt x="1721706" y="1595443"/>
                  <a:pt x="1721210" y="1590482"/>
                </a:cubicBezTo>
                <a:cubicBezTo>
                  <a:pt x="1721210" y="1587010"/>
                  <a:pt x="1721706" y="1585522"/>
                  <a:pt x="1725674" y="1585522"/>
                </a:cubicBezTo>
                <a:close/>
                <a:moveTo>
                  <a:pt x="1657222" y="1584034"/>
                </a:moveTo>
                <a:cubicBezTo>
                  <a:pt x="1662183" y="1584034"/>
                  <a:pt x="1664167" y="1586018"/>
                  <a:pt x="1664663" y="1590978"/>
                </a:cubicBezTo>
                <a:cubicBezTo>
                  <a:pt x="1664663" y="1596931"/>
                  <a:pt x="1662679" y="1598915"/>
                  <a:pt x="1657222" y="1598419"/>
                </a:cubicBezTo>
                <a:cubicBezTo>
                  <a:pt x="1652262" y="1598419"/>
                  <a:pt x="1650278" y="1595939"/>
                  <a:pt x="1650774" y="1590978"/>
                </a:cubicBezTo>
                <a:cubicBezTo>
                  <a:pt x="1650278" y="1586018"/>
                  <a:pt x="1652758" y="1584034"/>
                  <a:pt x="1657222" y="1584034"/>
                </a:cubicBezTo>
                <a:close/>
                <a:moveTo>
                  <a:pt x="1590259" y="1581554"/>
                </a:moveTo>
                <a:cubicBezTo>
                  <a:pt x="1595715" y="1581058"/>
                  <a:pt x="1600675" y="1585522"/>
                  <a:pt x="1600179" y="1591474"/>
                </a:cubicBezTo>
                <a:cubicBezTo>
                  <a:pt x="1600179" y="1596434"/>
                  <a:pt x="1595715" y="1600899"/>
                  <a:pt x="1590755" y="1600899"/>
                </a:cubicBezTo>
                <a:cubicBezTo>
                  <a:pt x="1585794" y="1600403"/>
                  <a:pt x="1581330" y="1596434"/>
                  <a:pt x="1581330" y="1591474"/>
                </a:cubicBezTo>
                <a:cubicBezTo>
                  <a:pt x="1581330" y="1586514"/>
                  <a:pt x="1585298" y="1582050"/>
                  <a:pt x="1590259" y="1581554"/>
                </a:cubicBezTo>
                <a:close/>
                <a:moveTo>
                  <a:pt x="1523792" y="1581058"/>
                </a:moveTo>
                <a:cubicBezTo>
                  <a:pt x="1532720" y="1582050"/>
                  <a:pt x="1533712" y="1582050"/>
                  <a:pt x="1533712" y="1590482"/>
                </a:cubicBezTo>
                <a:cubicBezTo>
                  <a:pt x="1533712" y="1599411"/>
                  <a:pt x="1533216" y="1600403"/>
                  <a:pt x="1524784" y="1600403"/>
                </a:cubicBezTo>
                <a:cubicBezTo>
                  <a:pt x="1515855" y="1600403"/>
                  <a:pt x="1514863" y="1599411"/>
                  <a:pt x="1514367" y="1591970"/>
                </a:cubicBezTo>
                <a:cubicBezTo>
                  <a:pt x="1513871" y="1584034"/>
                  <a:pt x="1515359" y="1581058"/>
                  <a:pt x="1523792" y="1581058"/>
                </a:cubicBezTo>
                <a:close/>
                <a:moveTo>
                  <a:pt x="1457324" y="1579073"/>
                </a:moveTo>
                <a:cubicBezTo>
                  <a:pt x="1463772" y="1579073"/>
                  <a:pt x="1469229" y="1584033"/>
                  <a:pt x="1469725" y="1590482"/>
                </a:cubicBezTo>
                <a:cubicBezTo>
                  <a:pt x="1469725" y="1597426"/>
                  <a:pt x="1465756" y="1601890"/>
                  <a:pt x="1458812" y="1602882"/>
                </a:cubicBezTo>
                <a:cubicBezTo>
                  <a:pt x="1451868" y="1603874"/>
                  <a:pt x="1445915" y="1597922"/>
                  <a:pt x="1445915" y="1590978"/>
                </a:cubicBezTo>
                <a:cubicBezTo>
                  <a:pt x="1445419" y="1584529"/>
                  <a:pt x="1450876" y="1579073"/>
                  <a:pt x="1457324" y="1579073"/>
                </a:cubicBezTo>
                <a:close/>
                <a:moveTo>
                  <a:pt x="1388376" y="1579073"/>
                </a:moveTo>
                <a:cubicBezTo>
                  <a:pt x="1396808" y="1579073"/>
                  <a:pt x="1400280" y="1582049"/>
                  <a:pt x="1400280" y="1590482"/>
                </a:cubicBezTo>
                <a:cubicBezTo>
                  <a:pt x="1400280" y="1599410"/>
                  <a:pt x="1397304" y="1602882"/>
                  <a:pt x="1389368" y="1602882"/>
                </a:cubicBezTo>
                <a:cubicBezTo>
                  <a:pt x="1379943" y="1602882"/>
                  <a:pt x="1376967" y="1600402"/>
                  <a:pt x="1376471" y="1591970"/>
                </a:cubicBezTo>
                <a:cubicBezTo>
                  <a:pt x="1376471" y="1582545"/>
                  <a:pt x="1379447" y="1579073"/>
                  <a:pt x="1388376" y="1579073"/>
                </a:cubicBezTo>
                <a:close/>
                <a:moveTo>
                  <a:pt x="1322405" y="1576593"/>
                </a:moveTo>
                <a:cubicBezTo>
                  <a:pt x="1329349" y="1577585"/>
                  <a:pt x="1336293" y="1581553"/>
                  <a:pt x="1336293" y="1590978"/>
                </a:cubicBezTo>
                <a:cubicBezTo>
                  <a:pt x="1336293" y="1597922"/>
                  <a:pt x="1331333" y="1604867"/>
                  <a:pt x="1321909" y="1604867"/>
                </a:cubicBezTo>
                <a:cubicBezTo>
                  <a:pt x="1314964" y="1604867"/>
                  <a:pt x="1308020" y="1599906"/>
                  <a:pt x="1308020" y="1590482"/>
                </a:cubicBezTo>
                <a:cubicBezTo>
                  <a:pt x="1308020" y="1584033"/>
                  <a:pt x="1312980" y="1577089"/>
                  <a:pt x="1322405" y="1576593"/>
                </a:cubicBezTo>
                <a:close/>
                <a:moveTo>
                  <a:pt x="1254945" y="1576593"/>
                </a:moveTo>
                <a:cubicBezTo>
                  <a:pt x="1263873" y="1576593"/>
                  <a:pt x="1269330" y="1582049"/>
                  <a:pt x="1269330" y="1590482"/>
                </a:cubicBezTo>
                <a:cubicBezTo>
                  <a:pt x="1269330" y="1599410"/>
                  <a:pt x="1263873" y="1604867"/>
                  <a:pt x="1255441" y="1604867"/>
                </a:cubicBezTo>
                <a:cubicBezTo>
                  <a:pt x="1246512" y="1604867"/>
                  <a:pt x="1241056" y="1599410"/>
                  <a:pt x="1241056" y="1590978"/>
                </a:cubicBezTo>
                <a:cubicBezTo>
                  <a:pt x="1241056" y="1582545"/>
                  <a:pt x="1246512" y="1576593"/>
                  <a:pt x="1254945" y="1576593"/>
                </a:cubicBezTo>
                <a:close/>
                <a:moveTo>
                  <a:pt x="1185997" y="1576593"/>
                </a:moveTo>
                <a:cubicBezTo>
                  <a:pt x="1195917" y="1576593"/>
                  <a:pt x="1200382" y="1580561"/>
                  <a:pt x="1200382" y="1590482"/>
                </a:cubicBezTo>
                <a:cubicBezTo>
                  <a:pt x="1200382" y="1600898"/>
                  <a:pt x="1196413" y="1604867"/>
                  <a:pt x="1186989" y="1605363"/>
                </a:cubicBezTo>
                <a:cubicBezTo>
                  <a:pt x="1176076" y="1605363"/>
                  <a:pt x="1172108" y="1601394"/>
                  <a:pt x="1172108" y="1590978"/>
                </a:cubicBezTo>
                <a:cubicBezTo>
                  <a:pt x="1172108" y="1581057"/>
                  <a:pt x="1176076" y="1576593"/>
                  <a:pt x="1185997" y="1576593"/>
                </a:cubicBezTo>
                <a:close/>
                <a:moveTo>
                  <a:pt x="1053062" y="1574609"/>
                </a:moveTo>
                <a:cubicBezTo>
                  <a:pt x="1061494" y="1575105"/>
                  <a:pt x="1069927" y="1584033"/>
                  <a:pt x="1069431" y="1591970"/>
                </a:cubicBezTo>
                <a:cubicBezTo>
                  <a:pt x="1068935" y="1599410"/>
                  <a:pt x="1060502" y="1607843"/>
                  <a:pt x="1053062" y="1607843"/>
                </a:cubicBezTo>
                <a:cubicBezTo>
                  <a:pt x="1043652" y="1607843"/>
                  <a:pt x="1035716" y="1597426"/>
                  <a:pt x="1036212" y="1590978"/>
                </a:cubicBezTo>
                <a:cubicBezTo>
                  <a:pt x="1036212" y="1583041"/>
                  <a:pt x="1045141" y="1574113"/>
                  <a:pt x="1053062" y="1574609"/>
                </a:cubicBezTo>
                <a:close/>
                <a:moveTo>
                  <a:pt x="1118042" y="1574113"/>
                </a:moveTo>
                <a:cubicBezTo>
                  <a:pt x="1126970" y="1574113"/>
                  <a:pt x="1135899" y="1582546"/>
                  <a:pt x="1135899" y="1590482"/>
                </a:cubicBezTo>
                <a:cubicBezTo>
                  <a:pt x="1136395" y="1596930"/>
                  <a:pt x="1128458" y="1607347"/>
                  <a:pt x="1119034" y="1607347"/>
                </a:cubicBezTo>
                <a:cubicBezTo>
                  <a:pt x="1111593" y="1607347"/>
                  <a:pt x="1102665" y="1599410"/>
                  <a:pt x="1102169" y="1591474"/>
                </a:cubicBezTo>
                <a:cubicBezTo>
                  <a:pt x="1101673" y="1583538"/>
                  <a:pt x="1110105" y="1574113"/>
                  <a:pt x="1118042" y="1574113"/>
                </a:cubicBezTo>
                <a:close/>
                <a:moveTo>
                  <a:pt x="986142" y="1574113"/>
                </a:moveTo>
                <a:cubicBezTo>
                  <a:pt x="997550" y="1574113"/>
                  <a:pt x="1003006" y="1579569"/>
                  <a:pt x="1003006" y="1590978"/>
                </a:cubicBezTo>
                <a:cubicBezTo>
                  <a:pt x="1003006" y="1602387"/>
                  <a:pt x="997550" y="1607843"/>
                  <a:pt x="986142" y="1607843"/>
                </a:cubicBezTo>
                <a:cubicBezTo>
                  <a:pt x="974733" y="1607843"/>
                  <a:pt x="969277" y="1602387"/>
                  <a:pt x="969277" y="1590978"/>
                </a:cubicBezTo>
                <a:cubicBezTo>
                  <a:pt x="969277" y="1580065"/>
                  <a:pt x="975229" y="1574113"/>
                  <a:pt x="986142" y="1574113"/>
                </a:cubicBezTo>
                <a:close/>
                <a:moveTo>
                  <a:pt x="916686" y="1574113"/>
                </a:moveTo>
                <a:cubicBezTo>
                  <a:pt x="929087" y="1574113"/>
                  <a:pt x="933551" y="1578577"/>
                  <a:pt x="933551" y="1590482"/>
                </a:cubicBezTo>
                <a:cubicBezTo>
                  <a:pt x="933551" y="1602883"/>
                  <a:pt x="929087" y="1607347"/>
                  <a:pt x="917182" y="1607347"/>
                </a:cubicBezTo>
                <a:cubicBezTo>
                  <a:pt x="904782" y="1607347"/>
                  <a:pt x="900318" y="1602883"/>
                  <a:pt x="900318" y="1590978"/>
                </a:cubicBezTo>
                <a:cubicBezTo>
                  <a:pt x="900318" y="1579073"/>
                  <a:pt x="904782" y="1574113"/>
                  <a:pt x="916686" y="1574113"/>
                </a:cubicBezTo>
                <a:close/>
                <a:moveTo>
                  <a:pt x="850711" y="1572129"/>
                </a:moveTo>
                <a:cubicBezTo>
                  <a:pt x="854680" y="1575105"/>
                  <a:pt x="859640" y="1574609"/>
                  <a:pt x="863609" y="1578577"/>
                </a:cubicBezTo>
                <a:cubicBezTo>
                  <a:pt x="867081" y="1582050"/>
                  <a:pt x="866089" y="1587506"/>
                  <a:pt x="869561" y="1590978"/>
                </a:cubicBezTo>
                <a:cubicBezTo>
                  <a:pt x="867081" y="1595442"/>
                  <a:pt x="866585" y="1600899"/>
                  <a:pt x="862120" y="1604371"/>
                </a:cubicBezTo>
                <a:cubicBezTo>
                  <a:pt x="858647" y="1607843"/>
                  <a:pt x="853689" y="1607347"/>
                  <a:pt x="850215" y="1609827"/>
                </a:cubicBezTo>
                <a:cubicBezTo>
                  <a:pt x="845746" y="1606851"/>
                  <a:pt x="838805" y="1606851"/>
                  <a:pt x="836326" y="1601395"/>
                </a:cubicBezTo>
                <a:cubicBezTo>
                  <a:pt x="834343" y="1597922"/>
                  <a:pt x="831368" y="1593458"/>
                  <a:pt x="832360" y="1590482"/>
                </a:cubicBezTo>
                <a:cubicBezTo>
                  <a:pt x="833848" y="1586018"/>
                  <a:pt x="834839" y="1581553"/>
                  <a:pt x="838805" y="1577585"/>
                </a:cubicBezTo>
                <a:cubicBezTo>
                  <a:pt x="842775" y="1574113"/>
                  <a:pt x="847237" y="1575105"/>
                  <a:pt x="850711" y="1572129"/>
                </a:cubicBezTo>
                <a:close/>
                <a:moveTo>
                  <a:pt x="713793" y="1572129"/>
                </a:moveTo>
                <a:cubicBezTo>
                  <a:pt x="725698" y="1572129"/>
                  <a:pt x="733634" y="1579569"/>
                  <a:pt x="733634" y="1590482"/>
                </a:cubicBezTo>
                <a:cubicBezTo>
                  <a:pt x="734130" y="1601891"/>
                  <a:pt x="726690" y="1609827"/>
                  <a:pt x="714785" y="1609827"/>
                </a:cubicBezTo>
                <a:cubicBezTo>
                  <a:pt x="703377" y="1609827"/>
                  <a:pt x="695441" y="1602387"/>
                  <a:pt x="695441" y="1590978"/>
                </a:cubicBezTo>
                <a:cubicBezTo>
                  <a:pt x="695441" y="1580065"/>
                  <a:pt x="702881" y="1572129"/>
                  <a:pt x="713793" y="1572129"/>
                </a:cubicBezTo>
                <a:close/>
                <a:moveTo>
                  <a:pt x="647843" y="1572129"/>
                </a:moveTo>
                <a:cubicBezTo>
                  <a:pt x="659251" y="1572129"/>
                  <a:pt x="667186" y="1580065"/>
                  <a:pt x="666690" y="1591474"/>
                </a:cubicBezTo>
                <a:cubicBezTo>
                  <a:pt x="666690" y="1602883"/>
                  <a:pt x="658755" y="1610323"/>
                  <a:pt x="646851" y="1610323"/>
                </a:cubicBezTo>
                <a:cubicBezTo>
                  <a:pt x="635938" y="1610323"/>
                  <a:pt x="628499" y="1602387"/>
                  <a:pt x="628499" y="1591474"/>
                </a:cubicBezTo>
                <a:cubicBezTo>
                  <a:pt x="628995" y="1580065"/>
                  <a:pt x="636930" y="1572129"/>
                  <a:pt x="647843" y="1572129"/>
                </a:cubicBezTo>
                <a:close/>
                <a:moveTo>
                  <a:pt x="515389" y="1572129"/>
                </a:moveTo>
                <a:cubicBezTo>
                  <a:pt x="520845" y="1570641"/>
                  <a:pt x="524319" y="1573617"/>
                  <a:pt x="528287" y="1577089"/>
                </a:cubicBezTo>
                <a:cubicBezTo>
                  <a:pt x="533247" y="1581057"/>
                  <a:pt x="533247" y="1586018"/>
                  <a:pt x="533743" y="1591474"/>
                </a:cubicBezTo>
                <a:cubicBezTo>
                  <a:pt x="534239" y="1596930"/>
                  <a:pt x="531759" y="1600402"/>
                  <a:pt x="528287" y="1604867"/>
                </a:cubicBezTo>
                <a:cubicBezTo>
                  <a:pt x="523822" y="1610323"/>
                  <a:pt x="518861" y="1609331"/>
                  <a:pt x="513405" y="1609827"/>
                </a:cubicBezTo>
                <a:cubicBezTo>
                  <a:pt x="507452" y="1610323"/>
                  <a:pt x="503979" y="1607843"/>
                  <a:pt x="500011" y="1603874"/>
                </a:cubicBezTo>
                <a:cubicBezTo>
                  <a:pt x="495547" y="1599906"/>
                  <a:pt x="495051" y="1595442"/>
                  <a:pt x="495051" y="1590482"/>
                </a:cubicBezTo>
                <a:cubicBezTo>
                  <a:pt x="495051" y="1585025"/>
                  <a:pt x="496043" y="1581057"/>
                  <a:pt x="500011" y="1577089"/>
                </a:cubicBezTo>
                <a:cubicBezTo>
                  <a:pt x="504972" y="1572625"/>
                  <a:pt x="509436" y="1571137"/>
                  <a:pt x="515389" y="1572129"/>
                </a:cubicBezTo>
                <a:close/>
                <a:moveTo>
                  <a:pt x="581851" y="1571633"/>
                </a:moveTo>
                <a:cubicBezTo>
                  <a:pt x="592268" y="1571633"/>
                  <a:pt x="600204" y="1579570"/>
                  <a:pt x="600204" y="1590482"/>
                </a:cubicBezTo>
                <a:cubicBezTo>
                  <a:pt x="600204" y="1602387"/>
                  <a:pt x="592764" y="1610324"/>
                  <a:pt x="580859" y="1609827"/>
                </a:cubicBezTo>
                <a:cubicBezTo>
                  <a:pt x="569450" y="1609827"/>
                  <a:pt x="562009" y="1601891"/>
                  <a:pt x="562009" y="1589986"/>
                </a:cubicBezTo>
                <a:cubicBezTo>
                  <a:pt x="562009" y="1578578"/>
                  <a:pt x="569946" y="1571137"/>
                  <a:pt x="581851" y="1571633"/>
                </a:cubicBezTo>
                <a:close/>
                <a:moveTo>
                  <a:pt x="446429" y="1571632"/>
                </a:moveTo>
                <a:cubicBezTo>
                  <a:pt x="452382" y="1571137"/>
                  <a:pt x="455359" y="1574113"/>
                  <a:pt x="459823" y="1577089"/>
                </a:cubicBezTo>
                <a:cubicBezTo>
                  <a:pt x="465279" y="1581553"/>
                  <a:pt x="464287" y="1586513"/>
                  <a:pt x="464783" y="1591970"/>
                </a:cubicBezTo>
                <a:cubicBezTo>
                  <a:pt x="465279" y="1597922"/>
                  <a:pt x="462303" y="1601394"/>
                  <a:pt x="458831" y="1605362"/>
                </a:cubicBezTo>
                <a:cubicBezTo>
                  <a:pt x="454863" y="1609827"/>
                  <a:pt x="450398" y="1609827"/>
                  <a:pt x="445437" y="1610323"/>
                </a:cubicBezTo>
                <a:cubicBezTo>
                  <a:pt x="439981" y="1610323"/>
                  <a:pt x="436013" y="1608834"/>
                  <a:pt x="432044" y="1605362"/>
                </a:cubicBezTo>
                <a:cubicBezTo>
                  <a:pt x="427084" y="1600898"/>
                  <a:pt x="426092" y="1595938"/>
                  <a:pt x="426588" y="1589986"/>
                </a:cubicBezTo>
                <a:cubicBezTo>
                  <a:pt x="424604" y="1584529"/>
                  <a:pt x="428572" y="1581057"/>
                  <a:pt x="431548" y="1577089"/>
                </a:cubicBezTo>
                <a:cubicBezTo>
                  <a:pt x="435517" y="1571632"/>
                  <a:pt x="440973" y="1572625"/>
                  <a:pt x="446429" y="1571632"/>
                </a:cubicBezTo>
                <a:close/>
                <a:moveTo>
                  <a:pt x="783726" y="1571137"/>
                </a:moveTo>
                <a:cubicBezTo>
                  <a:pt x="788687" y="1573121"/>
                  <a:pt x="794143" y="1574113"/>
                  <a:pt x="796623" y="1577089"/>
                </a:cubicBezTo>
                <a:cubicBezTo>
                  <a:pt x="799599" y="1581058"/>
                  <a:pt x="803567" y="1585522"/>
                  <a:pt x="802079" y="1590978"/>
                </a:cubicBezTo>
                <a:cubicBezTo>
                  <a:pt x="801087" y="1595442"/>
                  <a:pt x="799599" y="1601395"/>
                  <a:pt x="796623" y="1603875"/>
                </a:cubicBezTo>
                <a:cubicBezTo>
                  <a:pt x="792656" y="1606851"/>
                  <a:pt x="788191" y="1610819"/>
                  <a:pt x="782734" y="1609331"/>
                </a:cubicBezTo>
                <a:cubicBezTo>
                  <a:pt x="778270" y="1608339"/>
                  <a:pt x="772317" y="1606851"/>
                  <a:pt x="769837" y="1603379"/>
                </a:cubicBezTo>
                <a:cubicBezTo>
                  <a:pt x="767357" y="1599906"/>
                  <a:pt x="764381" y="1595442"/>
                  <a:pt x="764381" y="1590482"/>
                </a:cubicBezTo>
                <a:cubicBezTo>
                  <a:pt x="764381" y="1585026"/>
                  <a:pt x="767853" y="1580065"/>
                  <a:pt x="770829" y="1576593"/>
                </a:cubicBezTo>
                <a:cubicBezTo>
                  <a:pt x="773310" y="1573617"/>
                  <a:pt x="779262" y="1573121"/>
                  <a:pt x="783726" y="1571137"/>
                </a:cubicBezTo>
                <a:close/>
                <a:moveTo>
                  <a:pt x="313508" y="1570145"/>
                </a:moveTo>
                <a:cubicBezTo>
                  <a:pt x="317973" y="1570145"/>
                  <a:pt x="323926" y="1572625"/>
                  <a:pt x="326902" y="1576097"/>
                </a:cubicBezTo>
                <a:cubicBezTo>
                  <a:pt x="330374" y="1580066"/>
                  <a:pt x="333848" y="1586018"/>
                  <a:pt x="333351" y="1590482"/>
                </a:cubicBezTo>
                <a:cubicBezTo>
                  <a:pt x="332854" y="1595442"/>
                  <a:pt x="331862" y="1601891"/>
                  <a:pt x="327398" y="1605363"/>
                </a:cubicBezTo>
                <a:cubicBezTo>
                  <a:pt x="322934" y="1608835"/>
                  <a:pt x="317477" y="1610323"/>
                  <a:pt x="312020" y="1612803"/>
                </a:cubicBezTo>
                <a:cubicBezTo>
                  <a:pt x="307060" y="1610323"/>
                  <a:pt x="301108" y="1609331"/>
                  <a:pt x="297636" y="1605363"/>
                </a:cubicBezTo>
                <a:cubicBezTo>
                  <a:pt x="294163" y="1601891"/>
                  <a:pt x="291187" y="1595442"/>
                  <a:pt x="291683" y="1590482"/>
                </a:cubicBezTo>
                <a:cubicBezTo>
                  <a:pt x="291683" y="1585522"/>
                  <a:pt x="294659" y="1579569"/>
                  <a:pt x="298628" y="1576097"/>
                </a:cubicBezTo>
                <a:cubicBezTo>
                  <a:pt x="302100" y="1572625"/>
                  <a:pt x="308548" y="1570145"/>
                  <a:pt x="313508" y="1570145"/>
                </a:cubicBezTo>
                <a:close/>
                <a:moveTo>
                  <a:pt x="110148" y="1570144"/>
                </a:moveTo>
                <a:cubicBezTo>
                  <a:pt x="119572" y="1569648"/>
                  <a:pt x="131476" y="1582049"/>
                  <a:pt x="131476" y="1591474"/>
                </a:cubicBezTo>
                <a:cubicBezTo>
                  <a:pt x="130980" y="1600898"/>
                  <a:pt x="118580" y="1613299"/>
                  <a:pt x="109652" y="1612803"/>
                </a:cubicBezTo>
                <a:cubicBezTo>
                  <a:pt x="100228" y="1612307"/>
                  <a:pt x="88323" y="1599410"/>
                  <a:pt x="88819" y="1590482"/>
                </a:cubicBezTo>
                <a:cubicBezTo>
                  <a:pt x="89315" y="1581553"/>
                  <a:pt x="101220" y="1570144"/>
                  <a:pt x="110148" y="1570144"/>
                </a:cubicBezTo>
                <a:close/>
                <a:moveTo>
                  <a:pt x="42162" y="1569649"/>
                </a:moveTo>
                <a:cubicBezTo>
                  <a:pt x="51587" y="1569153"/>
                  <a:pt x="64483" y="1581058"/>
                  <a:pt x="64483" y="1590482"/>
                </a:cubicBezTo>
                <a:cubicBezTo>
                  <a:pt x="64979" y="1599907"/>
                  <a:pt x="53075" y="1612307"/>
                  <a:pt x="43154" y="1612307"/>
                </a:cubicBezTo>
                <a:cubicBezTo>
                  <a:pt x="34226" y="1612307"/>
                  <a:pt x="22321" y="1601395"/>
                  <a:pt x="21329" y="1591970"/>
                </a:cubicBezTo>
                <a:cubicBezTo>
                  <a:pt x="20337" y="1583042"/>
                  <a:pt x="32242" y="1570145"/>
                  <a:pt x="42162" y="1569649"/>
                </a:cubicBezTo>
                <a:close/>
                <a:moveTo>
                  <a:pt x="243569" y="1569648"/>
                </a:moveTo>
                <a:cubicBezTo>
                  <a:pt x="252994" y="1570144"/>
                  <a:pt x="264898" y="1582545"/>
                  <a:pt x="264402" y="1591970"/>
                </a:cubicBezTo>
                <a:cubicBezTo>
                  <a:pt x="263906" y="1600898"/>
                  <a:pt x="252002" y="1612307"/>
                  <a:pt x="243073" y="1612803"/>
                </a:cubicBezTo>
                <a:cubicBezTo>
                  <a:pt x="234145" y="1612803"/>
                  <a:pt x="221744" y="1600402"/>
                  <a:pt x="221744" y="1590978"/>
                </a:cubicBezTo>
                <a:cubicBezTo>
                  <a:pt x="221744" y="1581553"/>
                  <a:pt x="234145" y="1569152"/>
                  <a:pt x="243569" y="1569648"/>
                </a:cubicBezTo>
                <a:close/>
                <a:moveTo>
                  <a:pt x="378997" y="1569153"/>
                </a:moveTo>
                <a:cubicBezTo>
                  <a:pt x="383957" y="1569153"/>
                  <a:pt x="389911" y="1572129"/>
                  <a:pt x="393879" y="1575601"/>
                </a:cubicBezTo>
                <a:cubicBezTo>
                  <a:pt x="397351" y="1580066"/>
                  <a:pt x="398344" y="1586018"/>
                  <a:pt x="400824" y="1590978"/>
                </a:cubicBezTo>
                <a:cubicBezTo>
                  <a:pt x="398344" y="1595939"/>
                  <a:pt x="397351" y="1601891"/>
                  <a:pt x="393384" y="1605363"/>
                </a:cubicBezTo>
                <a:cubicBezTo>
                  <a:pt x="389911" y="1608835"/>
                  <a:pt x="383461" y="1611811"/>
                  <a:pt x="378501" y="1611315"/>
                </a:cubicBezTo>
                <a:cubicBezTo>
                  <a:pt x="373540" y="1611315"/>
                  <a:pt x="367588" y="1608339"/>
                  <a:pt x="364114" y="1604371"/>
                </a:cubicBezTo>
                <a:cubicBezTo>
                  <a:pt x="360642" y="1600899"/>
                  <a:pt x="358162" y="1594450"/>
                  <a:pt x="358162" y="1589490"/>
                </a:cubicBezTo>
                <a:cubicBezTo>
                  <a:pt x="358162" y="1585026"/>
                  <a:pt x="360642" y="1579074"/>
                  <a:pt x="364114" y="1575601"/>
                </a:cubicBezTo>
                <a:cubicBezTo>
                  <a:pt x="368084" y="1572129"/>
                  <a:pt x="373540" y="1569153"/>
                  <a:pt x="378997" y="1569153"/>
                </a:cubicBezTo>
                <a:close/>
                <a:moveTo>
                  <a:pt x="176612" y="1569153"/>
                </a:moveTo>
                <a:cubicBezTo>
                  <a:pt x="186037" y="1569649"/>
                  <a:pt x="198437" y="1581554"/>
                  <a:pt x="197941" y="1590978"/>
                </a:cubicBezTo>
                <a:cubicBezTo>
                  <a:pt x="197941" y="1600403"/>
                  <a:pt x="185541" y="1612803"/>
                  <a:pt x="176116" y="1612307"/>
                </a:cubicBezTo>
                <a:cubicBezTo>
                  <a:pt x="166692" y="1611811"/>
                  <a:pt x="154788" y="1599411"/>
                  <a:pt x="155284" y="1589986"/>
                </a:cubicBezTo>
                <a:cubicBezTo>
                  <a:pt x="155780" y="1581058"/>
                  <a:pt x="167684" y="1569649"/>
                  <a:pt x="176612" y="1569153"/>
                </a:cubicBezTo>
                <a:close/>
                <a:moveTo>
                  <a:pt x="1860097" y="1522030"/>
                </a:moveTo>
                <a:cubicBezTo>
                  <a:pt x="1860593" y="1522030"/>
                  <a:pt x="1861585" y="1523022"/>
                  <a:pt x="1863569" y="1524014"/>
                </a:cubicBezTo>
                <a:cubicBezTo>
                  <a:pt x="1862081" y="1525502"/>
                  <a:pt x="1861089" y="1526494"/>
                  <a:pt x="1860097" y="1526494"/>
                </a:cubicBezTo>
                <a:cubicBezTo>
                  <a:pt x="1859601" y="1526494"/>
                  <a:pt x="1858609" y="1525502"/>
                  <a:pt x="1857617" y="1525006"/>
                </a:cubicBezTo>
                <a:cubicBezTo>
                  <a:pt x="1858609" y="1524014"/>
                  <a:pt x="1859105" y="1523022"/>
                  <a:pt x="1860097" y="1522030"/>
                </a:cubicBezTo>
                <a:close/>
                <a:moveTo>
                  <a:pt x="1928549" y="1520542"/>
                </a:moveTo>
                <a:cubicBezTo>
                  <a:pt x="1930037" y="1522030"/>
                  <a:pt x="1931525" y="1523022"/>
                  <a:pt x="1931525" y="1523518"/>
                </a:cubicBezTo>
                <a:cubicBezTo>
                  <a:pt x="1931029" y="1524510"/>
                  <a:pt x="1930037" y="1525502"/>
                  <a:pt x="1929045" y="1526494"/>
                </a:cubicBezTo>
                <a:cubicBezTo>
                  <a:pt x="1929045" y="1526494"/>
                  <a:pt x="1927061" y="1525502"/>
                  <a:pt x="1927061" y="1525006"/>
                </a:cubicBezTo>
                <a:cubicBezTo>
                  <a:pt x="1926565" y="1523518"/>
                  <a:pt x="1927557" y="1522526"/>
                  <a:pt x="1928549" y="1520542"/>
                </a:cubicBezTo>
                <a:close/>
                <a:moveTo>
                  <a:pt x="1792638" y="1519054"/>
                </a:moveTo>
                <a:cubicBezTo>
                  <a:pt x="1798095" y="1519550"/>
                  <a:pt x="1798095" y="1519550"/>
                  <a:pt x="1798095" y="1524510"/>
                </a:cubicBezTo>
                <a:cubicBezTo>
                  <a:pt x="1798591" y="1527486"/>
                  <a:pt x="1797598" y="1529470"/>
                  <a:pt x="1793630" y="1528975"/>
                </a:cubicBezTo>
                <a:cubicBezTo>
                  <a:pt x="1788174" y="1528478"/>
                  <a:pt x="1788670" y="1528975"/>
                  <a:pt x="1788174" y="1524014"/>
                </a:cubicBezTo>
                <a:cubicBezTo>
                  <a:pt x="1788174" y="1520542"/>
                  <a:pt x="1788670" y="1519054"/>
                  <a:pt x="1792638" y="1519054"/>
                </a:cubicBezTo>
                <a:close/>
                <a:moveTo>
                  <a:pt x="1726170" y="1517070"/>
                </a:moveTo>
                <a:cubicBezTo>
                  <a:pt x="1731626" y="1517070"/>
                  <a:pt x="1733610" y="1519054"/>
                  <a:pt x="1733610" y="1524014"/>
                </a:cubicBezTo>
                <a:cubicBezTo>
                  <a:pt x="1733610" y="1528975"/>
                  <a:pt x="1731626" y="1531455"/>
                  <a:pt x="1727162" y="1531455"/>
                </a:cubicBezTo>
                <a:cubicBezTo>
                  <a:pt x="1722202" y="1531455"/>
                  <a:pt x="1719722" y="1529967"/>
                  <a:pt x="1719225" y="1525006"/>
                </a:cubicBezTo>
                <a:cubicBezTo>
                  <a:pt x="1718729" y="1519550"/>
                  <a:pt x="1720713" y="1517070"/>
                  <a:pt x="1726170" y="1517070"/>
                </a:cubicBezTo>
                <a:close/>
                <a:moveTo>
                  <a:pt x="1656726" y="1514590"/>
                </a:moveTo>
                <a:cubicBezTo>
                  <a:pt x="1662183" y="1514094"/>
                  <a:pt x="1667143" y="1518558"/>
                  <a:pt x="1666647" y="1524510"/>
                </a:cubicBezTo>
                <a:cubicBezTo>
                  <a:pt x="1666647" y="1529470"/>
                  <a:pt x="1662183" y="1533935"/>
                  <a:pt x="1657222" y="1533935"/>
                </a:cubicBezTo>
                <a:cubicBezTo>
                  <a:pt x="1652758" y="1533935"/>
                  <a:pt x="1648294" y="1529470"/>
                  <a:pt x="1647798" y="1524510"/>
                </a:cubicBezTo>
                <a:cubicBezTo>
                  <a:pt x="1647798" y="1519550"/>
                  <a:pt x="1651766" y="1515086"/>
                  <a:pt x="1656726" y="1514590"/>
                </a:cubicBezTo>
                <a:close/>
                <a:moveTo>
                  <a:pt x="1591251" y="1514590"/>
                </a:moveTo>
                <a:cubicBezTo>
                  <a:pt x="1599684" y="1514590"/>
                  <a:pt x="1600180" y="1515582"/>
                  <a:pt x="1600180" y="1524511"/>
                </a:cubicBezTo>
                <a:cubicBezTo>
                  <a:pt x="1600180" y="1532943"/>
                  <a:pt x="1599188" y="1533935"/>
                  <a:pt x="1589267" y="1533935"/>
                </a:cubicBezTo>
                <a:cubicBezTo>
                  <a:pt x="1581827" y="1533935"/>
                  <a:pt x="1580835" y="1532447"/>
                  <a:pt x="1580835" y="1523519"/>
                </a:cubicBezTo>
                <a:cubicBezTo>
                  <a:pt x="1581331" y="1515582"/>
                  <a:pt x="1582323" y="1514590"/>
                  <a:pt x="1591251" y="1514590"/>
                </a:cubicBezTo>
                <a:close/>
                <a:moveTo>
                  <a:pt x="1458812" y="1512606"/>
                </a:moveTo>
                <a:cubicBezTo>
                  <a:pt x="1466748" y="1512606"/>
                  <a:pt x="1469724" y="1516574"/>
                  <a:pt x="1469228" y="1525503"/>
                </a:cubicBezTo>
                <a:cubicBezTo>
                  <a:pt x="1469228" y="1533439"/>
                  <a:pt x="1465756" y="1536415"/>
                  <a:pt x="1456332" y="1536415"/>
                </a:cubicBezTo>
                <a:cubicBezTo>
                  <a:pt x="1448395" y="1536415"/>
                  <a:pt x="1445419" y="1532943"/>
                  <a:pt x="1445419" y="1524015"/>
                </a:cubicBezTo>
                <a:cubicBezTo>
                  <a:pt x="1445419" y="1515582"/>
                  <a:pt x="1448891" y="1512606"/>
                  <a:pt x="1458812" y="1512606"/>
                </a:cubicBezTo>
                <a:close/>
                <a:moveTo>
                  <a:pt x="1524784" y="1512605"/>
                </a:moveTo>
                <a:cubicBezTo>
                  <a:pt x="1530736" y="1513101"/>
                  <a:pt x="1536192" y="1518558"/>
                  <a:pt x="1536192" y="1525006"/>
                </a:cubicBezTo>
                <a:cubicBezTo>
                  <a:pt x="1535696" y="1530958"/>
                  <a:pt x="1530736" y="1536415"/>
                  <a:pt x="1524288" y="1536415"/>
                </a:cubicBezTo>
                <a:cubicBezTo>
                  <a:pt x="1517343" y="1536415"/>
                  <a:pt x="1512383" y="1530462"/>
                  <a:pt x="1512383" y="1524510"/>
                </a:cubicBezTo>
                <a:cubicBezTo>
                  <a:pt x="1512383" y="1517566"/>
                  <a:pt x="1517839" y="1512109"/>
                  <a:pt x="1524784" y="1512605"/>
                </a:cubicBezTo>
                <a:close/>
                <a:moveTo>
                  <a:pt x="1388376" y="1510126"/>
                </a:moveTo>
                <a:cubicBezTo>
                  <a:pt x="1395816" y="1510126"/>
                  <a:pt x="1402760" y="1516574"/>
                  <a:pt x="1402760" y="1524511"/>
                </a:cubicBezTo>
                <a:cubicBezTo>
                  <a:pt x="1402760" y="1531951"/>
                  <a:pt x="1396312" y="1538896"/>
                  <a:pt x="1388376" y="1538896"/>
                </a:cubicBezTo>
                <a:cubicBezTo>
                  <a:pt x="1380935" y="1538400"/>
                  <a:pt x="1374487" y="1531951"/>
                  <a:pt x="1373991" y="1524511"/>
                </a:cubicBezTo>
                <a:cubicBezTo>
                  <a:pt x="1373991" y="1517070"/>
                  <a:pt x="1380439" y="1510126"/>
                  <a:pt x="1388376" y="1510126"/>
                </a:cubicBezTo>
                <a:close/>
                <a:moveTo>
                  <a:pt x="1322405" y="1510126"/>
                </a:moveTo>
                <a:cubicBezTo>
                  <a:pt x="1330837" y="1510126"/>
                  <a:pt x="1336293" y="1515582"/>
                  <a:pt x="1336293" y="1524511"/>
                </a:cubicBezTo>
                <a:cubicBezTo>
                  <a:pt x="1336293" y="1532943"/>
                  <a:pt x="1330341" y="1538895"/>
                  <a:pt x="1321909" y="1538399"/>
                </a:cubicBezTo>
                <a:cubicBezTo>
                  <a:pt x="1313476" y="1538399"/>
                  <a:pt x="1307524" y="1532447"/>
                  <a:pt x="1308020" y="1524015"/>
                </a:cubicBezTo>
                <a:cubicBezTo>
                  <a:pt x="1308020" y="1515582"/>
                  <a:pt x="1313972" y="1509630"/>
                  <a:pt x="1322405" y="1510126"/>
                </a:cubicBezTo>
                <a:close/>
                <a:moveTo>
                  <a:pt x="1255441" y="1510126"/>
                </a:moveTo>
                <a:cubicBezTo>
                  <a:pt x="1263873" y="1509630"/>
                  <a:pt x="1269826" y="1516574"/>
                  <a:pt x="1269329" y="1525007"/>
                </a:cubicBezTo>
                <a:cubicBezTo>
                  <a:pt x="1268834" y="1534431"/>
                  <a:pt x="1265361" y="1538400"/>
                  <a:pt x="1254945" y="1538400"/>
                </a:cubicBezTo>
                <a:cubicBezTo>
                  <a:pt x="1245024" y="1538400"/>
                  <a:pt x="1241056" y="1534431"/>
                  <a:pt x="1240560" y="1524511"/>
                </a:cubicBezTo>
                <a:cubicBezTo>
                  <a:pt x="1240560" y="1513598"/>
                  <a:pt x="1244528" y="1510126"/>
                  <a:pt x="1255441" y="1510126"/>
                </a:cubicBezTo>
                <a:close/>
                <a:moveTo>
                  <a:pt x="1185997" y="1507645"/>
                </a:moveTo>
                <a:cubicBezTo>
                  <a:pt x="1195421" y="1507645"/>
                  <a:pt x="1203358" y="1518062"/>
                  <a:pt x="1202862" y="1524510"/>
                </a:cubicBezTo>
                <a:cubicBezTo>
                  <a:pt x="1201870" y="1533438"/>
                  <a:pt x="1195421" y="1539887"/>
                  <a:pt x="1186989" y="1540879"/>
                </a:cubicBezTo>
                <a:cubicBezTo>
                  <a:pt x="1179052" y="1541871"/>
                  <a:pt x="1170124" y="1532942"/>
                  <a:pt x="1169628" y="1525006"/>
                </a:cubicBezTo>
                <a:cubicBezTo>
                  <a:pt x="1169132" y="1517069"/>
                  <a:pt x="1177564" y="1507645"/>
                  <a:pt x="1185997" y="1507645"/>
                </a:cubicBezTo>
                <a:close/>
                <a:moveTo>
                  <a:pt x="1120522" y="1507645"/>
                </a:moveTo>
                <a:cubicBezTo>
                  <a:pt x="1126474" y="1506157"/>
                  <a:pt x="1128458" y="1511613"/>
                  <a:pt x="1132427" y="1514093"/>
                </a:cubicBezTo>
                <a:cubicBezTo>
                  <a:pt x="1136891" y="1517069"/>
                  <a:pt x="1135899" y="1521534"/>
                  <a:pt x="1136395" y="1525502"/>
                </a:cubicBezTo>
                <a:cubicBezTo>
                  <a:pt x="1137387" y="1531454"/>
                  <a:pt x="1131931" y="1533438"/>
                  <a:pt x="1129451" y="1536911"/>
                </a:cubicBezTo>
                <a:cubicBezTo>
                  <a:pt x="1126970" y="1540879"/>
                  <a:pt x="1123002" y="1540383"/>
                  <a:pt x="1119034" y="1540879"/>
                </a:cubicBezTo>
                <a:cubicBezTo>
                  <a:pt x="1113082" y="1541375"/>
                  <a:pt x="1111098" y="1537407"/>
                  <a:pt x="1107129" y="1534430"/>
                </a:cubicBezTo>
                <a:cubicBezTo>
                  <a:pt x="1103161" y="1531454"/>
                  <a:pt x="1103161" y="1527486"/>
                  <a:pt x="1102665" y="1523022"/>
                </a:cubicBezTo>
                <a:cubicBezTo>
                  <a:pt x="1102169" y="1517069"/>
                  <a:pt x="1106633" y="1515085"/>
                  <a:pt x="1109113" y="1511117"/>
                </a:cubicBezTo>
                <a:cubicBezTo>
                  <a:pt x="1112090" y="1507645"/>
                  <a:pt x="1116058" y="1507645"/>
                  <a:pt x="1120522" y="1507645"/>
                </a:cubicBezTo>
                <a:close/>
                <a:moveTo>
                  <a:pt x="1053062" y="1507645"/>
                </a:moveTo>
                <a:cubicBezTo>
                  <a:pt x="1063975" y="1507645"/>
                  <a:pt x="1069431" y="1513101"/>
                  <a:pt x="1069431" y="1524510"/>
                </a:cubicBezTo>
                <a:cubicBezTo>
                  <a:pt x="1069431" y="1535423"/>
                  <a:pt x="1063975" y="1540879"/>
                  <a:pt x="1052566" y="1540879"/>
                </a:cubicBezTo>
                <a:cubicBezTo>
                  <a:pt x="1041689" y="1540879"/>
                  <a:pt x="1036233" y="1535423"/>
                  <a:pt x="1036233" y="1524014"/>
                </a:cubicBezTo>
                <a:cubicBezTo>
                  <a:pt x="1036233" y="1513101"/>
                  <a:pt x="1041689" y="1507645"/>
                  <a:pt x="1053062" y="1507645"/>
                </a:cubicBezTo>
                <a:close/>
                <a:moveTo>
                  <a:pt x="985154" y="1505661"/>
                </a:moveTo>
                <a:cubicBezTo>
                  <a:pt x="988130" y="1504669"/>
                  <a:pt x="992594" y="1507645"/>
                  <a:pt x="996067" y="1509629"/>
                </a:cubicBezTo>
                <a:cubicBezTo>
                  <a:pt x="1002019" y="1512605"/>
                  <a:pt x="1002019" y="1519054"/>
                  <a:pt x="1005491" y="1524014"/>
                </a:cubicBezTo>
                <a:cubicBezTo>
                  <a:pt x="1004003" y="1527486"/>
                  <a:pt x="1002515" y="1531455"/>
                  <a:pt x="1000531" y="1534927"/>
                </a:cubicBezTo>
                <a:cubicBezTo>
                  <a:pt x="997555" y="1540879"/>
                  <a:pt x="991106" y="1540383"/>
                  <a:pt x="986146" y="1543359"/>
                </a:cubicBezTo>
                <a:cubicBezTo>
                  <a:pt x="982674" y="1540383"/>
                  <a:pt x="977715" y="1541375"/>
                  <a:pt x="974242" y="1537903"/>
                </a:cubicBezTo>
                <a:cubicBezTo>
                  <a:pt x="969778" y="1533935"/>
                  <a:pt x="969282" y="1528478"/>
                  <a:pt x="966802" y="1524014"/>
                </a:cubicBezTo>
                <a:cubicBezTo>
                  <a:pt x="970274" y="1521038"/>
                  <a:pt x="968786" y="1516574"/>
                  <a:pt x="971762" y="1513101"/>
                </a:cubicBezTo>
                <a:cubicBezTo>
                  <a:pt x="975730" y="1508637"/>
                  <a:pt x="980690" y="1507149"/>
                  <a:pt x="985154" y="1505661"/>
                </a:cubicBezTo>
                <a:close/>
                <a:moveTo>
                  <a:pt x="647836" y="1505661"/>
                </a:moveTo>
                <a:cubicBezTo>
                  <a:pt x="653292" y="1506157"/>
                  <a:pt x="658252" y="1506157"/>
                  <a:pt x="662220" y="1511117"/>
                </a:cubicBezTo>
                <a:cubicBezTo>
                  <a:pt x="665692" y="1514589"/>
                  <a:pt x="668668" y="1518558"/>
                  <a:pt x="666684" y="1524014"/>
                </a:cubicBezTo>
                <a:cubicBezTo>
                  <a:pt x="667676" y="1529966"/>
                  <a:pt x="665692" y="1534430"/>
                  <a:pt x="661228" y="1538895"/>
                </a:cubicBezTo>
                <a:cubicBezTo>
                  <a:pt x="657260" y="1542863"/>
                  <a:pt x="652796" y="1543855"/>
                  <a:pt x="647836" y="1543855"/>
                </a:cubicBezTo>
                <a:cubicBezTo>
                  <a:pt x="642380" y="1543855"/>
                  <a:pt x="638412" y="1542863"/>
                  <a:pt x="634444" y="1538895"/>
                </a:cubicBezTo>
                <a:cubicBezTo>
                  <a:pt x="629980" y="1534430"/>
                  <a:pt x="628988" y="1529966"/>
                  <a:pt x="628988" y="1524510"/>
                </a:cubicBezTo>
                <a:cubicBezTo>
                  <a:pt x="628988" y="1519054"/>
                  <a:pt x="629980" y="1515085"/>
                  <a:pt x="634444" y="1511117"/>
                </a:cubicBezTo>
                <a:cubicBezTo>
                  <a:pt x="638412" y="1507149"/>
                  <a:pt x="642380" y="1505165"/>
                  <a:pt x="647836" y="1505661"/>
                </a:cubicBezTo>
                <a:close/>
                <a:moveTo>
                  <a:pt x="916176" y="1505165"/>
                </a:moveTo>
                <a:cubicBezTo>
                  <a:pt x="924112" y="1504669"/>
                  <a:pt x="935521" y="1515582"/>
                  <a:pt x="936017" y="1523518"/>
                </a:cubicBezTo>
                <a:cubicBezTo>
                  <a:pt x="936513" y="1531455"/>
                  <a:pt x="925601" y="1542863"/>
                  <a:pt x="917168" y="1543359"/>
                </a:cubicBezTo>
                <a:cubicBezTo>
                  <a:pt x="909728" y="1543359"/>
                  <a:pt x="898319" y="1533439"/>
                  <a:pt x="897823" y="1525502"/>
                </a:cubicBezTo>
                <a:cubicBezTo>
                  <a:pt x="897327" y="1517566"/>
                  <a:pt x="907744" y="1505661"/>
                  <a:pt x="916176" y="1505165"/>
                </a:cubicBezTo>
                <a:close/>
                <a:moveTo>
                  <a:pt x="850719" y="1505165"/>
                </a:moveTo>
                <a:cubicBezTo>
                  <a:pt x="862129" y="1505165"/>
                  <a:pt x="869569" y="1513101"/>
                  <a:pt x="869569" y="1525006"/>
                </a:cubicBezTo>
                <a:cubicBezTo>
                  <a:pt x="869569" y="1536415"/>
                  <a:pt x="861632" y="1543855"/>
                  <a:pt x="849727" y="1543359"/>
                </a:cubicBezTo>
                <a:cubicBezTo>
                  <a:pt x="839307" y="1543359"/>
                  <a:pt x="831376" y="1535423"/>
                  <a:pt x="831376" y="1524510"/>
                </a:cubicBezTo>
                <a:cubicBezTo>
                  <a:pt x="831376" y="1513101"/>
                  <a:pt x="839307" y="1505165"/>
                  <a:pt x="850719" y="1505165"/>
                </a:cubicBezTo>
                <a:close/>
                <a:moveTo>
                  <a:pt x="783749" y="1505165"/>
                </a:moveTo>
                <a:cubicBezTo>
                  <a:pt x="795158" y="1505165"/>
                  <a:pt x="803092" y="1513101"/>
                  <a:pt x="802597" y="1524510"/>
                </a:cubicBezTo>
                <a:cubicBezTo>
                  <a:pt x="802597" y="1535919"/>
                  <a:pt x="794662" y="1543359"/>
                  <a:pt x="782756" y="1543359"/>
                </a:cubicBezTo>
                <a:cubicBezTo>
                  <a:pt x="771846" y="1543359"/>
                  <a:pt x="764403" y="1535423"/>
                  <a:pt x="764403" y="1524510"/>
                </a:cubicBezTo>
                <a:cubicBezTo>
                  <a:pt x="764403" y="1513101"/>
                  <a:pt x="772342" y="1505165"/>
                  <a:pt x="783749" y="1505165"/>
                </a:cubicBezTo>
                <a:close/>
                <a:moveTo>
                  <a:pt x="714289" y="1505165"/>
                </a:moveTo>
                <a:cubicBezTo>
                  <a:pt x="719746" y="1505165"/>
                  <a:pt x="723714" y="1506157"/>
                  <a:pt x="727682" y="1510621"/>
                </a:cubicBezTo>
                <a:cubicBezTo>
                  <a:pt x="732642" y="1514589"/>
                  <a:pt x="735618" y="1518558"/>
                  <a:pt x="733138" y="1524510"/>
                </a:cubicBezTo>
                <a:cubicBezTo>
                  <a:pt x="735122" y="1530958"/>
                  <a:pt x="731650" y="1534431"/>
                  <a:pt x="728178" y="1538399"/>
                </a:cubicBezTo>
                <a:cubicBezTo>
                  <a:pt x="724210" y="1543855"/>
                  <a:pt x="718754" y="1543359"/>
                  <a:pt x="713297" y="1543855"/>
                </a:cubicBezTo>
                <a:cubicBezTo>
                  <a:pt x="707345" y="1544351"/>
                  <a:pt x="704369" y="1541375"/>
                  <a:pt x="699906" y="1538399"/>
                </a:cubicBezTo>
                <a:cubicBezTo>
                  <a:pt x="694449" y="1533935"/>
                  <a:pt x="695441" y="1528974"/>
                  <a:pt x="694945" y="1523518"/>
                </a:cubicBezTo>
                <a:cubicBezTo>
                  <a:pt x="694449" y="1517566"/>
                  <a:pt x="697425" y="1514094"/>
                  <a:pt x="700898" y="1510125"/>
                </a:cubicBezTo>
                <a:cubicBezTo>
                  <a:pt x="704865" y="1505661"/>
                  <a:pt x="709329" y="1505661"/>
                  <a:pt x="714289" y="1505165"/>
                </a:cubicBezTo>
                <a:close/>
                <a:moveTo>
                  <a:pt x="581849" y="1503677"/>
                </a:moveTo>
                <a:cubicBezTo>
                  <a:pt x="586809" y="1503677"/>
                  <a:pt x="592763" y="1506653"/>
                  <a:pt x="596234" y="1510622"/>
                </a:cubicBezTo>
                <a:cubicBezTo>
                  <a:pt x="599707" y="1514094"/>
                  <a:pt x="602187" y="1520542"/>
                  <a:pt x="602187" y="1525502"/>
                </a:cubicBezTo>
                <a:cubicBezTo>
                  <a:pt x="602187" y="1529967"/>
                  <a:pt x="599707" y="1535919"/>
                  <a:pt x="596234" y="1538895"/>
                </a:cubicBezTo>
                <a:cubicBezTo>
                  <a:pt x="592267" y="1542367"/>
                  <a:pt x="586313" y="1545840"/>
                  <a:pt x="581849" y="1545343"/>
                </a:cubicBezTo>
                <a:cubicBezTo>
                  <a:pt x="576889" y="1544847"/>
                  <a:pt x="570441" y="1543855"/>
                  <a:pt x="566968" y="1539391"/>
                </a:cubicBezTo>
                <a:cubicBezTo>
                  <a:pt x="563496" y="1534927"/>
                  <a:pt x="562008" y="1529471"/>
                  <a:pt x="559528" y="1524014"/>
                </a:cubicBezTo>
                <a:cubicBezTo>
                  <a:pt x="562008" y="1519054"/>
                  <a:pt x="563000" y="1513102"/>
                  <a:pt x="566968" y="1509630"/>
                </a:cubicBezTo>
                <a:cubicBezTo>
                  <a:pt x="570441" y="1506157"/>
                  <a:pt x="576889" y="1503181"/>
                  <a:pt x="581849" y="1503677"/>
                </a:cubicBezTo>
                <a:close/>
                <a:moveTo>
                  <a:pt x="514885" y="1503181"/>
                </a:moveTo>
                <a:cubicBezTo>
                  <a:pt x="524311" y="1502685"/>
                  <a:pt x="536215" y="1515086"/>
                  <a:pt x="536215" y="1524511"/>
                </a:cubicBezTo>
                <a:cubicBezTo>
                  <a:pt x="535719" y="1533935"/>
                  <a:pt x="523318" y="1546336"/>
                  <a:pt x="514389" y="1545840"/>
                </a:cubicBezTo>
                <a:cubicBezTo>
                  <a:pt x="504965" y="1545344"/>
                  <a:pt x="493060" y="1532447"/>
                  <a:pt x="493556" y="1523519"/>
                </a:cubicBezTo>
                <a:cubicBezTo>
                  <a:pt x="494052" y="1514590"/>
                  <a:pt x="506453" y="1503181"/>
                  <a:pt x="514885" y="1503181"/>
                </a:cubicBezTo>
                <a:close/>
                <a:moveTo>
                  <a:pt x="176598" y="1503181"/>
                </a:moveTo>
                <a:cubicBezTo>
                  <a:pt x="188503" y="1503181"/>
                  <a:pt x="198423" y="1513102"/>
                  <a:pt x="197927" y="1525006"/>
                </a:cubicBezTo>
                <a:cubicBezTo>
                  <a:pt x="197927" y="1536415"/>
                  <a:pt x="187511" y="1546335"/>
                  <a:pt x="175606" y="1545839"/>
                </a:cubicBezTo>
                <a:cubicBezTo>
                  <a:pt x="164198" y="1545839"/>
                  <a:pt x="154774" y="1535423"/>
                  <a:pt x="154774" y="1523518"/>
                </a:cubicBezTo>
                <a:cubicBezTo>
                  <a:pt x="154774" y="1512605"/>
                  <a:pt x="165191" y="1503181"/>
                  <a:pt x="176598" y="1503181"/>
                </a:cubicBezTo>
                <a:close/>
                <a:moveTo>
                  <a:pt x="108648" y="1503181"/>
                </a:moveTo>
                <a:cubicBezTo>
                  <a:pt x="120552" y="1503181"/>
                  <a:pt x="130968" y="1512605"/>
                  <a:pt x="130968" y="1524014"/>
                </a:cubicBezTo>
                <a:cubicBezTo>
                  <a:pt x="131464" y="1535423"/>
                  <a:pt x="122040" y="1545839"/>
                  <a:pt x="110136" y="1545839"/>
                </a:cubicBezTo>
                <a:cubicBezTo>
                  <a:pt x="98232" y="1545839"/>
                  <a:pt x="88311" y="1535919"/>
                  <a:pt x="88311" y="1524510"/>
                </a:cubicBezTo>
                <a:cubicBezTo>
                  <a:pt x="88311" y="1513598"/>
                  <a:pt x="98232" y="1503181"/>
                  <a:pt x="108648" y="1503181"/>
                </a:cubicBezTo>
                <a:close/>
                <a:moveTo>
                  <a:pt x="445456" y="1502685"/>
                </a:moveTo>
                <a:cubicBezTo>
                  <a:pt x="456369" y="1502189"/>
                  <a:pt x="466786" y="1512606"/>
                  <a:pt x="467282" y="1525006"/>
                </a:cubicBezTo>
                <a:cubicBezTo>
                  <a:pt x="465794" y="1529470"/>
                  <a:pt x="465298" y="1534927"/>
                  <a:pt x="460833" y="1538895"/>
                </a:cubicBezTo>
                <a:cubicBezTo>
                  <a:pt x="456369" y="1542863"/>
                  <a:pt x="451408" y="1545343"/>
                  <a:pt x="445952" y="1545343"/>
                </a:cubicBezTo>
                <a:cubicBezTo>
                  <a:pt x="435038" y="1545839"/>
                  <a:pt x="425117" y="1535919"/>
                  <a:pt x="424621" y="1525006"/>
                </a:cubicBezTo>
                <a:cubicBezTo>
                  <a:pt x="424125" y="1513598"/>
                  <a:pt x="434046" y="1503181"/>
                  <a:pt x="445456" y="1502685"/>
                </a:cubicBezTo>
                <a:close/>
                <a:moveTo>
                  <a:pt x="378993" y="1502685"/>
                </a:moveTo>
                <a:cubicBezTo>
                  <a:pt x="390403" y="1502685"/>
                  <a:pt x="400323" y="1513102"/>
                  <a:pt x="400323" y="1524510"/>
                </a:cubicBezTo>
                <a:cubicBezTo>
                  <a:pt x="400323" y="1535919"/>
                  <a:pt x="390403" y="1545839"/>
                  <a:pt x="378497" y="1545839"/>
                </a:cubicBezTo>
                <a:cubicBezTo>
                  <a:pt x="367087" y="1545839"/>
                  <a:pt x="357166" y="1535423"/>
                  <a:pt x="357662" y="1523518"/>
                </a:cubicBezTo>
                <a:cubicBezTo>
                  <a:pt x="357662" y="1512606"/>
                  <a:pt x="368079" y="1502685"/>
                  <a:pt x="378993" y="1502685"/>
                </a:cubicBezTo>
                <a:close/>
                <a:moveTo>
                  <a:pt x="312495" y="1502685"/>
                </a:moveTo>
                <a:cubicBezTo>
                  <a:pt x="323904" y="1502685"/>
                  <a:pt x="333824" y="1512606"/>
                  <a:pt x="333824" y="1524510"/>
                </a:cubicBezTo>
                <a:cubicBezTo>
                  <a:pt x="333824" y="1535919"/>
                  <a:pt x="323408" y="1545839"/>
                  <a:pt x="311999" y="1545839"/>
                </a:cubicBezTo>
                <a:cubicBezTo>
                  <a:pt x="301086" y="1545839"/>
                  <a:pt x="291166" y="1535919"/>
                  <a:pt x="291166" y="1525006"/>
                </a:cubicBezTo>
                <a:cubicBezTo>
                  <a:pt x="290670" y="1513102"/>
                  <a:pt x="300590" y="1502685"/>
                  <a:pt x="312495" y="1502685"/>
                </a:cubicBezTo>
                <a:close/>
                <a:moveTo>
                  <a:pt x="244567" y="1502685"/>
                </a:moveTo>
                <a:cubicBezTo>
                  <a:pt x="255480" y="1502685"/>
                  <a:pt x="264905" y="1513102"/>
                  <a:pt x="264905" y="1524510"/>
                </a:cubicBezTo>
                <a:cubicBezTo>
                  <a:pt x="264905" y="1535919"/>
                  <a:pt x="254488" y="1545839"/>
                  <a:pt x="243079" y="1545839"/>
                </a:cubicBezTo>
                <a:cubicBezTo>
                  <a:pt x="231670" y="1545839"/>
                  <a:pt x="221750" y="1535423"/>
                  <a:pt x="222246" y="1523518"/>
                </a:cubicBezTo>
                <a:cubicBezTo>
                  <a:pt x="222246" y="1512109"/>
                  <a:pt x="233158" y="1502685"/>
                  <a:pt x="244567" y="1502685"/>
                </a:cubicBezTo>
                <a:close/>
                <a:moveTo>
                  <a:pt x="42689" y="1502685"/>
                </a:moveTo>
                <a:cubicBezTo>
                  <a:pt x="54594" y="1502685"/>
                  <a:pt x="64514" y="1512606"/>
                  <a:pt x="64514" y="1524014"/>
                </a:cubicBezTo>
                <a:cubicBezTo>
                  <a:pt x="64514" y="1535423"/>
                  <a:pt x="54594" y="1545839"/>
                  <a:pt x="43185" y="1545839"/>
                </a:cubicBezTo>
                <a:cubicBezTo>
                  <a:pt x="32273" y="1545839"/>
                  <a:pt x="21856" y="1535919"/>
                  <a:pt x="21856" y="1525006"/>
                </a:cubicBezTo>
                <a:cubicBezTo>
                  <a:pt x="21856" y="1513102"/>
                  <a:pt x="31281" y="1502685"/>
                  <a:pt x="42689" y="1502685"/>
                </a:cubicBezTo>
                <a:close/>
                <a:moveTo>
                  <a:pt x="1928549" y="1455563"/>
                </a:moveTo>
                <a:cubicBezTo>
                  <a:pt x="1929541" y="1456555"/>
                  <a:pt x="1930533" y="1457051"/>
                  <a:pt x="1931525" y="1458043"/>
                </a:cubicBezTo>
                <a:cubicBezTo>
                  <a:pt x="1931525" y="1458043"/>
                  <a:pt x="1930533" y="1459531"/>
                  <a:pt x="1929541" y="1461515"/>
                </a:cubicBezTo>
                <a:cubicBezTo>
                  <a:pt x="1928053" y="1460027"/>
                  <a:pt x="1927061" y="1459035"/>
                  <a:pt x="1927061" y="1458043"/>
                </a:cubicBezTo>
                <a:cubicBezTo>
                  <a:pt x="1927061" y="1457547"/>
                  <a:pt x="1928053" y="1456555"/>
                  <a:pt x="1928549" y="1455563"/>
                </a:cubicBezTo>
                <a:close/>
                <a:moveTo>
                  <a:pt x="1860098" y="1451595"/>
                </a:moveTo>
                <a:cubicBezTo>
                  <a:pt x="1862082" y="1454075"/>
                  <a:pt x="1864066" y="1456059"/>
                  <a:pt x="1864066" y="1457547"/>
                </a:cubicBezTo>
                <a:cubicBezTo>
                  <a:pt x="1864066" y="1459035"/>
                  <a:pt x="1861586" y="1461019"/>
                  <a:pt x="1859602" y="1462012"/>
                </a:cubicBezTo>
                <a:cubicBezTo>
                  <a:pt x="1857618" y="1463004"/>
                  <a:pt x="1853650" y="1458539"/>
                  <a:pt x="1854642" y="1456555"/>
                </a:cubicBezTo>
                <a:cubicBezTo>
                  <a:pt x="1856130" y="1455067"/>
                  <a:pt x="1858114" y="1454075"/>
                  <a:pt x="1860098" y="1451595"/>
                </a:cubicBezTo>
                <a:close/>
                <a:moveTo>
                  <a:pt x="1793134" y="1450602"/>
                </a:moveTo>
                <a:cubicBezTo>
                  <a:pt x="1798094" y="1450602"/>
                  <a:pt x="1800078" y="1452586"/>
                  <a:pt x="1800574" y="1457546"/>
                </a:cubicBezTo>
                <a:cubicBezTo>
                  <a:pt x="1800574" y="1462507"/>
                  <a:pt x="1798590" y="1464987"/>
                  <a:pt x="1794126" y="1464987"/>
                </a:cubicBezTo>
                <a:cubicBezTo>
                  <a:pt x="1789166" y="1464987"/>
                  <a:pt x="1786686" y="1463499"/>
                  <a:pt x="1786189" y="1458538"/>
                </a:cubicBezTo>
                <a:cubicBezTo>
                  <a:pt x="1785693" y="1452586"/>
                  <a:pt x="1787677" y="1450602"/>
                  <a:pt x="1793134" y="1450602"/>
                </a:cubicBezTo>
                <a:close/>
                <a:moveTo>
                  <a:pt x="1726667" y="1448122"/>
                </a:moveTo>
                <a:cubicBezTo>
                  <a:pt x="1731627" y="1448122"/>
                  <a:pt x="1736091" y="1452586"/>
                  <a:pt x="1736091" y="1457546"/>
                </a:cubicBezTo>
                <a:cubicBezTo>
                  <a:pt x="1736091" y="1462507"/>
                  <a:pt x="1731627" y="1466971"/>
                  <a:pt x="1726667" y="1466971"/>
                </a:cubicBezTo>
                <a:cubicBezTo>
                  <a:pt x="1721210" y="1466971"/>
                  <a:pt x="1716746" y="1462507"/>
                  <a:pt x="1716746" y="1457051"/>
                </a:cubicBezTo>
                <a:cubicBezTo>
                  <a:pt x="1716746" y="1452090"/>
                  <a:pt x="1721706" y="1448122"/>
                  <a:pt x="1726667" y="1448122"/>
                </a:cubicBezTo>
                <a:close/>
                <a:moveTo>
                  <a:pt x="1657719" y="1448122"/>
                </a:moveTo>
                <a:cubicBezTo>
                  <a:pt x="1666151" y="1448122"/>
                  <a:pt x="1667143" y="1449114"/>
                  <a:pt x="1667143" y="1459035"/>
                </a:cubicBezTo>
                <a:cubicBezTo>
                  <a:pt x="1667143" y="1466475"/>
                  <a:pt x="1665655" y="1467467"/>
                  <a:pt x="1656726" y="1467467"/>
                </a:cubicBezTo>
                <a:cubicBezTo>
                  <a:pt x="1648790" y="1466971"/>
                  <a:pt x="1647798" y="1465979"/>
                  <a:pt x="1647798" y="1457051"/>
                </a:cubicBezTo>
                <a:cubicBezTo>
                  <a:pt x="1647798" y="1448618"/>
                  <a:pt x="1648790" y="1448122"/>
                  <a:pt x="1657719" y="1448122"/>
                </a:cubicBezTo>
                <a:close/>
                <a:moveTo>
                  <a:pt x="1590259" y="1445643"/>
                </a:moveTo>
                <a:cubicBezTo>
                  <a:pt x="1597203" y="1444651"/>
                  <a:pt x="1603155" y="1450603"/>
                  <a:pt x="1603155" y="1457547"/>
                </a:cubicBezTo>
                <a:cubicBezTo>
                  <a:pt x="1602659" y="1463996"/>
                  <a:pt x="1597699" y="1469452"/>
                  <a:pt x="1591251" y="1469452"/>
                </a:cubicBezTo>
                <a:cubicBezTo>
                  <a:pt x="1584802" y="1469452"/>
                  <a:pt x="1579346" y="1464492"/>
                  <a:pt x="1579346" y="1458043"/>
                </a:cubicBezTo>
                <a:cubicBezTo>
                  <a:pt x="1579346" y="1450603"/>
                  <a:pt x="1583314" y="1446635"/>
                  <a:pt x="1590259" y="1445643"/>
                </a:cubicBezTo>
                <a:close/>
                <a:moveTo>
                  <a:pt x="1524288" y="1445642"/>
                </a:moveTo>
                <a:cubicBezTo>
                  <a:pt x="1532720" y="1445642"/>
                  <a:pt x="1536192" y="1449114"/>
                  <a:pt x="1536192" y="1457051"/>
                </a:cubicBezTo>
                <a:cubicBezTo>
                  <a:pt x="1536192" y="1465979"/>
                  <a:pt x="1533216" y="1469451"/>
                  <a:pt x="1525280" y="1469451"/>
                </a:cubicBezTo>
                <a:cubicBezTo>
                  <a:pt x="1515855" y="1469451"/>
                  <a:pt x="1512879" y="1466971"/>
                  <a:pt x="1512383" y="1458539"/>
                </a:cubicBezTo>
                <a:cubicBezTo>
                  <a:pt x="1512383" y="1449114"/>
                  <a:pt x="1515359" y="1445642"/>
                  <a:pt x="1524288" y="1445642"/>
                </a:cubicBezTo>
                <a:close/>
                <a:moveTo>
                  <a:pt x="1457324" y="1443162"/>
                </a:moveTo>
                <a:cubicBezTo>
                  <a:pt x="1464764" y="1443162"/>
                  <a:pt x="1471709" y="1450106"/>
                  <a:pt x="1471709" y="1457547"/>
                </a:cubicBezTo>
                <a:cubicBezTo>
                  <a:pt x="1471709" y="1464987"/>
                  <a:pt x="1465260" y="1471932"/>
                  <a:pt x="1457324" y="1471932"/>
                </a:cubicBezTo>
                <a:cubicBezTo>
                  <a:pt x="1449883" y="1471932"/>
                  <a:pt x="1442939" y="1465483"/>
                  <a:pt x="1442939" y="1457547"/>
                </a:cubicBezTo>
                <a:cubicBezTo>
                  <a:pt x="1442939" y="1450106"/>
                  <a:pt x="1449387" y="1443162"/>
                  <a:pt x="1457324" y="1443162"/>
                </a:cubicBezTo>
                <a:close/>
                <a:moveTo>
                  <a:pt x="1388376" y="1443162"/>
                </a:moveTo>
                <a:cubicBezTo>
                  <a:pt x="1397304" y="1443162"/>
                  <a:pt x="1402760" y="1448618"/>
                  <a:pt x="1402760" y="1457547"/>
                </a:cubicBezTo>
                <a:cubicBezTo>
                  <a:pt x="1402760" y="1466475"/>
                  <a:pt x="1397304" y="1471932"/>
                  <a:pt x="1388376" y="1471932"/>
                </a:cubicBezTo>
                <a:cubicBezTo>
                  <a:pt x="1379447" y="1471932"/>
                  <a:pt x="1373991" y="1466475"/>
                  <a:pt x="1373991" y="1457547"/>
                </a:cubicBezTo>
                <a:cubicBezTo>
                  <a:pt x="1373991" y="1449114"/>
                  <a:pt x="1379943" y="1443162"/>
                  <a:pt x="1388376" y="1443162"/>
                </a:cubicBezTo>
                <a:close/>
                <a:moveTo>
                  <a:pt x="1253953" y="1441178"/>
                </a:moveTo>
                <a:cubicBezTo>
                  <a:pt x="1262385" y="1440682"/>
                  <a:pt x="1271810" y="1449114"/>
                  <a:pt x="1271810" y="1457547"/>
                </a:cubicBezTo>
                <a:cubicBezTo>
                  <a:pt x="1272306" y="1464491"/>
                  <a:pt x="1264369" y="1474412"/>
                  <a:pt x="1254945" y="1474412"/>
                </a:cubicBezTo>
                <a:cubicBezTo>
                  <a:pt x="1247504" y="1474412"/>
                  <a:pt x="1238576" y="1466475"/>
                  <a:pt x="1238080" y="1458539"/>
                </a:cubicBezTo>
                <a:cubicBezTo>
                  <a:pt x="1237584" y="1450602"/>
                  <a:pt x="1246016" y="1441178"/>
                  <a:pt x="1253953" y="1441178"/>
                </a:cubicBezTo>
                <a:close/>
                <a:moveTo>
                  <a:pt x="1321413" y="1440682"/>
                </a:moveTo>
                <a:cubicBezTo>
                  <a:pt x="1324389" y="1443658"/>
                  <a:pt x="1329349" y="1442666"/>
                  <a:pt x="1332822" y="1445146"/>
                </a:cubicBezTo>
                <a:cubicBezTo>
                  <a:pt x="1337286" y="1449115"/>
                  <a:pt x="1334806" y="1454571"/>
                  <a:pt x="1338774" y="1457547"/>
                </a:cubicBezTo>
                <a:cubicBezTo>
                  <a:pt x="1335302" y="1461019"/>
                  <a:pt x="1337286" y="1466972"/>
                  <a:pt x="1332325" y="1469452"/>
                </a:cubicBezTo>
                <a:cubicBezTo>
                  <a:pt x="1328853" y="1471436"/>
                  <a:pt x="1324389" y="1474412"/>
                  <a:pt x="1321413" y="1473916"/>
                </a:cubicBezTo>
                <a:cubicBezTo>
                  <a:pt x="1317445" y="1472924"/>
                  <a:pt x="1311988" y="1472924"/>
                  <a:pt x="1309508" y="1467963"/>
                </a:cubicBezTo>
                <a:cubicBezTo>
                  <a:pt x="1307524" y="1464491"/>
                  <a:pt x="1306532" y="1460523"/>
                  <a:pt x="1305044" y="1456555"/>
                </a:cubicBezTo>
                <a:cubicBezTo>
                  <a:pt x="1309012" y="1454075"/>
                  <a:pt x="1306532" y="1448618"/>
                  <a:pt x="1310500" y="1445642"/>
                </a:cubicBezTo>
                <a:cubicBezTo>
                  <a:pt x="1313972" y="1442666"/>
                  <a:pt x="1318933" y="1444154"/>
                  <a:pt x="1321413" y="1440682"/>
                </a:cubicBezTo>
                <a:close/>
                <a:moveTo>
                  <a:pt x="1185997" y="1440682"/>
                </a:moveTo>
                <a:cubicBezTo>
                  <a:pt x="1197406" y="1440682"/>
                  <a:pt x="1202862" y="1446138"/>
                  <a:pt x="1202862" y="1457547"/>
                </a:cubicBezTo>
                <a:cubicBezTo>
                  <a:pt x="1202862" y="1468956"/>
                  <a:pt x="1197406" y="1474412"/>
                  <a:pt x="1185997" y="1474412"/>
                </a:cubicBezTo>
                <a:cubicBezTo>
                  <a:pt x="1174588" y="1474412"/>
                  <a:pt x="1169132" y="1468956"/>
                  <a:pt x="1169132" y="1457547"/>
                </a:cubicBezTo>
                <a:cubicBezTo>
                  <a:pt x="1169132" y="1446138"/>
                  <a:pt x="1174588" y="1440682"/>
                  <a:pt x="1185997" y="1440682"/>
                </a:cubicBezTo>
                <a:close/>
                <a:moveTo>
                  <a:pt x="1114569" y="1440186"/>
                </a:moveTo>
                <a:cubicBezTo>
                  <a:pt x="1116554" y="1440682"/>
                  <a:pt x="1118538" y="1440682"/>
                  <a:pt x="1120522" y="1440186"/>
                </a:cubicBezTo>
                <a:cubicBezTo>
                  <a:pt x="1124986" y="1439690"/>
                  <a:pt x="1127962" y="1441178"/>
                  <a:pt x="1130938" y="1444154"/>
                </a:cubicBezTo>
                <a:cubicBezTo>
                  <a:pt x="1133914" y="1447130"/>
                  <a:pt x="1135899" y="1450106"/>
                  <a:pt x="1134907" y="1454571"/>
                </a:cubicBezTo>
                <a:cubicBezTo>
                  <a:pt x="1135899" y="1456059"/>
                  <a:pt x="1135899" y="1457051"/>
                  <a:pt x="1135899" y="1458539"/>
                </a:cubicBezTo>
                <a:cubicBezTo>
                  <a:pt x="1136891" y="1463003"/>
                  <a:pt x="1135402" y="1467467"/>
                  <a:pt x="1130938" y="1470939"/>
                </a:cubicBezTo>
                <a:cubicBezTo>
                  <a:pt x="1128458" y="1472924"/>
                  <a:pt x="1125978" y="1474908"/>
                  <a:pt x="1122506" y="1474412"/>
                </a:cubicBezTo>
                <a:cubicBezTo>
                  <a:pt x="1117546" y="1473420"/>
                  <a:pt x="1111593" y="1476892"/>
                  <a:pt x="1107129" y="1470939"/>
                </a:cubicBezTo>
                <a:cubicBezTo>
                  <a:pt x="1105641" y="1468955"/>
                  <a:pt x="1102665" y="1466971"/>
                  <a:pt x="1102169" y="1464491"/>
                </a:cubicBezTo>
                <a:cubicBezTo>
                  <a:pt x="1101673" y="1459531"/>
                  <a:pt x="1100185" y="1453579"/>
                  <a:pt x="1102169" y="1449114"/>
                </a:cubicBezTo>
                <a:cubicBezTo>
                  <a:pt x="1104153" y="1445146"/>
                  <a:pt x="1107625" y="1439194"/>
                  <a:pt x="1114569" y="1440186"/>
                </a:cubicBezTo>
                <a:close/>
                <a:moveTo>
                  <a:pt x="785254" y="1439194"/>
                </a:moveTo>
                <a:cubicBezTo>
                  <a:pt x="791204" y="1438698"/>
                  <a:pt x="794678" y="1441178"/>
                  <a:pt x="798644" y="1445146"/>
                </a:cubicBezTo>
                <a:cubicBezTo>
                  <a:pt x="803107" y="1449114"/>
                  <a:pt x="803603" y="1453579"/>
                  <a:pt x="803603" y="1458539"/>
                </a:cubicBezTo>
                <a:cubicBezTo>
                  <a:pt x="803603" y="1463995"/>
                  <a:pt x="802611" y="1467963"/>
                  <a:pt x="798644" y="1471932"/>
                </a:cubicBezTo>
                <a:cubicBezTo>
                  <a:pt x="793686" y="1475404"/>
                  <a:pt x="789718" y="1478876"/>
                  <a:pt x="784261" y="1476396"/>
                </a:cubicBezTo>
                <a:cubicBezTo>
                  <a:pt x="777808" y="1478380"/>
                  <a:pt x="774342" y="1475404"/>
                  <a:pt x="770370" y="1471932"/>
                </a:cubicBezTo>
                <a:cubicBezTo>
                  <a:pt x="765410" y="1467963"/>
                  <a:pt x="765410" y="1463003"/>
                  <a:pt x="764913" y="1457547"/>
                </a:cubicBezTo>
                <a:cubicBezTo>
                  <a:pt x="764417" y="1452091"/>
                  <a:pt x="766896" y="1448122"/>
                  <a:pt x="770370" y="1444154"/>
                </a:cubicBezTo>
                <a:cubicBezTo>
                  <a:pt x="774837" y="1438698"/>
                  <a:pt x="779793" y="1439690"/>
                  <a:pt x="785254" y="1439194"/>
                </a:cubicBezTo>
                <a:close/>
                <a:moveTo>
                  <a:pt x="842572" y="1439132"/>
                </a:moveTo>
                <a:cubicBezTo>
                  <a:pt x="844741" y="1437954"/>
                  <a:pt x="846973" y="1437706"/>
                  <a:pt x="849702" y="1439194"/>
                </a:cubicBezTo>
                <a:cubicBezTo>
                  <a:pt x="856150" y="1437706"/>
                  <a:pt x="859623" y="1440186"/>
                  <a:pt x="864087" y="1443658"/>
                </a:cubicBezTo>
                <a:cubicBezTo>
                  <a:pt x="869047" y="1447626"/>
                  <a:pt x="869543" y="1452587"/>
                  <a:pt x="869543" y="1458043"/>
                </a:cubicBezTo>
                <a:cubicBezTo>
                  <a:pt x="869543" y="1463499"/>
                  <a:pt x="867559" y="1467467"/>
                  <a:pt x="864087" y="1471436"/>
                </a:cubicBezTo>
                <a:cubicBezTo>
                  <a:pt x="859623" y="1476396"/>
                  <a:pt x="854662" y="1476396"/>
                  <a:pt x="849205" y="1476892"/>
                </a:cubicBezTo>
                <a:cubicBezTo>
                  <a:pt x="843253" y="1477388"/>
                  <a:pt x="839781" y="1474908"/>
                  <a:pt x="835812" y="1471436"/>
                </a:cubicBezTo>
                <a:cubicBezTo>
                  <a:pt x="831845" y="1467467"/>
                  <a:pt x="830357" y="1463499"/>
                  <a:pt x="830853" y="1458043"/>
                </a:cubicBezTo>
                <a:cubicBezTo>
                  <a:pt x="830853" y="1452587"/>
                  <a:pt x="831349" y="1448619"/>
                  <a:pt x="835812" y="1444650"/>
                </a:cubicBezTo>
                <a:cubicBezTo>
                  <a:pt x="838293" y="1442418"/>
                  <a:pt x="840401" y="1440310"/>
                  <a:pt x="842572" y="1439132"/>
                </a:cubicBezTo>
                <a:close/>
                <a:moveTo>
                  <a:pt x="1052566" y="1438698"/>
                </a:moveTo>
                <a:cubicBezTo>
                  <a:pt x="1060999" y="1438202"/>
                  <a:pt x="1072903" y="1451099"/>
                  <a:pt x="1071911" y="1458043"/>
                </a:cubicBezTo>
                <a:cubicBezTo>
                  <a:pt x="1071911" y="1466475"/>
                  <a:pt x="1060503" y="1477388"/>
                  <a:pt x="1052070" y="1476892"/>
                </a:cubicBezTo>
                <a:cubicBezTo>
                  <a:pt x="1043647" y="1476396"/>
                  <a:pt x="1033230" y="1464987"/>
                  <a:pt x="1033726" y="1457051"/>
                </a:cubicBezTo>
                <a:cubicBezTo>
                  <a:pt x="1034222" y="1449114"/>
                  <a:pt x="1045135" y="1439194"/>
                  <a:pt x="1052566" y="1438698"/>
                </a:cubicBezTo>
                <a:close/>
                <a:moveTo>
                  <a:pt x="916680" y="1438698"/>
                </a:moveTo>
                <a:cubicBezTo>
                  <a:pt x="928089" y="1438698"/>
                  <a:pt x="936025" y="1446138"/>
                  <a:pt x="936025" y="1457547"/>
                </a:cubicBezTo>
                <a:cubicBezTo>
                  <a:pt x="936025" y="1468956"/>
                  <a:pt x="928585" y="1476892"/>
                  <a:pt x="917176" y="1476892"/>
                </a:cubicBezTo>
                <a:cubicBezTo>
                  <a:pt x="906263" y="1476892"/>
                  <a:pt x="898327" y="1469452"/>
                  <a:pt x="898327" y="1458539"/>
                </a:cubicBezTo>
                <a:cubicBezTo>
                  <a:pt x="898327" y="1446634"/>
                  <a:pt x="905767" y="1438698"/>
                  <a:pt x="916680" y="1438698"/>
                </a:cubicBezTo>
                <a:close/>
                <a:moveTo>
                  <a:pt x="986633" y="1437706"/>
                </a:moveTo>
                <a:cubicBezTo>
                  <a:pt x="991096" y="1440186"/>
                  <a:pt x="997049" y="1441178"/>
                  <a:pt x="1000025" y="1444650"/>
                </a:cubicBezTo>
                <a:cubicBezTo>
                  <a:pt x="1003001" y="1447627"/>
                  <a:pt x="1004985" y="1453579"/>
                  <a:pt x="1004489" y="1458043"/>
                </a:cubicBezTo>
                <a:cubicBezTo>
                  <a:pt x="1004489" y="1462507"/>
                  <a:pt x="1002505" y="1468460"/>
                  <a:pt x="999033" y="1470940"/>
                </a:cubicBezTo>
                <a:cubicBezTo>
                  <a:pt x="995065" y="1473916"/>
                  <a:pt x="990601" y="1477884"/>
                  <a:pt x="985145" y="1476396"/>
                </a:cubicBezTo>
                <a:cubicBezTo>
                  <a:pt x="980681" y="1475404"/>
                  <a:pt x="974728" y="1473916"/>
                  <a:pt x="972248" y="1470444"/>
                </a:cubicBezTo>
                <a:cubicBezTo>
                  <a:pt x="969768" y="1466972"/>
                  <a:pt x="966792" y="1462507"/>
                  <a:pt x="966792" y="1457547"/>
                </a:cubicBezTo>
                <a:cubicBezTo>
                  <a:pt x="966792" y="1451595"/>
                  <a:pt x="970264" y="1447131"/>
                  <a:pt x="973240" y="1443658"/>
                </a:cubicBezTo>
                <a:cubicBezTo>
                  <a:pt x="975720" y="1440682"/>
                  <a:pt x="981673" y="1439690"/>
                  <a:pt x="986633" y="1437706"/>
                </a:cubicBezTo>
                <a:close/>
                <a:moveTo>
                  <a:pt x="312005" y="1436714"/>
                </a:moveTo>
                <a:cubicBezTo>
                  <a:pt x="318453" y="1434234"/>
                  <a:pt x="323909" y="1437706"/>
                  <a:pt x="327382" y="1441674"/>
                </a:cubicBezTo>
                <a:cubicBezTo>
                  <a:pt x="331350" y="1445642"/>
                  <a:pt x="333831" y="1451099"/>
                  <a:pt x="333831" y="1458043"/>
                </a:cubicBezTo>
                <a:cubicBezTo>
                  <a:pt x="333831" y="1464987"/>
                  <a:pt x="330854" y="1470444"/>
                  <a:pt x="327382" y="1474412"/>
                </a:cubicBezTo>
                <a:cubicBezTo>
                  <a:pt x="323909" y="1477884"/>
                  <a:pt x="317957" y="1479868"/>
                  <a:pt x="312005" y="1479868"/>
                </a:cubicBezTo>
                <a:cubicBezTo>
                  <a:pt x="305556" y="1480364"/>
                  <a:pt x="300100" y="1477388"/>
                  <a:pt x="296628" y="1473916"/>
                </a:cubicBezTo>
                <a:cubicBezTo>
                  <a:pt x="293156" y="1470444"/>
                  <a:pt x="289683" y="1465484"/>
                  <a:pt x="290180" y="1458539"/>
                </a:cubicBezTo>
                <a:cubicBezTo>
                  <a:pt x="290676" y="1452091"/>
                  <a:pt x="292164" y="1445642"/>
                  <a:pt x="296628" y="1442170"/>
                </a:cubicBezTo>
                <a:cubicBezTo>
                  <a:pt x="300596" y="1438698"/>
                  <a:pt x="305060" y="1433242"/>
                  <a:pt x="312005" y="1436714"/>
                </a:cubicBezTo>
                <a:close/>
                <a:moveTo>
                  <a:pt x="648333" y="1436218"/>
                </a:moveTo>
                <a:cubicBezTo>
                  <a:pt x="652301" y="1436218"/>
                  <a:pt x="660237" y="1440186"/>
                  <a:pt x="663213" y="1442666"/>
                </a:cubicBezTo>
                <a:cubicBezTo>
                  <a:pt x="668173" y="1446635"/>
                  <a:pt x="667677" y="1452587"/>
                  <a:pt x="670157" y="1458043"/>
                </a:cubicBezTo>
                <a:cubicBezTo>
                  <a:pt x="667677" y="1463499"/>
                  <a:pt x="667181" y="1469452"/>
                  <a:pt x="662221" y="1473916"/>
                </a:cubicBezTo>
                <a:cubicBezTo>
                  <a:pt x="657758" y="1477388"/>
                  <a:pt x="652797" y="1478876"/>
                  <a:pt x="647837" y="1478876"/>
                </a:cubicBezTo>
                <a:cubicBezTo>
                  <a:pt x="636429" y="1479372"/>
                  <a:pt x="626510" y="1467964"/>
                  <a:pt x="627006" y="1457051"/>
                </a:cubicBezTo>
                <a:cubicBezTo>
                  <a:pt x="627502" y="1446139"/>
                  <a:pt x="637421" y="1436714"/>
                  <a:pt x="648333" y="1436218"/>
                </a:cubicBezTo>
                <a:close/>
                <a:moveTo>
                  <a:pt x="580888" y="1436218"/>
                </a:moveTo>
                <a:cubicBezTo>
                  <a:pt x="592794" y="1436218"/>
                  <a:pt x="602714" y="1446139"/>
                  <a:pt x="602714" y="1457547"/>
                </a:cubicBezTo>
                <a:cubicBezTo>
                  <a:pt x="602714" y="1468956"/>
                  <a:pt x="592794" y="1478876"/>
                  <a:pt x="580888" y="1478876"/>
                </a:cubicBezTo>
                <a:cubicBezTo>
                  <a:pt x="569479" y="1478876"/>
                  <a:pt x="559557" y="1468460"/>
                  <a:pt x="559557" y="1457051"/>
                </a:cubicBezTo>
                <a:cubicBezTo>
                  <a:pt x="559557" y="1446139"/>
                  <a:pt x="569479" y="1436218"/>
                  <a:pt x="580888" y="1436218"/>
                </a:cubicBezTo>
                <a:close/>
                <a:moveTo>
                  <a:pt x="514396" y="1436218"/>
                </a:moveTo>
                <a:cubicBezTo>
                  <a:pt x="526302" y="1436218"/>
                  <a:pt x="536222" y="1446139"/>
                  <a:pt x="536222" y="1457547"/>
                </a:cubicBezTo>
                <a:cubicBezTo>
                  <a:pt x="536222" y="1468956"/>
                  <a:pt x="526302" y="1478876"/>
                  <a:pt x="514396" y="1478876"/>
                </a:cubicBezTo>
                <a:cubicBezTo>
                  <a:pt x="502988" y="1478876"/>
                  <a:pt x="493066" y="1468460"/>
                  <a:pt x="493066" y="1457051"/>
                </a:cubicBezTo>
                <a:cubicBezTo>
                  <a:pt x="493066" y="1446139"/>
                  <a:pt x="502988" y="1436218"/>
                  <a:pt x="514396" y="1436218"/>
                </a:cubicBezTo>
                <a:close/>
                <a:moveTo>
                  <a:pt x="445941" y="1436218"/>
                </a:moveTo>
                <a:cubicBezTo>
                  <a:pt x="457351" y="1436218"/>
                  <a:pt x="467271" y="1446635"/>
                  <a:pt x="467271" y="1458043"/>
                </a:cubicBezTo>
                <a:cubicBezTo>
                  <a:pt x="467271" y="1469452"/>
                  <a:pt x="456855" y="1478876"/>
                  <a:pt x="444949" y="1478876"/>
                </a:cubicBezTo>
                <a:cubicBezTo>
                  <a:pt x="434037" y="1478876"/>
                  <a:pt x="424612" y="1468460"/>
                  <a:pt x="424612" y="1457547"/>
                </a:cubicBezTo>
                <a:cubicBezTo>
                  <a:pt x="424116" y="1446139"/>
                  <a:pt x="434533" y="1436218"/>
                  <a:pt x="445941" y="1436218"/>
                </a:cubicBezTo>
                <a:close/>
                <a:moveTo>
                  <a:pt x="243051" y="1436218"/>
                </a:moveTo>
                <a:cubicBezTo>
                  <a:pt x="257932" y="1436218"/>
                  <a:pt x="264876" y="1442666"/>
                  <a:pt x="264876" y="1457547"/>
                </a:cubicBezTo>
                <a:cubicBezTo>
                  <a:pt x="264876" y="1472428"/>
                  <a:pt x="257932" y="1479372"/>
                  <a:pt x="243547" y="1479372"/>
                </a:cubicBezTo>
                <a:cubicBezTo>
                  <a:pt x="229162" y="1479372"/>
                  <a:pt x="222218" y="1472428"/>
                  <a:pt x="222218" y="1457547"/>
                </a:cubicBezTo>
                <a:cubicBezTo>
                  <a:pt x="222218" y="1443162"/>
                  <a:pt x="229162" y="1436218"/>
                  <a:pt x="243051" y="1436218"/>
                </a:cubicBezTo>
                <a:close/>
                <a:moveTo>
                  <a:pt x="178093" y="1436218"/>
                </a:moveTo>
                <a:cubicBezTo>
                  <a:pt x="191486" y="1436218"/>
                  <a:pt x="197934" y="1443658"/>
                  <a:pt x="197934" y="1458043"/>
                </a:cubicBezTo>
                <a:cubicBezTo>
                  <a:pt x="197934" y="1472428"/>
                  <a:pt x="190990" y="1478876"/>
                  <a:pt x="175613" y="1478876"/>
                </a:cubicBezTo>
                <a:cubicBezTo>
                  <a:pt x="161724" y="1478876"/>
                  <a:pt x="155277" y="1471932"/>
                  <a:pt x="155277" y="1456555"/>
                </a:cubicBezTo>
                <a:cubicBezTo>
                  <a:pt x="155277" y="1442666"/>
                  <a:pt x="162716" y="1436218"/>
                  <a:pt x="178093" y="1436218"/>
                </a:cubicBezTo>
                <a:close/>
                <a:moveTo>
                  <a:pt x="109639" y="1436218"/>
                </a:moveTo>
                <a:cubicBezTo>
                  <a:pt x="124520" y="1436218"/>
                  <a:pt x="131464" y="1443162"/>
                  <a:pt x="131464" y="1457547"/>
                </a:cubicBezTo>
                <a:cubicBezTo>
                  <a:pt x="131464" y="1471932"/>
                  <a:pt x="124520" y="1478876"/>
                  <a:pt x="109639" y="1478876"/>
                </a:cubicBezTo>
                <a:cubicBezTo>
                  <a:pt x="95254" y="1478876"/>
                  <a:pt x="88310" y="1471932"/>
                  <a:pt x="88310" y="1458043"/>
                </a:cubicBezTo>
                <a:cubicBezTo>
                  <a:pt x="88310" y="1443162"/>
                  <a:pt x="95254" y="1436218"/>
                  <a:pt x="109639" y="1436218"/>
                </a:cubicBezTo>
                <a:close/>
                <a:moveTo>
                  <a:pt x="43682" y="1436218"/>
                </a:moveTo>
                <a:cubicBezTo>
                  <a:pt x="58067" y="1436218"/>
                  <a:pt x="65011" y="1443162"/>
                  <a:pt x="65011" y="1457051"/>
                </a:cubicBezTo>
                <a:cubicBezTo>
                  <a:pt x="65011" y="1472428"/>
                  <a:pt x="58067" y="1478876"/>
                  <a:pt x="43682" y="1478876"/>
                </a:cubicBezTo>
                <a:cubicBezTo>
                  <a:pt x="28802" y="1478876"/>
                  <a:pt x="21858" y="1471932"/>
                  <a:pt x="21858" y="1457547"/>
                </a:cubicBezTo>
                <a:cubicBezTo>
                  <a:pt x="21858" y="1443162"/>
                  <a:pt x="28802" y="1436218"/>
                  <a:pt x="43682" y="1436218"/>
                </a:cubicBezTo>
                <a:close/>
                <a:moveTo>
                  <a:pt x="713824" y="1435722"/>
                </a:moveTo>
                <a:cubicBezTo>
                  <a:pt x="723744" y="1435722"/>
                  <a:pt x="736143" y="1448123"/>
                  <a:pt x="736143" y="1457547"/>
                </a:cubicBezTo>
                <a:cubicBezTo>
                  <a:pt x="736143" y="1466972"/>
                  <a:pt x="724240" y="1479372"/>
                  <a:pt x="714320" y="1478876"/>
                </a:cubicBezTo>
                <a:cubicBezTo>
                  <a:pt x="705393" y="1478876"/>
                  <a:pt x="693489" y="1466972"/>
                  <a:pt x="692993" y="1458043"/>
                </a:cubicBezTo>
                <a:cubicBezTo>
                  <a:pt x="692497" y="1448619"/>
                  <a:pt x="704401" y="1436218"/>
                  <a:pt x="713824" y="1435722"/>
                </a:cubicBezTo>
                <a:close/>
                <a:moveTo>
                  <a:pt x="378476" y="1435722"/>
                </a:moveTo>
                <a:cubicBezTo>
                  <a:pt x="385420" y="1435722"/>
                  <a:pt x="390877" y="1438698"/>
                  <a:pt x="394845" y="1442666"/>
                </a:cubicBezTo>
                <a:cubicBezTo>
                  <a:pt x="398813" y="1446139"/>
                  <a:pt x="402782" y="1451595"/>
                  <a:pt x="399805" y="1458043"/>
                </a:cubicBezTo>
                <a:cubicBezTo>
                  <a:pt x="403278" y="1464988"/>
                  <a:pt x="397821" y="1469452"/>
                  <a:pt x="394349" y="1473420"/>
                </a:cubicBezTo>
                <a:cubicBezTo>
                  <a:pt x="390877" y="1477884"/>
                  <a:pt x="384428" y="1478876"/>
                  <a:pt x="377980" y="1479372"/>
                </a:cubicBezTo>
                <a:cubicBezTo>
                  <a:pt x="371036" y="1479868"/>
                  <a:pt x="366075" y="1476396"/>
                  <a:pt x="362602" y="1472924"/>
                </a:cubicBezTo>
                <a:cubicBezTo>
                  <a:pt x="358634" y="1468956"/>
                  <a:pt x="356154" y="1463500"/>
                  <a:pt x="356650" y="1456555"/>
                </a:cubicBezTo>
                <a:cubicBezTo>
                  <a:pt x="357146" y="1450107"/>
                  <a:pt x="359626" y="1445146"/>
                  <a:pt x="363098" y="1441674"/>
                </a:cubicBezTo>
                <a:cubicBezTo>
                  <a:pt x="366571" y="1438202"/>
                  <a:pt x="372028" y="1435722"/>
                  <a:pt x="378476" y="1435722"/>
                </a:cubicBezTo>
                <a:close/>
                <a:moveTo>
                  <a:pt x="1996009" y="1385127"/>
                </a:moveTo>
                <a:cubicBezTo>
                  <a:pt x="1997001" y="1387111"/>
                  <a:pt x="1997993" y="1388103"/>
                  <a:pt x="1997993" y="1388599"/>
                </a:cubicBezTo>
                <a:cubicBezTo>
                  <a:pt x="1997497" y="1389591"/>
                  <a:pt x="1996009" y="1390087"/>
                  <a:pt x="1995017" y="1391079"/>
                </a:cubicBezTo>
                <a:cubicBezTo>
                  <a:pt x="1994521" y="1390087"/>
                  <a:pt x="1993033" y="1389591"/>
                  <a:pt x="1993529" y="1388599"/>
                </a:cubicBezTo>
                <a:cubicBezTo>
                  <a:pt x="1993529" y="1387607"/>
                  <a:pt x="1994521" y="1386615"/>
                  <a:pt x="1996009" y="1385127"/>
                </a:cubicBezTo>
                <a:close/>
                <a:moveTo>
                  <a:pt x="1928549" y="1382647"/>
                </a:moveTo>
                <a:cubicBezTo>
                  <a:pt x="1930533" y="1385127"/>
                  <a:pt x="1932518" y="1386119"/>
                  <a:pt x="1933509" y="1388103"/>
                </a:cubicBezTo>
                <a:cubicBezTo>
                  <a:pt x="1934502" y="1390087"/>
                  <a:pt x="1930533" y="1394056"/>
                  <a:pt x="1928549" y="1393063"/>
                </a:cubicBezTo>
                <a:cubicBezTo>
                  <a:pt x="1926565" y="1392071"/>
                  <a:pt x="1924581" y="1390087"/>
                  <a:pt x="1924085" y="1388599"/>
                </a:cubicBezTo>
                <a:cubicBezTo>
                  <a:pt x="1924581" y="1387111"/>
                  <a:pt x="1926565" y="1385127"/>
                  <a:pt x="1928549" y="1382647"/>
                </a:cubicBezTo>
                <a:close/>
                <a:moveTo>
                  <a:pt x="1860098" y="1381655"/>
                </a:moveTo>
                <a:cubicBezTo>
                  <a:pt x="1862578" y="1381655"/>
                  <a:pt x="1865058" y="1385623"/>
                  <a:pt x="1868530" y="1388103"/>
                </a:cubicBezTo>
                <a:cubicBezTo>
                  <a:pt x="1865554" y="1391079"/>
                  <a:pt x="1863074" y="1393560"/>
                  <a:pt x="1860594" y="1395544"/>
                </a:cubicBezTo>
                <a:cubicBezTo>
                  <a:pt x="1859106" y="1396536"/>
                  <a:pt x="1852161" y="1390088"/>
                  <a:pt x="1853154" y="1388103"/>
                </a:cubicBezTo>
                <a:cubicBezTo>
                  <a:pt x="1855138" y="1385623"/>
                  <a:pt x="1857618" y="1381655"/>
                  <a:pt x="1860098" y="1381655"/>
                </a:cubicBezTo>
                <a:close/>
                <a:moveTo>
                  <a:pt x="1793630" y="1379174"/>
                </a:moveTo>
                <a:cubicBezTo>
                  <a:pt x="1796110" y="1379670"/>
                  <a:pt x="1798590" y="1381158"/>
                  <a:pt x="1800574" y="1382647"/>
                </a:cubicBezTo>
                <a:cubicBezTo>
                  <a:pt x="1801566" y="1384135"/>
                  <a:pt x="1802062" y="1386615"/>
                  <a:pt x="1802558" y="1388599"/>
                </a:cubicBezTo>
                <a:cubicBezTo>
                  <a:pt x="1802558" y="1391079"/>
                  <a:pt x="1795614" y="1398023"/>
                  <a:pt x="1793630" y="1398023"/>
                </a:cubicBezTo>
                <a:cubicBezTo>
                  <a:pt x="1790157" y="1398023"/>
                  <a:pt x="1783709" y="1391079"/>
                  <a:pt x="1783709" y="1388103"/>
                </a:cubicBezTo>
                <a:cubicBezTo>
                  <a:pt x="1783709" y="1385623"/>
                  <a:pt x="1791149" y="1378678"/>
                  <a:pt x="1793630" y="1379174"/>
                </a:cubicBezTo>
                <a:close/>
                <a:moveTo>
                  <a:pt x="1726666" y="1379174"/>
                </a:moveTo>
                <a:cubicBezTo>
                  <a:pt x="1731626" y="1379174"/>
                  <a:pt x="1736091" y="1383639"/>
                  <a:pt x="1736091" y="1388599"/>
                </a:cubicBezTo>
                <a:cubicBezTo>
                  <a:pt x="1736091" y="1393559"/>
                  <a:pt x="1731626" y="1398023"/>
                  <a:pt x="1726666" y="1398023"/>
                </a:cubicBezTo>
                <a:cubicBezTo>
                  <a:pt x="1721706" y="1398023"/>
                  <a:pt x="1717242" y="1394055"/>
                  <a:pt x="1716746" y="1389095"/>
                </a:cubicBezTo>
                <a:cubicBezTo>
                  <a:pt x="1716250" y="1383639"/>
                  <a:pt x="1720714" y="1378678"/>
                  <a:pt x="1726666" y="1379174"/>
                </a:cubicBezTo>
                <a:close/>
                <a:moveTo>
                  <a:pt x="1657719" y="1376694"/>
                </a:moveTo>
                <a:cubicBezTo>
                  <a:pt x="1662679" y="1376694"/>
                  <a:pt x="1669623" y="1383638"/>
                  <a:pt x="1669623" y="1388599"/>
                </a:cubicBezTo>
                <a:cubicBezTo>
                  <a:pt x="1669623" y="1393559"/>
                  <a:pt x="1662679" y="1400503"/>
                  <a:pt x="1657719" y="1400503"/>
                </a:cubicBezTo>
                <a:cubicBezTo>
                  <a:pt x="1652758" y="1400503"/>
                  <a:pt x="1645814" y="1393559"/>
                  <a:pt x="1645814" y="1388599"/>
                </a:cubicBezTo>
                <a:cubicBezTo>
                  <a:pt x="1645814" y="1383638"/>
                  <a:pt x="1652758" y="1376694"/>
                  <a:pt x="1657719" y="1376694"/>
                </a:cubicBezTo>
                <a:close/>
                <a:moveTo>
                  <a:pt x="1590259" y="1376694"/>
                </a:moveTo>
                <a:cubicBezTo>
                  <a:pt x="1599683" y="1376694"/>
                  <a:pt x="1602659" y="1379670"/>
                  <a:pt x="1602659" y="1389095"/>
                </a:cubicBezTo>
                <a:cubicBezTo>
                  <a:pt x="1602659" y="1397527"/>
                  <a:pt x="1599187" y="1400503"/>
                  <a:pt x="1590755" y="1400503"/>
                </a:cubicBezTo>
                <a:cubicBezTo>
                  <a:pt x="1582322" y="1400503"/>
                  <a:pt x="1578850" y="1397031"/>
                  <a:pt x="1578850" y="1388599"/>
                </a:cubicBezTo>
                <a:cubicBezTo>
                  <a:pt x="1578850" y="1380166"/>
                  <a:pt x="1581826" y="1376694"/>
                  <a:pt x="1590259" y="1376694"/>
                </a:cubicBezTo>
                <a:close/>
                <a:moveTo>
                  <a:pt x="1524288" y="1374214"/>
                </a:moveTo>
                <a:cubicBezTo>
                  <a:pt x="1533216" y="1374214"/>
                  <a:pt x="1537680" y="1381654"/>
                  <a:pt x="1538673" y="1388103"/>
                </a:cubicBezTo>
                <a:cubicBezTo>
                  <a:pt x="1538177" y="1397527"/>
                  <a:pt x="1531728" y="1402488"/>
                  <a:pt x="1524784" y="1402488"/>
                </a:cubicBezTo>
                <a:cubicBezTo>
                  <a:pt x="1515359" y="1402488"/>
                  <a:pt x="1510399" y="1395543"/>
                  <a:pt x="1510399" y="1388599"/>
                </a:cubicBezTo>
                <a:cubicBezTo>
                  <a:pt x="1510399" y="1379174"/>
                  <a:pt x="1517343" y="1374214"/>
                  <a:pt x="1524288" y="1374214"/>
                </a:cubicBezTo>
                <a:close/>
                <a:moveTo>
                  <a:pt x="1457324" y="1374214"/>
                </a:moveTo>
                <a:cubicBezTo>
                  <a:pt x="1466252" y="1374214"/>
                  <a:pt x="1471709" y="1379670"/>
                  <a:pt x="1471709" y="1388103"/>
                </a:cubicBezTo>
                <a:cubicBezTo>
                  <a:pt x="1471709" y="1397031"/>
                  <a:pt x="1466252" y="1402488"/>
                  <a:pt x="1457820" y="1402488"/>
                </a:cubicBezTo>
                <a:cubicBezTo>
                  <a:pt x="1448891" y="1402488"/>
                  <a:pt x="1443435" y="1397031"/>
                  <a:pt x="1443435" y="1388599"/>
                </a:cubicBezTo>
                <a:cubicBezTo>
                  <a:pt x="1443435" y="1380166"/>
                  <a:pt x="1448891" y="1374214"/>
                  <a:pt x="1457324" y="1374214"/>
                </a:cubicBezTo>
                <a:close/>
                <a:moveTo>
                  <a:pt x="1388872" y="1372230"/>
                </a:moveTo>
                <a:cubicBezTo>
                  <a:pt x="1392840" y="1373222"/>
                  <a:pt x="1398296" y="1373222"/>
                  <a:pt x="1400777" y="1378182"/>
                </a:cubicBezTo>
                <a:cubicBezTo>
                  <a:pt x="1402761" y="1381654"/>
                  <a:pt x="1403753" y="1385623"/>
                  <a:pt x="1405241" y="1389591"/>
                </a:cubicBezTo>
                <a:cubicBezTo>
                  <a:pt x="1401273" y="1392071"/>
                  <a:pt x="1403753" y="1397527"/>
                  <a:pt x="1399785" y="1400503"/>
                </a:cubicBezTo>
                <a:cubicBezTo>
                  <a:pt x="1396312" y="1403480"/>
                  <a:pt x="1391352" y="1401992"/>
                  <a:pt x="1388872" y="1405464"/>
                </a:cubicBezTo>
                <a:cubicBezTo>
                  <a:pt x="1385896" y="1402488"/>
                  <a:pt x="1380935" y="1403480"/>
                  <a:pt x="1377463" y="1400999"/>
                </a:cubicBezTo>
                <a:cubicBezTo>
                  <a:pt x="1373495" y="1397031"/>
                  <a:pt x="1375479" y="1391575"/>
                  <a:pt x="1371511" y="1388599"/>
                </a:cubicBezTo>
                <a:cubicBezTo>
                  <a:pt x="1374983" y="1385127"/>
                  <a:pt x="1372999" y="1379174"/>
                  <a:pt x="1377959" y="1376694"/>
                </a:cubicBezTo>
                <a:cubicBezTo>
                  <a:pt x="1381432" y="1374710"/>
                  <a:pt x="1385896" y="1371734"/>
                  <a:pt x="1388872" y="1372230"/>
                </a:cubicBezTo>
                <a:close/>
                <a:moveTo>
                  <a:pt x="1321413" y="1371734"/>
                </a:moveTo>
                <a:cubicBezTo>
                  <a:pt x="1330837" y="1371734"/>
                  <a:pt x="1338774" y="1382151"/>
                  <a:pt x="1338278" y="1388599"/>
                </a:cubicBezTo>
                <a:cubicBezTo>
                  <a:pt x="1338278" y="1396535"/>
                  <a:pt x="1329349" y="1405464"/>
                  <a:pt x="1321413" y="1404968"/>
                </a:cubicBezTo>
                <a:cubicBezTo>
                  <a:pt x="1312980" y="1404472"/>
                  <a:pt x="1304548" y="1395543"/>
                  <a:pt x="1305044" y="1387607"/>
                </a:cubicBezTo>
                <a:cubicBezTo>
                  <a:pt x="1305540" y="1380167"/>
                  <a:pt x="1313972" y="1371734"/>
                  <a:pt x="1321413" y="1371734"/>
                </a:cubicBezTo>
                <a:close/>
                <a:moveTo>
                  <a:pt x="1254945" y="1371734"/>
                </a:moveTo>
                <a:cubicBezTo>
                  <a:pt x="1266354" y="1371734"/>
                  <a:pt x="1271810" y="1377190"/>
                  <a:pt x="1271810" y="1388599"/>
                </a:cubicBezTo>
                <a:cubicBezTo>
                  <a:pt x="1271810" y="1400008"/>
                  <a:pt x="1266354" y="1405464"/>
                  <a:pt x="1254945" y="1405464"/>
                </a:cubicBezTo>
                <a:cubicBezTo>
                  <a:pt x="1243536" y="1405464"/>
                  <a:pt x="1238080" y="1400008"/>
                  <a:pt x="1238080" y="1388599"/>
                </a:cubicBezTo>
                <a:cubicBezTo>
                  <a:pt x="1238080" y="1377190"/>
                  <a:pt x="1243536" y="1371734"/>
                  <a:pt x="1254945" y="1371734"/>
                </a:cubicBezTo>
                <a:close/>
                <a:moveTo>
                  <a:pt x="1185997" y="1369750"/>
                </a:moveTo>
                <a:cubicBezTo>
                  <a:pt x="1189965" y="1372726"/>
                  <a:pt x="1194926" y="1372230"/>
                  <a:pt x="1198894" y="1376198"/>
                </a:cubicBezTo>
                <a:cubicBezTo>
                  <a:pt x="1202862" y="1379671"/>
                  <a:pt x="1201870" y="1385127"/>
                  <a:pt x="1205342" y="1388599"/>
                </a:cubicBezTo>
                <a:cubicBezTo>
                  <a:pt x="1202862" y="1393559"/>
                  <a:pt x="1202366" y="1400008"/>
                  <a:pt x="1196910" y="1402984"/>
                </a:cubicBezTo>
                <a:cubicBezTo>
                  <a:pt x="1193437" y="1404968"/>
                  <a:pt x="1188973" y="1407944"/>
                  <a:pt x="1185997" y="1407448"/>
                </a:cubicBezTo>
                <a:cubicBezTo>
                  <a:pt x="1181037" y="1405960"/>
                  <a:pt x="1174588" y="1404968"/>
                  <a:pt x="1171612" y="1399016"/>
                </a:cubicBezTo>
                <a:cubicBezTo>
                  <a:pt x="1169628" y="1395543"/>
                  <a:pt x="1166652" y="1391079"/>
                  <a:pt x="1167644" y="1388103"/>
                </a:cubicBezTo>
                <a:cubicBezTo>
                  <a:pt x="1169132" y="1383639"/>
                  <a:pt x="1170124" y="1378182"/>
                  <a:pt x="1175084" y="1374710"/>
                </a:cubicBezTo>
                <a:cubicBezTo>
                  <a:pt x="1178557" y="1371734"/>
                  <a:pt x="1183517" y="1373222"/>
                  <a:pt x="1185997" y="1369750"/>
                </a:cubicBezTo>
                <a:close/>
                <a:moveTo>
                  <a:pt x="986128" y="1369750"/>
                </a:moveTo>
                <a:cubicBezTo>
                  <a:pt x="997537" y="1369750"/>
                  <a:pt x="1005473" y="1377686"/>
                  <a:pt x="1005473" y="1389095"/>
                </a:cubicBezTo>
                <a:cubicBezTo>
                  <a:pt x="1005473" y="1400008"/>
                  <a:pt x="998033" y="1407944"/>
                  <a:pt x="987120" y="1407944"/>
                </a:cubicBezTo>
                <a:cubicBezTo>
                  <a:pt x="975215" y="1407944"/>
                  <a:pt x="967279" y="1400504"/>
                  <a:pt x="967279" y="1389095"/>
                </a:cubicBezTo>
                <a:cubicBezTo>
                  <a:pt x="966783" y="1377686"/>
                  <a:pt x="974719" y="1369750"/>
                  <a:pt x="986128" y="1369750"/>
                </a:cubicBezTo>
                <a:close/>
                <a:moveTo>
                  <a:pt x="1121018" y="1369254"/>
                </a:moveTo>
                <a:cubicBezTo>
                  <a:pt x="1128955" y="1369750"/>
                  <a:pt x="1139371" y="1381159"/>
                  <a:pt x="1138875" y="1388599"/>
                </a:cubicBezTo>
                <a:cubicBezTo>
                  <a:pt x="1138379" y="1397032"/>
                  <a:pt x="1126970" y="1407944"/>
                  <a:pt x="1119034" y="1407448"/>
                </a:cubicBezTo>
                <a:cubicBezTo>
                  <a:pt x="1110602" y="1406952"/>
                  <a:pt x="1100185" y="1395543"/>
                  <a:pt x="1100681" y="1387607"/>
                </a:cubicBezTo>
                <a:cubicBezTo>
                  <a:pt x="1101177" y="1379175"/>
                  <a:pt x="1112586" y="1368758"/>
                  <a:pt x="1121018" y="1369254"/>
                </a:cubicBezTo>
                <a:close/>
                <a:moveTo>
                  <a:pt x="1052566" y="1369254"/>
                </a:moveTo>
                <a:cubicBezTo>
                  <a:pt x="1063975" y="1369254"/>
                  <a:pt x="1071911" y="1377190"/>
                  <a:pt x="1071911" y="1388599"/>
                </a:cubicBezTo>
                <a:cubicBezTo>
                  <a:pt x="1071911" y="1400008"/>
                  <a:pt x="1063975" y="1407944"/>
                  <a:pt x="1052566" y="1407448"/>
                </a:cubicBezTo>
                <a:cubicBezTo>
                  <a:pt x="1041180" y="1407448"/>
                  <a:pt x="1033740" y="1399512"/>
                  <a:pt x="1033740" y="1387607"/>
                </a:cubicBezTo>
                <a:cubicBezTo>
                  <a:pt x="1033740" y="1376694"/>
                  <a:pt x="1041676" y="1369254"/>
                  <a:pt x="1052566" y="1369254"/>
                </a:cubicBezTo>
                <a:close/>
                <a:moveTo>
                  <a:pt x="916688" y="1369254"/>
                </a:moveTo>
                <a:cubicBezTo>
                  <a:pt x="922144" y="1369254"/>
                  <a:pt x="926113" y="1370246"/>
                  <a:pt x="930081" y="1374214"/>
                </a:cubicBezTo>
                <a:cubicBezTo>
                  <a:pt x="935041" y="1378679"/>
                  <a:pt x="937025" y="1382647"/>
                  <a:pt x="936033" y="1389095"/>
                </a:cubicBezTo>
                <a:cubicBezTo>
                  <a:pt x="937521" y="1394551"/>
                  <a:pt x="935041" y="1398520"/>
                  <a:pt x="931073" y="1402488"/>
                </a:cubicBezTo>
                <a:cubicBezTo>
                  <a:pt x="927105" y="1407448"/>
                  <a:pt x="922144" y="1407944"/>
                  <a:pt x="916688" y="1407944"/>
                </a:cubicBezTo>
                <a:cubicBezTo>
                  <a:pt x="911233" y="1407944"/>
                  <a:pt x="907265" y="1405960"/>
                  <a:pt x="903297" y="1402488"/>
                </a:cubicBezTo>
                <a:cubicBezTo>
                  <a:pt x="898336" y="1398024"/>
                  <a:pt x="898336" y="1393063"/>
                  <a:pt x="897840" y="1387607"/>
                </a:cubicBezTo>
                <a:cubicBezTo>
                  <a:pt x="897344" y="1381655"/>
                  <a:pt x="899824" y="1378182"/>
                  <a:pt x="903297" y="1374214"/>
                </a:cubicBezTo>
                <a:cubicBezTo>
                  <a:pt x="907265" y="1370246"/>
                  <a:pt x="911233" y="1368758"/>
                  <a:pt x="916688" y="1369254"/>
                </a:cubicBezTo>
                <a:close/>
                <a:moveTo>
                  <a:pt x="783245" y="1367270"/>
                </a:moveTo>
                <a:cubicBezTo>
                  <a:pt x="795646" y="1367766"/>
                  <a:pt x="806060" y="1378182"/>
                  <a:pt x="805068" y="1389591"/>
                </a:cubicBezTo>
                <a:cubicBezTo>
                  <a:pt x="804573" y="1395543"/>
                  <a:pt x="802589" y="1401496"/>
                  <a:pt x="797134" y="1404968"/>
                </a:cubicBezTo>
                <a:cubicBezTo>
                  <a:pt x="792671" y="1407944"/>
                  <a:pt x="787711" y="1410424"/>
                  <a:pt x="782749" y="1409928"/>
                </a:cubicBezTo>
                <a:cubicBezTo>
                  <a:pt x="776796" y="1408936"/>
                  <a:pt x="770843" y="1407448"/>
                  <a:pt x="767371" y="1401992"/>
                </a:cubicBezTo>
                <a:cubicBezTo>
                  <a:pt x="766379" y="1401000"/>
                  <a:pt x="762411" y="1390087"/>
                  <a:pt x="762411" y="1388599"/>
                </a:cubicBezTo>
                <a:cubicBezTo>
                  <a:pt x="763403" y="1382647"/>
                  <a:pt x="764891" y="1377191"/>
                  <a:pt x="769851" y="1372726"/>
                </a:cubicBezTo>
                <a:cubicBezTo>
                  <a:pt x="774318" y="1368758"/>
                  <a:pt x="779275" y="1368758"/>
                  <a:pt x="783245" y="1367270"/>
                </a:cubicBezTo>
                <a:close/>
                <a:moveTo>
                  <a:pt x="714326" y="1367270"/>
                </a:moveTo>
                <a:cubicBezTo>
                  <a:pt x="726230" y="1367270"/>
                  <a:pt x="736148" y="1377191"/>
                  <a:pt x="736148" y="1388599"/>
                </a:cubicBezTo>
                <a:cubicBezTo>
                  <a:pt x="736148" y="1400008"/>
                  <a:pt x="726230" y="1409928"/>
                  <a:pt x="714326" y="1409928"/>
                </a:cubicBezTo>
                <a:cubicBezTo>
                  <a:pt x="702919" y="1409928"/>
                  <a:pt x="692999" y="1399512"/>
                  <a:pt x="692999" y="1388103"/>
                </a:cubicBezTo>
                <a:cubicBezTo>
                  <a:pt x="692999" y="1377191"/>
                  <a:pt x="702919" y="1367270"/>
                  <a:pt x="714326" y="1367270"/>
                </a:cubicBezTo>
                <a:close/>
                <a:moveTo>
                  <a:pt x="647861" y="1367270"/>
                </a:moveTo>
                <a:cubicBezTo>
                  <a:pt x="659268" y="1367270"/>
                  <a:pt x="669683" y="1376694"/>
                  <a:pt x="669683" y="1388599"/>
                </a:cubicBezTo>
                <a:cubicBezTo>
                  <a:pt x="669683" y="1400008"/>
                  <a:pt x="659764" y="1410424"/>
                  <a:pt x="648357" y="1410424"/>
                </a:cubicBezTo>
                <a:cubicBezTo>
                  <a:pt x="637445" y="1410424"/>
                  <a:pt x="627029" y="1400504"/>
                  <a:pt x="627029" y="1389591"/>
                </a:cubicBezTo>
                <a:cubicBezTo>
                  <a:pt x="627029" y="1377687"/>
                  <a:pt x="636453" y="1367270"/>
                  <a:pt x="647861" y="1367270"/>
                </a:cubicBezTo>
                <a:close/>
                <a:moveTo>
                  <a:pt x="514908" y="1367270"/>
                </a:moveTo>
                <a:cubicBezTo>
                  <a:pt x="529294" y="1367270"/>
                  <a:pt x="536239" y="1374214"/>
                  <a:pt x="536239" y="1388103"/>
                </a:cubicBezTo>
                <a:cubicBezTo>
                  <a:pt x="536239" y="1402984"/>
                  <a:pt x="529791" y="1409928"/>
                  <a:pt x="514908" y="1409928"/>
                </a:cubicBezTo>
                <a:cubicBezTo>
                  <a:pt x="500026" y="1409928"/>
                  <a:pt x="493082" y="1402984"/>
                  <a:pt x="493082" y="1388599"/>
                </a:cubicBezTo>
                <a:cubicBezTo>
                  <a:pt x="493082" y="1374214"/>
                  <a:pt x="500026" y="1367270"/>
                  <a:pt x="514908" y="1367270"/>
                </a:cubicBezTo>
                <a:close/>
                <a:moveTo>
                  <a:pt x="849699" y="1366774"/>
                </a:moveTo>
                <a:cubicBezTo>
                  <a:pt x="859620" y="1366774"/>
                  <a:pt x="872020" y="1379175"/>
                  <a:pt x="872020" y="1388599"/>
                </a:cubicBezTo>
                <a:cubicBezTo>
                  <a:pt x="872020" y="1398024"/>
                  <a:pt x="859620" y="1410424"/>
                  <a:pt x="850195" y="1409928"/>
                </a:cubicBezTo>
                <a:cubicBezTo>
                  <a:pt x="841267" y="1409928"/>
                  <a:pt x="829362" y="1398024"/>
                  <a:pt x="828866" y="1389095"/>
                </a:cubicBezTo>
                <a:cubicBezTo>
                  <a:pt x="828370" y="1379671"/>
                  <a:pt x="840274" y="1367270"/>
                  <a:pt x="849699" y="1366774"/>
                </a:cubicBezTo>
                <a:close/>
                <a:moveTo>
                  <a:pt x="582382" y="1366774"/>
                </a:moveTo>
                <a:cubicBezTo>
                  <a:pt x="589327" y="1366774"/>
                  <a:pt x="594288" y="1369750"/>
                  <a:pt x="597760" y="1373222"/>
                </a:cubicBezTo>
                <a:cubicBezTo>
                  <a:pt x="601728" y="1377191"/>
                  <a:pt x="603713" y="1383143"/>
                  <a:pt x="603713" y="1389591"/>
                </a:cubicBezTo>
                <a:cubicBezTo>
                  <a:pt x="603217" y="1396040"/>
                  <a:pt x="600736" y="1401000"/>
                  <a:pt x="597264" y="1404472"/>
                </a:cubicBezTo>
                <a:cubicBezTo>
                  <a:pt x="593792" y="1407944"/>
                  <a:pt x="587838" y="1409928"/>
                  <a:pt x="581886" y="1409928"/>
                </a:cubicBezTo>
                <a:cubicBezTo>
                  <a:pt x="575437" y="1410424"/>
                  <a:pt x="569981" y="1407448"/>
                  <a:pt x="566507" y="1403976"/>
                </a:cubicBezTo>
                <a:cubicBezTo>
                  <a:pt x="562043" y="1400504"/>
                  <a:pt x="557579" y="1395048"/>
                  <a:pt x="560555" y="1388103"/>
                </a:cubicBezTo>
                <a:cubicBezTo>
                  <a:pt x="557083" y="1381159"/>
                  <a:pt x="562539" y="1376695"/>
                  <a:pt x="566011" y="1372726"/>
                </a:cubicBezTo>
                <a:cubicBezTo>
                  <a:pt x="569485" y="1368758"/>
                  <a:pt x="575933" y="1366774"/>
                  <a:pt x="582382" y="1366774"/>
                </a:cubicBezTo>
                <a:close/>
                <a:moveTo>
                  <a:pt x="445965" y="1364790"/>
                </a:moveTo>
                <a:cubicBezTo>
                  <a:pt x="450927" y="1366774"/>
                  <a:pt x="455887" y="1368758"/>
                  <a:pt x="460848" y="1371734"/>
                </a:cubicBezTo>
                <a:cubicBezTo>
                  <a:pt x="466800" y="1375207"/>
                  <a:pt x="466304" y="1383143"/>
                  <a:pt x="469777" y="1388103"/>
                </a:cubicBezTo>
                <a:cubicBezTo>
                  <a:pt x="467296" y="1393559"/>
                  <a:pt x="466800" y="1399512"/>
                  <a:pt x="462832" y="1404472"/>
                </a:cubicBezTo>
                <a:cubicBezTo>
                  <a:pt x="458367" y="1409928"/>
                  <a:pt x="451919" y="1411416"/>
                  <a:pt x="445965" y="1412409"/>
                </a:cubicBezTo>
                <a:cubicBezTo>
                  <a:pt x="441501" y="1412904"/>
                  <a:pt x="435549" y="1408936"/>
                  <a:pt x="431083" y="1406456"/>
                </a:cubicBezTo>
                <a:cubicBezTo>
                  <a:pt x="425130" y="1402984"/>
                  <a:pt x="425627" y="1395048"/>
                  <a:pt x="422154" y="1390087"/>
                </a:cubicBezTo>
                <a:cubicBezTo>
                  <a:pt x="424634" y="1384631"/>
                  <a:pt x="425130" y="1378679"/>
                  <a:pt x="429099" y="1373718"/>
                </a:cubicBezTo>
                <a:cubicBezTo>
                  <a:pt x="433068" y="1367766"/>
                  <a:pt x="440013" y="1368262"/>
                  <a:pt x="445965" y="1364790"/>
                </a:cubicBezTo>
                <a:close/>
                <a:moveTo>
                  <a:pt x="378493" y="1364790"/>
                </a:moveTo>
                <a:cubicBezTo>
                  <a:pt x="387918" y="1364294"/>
                  <a:pt x="401807" y="1377191"/>
                  <a:pt x="402799" y="1387607"/>
                </a:cubicBezTo>
                <a:cubicBezTo>
                  <a:pt x="403791" y="1397032"/>
                  <a:pt x="389902" y="1411912"/>
                  <a:pt x="379485" y="1412408"/>
                </a:cubicBezTo>
                <a:cubicBezTo>
                  <a:pt x="370059" y="1412904"/>
                  <a:pt x="356169" y="1400008"/>
                  <a:pt x="355177" y="1389591"/>
                </a:cubicBezTo>
                <a:cubicBezTo>
                  <a:pt x="354185" y="1380167"/>
                  <a:pt x="368075" y="1365286"/>
                  <a:pt x="378493" y="1364790"/>
                </a:cubicBezTo>
                <a:close/>
                <a:moveTo>
                  <a:pt x="312015" y="1364790"/>
                </a:moveTo>
                <a:cubicBezTo>
                  <a:pt x="323919" y="1364790"/>
                  <a:pt x="336321" y="1378183"/>
                  <a:pt x="335825" y="1389591"/>
                </a:cubicBezTo>
                <a:cubicBezTo>
                  <a:pt x="335825" y="1400504"/>
                  <a:pt x="322927" y="1412409"/>
                  <a:pt x="312015" y="1412409"/>
                </a:cubicBezTo>
                <a:cubicBezTo>
                  <a:pt x="300110" y="1412409"/>
                  <a:pt x="287709" y="1399016"/>
                  <a:pt x="288205" y="1387607"/>
                </a:cubicBezTo>
                <a:cubicBezTo>
                  <a:pt x="288701" y="1376199"/>
                  <a:pt x="301102" y="1364294"/>
                  <a:pt x="312015" y="1364790"/>
                </a:cubicBezTo>
                <a:close/>
                <a:moveTo>
                  <a:pt x="242063" y="1364790"/>
                </a:moveTo>
                <a:cubicBezTo>
                  <a:pt x="253472" y="1364294"/>
                  <a:pt x="266865" y="1376199"/>
                  <a:pt x="266865" y="1388103"/>
                </a:cubicBezTo>
                <a:cubicBezTo>
                  <a:pt x="267361" y="1399016"/>
                  <a:pt x="255456" y="1411416"/>
                  <a:pt x="244047" y="1412409"/>
                </a:cubicBezTo>
                <a:cubicBezTo>
                  <a:pt x="232639" y="1412904"/>
                  <a:pt x="219742" y="1401000"/>
                  <a:pt x="219246" y="1389095"/>
                </a:cubicBezTo>
                <a:cubicBezTo>
                  <a:pt x="218750" y="1378183"/>
                  <a:pt x="230655" y="1365782"/>
                  <a:pt x="242063" y="1364790"/>
                </a:cubicBezTo>
                <a:close/>
                <a:moveTo>
                  <a:pt x="176614" y="1364790"/>
                </a:moveTo>
                <a:cubicBezTo>
                  <a:pt x="188023" y="1364790"/>
                  <a:pt x="200919" y="1377687"/>
                  <a:pt x="200423" y="1389095"/>
                </a:cubicBezTo>
                <a:cubicBezTo>
                  <a:pt x="199927" y="1400504"/>
                  <a:pt x="187527" y="1412409"/>
                  <a:pt x="176614" y="1412409"/>
                </a:cubicBezTo>
                <a:cubicBezTo>
                  <a:pt x="165206" y="1412409"/>
                  <a:pt x="152310" y="1399512"/>
                  <a:pt x="152806" y="1388103"/>
                </a:cubicBezTo>
                <a:cubicBezTo>
                  <a:pt x="153302" y="1376695"/>
                  <a:pt x="165702" y="1364790"/>
                  <a:pt x="176614" y="1364790"/>
                </a:cubicBezTo>
                <a:close/>
                <a:moveTo>
                  <a:pt x="42667" y="1364790"/>
                </a:moveTo>
                <a:cubicBezTo>
                  <a:pt x="53579" y="1364294"/>
                  <a:pt x="65980" y="1376199"/>
                  <a:pt x="66972" y="1387607"/>
                </a:cubicBezTo>
                <a:cubicBezTo>
                  <a:pt x="67964" y="1399016"/>
                  <a:pt x="55563" y="1411913"/>
                  <a:pt x="43659" y="1412409"/>
                </a:cubicBezTo>
                <a:cubicBezTo>
                  <a:pt x="32746" y="1412904"/>
                  <a:pt x="20345" y="1401000"/>
                  <a:pt x="19353" y="1389591"/>
                </a:cubicBezTo>
                <a:cubicBezTo>
                  <a:pt x="18857" y="1378183"/>
                  <a:pt x="31258" y="1365286"/>
                  <a:pt x="42667" y="1364790"/>
                </a:cubicBezTo>
                <a:close/>
                <a:moveTo>
                  <a:pt x="109132" y="1364789"/>
                </a:moveTo>
                <a:cubicBezTo>
                  <a:pt x="120541" y="1364293"/>
                  <a:pt x="133438" y="1376694"/>
                  <a:pt x="133934" y="1388599"/>
                </a:cubicBezTo>
                <a:cubicBezTo>
                  <a:pt x="133934" y="1399511"/>
                  <a:pt x="122029" y="1411912"/>
                  <a:pt x="111116" y="1412408"/>
                </a:cubicBezTo>
                <a:cubicBezTo>
                  <a:pt x="99708" y="1412904"/>
                  <a:pt x="86811" y="1400503"/>
                  <a:pt x="86315" y="1388599"/>
                </a:cubicBezTo>
                <a:cubicBezTo>
                  <a:pt x="86315" y="1377686"/>
                  <a:pt x="98220" y="1365285"/>
                  <a:pt x="109132" y="1364789"/>
                </a:cubicBezTo>
                <a:close/>
                <a:moveTo>
                  <a:pt x="1996009" y="1319651"/>
                </a:moveTo>
                <a:cubicBezTo>
                  <a:pt x="1996009" y="1319651"/>
                  <a:pt x="1997497" y="1320643"/>
                  <a:pt x="1999481" y="1321635"/>
                </a:cubicBezTo>
                <a:cubicBezTo>
                  <a:pt x="1997993" y="1323123"/>
                  <a:pt x="1997001" y="1324115"/>
                  <a:pt x="1996009" y="1324115"/>
                </a:cubicBezTo>
                <a:cubicBezTo>
                  <a:pt x="1995513" y="1324115"/>
                  <a:pt x="1994521" y="1323123"/>
                  <a:pt x="1993529" y="1322627"/>
                </a:cubicBezTo>
                <a:cubicBezTo>
                  <a:pt x="1994521" y="1321635"/>
                  <a:pt x="1995017" y="1320643"/>
                  <a:pt x="1996009" y="1319651"/>
                </a:cubicBezTo>
                <a:close/>
                <a:moveTo>
                  <a:pt x="2062476" y="1318163"/>
                </a:moveTo>
                <a:cubicBezTo>
                  <a:pt x="2063468" y="1320147"/>
                  <a:pt x="2064460" y="1321139"/>
                  <a:pt x="2064460" y="1321635"/>
                </a:cubicBezTo>
                <a:cubicBezTo>
                  <a:pt x="2063964" y="1322627"/>
                  <a:pt x="2062476" y="1323123"/>
                  <a:pt x="2061484" y="1324115"/>
                </a:cubicBezTo>
                <a:cubicBezTo>
                  <a:pt x="2060988" y="1323123"/>
                  <a:pt x="2059500" y="1322627"/>
                  <a:pt x="2059996" y="1321635"/>
                </a:cubicBezTo>
                <a:cubicBezTo>
                  <a:pt x="2060492" y="1321139"/>
                  <a:pt x="2061484" y="1320147"/>
                  <a:pt x="2062476" y="1318163"/>
                </a:cubicBezTo>
                <a:close/>
                <a:moveTo>
                  <a:pt x="1925387" y="1317047"/>
                </a:moveTo>
                <a:cubicBezTo>
                  <a:pt x="1926441" y="1316799"/>
                  <a:pt x="1927805" y="1317171"/>
                  <a:pt x="1929045" y="1317171"/>
                </a:cubicBezTo>
                <a:cubicBezTo>
                  <a:pt x="1934006" y="1317171"/>
                  <a:pt x="1934006" y="1317171"/>
                  <a:pt x="1933510" y="1323124"/>
                </a:cubicBezTo>
                <a:cubicBezTo>
                  <a:pt x="1934006" y="1328084"/>
                  <a:pt x="1930533" y="1326596"/>
                  <a:pt x="1928053" y="1326596"/>
                </a:cubicBezTo>
                <a:cubicBezTo>
                  <a:pt x="1923589" y="1326596"/>
                  <a:pt x="1924085" y="1326596"/>
                  <a:pt x="1923589" y="1320643"/>
                </a:cubicBezTo>
                <a:cubicBezTo>
                  <a:pt x="1923589" y="1318163"/>
                  <a:pt x="1924333" y="1317295"/>
                  <a:pt x="1925387" y="1317047"/>
                </a:cubicBezTo>
                <a:close/>
                <a:moveTo>
                  <a:pt x="1859602" y="1312211"/>
                </a:moveTo>
                <a:cubicBezTo>
                  <a:pt x="1861586" y="1311715"/>
                  <a:pt x="1870018" y="1320147"/>
                  <a:pt x="1869522" y="1323124"/>
                </a:cubicBezTo>
                <a:cubicBezTo>
                  <a:pt x="1867042" y="1325604"/>
                  <a:pt x="1864066" y="1328580"/>
                  <a:pt x="1860594" y="1331060"/>
                </a:cubicBezTo>
                <a:cubicBezTo>
                  <a:pt x="1860098" y="1331556"/>
                  <a:pt x="1859106" y="1331060"/>
                  <a:pt x="1858610" y="1330564"/>
                </a:cubicBezTo>
                <a:cubicBezTo>
                  <a:pt x="1858114" y="1330068"/>
                  <a:pt x="1857618" y="1329572"/>
                  <a:pt x="1857122" y="1329076"/>
                </a:cubicBezTo>
                <a:cubicBezTo>
                  <a:pt x="1849681" y="1322132"/>
                  <a:pt x="1850177" y="1318163"/>
                  <a:pt x="1858610" y="1312707"/>
                </a:cubicBezTo>
                <a:cubicBezTo>
                  <a:pt x="1859106" y="1312707"/>
                  <a:pt x="1859106" y="1312211"/>
                  <a:pt x="1859602" y="1312211"/>
                </a:cubicBezTo>
                <a:close/>
                <a:moveTo>
                  <a:pt x="1792637" y="1312211"/>
                </a:moveTo>
                <a:cubicBezTo>
                  <a:pt x="1797598" y="1312211"/>
                  <a:pt x="1802558" y="1316179"/>
                  <a:pt x="1802558" y="1321139"/>
                </a:cubicBezTo>
                <a:cubicBezTo>
                  <a:pt x="1803054" y="1326596"/>
                  <a:pt x="1798590" y="1331556"/>
                  <a:pt x="1793133" y="1331556"/>
                </a:cubicBezTo>
                <a:cubicBezTo>
                  <a:pt x="1788173" y="1331556"/>
                  <a:pt x="1783709" y="1327092"/>
                  <a:pt x="1783709" y="1322132"/>
                </a:cubicBezTo>
                <a:cubicBezTo>
                  <a:pt x="1783709" y="1317171"/>
                  <a:pt x="1787677" y="1312707"/>
                  <a:pt x="1792637" y="1312211"/>
                </a:cubicBezTo>
                <a:close/>
                <a:moveTo>
                  <a:pt x="1727163" y="1310227"/>
                </a:moveTo>
                <a:cubicBezTo>
                  <a:pt x="1732123" y="1310227"/>
                  <a:pt x="1738571" y="1317171"/>
                  <a:pt x="1738571" y="1322628"/>
                </a:cubicBezTo>
                <a:cubicBezTo>
                  <a:pt x="1738571" y="1327588"/>
                  <a:pt x="1731131" y="1334036"/>
                  <a:pt x="1726171" y="1334036"/>
                </a:cubicBezTo>
                <a:cubicBezTo>
                  <a:pt x="1721210" y="1334036"/>
                  <a:pt x="1714762" y="1326596"/>
                  <a:pt x="1714762" y="1321636"/>
                </a:cubicBezTo>
                <a:cubicBezTo>
                  <a:pt x="1714762" y="1316675"/>
                  <a:pt x="1722202" y="1310227"/>
                  <a:pt x="1727163" y="1310227"/>
                </a:cubicBezTo>
                <a:close/>
                <a:moveTo>
                  <a:pt x="1658215" y="1309731"/>
                </a:moveTo>
                <a:cubicBezTo>
                  <a:pt x="1666151" y="1310227"/>
                  <a:pt x="1669623" y="1313699"/>
                  <a:pt x="1669623" y="1322132"/>
                </a:cubicBezTo>
                <a:cubicBezTo>
                  <a:pt x="1669623" y="1330564"/>
                  <a:pt x="1666151" y="1333540"/>
                  <a:pt x="1657719" y="1333540"/>
                </a:cubicBezTo>
                <a:cubicBezTo>
                  <a:pt x="1648790" y="1333540"/>
                  <a:pt x="1645814" y="1330564"/>
                  <a:pt x="1645814" y="1320644"/>
                </a:cubicBezTo>
                <a:cubicBezTo>
                  <a:pt x="1645814" y="1312707"/>
                  <a:pt x="1649286" y="1309731"/>
                  <a:pt x="1658215" y="1309731"/>
                </a:cubicBezTo>
                <a:close/>
                <a:moveTo>
                  <a:pt x="1591747" y="1307747"/>
                </a:moveTo>
                <a:cubicBezTo>
                  <a:pt x="1599187" y="1308243"/>
                  <a:pt x="1605139" y="1314195"/>
                  <a:pt x="1605139" y="1322628"/>
                </a:cubicBezTo>
                <a:cubicBezTo>
                  <a:pt x="1604147" y="1330564"/>
                  <a:pt x="1598691" y="1336516"/>
                  <a:pt x="1590259" y="1336020"/>
                </a:cubicBezTo>
                <a:cubicBezTo>
                  <a:pt x="1582322" y="1335524"/>
                  <a:pt x="1576370" y="1329572"/>
                  <a:pt x="1576866" y="1321140"/>
                </a:cubicBezTo>
                <a:cubicBezTo>
                  <a:pt x="1577362" y="1313203"/>
                  <a:pt x="1583314" y="1307251"/>
                  <a:pt x="1591747" y="1307747"/>
                </a:cubicBezTo>
                <a:close/>
                <a:moveTo>
                  <a:pt x="1524288" y="1307251"/>
                </a:moveTo>
                <a:cubicBezTo>
                  <a:pt x="1532720" y="1307251"/>
                  <a:pt x="1538673" y="1312707"/>
                  <a:pt x="1538673" y="1321636"/>
                </a:cubicBezTo>
                <a:cubicBezTo>
                  <a:pt x="1538673" y="1330564"/>
                  <a:pt x="1532720" y="1336020"/>
                  <a:pt x="1524288" y="1336020"/>
                </a:cubicBezTo>
                <a:cubicBezTo>
                  <a:pt x="1515855" y="1336020"/>
                  <a:pt x="1509903" y="1330564"/>
                  <a:pt x="1509903" y="1321636"/>
                </a:cubicBezTo>
                <a:cubicBezTo>
                  <a:pt x="1509903" y="1313203"/>
                  <a:pt x="1515359" y="1307251"/>
                  <a:pt x="1524288" y="1307251"/>
                </a:cubicBezTo>
                <a:close/>
                <a:moveTo>
                  <a:pt x="1456332" y="1305763"/>
                </a:moveTo>
                <a:cubicBezTo>
                  <a:pt x="1460300" y="1307251"/>
                  <a:pt x="1463773" y="1308243"/>
                  <a:pt x="1467741" y="1310227"/>
                </a:cubicBezTo>
                <a:cubicBezTo>
                  <a:pt x="1472701" y="1312707"/>
                  <a:pt x="1472205" y="1318164"/>
                  <a:pt x="1473693" y="1322132"/>
                </a:cubicBezTo>
                <a:cubicBezTo>
                  <a:pt x="1474685" y="1325108"/>
                  <a:pt x="1471213" y="1329572"/>
                  <a:pt x="1469725" y="1333044"/>
                </a:cubicBezTo>
                <a:cubicBezTo>
                  <a:pt x="1467245" y="1337013"/>
                  <a:pt x="1461292" y="1335525"/>
                  <a:pt x="1457820" y="1338997"/>
                </a:cubicBezTo>
                <a:cubicBezTo>
                  <a:pt x="1454348" y="1337509"/>
                  <a:pt x="1450380" y="1336021"/>
                  <a:pt x="1446908" y="1334036"/>
                </a:cubicBezTo>
                <a:cubicBezTo>
                  <a:pt x="1441947" y="1331556"/>
                  <a:pt x="1442939" y="1326100"/>
                  <a:pt x="1441451" y="1322132"/>
                </a:cubicBezTo>
                <a:cubicBezTo>
                  <a:pt x="1440459" y="1319652"/>
                  <a:pt x="1443932" y="1315684"/>
                  <a:pt x="1444923" y="1312211"/>
                </a:cubicBezTo>
                <a:cubicBezTo>
                  <a:pt x="1446908" y="1306755"/>
                  <a:pt x="1453356" y="1309235"/>
                  <a:pt x="1456332" y="1305763"/>
                </a:cubicBezTo>
                <a:close/>
                <a:moveTo>
                  <a:pt x="1388376" y="1305267"/>
                </a:moveTo>
                <a:cubicBezTo>
                  <a:pt x="1394824" y="1304771"/>
                  <a:pt x="1405240" y="1312707"/>
                  <a:pt x="1405240" y="1322132"/>
                </a:cubicBezTo>
                <a:cubicBezTo>
                  <a:pt x="1405240" y="1330564"/>
                  <a:pt x="1395816" y="1338997"/>
                  <a:pt x="1387880" y="1338501"/>
                </a:cubicBezTo>
                <a:cubicBezTo>
                  <a:pt x="1379447" y="1338005"/>
                  <a:pt x="1371015" y="1329076"/>
                  <a:pt x="1372007" y="1321140"/>
                </a:cubicBezTo>
                <a:cubicBezTo>
                  <a:pt x="1372999" y="1312707"/>
                  <a:pt x="1379447" y="1306259"/>
                  <a:pt x="1388376" y="1305267"/>
                </a:cubicBezTo>
                <a:close/>
                <a:moveTo>
                  <a:pt x="1321413" y="1305267"/>
                </a:moveTo>
                <a:cubicBezTo>
                  <a:pt x="1332822" y="1305267"/>
                  <a:pt x="1338278" y="1310723"/>
                  <a:pt x="1338278" y="1322132"/>
                </a:cubicBezTo>
                <a:cubicBezTo>
                  <a:pt x="1338278" y="1333540"/>
                  <a:pt x="1332822" y="1338997"/>
                  <a:pt x="1321413" y="1338997"/>
                </a:cubicBezTo>
                <a:cubicBezTo>
                  <a:pt x="1310004" y="1338997"/>
                  <a:pt x="1304548" y="1333540"/>
                  <a:pt x="1304548" y="1322132"/>
                </a:cubicBezTo>
                <a:cubicBezTo>
                  <a:pt x="1304548" y="1310723"/>
                  <a:pt x="1310004" y="1305267"/>
                  <a:pt x="1321413" y="1305267"/>
                </a:cubicBezTo>
                <a:close/>
                <a:moveTo>
                  <a:pt x="1054054" y="1303282"/>
                </a:moveTo>
                <a:cubicBezTo>
                  <a:pt x="1059510" y="1301298"/>
                  <a:pt x="1062983" y="1305266"/>
                  <a:pt x="1066951" y="1308242"/>
                </a:cubicBezTo>
                <a:cubicBezTo>
                  <a:pt x="1072407" y="1312211"/>
                  <a:pt x="1071415" y="1317667"/>
                  <a:pt x="1072407" y="1323123"/>
                </a:cubicBezTo>
                <a:cubicBezTo>
                  <a:pt x="1072903" y="1329075"/>
                  <a:pt x="1069927" y="1332052"/>
                  <a:pt x="1066951" y="1336516"/>
                </a:cubicBezTo>
                <a:cubicBezTo>
                  <a:pt x="1062487" y="1341972"/>
                  <a:pt x="1057526" y="1340980"/>
                  <a:pt x="1052070" y="1341476"/>
                </a:cubicBezTo>
                <a:cubicBezTo>
                  <a:pt x="1046133" y="1341972"/>
                  <a:pt x="1042660" y="1338996"/>
                  <a:pt x="1038692" y="1335524"/>
                </a:cubicBezTo>
                <a:cubicBezTo>
                  <a:pt x="1034228" y="1331556"/>
                  <a:pt x="1034228" y="1327091"/>
                  <a:pt x="1033732" y="1322131"/>
                </a:cubicBezTo>
                <a:cubicBezTo>
                  <a:pt x="1033732" y="1316675"/>
                  <a:pt x="1035220" y="1312707"/>
                  <a:pt x="1038692" y="1308738"/>
                </a:cubicBezTo>
                <a:cubicBezTo>
                  <a:pt x="1043157" y="1303282"/>
                  <a:pt x="1047621" y="1302290"/>
                  <a:pt x="1054054" y="1303282"/>
                </a:cubicBezTo>
                <a:close/>
                <a:moveTo>
                  <a:pt x="1254945" y="1302787"/>
                </a:moveTo>
                <a:cubicBezTo>
                  <a:pt x="1259905" y="1305763"/>
                  <a:pt x="1266850" y="1305763"/>
                  <a:pt x="1269330" y="1311715"/>
                </a:cubicBezTo>
                <a:cubicBezTo>
                  <a:pt x="1271314" y="1315188"/>
                  <a:pt x="1274290" y="1319652"/>
                  <a:pt x="1273298" y="1322628"/>
                </a:cubicBezTo>
                <a:cubicBezTo>
                  <a:pt x="1271810" y="1327588"/>
                  <a:pt x="1270818" y="1334037"/>
                  <a:pt x="1264866" y="1337013"/>
                </a:cubicBezTo>
                <a:cubicBezTo>
                  <a:pt x="1261393" y="1338997"/>
                  <a:pt x="1256929" y="1341973"/>
                  <a:pt x="1253953" y="1340981"/>
                </a:cubicBezTo>
                <a:cubicBezTo>
                  <a:pt x="1249489" y="1339493"/>
                  <a:pt x="1244032" y="1338005"/>
                  <a:pt x="1240560" y="1333541"/>
                </a:cubicBezTo>
                <a:cubicBezTo>
                  <a:pt x="1237584" y="1330068"/>
                  <a:pt x="1239072" y="1325108"/>
                  <a:pt x="1235600" y="1322628"/>
                </a:cubicBezTo>
                <a:cubicBezTo>
                  <a:pt x="1238080" y="1318164"/>
                  <a:pt x="1238576" y="1313204"/>
                  <a:pt x="1243040" y="1308739"/>
                </a:cubicBezTo>
                <a:cubicBezTo>
                  <a:pt x="1247009" y="1304771"/>
                  <a:pt x="1252465" y="1306259"/>
                  <a:pt x="1254945" y="1302787"/>
                </a:cubicBezTo>
                <a:close/>
                <a:moveTo>
                  <a:pt x="1185501" y="1302787"/>
                </a:moveTo>
                <a:cubicBezTo>
                  <a:pt x="1190957" y="1301299"/>
                  <a:pt x="1194926" y="1305763"/>
                  <a:pt x="1198398" y="1308243"/>
                </a:cubicBezTo>
                <a:cubicBezTo>
                  <a:pt x="1202862" y="1310723"/>
                  <a:pt x="1203854" y="1317172"/>
                  <a:pt x="1205838" y="1322132"/>
                </a:cubicBezTo>
                <a:cubicBezTo>
                  <a:pt x="1203358" y="1327092"/>
                  <a:pt x="1202366" y="1332548"/>
                  <a:pt x="1198894" y="1336021"/>
                </a:cubicBezTo>
                <a:cubicBezTo>
                  <a:pt x="1195918" y="1338997"/>
                  <a:pt x="1189965" y="1340981"/>
                  <a:pt x="1185501" y="1340485"/>
                </a:cubicBezTo>
                <a:cubicBezTo>
                  <a:pt x="1181037" y="1340485"/>
                  <a:pt x="1175084" y="1338501"/>
                  <a:pt x="1172604" y="1335029"/>
                </a:cubicBezTo>
                <a:cubicBezTo>
                  <a:pt x="1169628" y="1331060"/>
                  <a:pt x="1165660" y="1326596"/>
                  <a:pt x="1167148" y="1321140"/>
                </a:cubicBezTo>
                <a:cubicBezTo>
                  <a:pt x="1168140" y="1316676"/>
                  <a:pt x="1169628" y="1311219"/>
                  <a:pt x="1172604" y="1308243"/>
                </a:cubicBezTo>
                <a:cubicBezTo>
                  <a:pt x="1175581" y="1305267"/>
                  <a:pt x="1181037" y="1304275"/>
                  <a:pt x="1185501" y="1302787"/>
                </a:cubicBezTo>
                <a:close/>
                <a:moveTo>
                  <a:pt x="1120026" y="1302786"/>
                </a:moveTo>
                <a:cubicBezTo>
                  <a:pt x="1130443" y="1302786"/>
                  <a:pt x="1138379" y="1310723"/>
                  <a:pt x="1138379" y="1321635"/>
                </a:cubicBezTo>
                <a:cubicBezTo>
                  <a:pt x="1138379" y="1333540"/>
                  <a:pt x="1130443" y="1340980"/>
                  <a:pt x="1119034" y="1340980"/>
                </a:cubicBezTo>
                <a:cubicBezTo>
                  <a:pt x="1107625" y="1340980"/>
                  <a:pt x="1100185" y="1333044"/>
                  <a:pt x="1100185" y="1321139"/>
                </a:cubicBezTo>
                <a:cubicBezTo>
                  <a:pt x="1100185" y="1309731"/>
                  <a:pt x="1108121" y="1302290"/>
                  <a:pt x="1120026" y="1302786"/>
                </a:cubicBezTo>
                <a:close/>
                <a:moveTo>
                  <a:pt x="917671" y="1300803"/>
                </a:moveTo>
                <a:cubicBezTo>
                  <a:pt x="928583" y="1301299"/>
                  <a:pt x="938008" y="1311219"/>
                  <a:pt x="938504" y="1322132"/>
                </a:cubicBezTo>
                <a:cubicBezTo>
                  <a:pt x="938504" y="1326100"/>
                  <a:pt x="934536" y="1334037"/>
                  <a:pt x="932055" y="1337013"/>
                </a:cubicBezTo>
                <a:cubicBezTo>
                  <a:pt x="928087" y="1341973"/>
                  <a:pt x="922135" y="1341477"/>
                  <a:pt x="916679" y="1343957"/>
                </a:cubicBezTo>
                <a:cubicBezTo>
                  <a:pt x="911222" y="1341477"/>
                  <a:pt x="905270" y="1340981"/>
                  <a:pt x="900806" y="1336021"/>
                </a:cubicBezTo>
                <a:cubicBezTo>
                  <a:pt x="897334" y="1331556"/>
                  <a:pt x="895846" y="1326596"/>
                  <a:pt x="895846" y="1321636"/>
                </a:cubicBezTo>
                <a:cubicBezTo>
                  <a:pt x="895350" y="1310227"/>
                  <a:pt x="906758" y="1300307"/>
                  <a:pt x="917671" y="1300803"/>
                </a:cubicBezTo>
                <a:close/>
                <a:moveTo>
                  <a:pt x="783757" y="1300802"/>
                </a:moveTo>
                <a:cubicBezTo>
                  <a:pt x="795661" y="1300802"/>
                  <a:pt x="805578" y="1310723"/>
                  <a:pt x="805083" y="1322627"/>
                </a:cubicBezTo>
                <a:cubicBezTo>
                  <a:pt x="805083" y="1334036"/>
                  <a:pt x="794670" y="1343956"/>
                  <a:pt x="782764" y="1343460"/>
                </a:cubicBezTo>
                <a:cubicBezTo>
                  <a:pt x="771356" y="1343460"/>
                  <a:pt x="761929" y="1333044"/>
                  <a:pt x="761929" y="1321139"/>
                </a:cubicBezTo>
                <a:cubicBezTo>
                  <a:pt x="761929" y="1310226"/>
                  <a:pt x="772349" y="1300802"/>
                  <a:pt x="783757" y="1300802"/>
                </a:cubicBezTo>
                <a:close/>
                <a:moveTo>
                  <a:pt x="985636" y="1300306"/>
                </a:moveTo>
                <a:cubicBezTo>
                  <a:pt x="990596" y="1302290"/>
                  <a:pt x="996549" y="1303282"/>
                  <a:pt x="1000021" y="1307250"/>
                </a:cubicBezTo>
                <a:cubicBezTo>
                  <a:pt x="1003492" y="1310723"/>
                  <a:pt x="1006468" y="1316675"/>
                  <a:pt x="1006468" y="1321635"/>
                </a:cubicBezTo>
                <a:cubicBezTo>
                  <a:pt x="1006468" y="1326595"/>
                  <a:pt x="1003988" y="1332548"/>
                  <a:pt x="1000021" y="1336516"/>
                </a:cubicBezTo>
                <a:cubicBezTo>
                  <a:pt x="996549" y="1339988"/>
                  <a:pt x="990596" y="1342964"/>
                  <a:pt x="985140" y="1342964"/>
                </a:cubicBezTo>
                <a:cubicBezTo>
                  <a:pt x="980676" y="1342964"/>
                  <a:pt x="974724" y="1340484"/>
                  <a:pt x="971251" y="1337508"/>
                </a:cubicBezTo>
                <a:cubicBezTo>
                  <a:pt x="967779" y="1334036"/>
                  <a:pt x="964307" y="1328084"/>
                  <a:pt x="964307" y="1323123"/>
                </a:cubicBezTo>
                <a:cubicBezTo>
                  <a:pt x="964307" y="1318163"/>
                  <a:pt x="966787" y="1311715"/>
                  <a:pt x="970259" y="1308242"/>
                </a:cubicBezTo>
                <a:cubicBezTo>
                  <a:pt x="974724" y="1304274"/>
                  <a:pt x="980676" y="1302786"/>
                  <a:pt x="985636" y="1300306"/>
                </a:cubicBezTo>
                <a:close/>
                <a:moveTo>
                  <a:pt x="850703" y="1300306"/>
                </a:moveTo>
                <a:cubicBezTo>
                  <a:pt x="861616" y="1300306"/>
                  <a:pt x="872032" y="1310227"/>
                  <a:pt x="872032" y="1322131"/>
                </a:cubicBezTo>
                <a:cubicBezTo>
                  <a:pt x="872032" y="1333540"/>
                  <a:pt x="862112" y="1343460"/>
                  <a:pt x="850207" y="1343460"/>
                </a:cubicBezTo>
                <a:cubicBezTo>
                  <a:pt x="838797" y="1343460"/>
                  <a:pt x="828879" y="1333044"/>
                  <a:pt x="829375" y="1321139"/>
                </a:cubicBezTo>
                <a:cubicBezTo>
                  <a:pt x="829375" y="1310227"/>
                  <a:pt x="839788" y="1300306"/>
                  <a:pt x="850703" y="1300306"/>
                </a:cubicBezTo>
                <a:close/>
                <a:moveTo>
                  <a:pt x="715292" y="1300306"/>
                </a:moveTo>
                <a:cubicBezTo>
                  <a:pt x="729181" y="1300306"/>
                  <a:pt x="736124" y="1307250"/>
                  <a:pt x="736124" y="1321635"/>
                </a:cubicBezTo>
                <a:cubicBezTo>
                  <a:pt x="736124" y="1336516"/>
                  <a:pt x="729181" y="1343460"/>
                  <a:pt x="714797" y="1343460"/>
                </a:cubicBezTo>
                <a:cubicBezTo>
                  <a:pt x="700412" y="1343460"/>
                  <a:pt x="693468" y="1336516"/>
                  <a:pt x="693468" y="1321635"/>
                </a:cubicBezTo>
                <a:cubicBezTo>
                  <a:pt x="693468" y="1307250"/>
                  <a:pt x="700412" y="1300306"/>
                  <a:pt x="715292" y="1300306"/>
                </a:cubicBezTo>
                <a:close/>
                <a:moveTo>
                  <a:pt x="581885" y="1298322"/>
                </a:moveTo>
                <a:cubicBezTo>
                  <a:pt x="592301" y="1298818"/>
                  <a:pt x="606191" y="1313203"/>
                  <a:pt x="605199" y="1323123"/>
                </a:cubicBezTo>
                <a:cubicBezTo>
                  <a:pt x="604703" y="1333540"/>
                  <a:pt x="590813" y="1346436"/>
                  <a:pt x="580892" y="1345940"/>
                </a:cubicBezTo>
                <a:cubicBezTo>
                  <a:pt x="570475" y="1345444"/>
                  <a:pt x="556585" y="1331060"/>
                  <a:pt x="557577" y="1321139"/>
                </a:cubicBezTo>
                <a:cubicBezTo>
                  <a:pt x="558072" y="1310723"/>
                  <a:pt x="571963" y="1297826"/>
                  <a:pt x="581885" y="1298322"/>
                </a:cubicBezTo>
                <a:close/>
                <a:moveTo>
                  <a:pt x="513899" y="1298322"/>
                </a:moveTo>
                <a:cubicBezTo>
                  <a:pt x="524813" y="1297330"/>
                  <a:pt x="538206" y="1309730"/>
                  <a:pt x="538702" y="1321635"/>
                </a:cubicBezTo>
                <a:cubicBezTo>
                  <a:pt x="539198" y="1332548"/>
                  <a:pt x="527293" y="1344948"/>
                  <a:pt x="515883" y="1345940"/>
                </a:cubicBezTo>
                <a:cubicBezTo>
                  <a:pt x="504475" y="1346436"/>
                  <a:pt x="491577" y="1334532"/>
                  <a:pt x="491081" y="1322627"/>
                </a:cubicBezTo>
                <a:cubicBezTo>
                  <a:pt x="490585" y="1311714"/>
                  <a:pt x="502491" y="1299314"/>
                  <a:pt x="513899" y="1298322"/>
                </a:cubicBezTo>
                <a:close/>
                <a:moveTo>
                  <a:pt x="378488" y="1298322"/>
                </a:moveTo>
                <a:cubicBezTo>
                  <a:pt x="389898" y="1298322"/>
                  <a:pt x="402299" y="1310227"/>
                  <a:pt x="402795" y="1321139"/>
                </a:cubicBezTo>
                <a:cubicBezTo>
                  <a:pt x="403292" y="1333044"/>
                  <a:pt x="391386" y="1345445"/>
                  <a:pt x="379480" y="1345940"/>
                </a:cubicBezTo>
                <a:cubicBezTo>
                  <a:pt x="368071" y="1345940"/>
                  <a:pt x="355670" y="1334036"/>
                  <a:pt x="355174" y="1323123"/>
                </a:cubicBezTo>
                <a:cubicBezTo>
                  <a:pt x="355174" y="1311219"/>
                  <a:pt x="366584" y="1298322"/>
                  <a:pt x="378488" y="1298322"/>
                </a:cubicBezTo>
                <a:close/>
                <a:moveTo>
                  <a:pt x="177100" y="1298322"/>
                </a:moveTo>
                <a:cubicBezTo>
                  <a:pt x="189997" y="1298322"/>
                  <a:pt x="201406" y="1308738"/>
                  <a:pt x="200414" y="1322627"/>
                </a:cubicBezTo>
                <a:cubicBezTo>
                  <a:pt x="199918" y="1336516"/>
                  <a:pt x="190493" y="1345445"/>
                  <a:pt x="177100" y="1345940"/>
                </a:cubicBezTo>
                <a:cubicBezTo>
                  <a:pt x="162717" y="1345940"/>
                  <a:pt x="152796" y="1334532"/>
                  <a:pt x="152796" y="1322131"/>
                </a:cubicBezTo>
                <a:cubicBezTo>
                  <a:pt x="152796" y="1309731"/>
                  <a:pt x="162717" y="1298322"/>
                  <a:pt x="177100" y="1298322"/>
                </a:cubicBezTo>
                <a:close/>
                <a:moveTo>
                  <a:pt x="110147" y="1298322"/>
                </a:moveTo>
                <a:cubicBezTo>
                  <a:pt x="123044" y="1298322"/>
                  <a:pt x="133957" y="1308738"/>
                  <a:pt x="133461" y="1322627"/>
                </a:cubicBezTo>
                <a:cubicBezTo>
                  <a:pt x="132965" y="1336020"/>
                  <a:pt x="122548" y="1346436"/>
                  <a:pt x="108659" y="1345940"/>
                </a:cubicBezTo>
                <a:cubicBezTo>
                  <a:pt x="94274" y="1344948"/>
                  <a:pt x="86338" y="1335524"/>
                  <a:pt x="85842" y="1322131"/>
                </a:cubicBezTo>
                <a:cubicBezTo>
                  <a:pt x="85842" y="1309234"/>
                  <a:pt x="96259" y="1298322"/>
                  <a:pt x="110147" y="1298322"/>
                </a:cubicBezTo>
                <a:close/>
                <a:moveTo>
                  <a:pt x="43670" y="1298322"/>
                </a:moveTo>
                <a:cubicBezTo>
                  <a:pt x="57559" y="1299314"/>
                  <a:pt x="66488" y="1308243"/>
                  <a:pt x="66488" y="1321635"/>
                </a:cubicBezTo>
                <a:cubicBezTo>
                  <a:pt x="67480" y="1335028"/>
                  <a:pt x="56567" y="1345940"/>
                  <a:pt x="43174" y="1345940"/>
                </a:cubicBezTo>
                <a:cubicBezTo>
                  <a:pt x="30278" y="1345940"/>
                  <a:pt x="19365" y="1336020"/>
                  <a:pt x="19365" y="1321635"/>
                </a:cubicBezTo>
                <a:cubicBezTo>
                  <a:pt x="19861" y="1308243"/>
                  <a:pt x="30278" y="1297826"/>
                  <a:pt x="43670" y="1298322"/>
                </a:cubicBezTo>
                <a:close/>
                <a:moveTo>
                  <a:pt x="646819" y="1297826"/>
                </a:moveTo>
                <a:cubicBezTo>
                  <a:pt x="652276" y="1300306"/>
                  <a:pt x="658228" y="1300802"/>
                  <a:pt x="663188" y="1304770"/>
                </a:cubicBezTo>
                <a:cubicBezTo>
                  <a:pt x="669140" y="1309235"/>
                  <a:pt x="668148" y="1316675"/>
                  <a:pt x="672117" y="1321635"/>
                </a:cubicBezTo>
                <a:cubicBezTo>
                  <a:pt x="669636" y="1326595"/>
                  <a:pt x="668148" y="1332052"/>
                  <a:pt x="665172" y="1336516"/>
                </a:cubicBezTo>
                <a:cubicBezTo>
                  <a:pt x="661700" y="1342468"/>
                  <a:pt x="653764" y="1341972"/>
                  <a:pt x="648803" y="1345445"/>
                </a:cubicBezTo>
                <a:cubicBezTo>
                  <a:pt x="643347" y="1342964"/>
                  <a:pt x="637395" y="1342468"/>
                  <a:pt x="632434" y="1338500"/>
                </a:cubicBezTo>
                <a:cubicBezTo>
                  <a:pt x="626978" y="1334036"/>
                  <a:pt x="626978" y="1327092"/>
                  <a:pt x="624002" y="1321635"/>
                </a:cubicBezTo>
                <a:cubicBezTo>
                  <a:pt x="626978" y="1316675"/>
                  <a:pt x="626978" y="1311219"/>
                  <a:pt x="630450" y="1306754"/>
                </a:cubicBezTo>
                <a:cubicBezTo>
                  <a:pt x="634915" y="1301298"/>
                  <a:pt x="641859" y="1301298"/>
                  <a:pt x="646819" y="1297826"/>
                </a:cubicBezTo>
                <a:close/>
                <a:moveTo>
                  <a:pt x="446448" y="1297826"/>
                </a:moveTo>
                <a:cubicBezTo>
                  <a:pt x="457859" y="1298322"/>
                  <a:pt x="469764" y="1310723"/>
                  <a:pt x="469268" y="1322131"/>
                </a:cubicBezTo>
                <a:cubicBezTo>
                  <a:pt x="469268" y="1334036"/>
                  <a:pt x="456867" y="1345940"/>
                  <a:pt x="444465" y="1345445"/>
                </a:cubicBezTo>
                <a:cubicBezTo>
                  <a:pt x="433552" y="1345445"/>
                  <a:pt x="421646" y="1332548"/>
                  <a:pt x="421646" y="1321139"/>
                </a:cubicBezTo>
                <a:cubicBezTo>
                  <a:pt x="421646" y="1309235"/>
                  <a:pt x="434048" y="1297330"/>
                  <a:pt x="446448" y="1297826"/>
                </a:cubicBezTo>
                <a:close/>
                <a:moveTo>
                  <a:pt x="312000" y="1297826"/>
                </a:moveTo>
                <a:cubicBezTo>
                  <a:pt x="325889" y="1297826"/>
                  <a:pt x="335809" y="1308738"/>
                  <a:pt x="336305" y="1321635"/>
                </a:cubicBezTo>
                <a:cubicBezTo>
                  <a:pt x="336305" y="1335524"/>
                  <a:pt x="325393" y="1345940"/>
                  <a:pt x="312496" y="1345445"/>
                </a:cubicBezTo>
                <a:cubicBezTo>
                  <a:pt x="299103" y="1344949"/>
                  <a:pt x="289679" y="1337012"/>
                  <a:pt x="288687" y="1322627"/>
                </a:cubicBezTo>
                <a:cubicBezTo>
                  <a:pt x="287695" y="1309235"/>
                  <a:pt x="298607" y="1298322"/>
                  <a:pt x="312000" y="1297826"/>
                </a:cubicBezTo>
                <a:close/>
                <a:moveTo>
                  <a:pt x="242580" y="1297826"/>
                </a:moveTo>
                <a:cubicBezTo>
                  <a:pt x="256468" y="1297826"/>
                  <a:pt x="266886" y="1308738"/>
                  <a:pt x="266886" y="1321635"/>
                </a:cubicBezTo>
                <a:cubicBezTo>
                  <a:pt x="266886" y="1335524"/>
                  <a:pt x="255972" y="1345940"/>
                  <a:pt x="243076" y="1345445"/>
                </a:cubicBezTo>
                <a:cubicBezTo>
                  <a:pt x="229684" y="1344949"/>
                  <a:pt x="220259" y="1337012"/>
                  <a:pt x="219267" y="1322627"/>
                </a:cubicBezTo>
                <a:cubicBezTo>
                  <a:pt x="218275" y="1309235"/>
                  <a:pt x="228692" y="1298322"/>
                  <a:pt x="242580" y="1297826"/>
                </a:cubicBezTo>
                <a:close/>
                <a:moveTo>
                  <a:pt x="2062476" y="1253680"/>
                </a:moveTo>
                <a:cubicBezTo>
                  <a:pt x="2063468" y="1254176"/>
                  <a:pt x="2064460" y="1255664"/>
                  <a:pt x="2064956" y="1256656"/>
                </a:cubicBezTo>
                <a:cubicBezTo>
                  <a:pt x="2064956" y="1256160"/>
                  <a:pt x="2063468" y="1257152"/>
                  <a:pt x="2061980" y="1259136"/>
                </a:cubicBezTo>
                <a:cubicBezTo>
                  <a:pt x="2060988" y="1257152"/>
                  <a:pt x="2060492" y="1256160"/>
                  <a:pt x="2060492" y="1255168"/>
                </a:cubicBezTo>
                <a:cubicBezTo>
                  <a:pt x="2060492" y="1254672"/>
                  <a:pt x="2062476" y="1253184"/>
                  <a:pt x="2062476" y="1253680"/>
                </a:cubicBezTo>
                <a:close/>
                <a:moveTo>
                  <a:pt x="1992661" y="1250579"/>
                </a:moveTo>
                <a:cubicBezTo>
                  <a:pt x="1993777" y="1250331"/>
                  <a:pt x="1995265" y="1250703"/>
                  <a:pt x="1996505" y="1250703"/>
                </a:cubicBezTo>
                <a:cubicBezTo>
                  <a:pt x="2000969" y="1250703"/>
                  <a:pt x="2000473" y="1250703"/>
                  <a:pt x="2000969" y="1256656"/>
                </a:cubicBezTo>
                <a:cubicBezTo>
                  <a:pt x="2000969" y="1261616"/>
                  <a:pt x="1997993" y="1260128"/>
                  <a:pt x="1995513" y="1260128"/>
                </a:cubicBezTo>
                <a:cubicBezTo>
                  <a:pt x="1990553" y="1260128"/>
                  <a:pt x="1990553" y="1259632"/>
                  <a:pt x="1991049" y="1254175"/>
                </a:cubicBezTo>
                <a:cubicBezTo>
                  <a:pt x="1990801" y="1251695"/>
                  <a:pt x="1991545" y="1250827"/>
                  <a:pt x="1992661" y="1250579"/>
                </a:cubicBezTo>
                <a:close/>
                <a:moveTo>
                  <a:pt x="1928549" y="1248224"/>
                </a:moveTo>
                <a:cubicBezTo>
                  <a:pt x="1933509" y="1248224"/>
                  <a:pt x="1935989" y="1249712"/>
                  <a:pt x="1935989" y="1254672"/>
                </a:cubicBezTo>
                <a:cubicBezTo>
                  <a:pt x="1935989" y="1259633"/>
                  <a:pt x="1934501" y="1262113"/>
                  <a:pt x="1929541" y="1262609"/>
                </a:cubicBezTo>
                <a:cubicBezTo>
                  <a:pt x="1924581" y="1263105"/>
                  <a:pt x="1922101" y="1261121"/>
                  <a:pt x="1921604" y="1256656"/>
                </a:cubicBezTo>
                <a:cubicBezTo>
                  <a:pt x="1921108" y="1251200"/>
                  <a:pt x="1923093" y="1248224"/>
                  <a:pt x="1928549" y="1248224"/>
                </a:cubicBezTo>
                <a:close/>
                <a:moveTo>
                  <a:pt x="1860594" y="1245743"/>
                </a:moveTo>
                <a:cubicBezTo>
                  <a:pt x="1865554" y="1246239"/>
                  <a:pt x="1869522" y="1250703"/>
                  <a:pt x="1869522" y="1255664"/>
                </a:cubicBezTo>
                <a:cubicBezTo>
                  <a:pt x="1869522" y="1260624"/>
                  <a:pt x="1865058" y="1265088"/>
                  <a:pt x="1860097" y="1265088"/>
                </a:cubicBezTo>
                <a:cubicBezTo>
                  <a:pt x="1855137" y="1265088"/>
                  <a:pt x="1850673" y="1260624"/>
                  <a:pt x="1850673" y="1255664"/>
                </a:cubicBezTo>
                <a:cubicBezTo>
                  <a:pt x="1850673" y="1250207"/>
                  <a:pt x="1855137" y="1245743"/>
                  <a:pt x="1860594" y="1245743"/>
                </a:cubicBezTo>
                <a:close/>
                <a:moveTo>
                  <a:pt x="1792638" y="1243263"/>
                </a:moveTo>
                <a:cubicBezTo>
                  <a:pt x="1796606" y="1242767"/>
                  <a:pt x="1804542" y="1250704"/>
                  <a:pt x="1805038" y="1254672"/>
                </a:cubicBezTo>
                <a:cubicBezTo>
                  <a:pt x="1805534" y="1258640"/>
                  <a:pt x="1797598" y="1267072"/>
                  <a:pt x="1793630" y="1267072"/>
                </a:cubicBezTo>
                <a:cubicBezTo>
                  <a:pt x="1789662" y="1267568"/>
                  <a:pt x="1781725" y="1259632"/>
                  <a:pt x="1781229" y="1255664"/>
                </a:cubicBezTo>
                <a:cubicBezTo>
                  <a:pt x="1780733" y="1251696"/>
                  <a:pt x="1788670" y="1243759"/>
                  <a:pt x="1792638" y="1243263"/>
                </a:cubicBezTo>
                <a:close/>
                <a:moveTo>
                  <a:pt x="1726171" y="1243263"/>
                </a:moveTo>
                <a:cubicBezTo>
                  <a:pt x="1735099" y="1243263"/>
                  <a:pt x="1738571" y="1246735"/>
                  <a:pt x="1738571" y="1254672"/>
                </a:cubicBezTo>
                <a:cubicBezTo>
                  <a:pt x="1738571" y="1263600"/>
                  <a:pt x="1735595" y="1267072"/>
                  <a:pt x="1727659" y="1267072"/>
                </a:cubicBezTo>
                <a:cubicBezTo>
                  <a:pt x="1718234" y="1267072"/>
                  <a:pt x="1715258" y="1264592"/>
                  <a:pt x="1714762" y="1256160"/>
                </a:cubicBezTo>
                <a:cubicBezTo>
                  <a:pt x="1714762" y="1246735"/>
                  <a:pt x="1717738" y="1243263"/>
                  <a:pt x="1726171" y="1243263"/>
                </a:cubicBezTo>
                <a:close/>
                <a:moveTo>
                  <a:pt x="1524288" y="1241279"/>
                </a:moveTo>
                <a:cubicBezTo>
                  <a:pt x="1534208" y="1240783"/>
                  <a:pt x="1538673" y="1245247"/>
                  <a:pt x="1538673" y="1255168"/>
                </a:cubicBezTo>
                <a:cubicBezTo>
                  <a:pt x="1538673" y="1265088"/>
                  <a:pt x="1534704" y="1269553"/>
                  <a:pt x="1524784" y="1269553"/>
                </a:cubicBezTo>
                <a:cubicBezTo>
                  <a:pt x="1513871" y="1269553"/>
                  <a:pt x="1509903" y="1266080"/>
                  <a:pt x="1509903" y="1256160"/>
                </a:cubicBezTo>
                <a:cubicBezTo>
                  <a:pt x="1509903" y="1245247"/>
                  <a:pt x="1513871" y="1241279"/>
                  <a:pt x="1524288" y="1241279"/>
                </a:cubicBezTo>
                <a:close/>
                <a:moveTo>
                  <a:pt x="1658215" y="1240783"/>
                </a:moveTo>
                <a:cubicBezTo>
                  <a:pt x="1663175" y="1241279"/>
                  <a:pt x="1672600" y="1251200"/>
                  <a:pt x="1672104" y="1255664"/>
                </a:cubicBezTo>
                <a:cubicBezTo>
                  <a:pt x="1671608" y="1260128"/>
                  <a:pt x="1662679" y="1269057"/>
                  <a:pt x="1658215" y="1269057"/>
                </a:cubicBezTo>
                <a:cubicBezTo>
                  <a:pt x="1653255" y="1270049"/>
                  <a:pt x="1643334" y="1260128"/>
                  <a:pt x="1643334" y="1255168"/>
                </a:cubicBezTo>
                <a:cubicBezTo>
                  <a:pt x="1643334" y="1250207"/>
                  <a:pt x="1653255" y="1240783"/>
                  <a:pt x="1658215" y="1240783"/>
                </a:cubicBezTo>
                <a:close/>
                <a:moveTo>
                  <a:pt x="1590755" y="1240783"/>
                </a:moveTo>
                <a:cubicBezTo>
                  <a:pt x="1599683" y="1240783"/>
                  <a:pt x="1605140" y="1246735"/>
                  <a:pt x="1605140" y="1255168"/>
                </a:cubicBezTo>
                <a:cubicBezTo>
                  <a:pt x="1605140" y="1264096"/>
                  <a:pt x="1599683" y="1269552"/>
                  <a:pt x="1590755" y="1269552"/>
                </a:cubicBezTo>
                <a:cubicBezTo>
                  <a:pt x="1581826" y="1269552"/>
                  <a:pt x="1576370" y="1264096"/>
                  <a:pt x="1576370" y="1255168"/>
                </a:cubicBezTo>
                <a:cubicBezTo>
                  <a:pt x="1576370" y="1246239"/>
                  <a:pt x="1581826" y="1240783"/>
                  <a:pt x="1590755" y="1240783"/>
                </a:cubicBezTo>
                <a:close/>
                <a:moveTo>
                  <a:pt x="1456828" y="1238799"/>
                </a:moveTo>
                <a:cubicBezTo>
                  <a:pt x="1464764" y="1238303"/>
                  <a:pt x="1473693" y="1246735"/>
                  <a:pt x="1474189" y="1254672"/>
                </a:cubicBezTo>
                <a:cubicBezTo>
                  <a:pt x="1474685" y="1262608"/>
                  <a:pt x="1465756" y="1271537"/>
                  <a:pt x="1457820" y="1272033"/>
                </a:cubicBezTo>
                <a:cubicBezTo>
                  <a:pt x="1450379" y="1272033"/>
                  <a:pt x="1441451" y="1264096"/>
                  <a:pt x="1440955" y="1256656"/>
                </a:cubicBezTo>
                <a:cubicBezTo>
                  <a:pt x="1440459" y="1248719"/>
                  <a:pt x="1448891" y="1239295"/>
                  <a:pt x="1456828" y="1238799"/>
                </a:cubicBezTo>
                <a:close/>
                <a:moveTo>
                  <a:pt x="1388376" y="1238799"/>
                </a:moveTo>
                <a:cubicBezTo>
                  <a:pt x="1399785" y="1238799"/>
                  <a:pt x="1405241" y="1244255"/>
                  <a:pt x="1405241" y="1255168"/>
                </a:cubicBezTo>
                <a:cubicBezTo>
                  <a:pt x="1405241" y="1266080"/>
                  <a:pt x="1399785" y="1272033"/>
                  <a:pt x="1388872" y="1272033"/>
                </a:cubicBezTo>
                <a:cubicBezTo>
                  <a:pt x="1377463" y="1272033"/>
                  <a:pt x="1372007" y="1266577"/>
                  <a:pt x="1372007" y="1255664"/>
                </a:cubicBezTo>
                <a:cubicBezTo>
                  <a:pt x="1372007" y="1244255"/>
                  <a:pt x="1377463" y="1238799"/>
                  <a:pt x="1388376" y="1238799"/>
                </a:cubicBezTo>
                <a:close/>
                <a:moveTo>
                  <a:pt x="1321412" y="1236815"/>
                </a:moveTo>
                <a:cubicBezTo>
                  <a:pt x="1324388" y="1235823"/>
                  <a:pt x="1328853" y="1238799"/>
                  <a:pt x="1332325" y="1240783"/>
                </a:cubicBezTo>
                <a:cubicBezTo>
                  <a:pt x="1337781" y="1243759"/>
                  <a:pt x="1339269" y="1249712"/>
                  <a:pt x="1340757" y="1254672"/>
                </a:cubicBezTo>
                <a:cubicBezTo>
                  <a:pt x="1341749" y="1257648"/>
                  <a:pt x="1338773" y="1262112"/>
                  <a:pt x="1336789" y="1265585"/>
                </a:cubicBezTo>
                <a:cubicBezTo>
                  <a:pt x="1333813" y="1269553"/>
                  <a:pt x="1325380" y="1274017"/>
                  <a:pt x="1321908" y="1274513"/>
                </a:cubicBezTo>
                <a:cubicBezTo>
                  <a:pt x="1318932" y="1271537"/>
                  <a:pt x="1313972" y="1272529"/>
                  <a:pt x="1310500" y="1269057"/>
                </a:cubicBezTo>
                <a:cubicBezTo>
                  <a:pt x="1306531" y="1265089"/>
                  <a:pt x="1304547" y="1260128"/>
                  <a:pt x="1303555" y="1255168"/>
                </a:cubicBezTo>
                <a:cubicBezTo>
                  <a:pt x="1303059" y="1252192"/>
                  <a:pt x="1305539" y="1248224"/>
                  <a:pt x="1307523" y="1245247"/>
                </a:cubicBezTo>
                <a:cubicBezTo>
                  <a:pt x="1310500" y="1239791"/>
                  <a:pt x="1316452" y="1237807"/>
                  <a:pt x="1321412" y="1236815"/>
                </a:cubicBezTo>
                <a:close/>
                <a:moveTo>
                  <a:pt x="1255441" y="1236815"/>
                </a:moveTo>
                <a:cubicBezTo>
                  <a:pt x="1259905" y="1236815"/>
                  <a:pt x="1265361" y="1238303"/>
                  <a:pt x="1268834" y="1241279"/>
                </a:cubicBezTo>
                <a:cubicBezTo>
                  <a:pt x="1271314" y="1244751"/>
                  <a:pt x="1272802" y="1250208"/>
                  <a:pt x="1275282" y="1255168"/>
                </a:cubicBezTo>
                <a:cubicBezTo>
                  <a:pt x="1272802" y="1260128"/>
                  <a:pt x="1271810" y="1266577"/>
                  <a:pt x="1268338" y="1269057"/>
                </a:cubicBezTo>
                <a:cubicBezTo>
                  <a:pt x="1264865" y="1271537"/>
                  <a:pt x="1260401" y="1275505"/>
                  <a:pt x="1255441" y="1274513"/>
                </a:cubicBezTo>
                <a:cubicBezTo>
                  <a:pt x="1250977" y="1273521"/>
                  <a:pt x="1245520" y="1272033"/>
                  <a:pt x="1242544" y="1269057"/>
                </a:cubicBezTo>
                <a:cubicBezTo>
                  <a:pt x="1239568" y="1266081"/>
                  <a:pt x="1238080" y="1260624"/>
                  <a:pt x="1237088" y="1256160"/>
                </a:cubicBezTo>
                <a:cubicBezTo>
                  <a:pt x="1235600" y="1250704"/>
                  <a:pt x="1240064" y="1245743"/>
                  <a:pt x="1242544" y="1242271"/>
                </a:cubicBezTo>
                <a:cubicBezTo>
                  <a:pt x="1245024" y="1238799"/>
                  <a:pt x="1250977" y="1237311"/>
                  <a:pt x="1255441" y="1236815"/>
                </a:cubicBezTo>
                <a:close/>
                <a:moveTo>
                  <a:pt x="1187486" y="1236319"/>
                </a:moveTo>
                <a:cubicBezTo>
                  <a:pt x="1197902" y="1237311"/>
                  <a:pt x="1205343" y="1245247"/>
                  <a:pt x="1204847" y="1256160"/>
                </a:cubicBezTo>
                <a:cubicBezTo>
                  <a:pt x="1204847" y="1267568"/>
                  <a:pt x="1196414" y="1274513"/>
                  <a:pt x="1185006" y="1275009"/>
                </a:cubicBezTo>
                <a:cubicBezTo>
                  <a:pt x="1176573" y="1275009"/>
                  <a:pt x="1165164" y="1265088"/>
                  <a:pt x="1167149" y="1254176"/>
                </a:cubicBezTo>
                <a:cubicBezTo>
                  <a:pt x="1166653" y="1245247"/>
                  <a:pt x="1176573" y="1235327"/>
                  <a:pt x="1187486" y="1236319"/>
                </a:cubicBezTo>
                <a:close/>
                <a:moveTo>
                  <a:pt x="1120522" y="1236319"/>
                </a:moveTo>
                <a:cubicBezTo>
                  <a:pt x="1125978" y="1234335"/>
                  <a:pt x="1129451" y="1238303"/>
                  <a:pt x="1133419" y="1241279"/>
                </a:cubicBezTo>
                <a:cubicBezTo>
                  <a:pt x="1138875" y="1245248"/>
                  <a:pt x="1137883" y="1250704"/>
                  <a:pt x="1138875" y="1256160"/>
                </a:cubicBezTo>
                <a:cubicBezTo>
                  <a:pt x="1139371" y="1262112"/>
                  <a:pt x="1136395" y="1265089"/>
                  <a:pt x="1133419" y="1269553"/>
                </a:cubicBezTo>
                <a:cubicBezTo>
                  <a:pt x="1128955" y="1275009"/>
                  <a:pt x="1123994" y="1274017"/>
                  <a:pt x="1118538" y="1274513"/>
                </a:cubicBezTo>
                <a:cubicBezTo>
                  <a:pt x="1112586" y="1275009"/>
                  <a:pt x="1109113" y="1272033"/>
                  <a:pt x="1105145" y="1268561"/>
                </a:cubicBezTo>
                <a:cubicBezTo>
                  <a:pt x="1100681" y="1264593"/>
                  <a:pt x="1100681" y="1260128"/>
                  <a:pt x="1100185" y="1255168"/>
                </a:cubicBezTo>
                <a:cubicBezTo>
                  <a:pt x="1100185" y="1249712"/>
                  <a:pt x="1101673" y="1245744"/>
                  <a:pt x="1105145" y="1241775"/>
                </a:cubicBezTo>
                <a:cubicBezTo>
                  <a:pt x="1109609" y="1236815"/>
                  <a:pt x="1114570" y="1235823"/>
                  <a:pt x="1120522" y="1236319"/>
                </a:cubicBezTo>
                <a:close/>
                <a:moveTo>
                  <a:pt x="1053063" y="1233839"/>
                </a:moveTo>
                <a:cubicBezTo>
                  <a:pt x="1062487" y="1234335"/>
                  <a:pt x="1074888" y="1246736"/>
                  <a:pt x="1074392" y="1255664"/>
                </a:cubicBezTo>
                <a:cubicBezTo>
                  <a:pt x="1073896" y="1265089"/>
                  <a:pt x="1060999" y="1276993"/>
                  <a:pt x="1052071" y="1276497"/>
                </a:cubicBezTo>
                <a:cubicBezTo>
                  <a:pt x="1043171" y="1276001"/>
                  <a:pt x="1031762" y="1263601"/>
                  <a:pt x="1031762" y="1255168"/>
                </a:cubicBezTo>
                <a:cubicBezTo>
                  <a:pt x="1031266" y="1245744"/>
                  <a:pt x="1043667" y="1233839"/>
                  <a:pt x="1053063" y="1233839"/>
                </a:cubicBezTo>
                <a:close/>
                <a:moveTo>
                  <a:pt x="985604" y="1233839"/>
                </a:moveTo>
                <a:cubicBezTo>
                  <a:pt x="997509" y="1233839"/>
                  <a:pt x="1007429" y="1243264"/>
                  <a:pt x="1007429" y="1255168"/>
                </a:cubicBezTo>
                <a:cubicBezTo>
                  <a:pt x="1007429" y="1266081"/>
                  <a:pt x="998005" y="1276497"/>
                  <a:pt x="987092" y="1276993"/>
                </a:cubicBezTo>
                <a:cubicBezTo>
                  <a:pt x="975188" y="1277489"/>
                  <a:pt x="964771" y="1267569"/>
                  <a:pt x="964275" y="1256656"/>
                </a:cubicBezTo>
                <a:cubicBezTo>
                  <a:pt x="964275" y="1244256"/>
                  <a:pt x="974196" y="1233839"/>
                  <a:pt x="985604" y="1233839"/>
                </a:cubicBezTo>
                <a:close/>
                <a:moveTo>
                  <a:pt x="785225" y="1233839"/>
                </a:moveTo>
                <a:cubicBezTo>
                  <a:pt x="798617" y="1233839"/>
                  <a:pt x="805064" y="1241279"/>
                  <a:pt x="805064" y="1255664"/>
                </a:cubicBezTo>
                <a:cubicBezTo>
                  <a:pt x="805064" y="1270049"/>
                  <a:pt x="798121" y="1276497"/>
                  <a:pt x="782744" y="1276497"/>
                </a:cubicBezTo>
                <a:cubicBezTo>
                  <a:pt x="768855" y="1276497"/>
                  <a:pt x="762407" y="1269553"/>
                  <a:pt x="762407" y="1254176"/>
                </a:cubicBezTo>
                <a:cubicBezTo>
                  <a:pt x="762407" y="1240287"/>
                  <a:pt x="769847" y="1233839"/>
                  <a:pt x="785225" y="1233839"/>
                </a:cubicBezTo>
                <a:close/>
                <a:moveTo>
                  <a:pt x="917648" y="1233343"/>
                </a:moveTo>
                <a:cubicBezTo>
                  <a:pt x="928561" y="1233343"/>
                  <a:pt x="938481" y="1243264"/>
                  <a:pt x="938481" y="1254672"/>
                </a:cubicBezTo>
                <a:cubicBezTo>
                  <a:pt x="938481" y="1266577"/>
                  <a:pt x="928561" y="1276497"/>
                  <a:pt x="917152" y="1276497"/>
                </a:cubicBezTo>
                <a:cubicBezTo>
                  <a:pt x="905744" y="1276497"/>
                  <a:pt x="895823" y="1266577"/>
                  <a:pt x="895823" y="1254672"/>
                </a:cubicBezTo>
                <a:cubicBezTo>
                  <a:pt x="895823" y="1243264"/>
                  <a:pt x="906240" y="1233343"/>
                  <a:pt x="917648" y="1233343"/>
                </a:cubicBezTo>
                <a:close/>
                <a:moveTo>
                  <a:pt x="851211" y="1232847"/>
                </a:moveTo>
                <a:cubicBezTo>
                  <a:pt x="857660" y="1233343"/>
                  <a:pt x="862621" y="1235823"/>
                  <a:pt x="866095" y="1239295"/>
                </a:cubicBezTo>
                <a:cubicBezTo>
                  <a:pt x="869566" y="1242768"/>
                  <a:pt x="873038" y="1248224"/>
                  <a:pt x="871550" y="1254672"/>
                </a:cubicBezTo>
                <a:cubicBezTo>
                  <a:pt x="870558" y="1257648"/>
                  <a:pt x="871550" y="1261121"/>
                  <a:pt x="870062" y="1263601"/>
                </a:cubicBezTo>
                <a:cubicBezTo>
                  <a:pt x="867086" y="1267569"/>
                  <a:pt x="864110" y="1272529"/>
                  <a:pt x="859645" y="1274513"/>
                </a:cubicBezTo>
                <a:cubicBezTo>
                  <a:pt x="857164" y="1276497"/>
                  <a:pt x="853197" y="1276497"/>
                  <a:pt x="849724" y="1276993"/>
                </a:cubicBezTo>
                <a:cubicBezTo>
                  <a:pt x="842780" y="1279473"/>
                  <a:pt x="838315" y="1274017"/>
                  <a:pt x="834349" y="1270545"/>
                </a:cubicBezTo>
                <a:cubicBezTo>
                  <a:pt x="830381" y="1267073"/>
                  <a:pt x="828396" y="1260625"/>
                  <a:pt x="828396" y="1254176"/>
                </a:cubicBezTo>
                <a:cubicBezTo>
                  <a:pt x="828396" y="1247232"/>
                  <a:pt x="831373" y="1242271"/>
                  <a:pt x="834844" y="1238799"/>
                </a:cubicBezTo>
                <a:cubicBezTo>
                  <a:pt x="838810" y="1234831"/>
                  <a:pt x="844760" y="1232847"/>
                  <a:pt x="851211" y="1232847"/>
                </a:cubicBezTo>
                <a:close/>
                <a:moveTo>
                  <a:pt x="715277" y="1231855"/>
                </a:moveTo>
                <a:cubicBezTo>
                  <a:pt x="726686" y="1231855"/>
                  <a:pt x="738590" y="1244256"/>
                  <a:pt x="738590" y="1255664"/>
                </a:cubicBezTo>
                <a:cubicBezTo>
                  <a:pt x="738590" y="1267073"/>
                  <a:pt x="725198" y="1279969"/>
                  <a:pt x="714285" y="1279473"/>
                </a:cubicBezTo>
                <a:cubicBezTo>
                  <a:pt x="702877" y="1278977"/>
                  <a:pt x="690972" y="1266577"/>
                  <a:pt x="690972" y="1255664"/>
                </a:cubicBezTo>
                <a:cubicBezTo>
                  <a:pt x="690972" y="1244256"/>
                  <a:pt x="704365" y="1231359"/>
                  <a:pt x="715277" y="1231855"/>
                </a:cubicBezTo>
                <a:close/>
                <a:moveTo>
                  <a:pt x="312507" y="1231855"/>
                </a:moveTo>
                <a:cubicBezTo>
                  <a:pt x="327389" y="1231359"/>
                  <a:pt x="336318" y="1240287"/>
                  <a:pt x="336318" y="1255664"/>
                </a:cubicBezTo>
                <a:cubicBezTo>
                  <a:pt x="336318" y="1270545"/>
                  <a:pt x="327389" y="1279473"/>
                  <a:pt x="312011" y="1279473"/>
                </a:cubicBezTo>
                <a:cubicBezTo>
                  <a:pt x="297130" y="1279473"/>
                  <a:pt x="288698" y="1270049"/>
                  <a:pt x="288698" y="1254672"/>
                </a:cubicBezTo>
                <a:cubicBezTo>
                  <a:pt x="288698" y="1240783"/>
                  <a:pt x="298122" y="1231855"/>
                  <a:pt x="312507" y="1231855"/>
                </a:cubicBezTo>
                <a:close/>
                <a:moveTo>
                  <a:pt x="648801" y="1231359"/>
                </a:moveTo>
                <a:cubicBezTo>
                  <a:pt x="660210" y="1232351"/>
                  <a:pt x="672115" y="1244752"/>
                  <a:pt x="671619" y="1255664"/>
                </a:cubicBezTo>
                <a:cubicBezTo>
                  <a:pt x="671123" y="1267569"/>
                  <a:pt x="658226" y="1279969"/>
                  <a:pt x="646817" y="1278977"/>
                </a:cubicBezTo>
                <a:cubicBezTo>
                  <a:pt x="635409" y="1278481"/>
                  <a:pt x="623504" y="1265585"/>
                  <a:pt x="624000" y="1254672"/>
                </a:cubicBezTo>
                <a:cubicBezTo>
                  <a:pt x="624496" y="1242767"/>
                  <a:pt x="637393" y="1230367"/>
                  <a:pt x="648801" y="1231359"/>
                </a:cubicBezTo>
                <a:close/>
                <a:moveTo>
                  <a:pt x="582378" y="1231359"/>
                </a:moveTo>
                <a:cubicBezTo>
                  <a:pt x="593292" y="1231855"/>
                  <a:pt x="605198" y="1244256"/>
                  <a:pt x="605198" y="1255664"/>
                </a:cubicBezTo>
                <a:cubicBezTo>
                  <a:pt x="605198" y="1267569"/>
                  <a:pt x="592300" y="1278978"/>
                  <a:pt x="580394" y="1278978"/>
                </a:cubicBezTo>
                <a:cubicBezTo>
                  <a:pt x="569481" y="1278482"/>
                  <a:pt x="557575" y="1266081"/>
                  <a:pt x="557575" y="1254672"/>
                </a:cubicBezTo>
                <a:cubicBezTo>
                  <a:pt x="557575" y="1242768"/>
                  <a:pt x="570473" y="1231359"/>
                  <a:pt x="582378" y="1231359"/>
                </a:cubicBezTo>
                <a:close/>
                <a:moveTo>
                  <a:pt x="515413" y="1231359"/>
                </a:moveTo>
                <a:cubicBezTo>
                  <a:pt x="527318" y="1231359"/>
                  <a:pt x="538728" y="1241280"/>
                  <a:pt x="538728" y="1255664"/>
                </a:cubicBezTo>
                <a:cubicBezTo>
                  <a:pt x="538233" y="1268561"/>
                  <a:pt x="528310" y="1279474"/>
                  <a:pt x="514421" y="1278978"/>
                </a:cubicBezTo>
                <a:cubicBezTo>
                  <a:pt x="500531" y="1278482"/>
                  <a:pt x="490609" y="1268065"/>
                  <a:pt x="491601" y="1254176"/>
                </a:cubicBezTo>
                <a:cubicBezTo>
                  <a:pt x="492593" y="1239791"/>
                  <a:pt x="501523" y="1231855"/>
                  <a:pt x="515413" y="1231359"/>
                </a:cubicBezTo>
                <a:close/>
                <a:moveTo>
                  <a:pt x="445466" y="1231359"/>
                </a:moveTo>
                <a:cubicBezTo>
                  <a:pt x="460844" y="1231359"/>
                  <a:pt x="469774" y="1240784"/>
                  <a:pt x="469278" y="1255664"/>
                </a:cubicBezTo>
                <a:cubicBezTo>
                  <a:pt x="469278" y="1270545"/>
                  <a:pt x="459852" y="1278978"/>
                  <a:pt x="444474" y="1278978"/>
                </a:cubicBezTo>
                <a:cubicBezTo>
                  <a:pt x="438025" y="1278978"/>
                  <a:pt x="432569" y="1276993"/>
                  <a:pt x="428103" y="1272529"/>
                </a:cubicBezTo>
                <a:cubicBezTo>
                  <a:pt x="422647" y="1267569"/>
                  <a:pt x="421159" y="1261121"/>
                  <a:pt x="421159" y="1254176"/>
                </a:cubicBezTo>
                <a:cubicBezTo>
                  <a:pt x="421655" y="1240287"/>
                  <a:pt x="430585" y="1231359"/>
                  <a:pt x="445466" y="1231359"/>
                </a:cubicBezTo>
                <a:close/>
                <a:moveTo>
                  <a:pt x="378480" y="1231359"/>
                </a:moveTo>
                <a:cubicBezTo>
                  <a:pt x="393362" y="1231855"/>
                  <a:pt x="402787" y="1240287"/>
                  <a:pt x="402787" y="1254672"/>
                </a:cubicBezTo>
                <a:cubicBezTo>
                  <a:pt x="402787" y="1270049"/>
                  <a:pt x="393858" y="1278978"/>
                  <a:pt x="379472" y="1278978"/>
                </a:cubicBezTo>
                <a:cubicBezTo>
                  <a:pt x="364095" y="1278978"/>
                  <a:pt x="355662" y="1270049"/>
                  <a:pt x="355166" y="1255168"/>
                </a:cubicBezTo>
                <a:cubicBezTo>
                  <a:pt x="355166" y="1248224"/>
                  <a:pt x="356654" y="1242768"/>
                  <a:pt x="362110" y="1237807"/>
                </a:cubicBezTo>
                <a:cubicBezTo>
                  <a:pt x="366576" y="1233343"/>
                  <a:pt x="372032" y="1231359"/>
                  <a:pt x="378480" y="1231359"/>
                </a:cubicBezTo>
                <a:close/>
                <a:moveTo>
                  <a:pt x="243066" y="1231359"/>
                </a:moveTo>
                <a:cubicBezTo>
                  <a:pt x="258443" y="1231359"/>
                  <a:pt x="267372" y="1240784"/>
                  <a:pt x="266876" y="1255664"/>
                </a:cubicBezTo>
                <a:cubicBezTo>
                  <a:pt x="266876" y="1270545"/>
                  <a:pt x="257451" y="1278978"/>
                  <a:pt x="242074" y="1278978"/>
                </a:cubicBezTo>
                <a:cubicBezTo>
                  <a:pt x="235626" y="1278978"/>
                  <a:pt x="230170" y="1276993"/>
                  <a:pt x="225705" y="1272529"/>
                </a:cubicBezTo>
                <a:cubicBezTo>
                  <a:pt x="220249" y="1267569"/>
                  <a:pt x="218761" y="1261121"/>
                  <a:pt x="218761" y="1254176"/>
                </a:cubicBezTo>
                <a:cubicBezTo>
                  <a:pt x="219257" y="1240287"/>
                  <a:pt x="228186" y="1231359"/>
                  <a:pt x="243066" y="1231359"/>
                </a:cubicBezTo>
                <a:close/>
                <a:moveTo>
                  <a:pt x="175604" y="1231359"/>
                </a:moveTo>
                <a:cubicBezTo>
                  <a:pt x="191477" y="1231359"/>
                  <a:pt x="200406" y="1240287"/>
                  <a:pt x="200406" y="1254672"/>
                </a:cubicBezTo>
                <a:cubicBezTo>
                  <a:pt x="200406" y="1270049"/>
                  <a:pt x="191477" y="1278978"/>
                  <a:pt x="176596" y="1278978"/>
                </a:cubicBezTo>
                <a:cubicBezTo>
                  <a:pt x="161219" y="1278978"/>
                  <a:pt x="152787" y="1270049"/>
                  <a:pt x="152787" y="1255168"/>
                </a:cubicBezTo>
                <a:cubicBezTo>
                  <a:pt x="152787" y="1240784"/>
                  <a:pt x="161715" y="1231359"/>
                  <a:pt x="175604" y="1231359"/>
                </a:cubicBezTo>
                <a:close/>
                <a:moveTo>
                  <a:pt x="110140" y="1231359"/>
                </a:moveTo>
                <a:cubicBezTo>
                  <a:pt x="125021" y="1231359"/>
                  <a:pt x="133950" y="1240287"/>
                  <a:pt x="133950" y="1255664"/>
                </a:cubicBezTo>
                <a:cubicBezTo>
                  <a:pt x="133950" y="1270545"/>
                  <a:pt x="125021" y="1278978"/>
                  <a:pt x="109644" y="1278978"/>
                </a:cubicBezTo>
                <a:cubicBezTo>
                  <a:pt x="95259" y="1278978"/>
                  <a:pt x="86331" y="1269553"/>
                  <a:pt x="86331" y="1254176"/>
                </a:cubicBezTo>
                <a:cubicBezTo>
                  <a:pt x="86331" y="1240287"/>
                  <a:pt x="95756" y="1231359"/>
                  <a:pt x="110140" y="1231359"/>
                </a:cubicBezTo>
                <a:close/>
                <a:moveTo>
                  <a:pt x="43177" y="1231359"/>
                </a:moveTo>
                <a:cubicBezTo>
                  <a:pt x="58553" y="1231359"/>
                  <a:pt x="66986" y="1240287"/>
                  <a:pt x="66986" y="1255664"/>
                </a:cubicBezTo>
                <a:cubicBezTo>
                  <a:pt x="66986" y="1270545"/>
                  <a:pt x="58057" y="1278978"/>
                  <a:pt x="42681" y="1278978"/>
                </a:cubicBezTo>
                <a:cubicBezTo>
                  <a:pt x="28296" y="1278978"/>
                  <a:pt x="19368" y="1269553"/>
                  <a:pt x="19368" y="1254176"/>
                </a:cubicBezTo>
                <a:cubicBezTo>
                  <a:pt x="19368" y="1240287"/>
                  <a:pt x="28793" y="1231359"/>
                  <a:pt x="43177" y="1231359"/>
                </a:cubicBezTo>
                <a:close/>
                <a:moveTo>
                  <a:pt x="2128448" y="1182748"/>
                </a:moveTo>
                <a:cubicBezTo>
                  <a:pt x="2129936" y="1184236"/>
                  <a:pt x="2131424" y="1185228"/>
                  <a:pt x="2131424" y="1185724"/>
                </a:cubicBezTo>
                <a:cubicBezTo>
                  <a:pt x="2130928" y="1186716"/>
                  <a:pt x="2129936" y="1187708"/>
                  <a:pt x="2128944" y="1188700"/>
                </a:cubicBezTo>
                <a:cubicBezTo>
                  <a:pt x="2128944" y="1188700"/>
                  <a:pt x="2126960" y="1187708"/>
                  <a:pt x="2126960" y="1187212"/>
                </a:cubicBezTo>
                <a:cubicBezTo>
                  <a:pt x="2126960" y="1185724"/>
                  <a:pt x="2127456" y="1184732"/>
                  <a:pt x="2128448" y="1182748"/>
                </a:cubicBezTo>
                <a:close/>
                <a:moveTo>
                  <a:pt x="2062476" y="1182252"/>
                </a:moveTo>
                <a:cubicBezTo>
                  <a:pt x="2063469" y="1181756"/>
                  <a:pt x="2065453" y="1183740"/>
                  <a:pt x="2068429" y="1185724"/>
                </a:cubicBezTo>
                <a:cubicBezTo>
                  <a:pt x="2066445" y="1187708"/>
                  <a:pt x="2064957" y="1189692"/>
                  <a:pt x="2063469" y="1191181"/>
                </a:cubicBezTo>
                <a:cubicBezTo>
                  <a:pt x="2061981" y="1192173"/>
                  <a:pt x="2057516" y="1188204"/>
                  <a:pt x="2058012" y="1186716"/>
                </a:cubicBezTo>
                <a:cubicBezTo>
                  <a:pt x="2059004" y="1184732"/>
                  <a:pt x="2060492" y="1182252"/>
                  <a:pt x="2062476" y="1182252"/>
                </a:cubicBezTo>
                <a:close/>
                <a:moveTo>
                  <a:pt x="1995512" y="1179772"/>
                </a:moveTo>
                <a:cubicBezTo>
                  <a:pt x="1997993" y="1179276"/>
                  <a:pt x="2000969" y="1183244"/>
                  <a:pt x="2003945" y="1186221"/>
                </a:cubicBezTo>
                <a:cubicBezTo>
                  <a:pt x="2000969" y="1189197"/>
                  <a:pt x="1997993" y="1193661"/>
                  <a:pt x="1996008" y="1193165"/>
                </a:cubicBezTo>
                <a:cubicBezTo>
                  <a:pt x="1993032" y="1192173"/>
                  <a:pt x="1991048" y="1188701"/>
                  <a:pt x="1988072" y="1186221"/>
                </a:cubicBezTo>
                <a:cubicBezTo>
                  <a:pt x="1990552" y="1183741"/>
                  <a:pt x="1993032" y="1180268"/>
                  <a:pt x="1995512" y="1179772"/>
                </a:cubicBezTo>
                <a:close/>
                <a:moveTo>
                  <a:pt x="1928549" y="1176796"/>
                </a:moveTo>
                <a:cubicBezTo>
                  <a:pt x="1931029" y="1176796"/>
                  <a:pt x="1937973" y="1183244"/>
                  <a:pt x="1938469" y="1185724"/>
                </a:cubicBezTo>
                <a:cubicBezTo>
                  <a:pt x="1938965" y="1188205"/>
                  <a:pt x="1932517" y="1195645"/>
                  <a:pt x="1930037" y="1195645"/>
                </a:cubicBezTo>
                <a:cubicBezTo>
                  <a:pt x="1927061" y="1196141"/>
                  <a:pt x="1919124" y="1189197"/>
                  <a:pt x="1919620" y="1186221"/>
                </a:cubicBezTo>
                <a:cubicBezTo>
                  <a:pt x="1920116" y="1184236"/>
                  <a:pt x="1920612" y="1181756"/>
                  <a:pt x="1922100" y="1180268"/>
                </a:cubicBezTo>
                <a:cubicBezTo>
                  <a:pt x="1923588" y="1178780"/>
                  <a:pt x="1926565" y="1177788"/>
                  <a:pt x="1928549" y="1176796"/>
                </a:cubicBezTo>
                <a:close/>
                <a:moveTo>
                  <a:pt x="1860593" y="1176300"/>
                </a:moveTo>
                <a:cubicBezTo>
                  <a:pt x="1869026" y="1176796"/>
                  <a:pt x="1869522" y="1177292"/>
                  <a:pt x="1869522" y="1186221"/>
                </a:cubicBezTo>
                <a:cubicBezTo>
                  <a:pt x="1869522" y="1194653"/>
                  <a:pt x="1868530" y="1195645"/>
                  <a:pt x="1860097" y="1195645"/>
                </a:cubicBezTo>
                <a:cubicBezTo>
                  <a:pt x="1851169" y="1195645"/>
                  <a:pt x="1850177" y="1195149"/>
                  <a:pt x="1850673" y="1185228"/>
                </a:cubicBezTo>
                <a:cubicBezTo>
                  <a:pt x="1850673" y="1177292"/>
                  <a:pt x="1851665" y="1176300"/>
                  <a:pt x="1860593" y="1176300"/>
                </a:cubicBezTo>
                <a:close/>
                <a:moveTo>
                  <a:pt x="1794126" y="1174315"/>
                </a:moveTo>
                <a:cubicBezTo>
                  <a:pt x="1800078" y="1174811"/>
                  <a:pt x="1805534" y="1180764"/>
                  <a:pt x="1805038" y="1186716"/>
                </a:cubicBezTo>
                <a:cubicBezTo>
                  <a:pt x="1804542" y="1193164"/>
                  <a:pt x="1799086" y="1198124"/>
                  <a:pt x="1793134" y="1198124"/>
                </a:cubicBezTo>
                <a:cubicBezTo>
                  <a:pt x="1785693" y="1198124"/>
                  <a:pt x="1780733" y="1191676"/>
                  <a:pt x="1781229" y="1185228"/>
                </a:cubicBezTo>
                <a:cubicBezTo>
                  <a:pt x="1781725" y="1178779"/>
                  <a:pt x="1787677" y="1173819"/>
                  <a:pt x="1794126" y="1174315"/>
                </a:cubicBezTo>
                <a:close/>
                <a:moveTo>
                  <a:pt x="1725674" y="1171835"/>
                </a:moveTo>
                <a:cubicBezTo>
                  <a:pt x="1731130" y="1172331"/>
                  <a:pt x="1740555" y="1181260"/>
                  <a:pt x="1740555" y="1185724"/>
                </a:cubicBezTo>
                <a:cubicBezTo>
                  <a:pt x="1740555" y="1188204"/>
                  <a:pt x="1738571" y="1191180"/>
                  <a:pt x="1736587" y="1193660"/>
                </a:cubicBezTo>
                <a:cubicBezTo>
                  <a:pt x="1730138" y="1201597"/>
                  <a:pt x="1722698" y="1201597"/>
                  <a:pt x="1716250" y="1194156"/>
                </a:cubicBezTo>
                <a:cubicBezTo>
                  <a:pt x="1711785" y="1188700"/>
                  <a:pt x="1711289" y="1183740"/>
                  <a:pt x="1716250" y="1178779"/>
                </a:cubicBezTo>
                <a:cubicBezTo>
                  <a:pt x="1719722" y="1175803"/>
                  <a:pt x="1723194" y="1173819"/>
                  <a:pt x="1725674" y="1171835"/>
                </a:cubicBezTo>
                <a:close/>
                <a:moveTo>
                  <a:pt x="1657719" y="1171835"/>
                </a:moveTo>
                <a:cubicBezTo>
                  <a:pt x="1665159" y="1171835"/>
                  <a:pt x="1672104" y="1178779"/>
                  <a:pt x="1671608" y="1186220"/>
                </a:cubicBezTo>
                <a:cubicBezTo>
                  <a:pt x="1671608" y="1193660"/>
                  <a:pt x="1664663" y="1200605"/>
                  <a:pt x="1657223" y="1200109"/>
                </a:cubicBezTo>
                <a:cubicBezTo>
                  <a:pt x="1649782" y="1200109"/>
                  <a:pt x="1642838" y="1193164"/>
                  <a:pt x="1643334" y="1185724"/>
                </a:cubicBezTo>
                <a:cubicBezTo>
                  <a:pt x="1643334" y="1178283"/>
                  <a:pt x="1650279" y="1171835"/>
                  <a:pt x="1657719" y="1171835"/>
                </a:cubicBezTo>
                <a:close/>
                <a:moveTo>
                  <a:pt x="1591251" y="1171835"/>
                </a:moveTo>
                <a:cubicBezTo>
                  <a:pt x="1601171" y="1171835"/>
                  <a:pt x="1605140" y="1176299"/>
                  <a:pt x="1605140" y="1186220"/>
                </a:cubicBezTo>
                <a:cubicBezTo>
                  <a:pt x="1605140" y="1196140"/>
                  <a:pt x="1601171" y="1200605"/>
                  <a:pt x="1591251" y="1200605"/>
                </a:cubicBezTo>
                <a:cubicBezTo>
                  <a:pt x="1580338" y="1200605"/>
                  <a:pt x="1576370" y="1197132"/>
                  <a:pt x="1576866" y="1185724"/>
                </a:cubicBezTo>
                <a:cubicBezTo>
                  <a:pt x="1576866" y="1175803"/>
                  <a:pt x="1581330" y="1171835"/>
                  <a:pt x="1591251" y="1171835"/>
                </a:cubicBezTo>
                <a:close/>
                <a:moveTo>
                  <a:pt x="1523792" y="1169355"/>
                </a:moveTo>
                <a:cubicBezTo>
                  <a:pt x="1533216" y="1169355"/>
                  <a:pt x="1541153" y="1179772"/>
                  <a:pt x="1540657" y="1186220"/>
                </a:cubicBezTo>
                <a:cubicBezTo>
                  <a:pt x="1540657" y="1194156"/>
                  <a:pt x="1531728" y="1203085"/>
                  <a:pt x="1523792" y="1202589"/>
                </a:cubicBezTo>
                <a:cubicBezTo>
                  <a:pt x="1515359" y="1202093"/>
                  <a:pt x="1506927" y="1193164"/>
                  <a:pt x="1507423" y="1185228"/>
                </a:cubicBezTo>
                <a:cubicBezTo>
                  <a:pt x="1507919" y="1177787"/>
                  <a:pt x="1516351" y="1169355"/>
                  <a:pt x="1523792" y="1169355"/>
                </a:cubicBezTo>
                <a:close/>
                <a:moveTo>
                  <a:pt x="1457820" y="1169355"/>
                </a:moveTo>
                <a:cubicBezTo>
                  <a:pt x="1468733" y="1169851"/>
                  <a:pt x="1474189" y="1175307"/>
                  <a:pt x="1474189" y="1186220"/>
                </a:cubicBezTo>
                <a:cubicBezTo>
                  <a:pt x="1474189" y="1197133"/>
                  <a:pt x="1468733" y="1202589"/>
                  <a:pt x="1457324" y="1202589"/>
                </a:cubicBezTo>
                <a:cubicBezTo>
                  <a:pt x="1446411" y="1202589"/>
                  <a:pt x="1440955" y="1197133"/>
                  <a:pt x="1440955" y="1185724"/>
                </a:cubicBezTo>
                <a:cubicBezTo>
                  <a:pt x="1440955" y="1174811"/>
                  <a:pt x="1446411" y="1169355"/>
                  <a:pt x="1457820" y="1169355"/>
                </a:cubicBezTo>
                <a:close/>
                <a:moveTo>
                  <a:pt x="1321908" y="1167371"/>
                </a:moveTo>
                <a:cubicBezTo>
                  <a:pt x="1327364" y="1165883"/>
                  <a:pt x="1331333" y="1170347"/>
                  <a:pt x="1334805" y="1172331"/>
                </a:cubicBezTo>
                <a:cubicBezTo>
                  <a:pt x="1338277" y="1174812"/>
                  <a:pt x="1339269" y="1181260"/>
                  <a:pt x="1341749" y="1186220"/>
                </a:cubicBezTo>
                <a:cubicBezTo>
                  <a:pt x="1339269" y="1191180"/>
                  <a:pt x="1338277" y="1197629"/>
                  <a:pt x="1334805" y="1200109"/>
                </a:cubicBezTo>
                <a:cubicBezTo>
                  <a:pt x="1331333" y="1202589"/>
                  <a:pt x="1326868" y="1206557"/>
                  <a:pt x="1321908" y="1205069"/>
                </a:cubicBezTo>
                <a:cubicBezTo>
                  <a:pt x="1317444" y="1204077"/>
                  <a:pt x="1311492" y="1203085"/>
                  <a:pt x="1309011" y="1199613"/>
                </a:cubicBezTo>
                <a:cubicBezTo>
                  <a:pt x="1306035" y="1196141"/>
                  <a:pt x="1302067" y="1191180"/>
                  <a:pt x="1303555" y="1185724"/>
                </a:cubicBezTo>
                <a:cubicBezTo>
                  <a:pt x="1304547" y="1181260"/>
                  <a:pt x="1306035" y="1175804"/>
                  <a:pt x="1309011" y="1172827"/>
                </a:cubicBezTo>
                <a:cubicBezTo>
                  <a:pt x="1311988" y="1169851"/>
                  <a:pt x="1317444" y="1168363"/>
                  <a:pt x="1321908" y="1167371"/>
                </a:cubicBezTo>
                <a:close/>
                <a:moveTo>
                  <a:pt x="1254945" y="1167371"/>
                </a:moveTo>
                <a:cubicBezTo>
                  <a:pt x="1266354" y="1167371"/>
                  <a:pt x="1274290" y="1175307"/>
                  <a:pt x="1274290" y="1186716"/>
                </a:cubicBezTo>
                <a:cubicBezTo>
                  <a:pt x="1274290" y="1198125"/>
                  <a:pt x="1266354" y="1205565"/>
                  <a:pt x="1254449" y="1205565"/>
                </a:cubicBezTo>
                <a:cubicBezTo>
                  <a:pt x="1243041" y="1205565"/>
                  <a:pt x="1235600" y="1197629"/>
                  <a:pt x="1236096" y="1185724"/>
                </a:cubicBezTo>
                <a:cubicBezTo>
                  <a:pt x="1236096" y="1175307"/>
                  <a:pt x="1244033" y="1167371"/>
                  <a:pt x="1254945" y="1167371"/>
                </a:cubicBezTo>
                <a:close/>
                <a:moveTo>
                  <a:pt x="1185997" y="1167371"/>
                </a:moveTo>
                <a:cubicBezTo>
                  <a:pt x="1191949" y="1167371"/>
                  <a:pt x="1196414" y="1168363"/>
                  <a:pt x="1200382" y="1172827"/>
                </a:cubicBezTo>
                <a:cubicBezTo>
                  <a:pt x="1203854" y="1176795"/>
                  <a:pt x="1206830" y="1180268"/>
                  <a:pt x="1204846" y="1185228"/>
                </a:cubicBezTo>
                <a:cubicBezTo>
                  <a:pt x="1206334" y="1191180"/>
                  <a:pt x="1204350" y="1195148"/>
                  <a:pt x="1200382" y="1199613"/>
                </a:cubicBezTo>
                <a:cubicBezTo>
                  <a:pt x="1195918" y="1204077"/>
                  <a:pt x="1191949" y="1205565"/>
                  <a:pt x="1185997" y="1205565"/>
                </a:cubicBezTo>
                <a:cubicBezTo>
                  <a:pt x="1180541" y="1205565"/>
                  <a:pt x="1176572" y="1204077"/>
                  <a:pt x="1172604" y="1200605"/>
                </a:cubicBezTo>
                <a:cubicBezTo>
                  <a:pt x="1167644" y="1196141"/>
                  <a:pt x="1167148" y="1191676"/>
                  <a:pt x="1167148" y="1186220"/>
                </a:cubicBezTo>
                <a:cubicBezTo>
                  <a:pt x="1167148" y="1180764"/>
                  <a:pt x="1168636" y="1176795"/>
                  <a:pt x="1172604" y="1172827"/>
                </a:cubicBezTo>
                <a:cubicBezTo>
                  <a:pt x="1176572" y="1168859"/>
                  <a:pt x="1180541" y="1167371"/>
                  <a:pt x="1185997" y="1167371"/>
                </a:cubicBezTo>
                <a:close/>
                <a:moveTo>
                  <a:pt x="1388872" y="1166875"/>
                </a:moveTo>
                <a:cubicBezTo>
                  <a:pt x="1393832" y="1170347"/>
                  <a:pt x="1400281" y="1169851"/>
                  <a:pt x="1403257" y="1175803"/>
                </a:cubicBezTo>
                <a:cubicBezTo>
                  <a:pt x="1405241" y="1179276"/>
                  <a:pt x="1408217" y="1183740"/>
                  <a:pt x="1407225" y="1186716"/>
                </a:cubicBezTo>
                <a:cubicBezTo>
                  <a:pt x="1405737" y="1191676"/>
                  <a:pt x="1404249" y="1198125"/>
                  <a:pt x="1398793" y="1200605"/>
                </a:cubicBezTo>
                <a:cubicBezTo>
                  <a:pt x="1395320" y="1202589"/>
                  <a:pt x="1390856" y="1205069"/>
                  <a:pt x="1387880" y="1204573"/>
                </a:cubicBezTo>
                <a:cubicBezTo>
                  <a:pt x="1382920" y="1203085"/>
                  <a:pt x="1376968" y="1201101"/>
                  <a:pt x="1373991" y="1195645"/>
                </a:cubicBezTo>
                <a:cubicBezTo>
                  <a:pt x="1372007" y="1192668"/>
                  <a:pt x="1369527" y="1188700"/>
                  <a:pt x="1370023" y="1185724"/>
                </a:cubicBezTo>
                <a:cubicBezTo>
                  <a:pt x="1371511" y="1180764"/>
                  <a:pt x="1372503" y="1174315"/>
                  <a:pt x="1377959" y="1171339"/>
                </a:cubicBezTo>
                <a:cubicBezTo>
                  <a:pt x="1381432" y="1169851"/>
                  <a:pt x="1385400" y="1168363"/>
                  <a:pt x="1388872" y="1166875"/>
                </a:cubicBezTo>
                <a:close/>
                <a:moveTo>
                  <a:pt x="1119529" y="1165387"/>
                </a:moveTo>
                <a:cubicBezTo>
                  <a:pt x="1128954" y="1164891"/>
                  <a:pt x="1141354" y="1177292"/>
                  <a:pt x="1140858" y="1186717"/>
                </a:cubicBezTo>
                <a:cubicBezTo>
                  <a:pt x="1140858" y="1196141"/>
                  <a:pt x="1127962" y="1208542"/>
                  <a:pt x="1119033" y="1208046"/>
                </a:cubicBezTo>
                <a:cubicBezTo>
                  <a:pt x="1109609" y="1207550"/>
                  <a:pt x="1097704" y="1194653"/>
                  <a:pt x="1098200" y="1185725"/>
                </a:cubicBezTo>
                <a:cubicBezTo>
                  <a:pt x="1098696" y="1176796"/>
                  <a:pt x="1111097" y="1165387"/>
                  <a:pt x="1119529" y="1165387"/>
                </a:cubicBezTo>
                <a:close/>
                <a:moveTo>
                  <a:pt x="1052566" y="1164891"/>
                </a:moveTo>
                <a:cubicBezTo>
                  <a:pt x="1063975" y="1164891"/>
                  <a:pt x="1074391" y="1174812"/>
                  <a:pt x="1074391" y="1186220"/>
                </a:cubicBezTo>
                <a:cubicBezTo>
                  <a:pt x="1074391" y="1197133"/>
                  <a:pt x="1064471" y="1207549"/>
                  <a:pt x="1053558" y="1207549"/>
                </a:cubicBezTo>
                <a:cubicBezTo>
                  <a:pt x="1041694" y="1207549"/>
                  <a:pt x="1031277" y="1198125"/>
                  <a:pt x="1031277" y="1186716"/>
                </a:cubicBezTo>
                <a:cubicBezTo>
                  <a:pt x="1031277" y="1174812"/>
                  <a:pt x="1041198" y="1164891"/>
                  <a:pt x="1052566" y="1164891"/>
                </a:cubicBezTo>
                <a:close/>
                <a:moveTo>
                  <a:pt x="985624" y="1164891"/>
                </a:moveTo>
                <a:cubicBezTo>
                  <a:pt x="997529" y="1164891"/>
                  <a:pt x="1007449" y="1174315"/>
                  <a:pt x="1007449" y="1186220"/>
                </a:cubicBezTo>
                <a:cubicBezTo>
                  <a:pt x="1007449" y="1197133"/>
                  <a:pt x="998025" y="1207549"/>
                  <a:pt x="987112" y="1208045"/>
                </a:cubicBezTo>
                <a:cubicBezTo>
                  <a:pt x="975208" y="1208541"/>
                  <a:pt x="964791" y="1198621"/>
                  <a:pt x="964295" y="1187708"/>
                </a:cubicBezTo>
                <a:cubicBezTo>
                  <a:pt x="964295" y="1175308"/>
                  <a:pt x="974216" y="1164891"/>
                  <a:pt x="985624" y="1164891"/>
                </a:cubicBezTo>
                <a:close/>
                <a:moveTo>
                  <a:pt x="917675" y="1164395"/>
                </a:moveTo>
                <a:cubicBezTo>
                  <a:pt x="931564" y="1164395"/>
                  <a:pt x="938508" y="1171339"/>
                  <a:pt x="938508" y="1185228"/>
                </a:cubicBezTo>
                <a:cubicBezTo>
                  <a:pt x="938508" y="1200605"/>
                  <a:pt x="932060" y="1207549"/>
                  <a:pt x="917179" y="1207549"/>
                </a:cubicBezTo>
                <a:cubicBezTo>
                  <a:pt x="902299" y="1207549"/>
                  <a:pt x="895851" y="1200605"/>
                  <a:pt x="895851" y="1185724"/>
                </a:cubicBezTo>
                <a:cubicBezTo>
                  <a:pt x="895851" y="1170843"/>
                  <a:pt x="902795" y="1164395"/>
                  <a:pt x="917675" y="1164395"/>
                </a:cubicBezTo>
                <a:close/>
                <a:moveTo>
                  <a:pt x="851698" y="1162411"/>
                </a:moveTo>
                <a:cubicBezTo>
                  <a:pt x="856659" y="1165883"/>
                  <a:pt x="864596" y="1165387"/>
                  <a:pt x="868068" y="1171339"/>
                </a:cubicBezTo>
                <a:cubicBezTo>
                  <a:pt x="870548" y="1176300"/>
                  <a:pt x="872036" y="1181260"/>
                  <a:pt x="874516" y="1186220"/>
                </a:cubicBezTo>
                <a:cubicBezTo>
                  <a:pt x="871044" y="1191677"/>
                  <a:pt x="871044" y="1198621"/>
                  <a:pt x="866085" y="1203085"/>
                </a:cubicBezTo>
                <a:cubicBezTo>
                  <a:pt x="861122" y="1207053"/>
                  <a:pt x="855171" y="1207549"/>
                  <a:pt x="849715" y="1210030"/>
                </a:cubicBezTo>
                <a:cubicBezTo>
                  <a:pt x="844751" y="1206557"/>
                  <a:pt x="836818" y="1207053"/>
                  <a:pt x="833347" y="1201101"/>
                </a:cubicBezTo>
                <a:cubicBezTo>
                  <a:pt x="830867" y="1196141"/>
                  <a:pt x="826401" y="1190685"/>
                  <a:pt x="827393" y="1186220"/>
                </a:cubicBezTo>
                <a:cubicBezTo>
                  <a:pt x="828386" y="1180764"/>
                  <a:pt x="829874" y="1173820"/>
                  <a:pt x="835330" y="1169355"/>
                </a:cubicBezTo>
                <a:cubicBezTo>
                  <a:pt x="840287" y="1165387"/>
                  <a:pt x="846238" y="1164891"/>
                  <a:pt x="851698" y="1162411"/>
                </a:cubicBezTo>
                <a:close/>
                <a:moveTo>
                  <a:pt x="783244" y="1162411"/>
                </a:moveTo>
                <a:cubicBezTo>
                  <a:pt x="794156" y="1161915"/>
                  <a:pt x="806554" y="1173820"/>
                  <a:pt x="807549" y="1185228"/>
                </a:cubicBezTo>
                <a:cubicBezTo>
                  <a:pt x="808047" y="1196637"/>
                  <a:pt x="795644" y="1209534"/>
                  <a:pt x="784236" y="1210030"/>
                </a:cubicBezTo>
                <a:cubicBezTo>
                  <a:pt x="773324" y="1210526"/>
                  <a:pt x="760921" y="1198621"/>
                  <a:pt x="759929" y="1187212"/>
                </a:cubicBezTo>
                <a:cubicBezTo>
                  <a:pt x="759433" y="1175804"/>
                  <a:pt x="771836" y="1162907"/>
                  <a:pt x="783244" y="1162411"/>
                </a:cubicBezTo>
                <a:close/>
                <a:moveTo>
                  <a:pt x="715275" y="1162411"/>
                </a:moveTo>
                <a:cubicBezTo>
                  <a:pt x="727179" y="1162411"/>
                  <a:pt x="738588" y="1175308"/>
                  <a:pt x="738588" y="1187212"/>
                </a:cubicBezTo>
                <a:cubicBezTo>
                  <a:pt x="738092" y="1198125"/>
                  <a:pt x="725692" y="1210030"/>
                  <a:pt x="714283" y="1210030"/>
                </a:cubicBezTo>
                <a:cubicBezTo>
                  <a:pt x="702379" y="1210030"/>
                  <a:pt x="690970" y="1197133"/>
                  <a:pt x="690970" y="1185228"/>
                </a:cubicBezTo>
                <a:cubicBezTo>
                  <a:pt x="690970" y="1173820"/>
                  <a:pt x="703867" y="1162411"/>
                  <a:pt x="715275" y="1162411"/>
                </a:cubicBezTo>
                <a:close/>
                <a:moveTo>
                  <a:pt x="648347" y="1162411"/>
                </a:moveTo>
                <a:cubicBezTo>
                  <a:pt x="662235" y="1162907"/>
                  <a:pt x="672155" y="1173324"/>
                  <a:pt x="671163" y="1187213"/>
                </a:cubicBezTo>
                <a:cubicBezTo>
                  <a:pt x="670170" y="1201101"/>
                  <a:pt x="661243" y="1209534"/>
                  <a:pt x="647355" y="1210030"/>
                </a:cubicBezTo>
                <a:cubicBezTo>
                  <a:pt x="635948" y="1210526"/>
                  <a:pt x="624044" y="1200109"/>
                  <a:pt x="624044" y="1185725"/>
                </a:cubicBezTo>
                <a:cubicBezTo>
                  <a:pt x="624540" y="1172828"/>
                  <a:pt x="634460" y="1161915"/>
                  <a:pt x="648347" y="1162411"/>
                </a:cubicBezTo>
                <a:close/>
                <a:moveTo>
                  <a:pt x="581362" y="1162411"/>
                </a:moveTo>
                <a:cubicBezTo>
                  <a:pt x="596243" y="1162411"/>
                  <a:pt x="605173" y="1171339"/>
                  <a:pt x="605173" y="1186716"/>
                </a:cubicBezTo>
                <a:cubicBezTo>
                  <a:pt x="605173" y="1201597"/>
                  <a:pt x="596243" y="1210030"/>
                  <a:pt x="580866" y="1210030"/>
                </a:cubicBezTo>
                <a:cubicBezTo>
                  <a:pt x="566480" y="1210030"/>
                  <a:pt x="557552" y="1200605"/>
                  <a:pt x="557552" y="1185228"/>
                </a:cubicBezTo>
                <a:cubicBezTo>
                  <a:pt x="557552" y="1171339"/>
                  <a:pt x="566977" y="1162411"/>
                  <a:pt x="581362" y="1162411"/>
                </a:cubicBezTo>
                <a:close/>
                <a:moveTo>
                  <a:pt x="513918" y="1162411"/>
                </a:moveTo>
                <a:cubicBezTo>
                  <a:pt x="529297" y="1162411"/>
                  <a:pt x="538723" y="1170843"/>
                  <a:pt x="538723" y="1185724"/>
                </a:cubicBezTo>
                <a:cubicBezTo>
                  <a:pt x="538723" y="1201101"/>
                  <a:pt x="529793" y="1210030"/>
                  <a:pt x="514910" y="1210030"/>
                </a:cubicBezTo>
                <a:cubicBezTo>
                  <a:pt x="499532" y="1210030"/>
                  <a:pt x="491099" y="1201101"/>
                  <a:pt x="490603" y="1186220"/>
                </a:cubicBezTo>
                <a:cubicBezTo>
                  <a:pt x="490603" y="1179276"/>
                  <a:pt x="492588" y="1173820"/>
                  <a:pt x="497548" y="1168859"/>
                </a:cubicBezTo>
                <a:cubicBezTo>
                  <a:pt x="502013" y="1164395"/>
                  <a:pt x="507470" y="1162411"/>
                  <a:pt x="513918" y="1162411"/>
                </a:cubicBezTo>
                <a:close/>
                <a:moveTo>
                  <a:pt x="446424" y="1161915"/>
                </a:moveTo>
                <a:cubicBezTo>
                  <a:pt x="460809" y="1161915"/>
                  <a:pt x="469738" y="1170843"/>
                  <a:pt x="469738" y="1185228"/>
                </a:cubicBezTo>
                <a:cubicBezTo>
                  <a:pt x="469738" y="1201101"/>
                  <a:pt x="460809" y="1210030"/>
                  <a:pt x="445928" y="1210030"/>
                </a:cubicBezTo>
                <a:cubicBezTo>
                  <a:pt x="431047" y="1210030"/>
                  <a:pt x="422118" y="1201101"/>
                  <a:pt x="422118" y="1185724"/>
                </a:cubicBezTo>
                <a:cubicBezTo>
                  <a:pt x="422118" y="1170843"/>
                  <a:pt x="431047" y="1161915"/>
                  <a:pt x="446424" y="1161915"/>
                </a:cubicBezTo>
                <a:close/>
                <a:moveTo>
                  <a:pt x="109632" y="1160923"/>
                </a:moveTo>
                <a:cubicBezTo>
                  <a:pt x="116081" y="1160427"/>
                  <a:pt x="122529" y="1163403"/>
                  <a:pt x="127985" y="1167371"/>
                </a:cubicBezTo>
                <a:cubicBezTo>
                  <a:pt x="133442" y="1171836"/>
                  <a:pt x="133938" y="1179276"/>
                  <a:pt x="136914" y="1186220"/>
                </a:cubicBezTo>
                <a:cubicBezTo>
                  <a:pt x="133938" y="1192173"/>
                  <a:pt x="133938" y="1199613"/>
                  <a:pt x="128977" y="1204573"/>
                </a:cubicBezTo>
                <a:cubicBezTo>
                  <a:pt x="124017" y="1210030"/>
                  <a:pt x="117073" y="1211518"/>
                  <a:pt x="111120" y="1212510"/>
                </a:cubicBezTo>
                <a:cubicBezTo>
                  <a:pt x="104672" y="1213006"/>
                  <a:pt x="98224" y="1210030"/>
                  <a:pt x="92767" y="1206062"/>
                </a:cubicBezTo>
                <a:cubicBezTo>
                  <a:pt x="86815" y="1201101"/>
                  <a:pt x="85823" y="1194157"/>
                  <a:pt x="84335" y="1187213"/>
                </a:cubicBezTo>
                <a:cubicBezTo>
                  <a:pt x="83343" y="1183740"/>
                  <a:pt x="88799" y="1171836"/>
                  <a:pt x="91775" y="1168860"/>
                </a:cubicBezTo>
                <a:cubicBezTo>
                  <a:pt x="96736" y="1163403"/>
                  <a:pt x="103680" y="1161915"/>
                  <a:pt x="109632" y="1160923"/>
                </a:cubicBezTo>
                <a:close/>
                <a:moveTo>
                  <a:pt x="42680" y="1160923"/>
                </a:moveTo>
                <a:cubicBezTo>
                  <a:pt x="49129" y="1160427"/>
                  <a:pt x="55577" y="1163403"/>
                  <a:pt x="61033" y="1167371"/>
                </a:cubicBezTo>
                <a:cubicBezTo>
                  <a:pt x="66986" y="1171836"/>
                  <a:pt x="66986" y="1179276"/>
                  <a:pt x="69962" y="1186220"/>
                </a:cubicBezTo>
                <a:cubicBezTo>
                  <a:pt x="66986" y="1192173"/>
                  <a:pt x="66986" y="1199613"/>
                  <a:pt x="62025" y="1204573"/>
                </a:cubicBezTo>
                <a:cubicBezTo>
                  <a:pt x="57065" y="1210030"/>
                  <a:pt x="50121" y="1211518"/>
                  <a:pt x="44168" y="1212510"/>
                </a:cubicBezTo>
                <a:cubicBezTo>
                  <a:pt x="37720" y="1213006"/>
                  <a:pt x="31273" y="1210030"/>
                  <a:pt x="25816" y="1206062"/>
                </a:cubicBezTo>
                <a:cubicBezTo>
                  <a:pt x="19864" y="1201101"/>
                  <a:pt x="18872" y="1194157"/>
                  <a:pt x="17384" y="1187213"/>
                </a:cubicBezTo>
                <a:cubicBezTo>
                  <a:pt x="16392" y="1183740"/>
                  <a:pt x="21848" y="1171836"/>
                  <a:pt x="24824" y="1168860"/>
                </a:cubicBezTo>
                <a:cubicBezTo>
                  <a:pt x="29785" y="1163403"/>
                  <a:pt x="36729" y="1161915"/>
                  <a:pt x="42680" y="1160923"/>
                </a:cubicBezTo>
                <a:close/>
                <a:moveTo>
                  <a:pt x="243548" y="1159931"/>
                </a:moveTo>
                <a:cubicBezTo>
                  <a:pt x="250493" y="1159931"/>
                  <a:pt x="256941" y="1163899"/>
                  <a:pt x="261405" y="1168363"/>
                </a:cubicBezTo>
                <a:cubicBezTo>
                  <a:pt x="265870" y="1173324"/>
                  <a:pt x="269838" y="1179772"/>
                  <a:pt x="269342" y="1187212"/>
                </a:cubicBezTo>
                <a:cubicBezTo>
                  <a:pt x="267854" y="1193661"/>
                  <a:pt x="264878" y="1199613"/>
                  <a:pt x="260909" y="1205069"/>
                </a:cubicBezTo>
                <a:cubicBezTo>
                  <a:pt x="258925" y="1207550"/>
                  <a:pt x="245533" y="1212510"/>
                  <a:pt x="242556" y="1212510"/>
                </a:cubicBezTo>
                <a:cubicBezTo>
                  <a:pt x="235612" y="1212510"/>
                  <a:pt x="229164" y="1208542"/>
                  <a:pt x="224699" y="1204077"/>
                </a:cubicBezTo>
                <a:cubicBezTo>
                  <a:pt x="220235" y="1199117"/>
                  <a:pt x="216267" y="1192669"/>
                  <a:pt x="216763" y="1185228"/>
                </a:cubicBezTo>
                <a:cubicBezTo>
                  <a:pt x="217259" y="1178284"/>
                  <a:pt x="221227" y="1172828"/>
                  <a:pt x="225196" y="1167371"/>
                </a:cubicBezTo>
                <a:cubicBezTo>
                  <a:pt x="227180" y="1164891"/>
                  <a:pt x="240572" y="1159931"/>
                  <a:pt x="243548" y="1159931"/>
                </a:cubicBezTo>
                <a:close/>
                <a:moveTo>
                  <a:pt x="177081" y="1159931"/>
                </a:moveTo>
                <a:cubicBezTo>
                  <a:pt x="184026" y="1159931"/>
                  <a:pt x="190474" y="1163899"/>
                  <a:pt x="194938" y="1168363"/>
                </a:cubicBezTo>
                <a:cubicBezTo>
                  <a:pt x="199403" y="1172828"/>
                  <a:pt x="202379" y="1179276"/>
                  <a:pt x="202875" y="1186716"/>
                </a:cubicBezTo>
                <a:cubicBezTo>
                  <a:pt x="201883" y="1193661"/>
                  <a:pt x="198411" y="1199613"/>
                  <a:pt x="194442" y="1205069"/>
                </a:cubicBezTo>
                <a:cubicBezTo>
                  <a:pt x="192458" y="1207550"/>
                  <a:pt x="179066" y="1212510"/>
                  <a:pt x="176089" y="1212510"/>
                </a:cubicBezTo>
                <a:cubicBezTo>
                  <a:pt x="169145" y="1212510"/>
                  <a:pt x="162697" y="1208542"/>
                  <a:pt x="158232" y="1204077"/>
                </a:cubicBezTo>
                <a:cubicBezTo>
                  <a:pt x="153768" y="1199613"/>
                  <a:pt x="150296" y="1193165"/>
                  <a:pt x="150296" y="1186220"/>
                </a:cubicBezTo>
                <a:cubicBezTo>
                  <a:pt x="150296" y="1178780"/>
                  <a:pt x="154760" y="1172828"/>
                  <a:pt x="158728" y="1167371"/>
                </a:cubicBezTo>
                <a:cubicBezTo>
                  <a:pt x="160713" y="1164891"/>
                  <a:pt x="174105" y="1159931"/>
                  <a:pt x="177081" y="1159931"/>
                </a:cubicBezTo>
                <a:close/>
                <a:moveTo>
                  <a:pt x="312511" y="1159930"/>
                </a:moveTo>
                <a:cubicBezTo>
                  <a:pt x="325903" y="1160922"/>
                  <a:pt x="337313" y="1173323"/>
                  <a:pt x="338305" y="1186220"/>
                </a:cubicBezTo>
                <a:cubicBezTo>
                  <a:pt x="336817" y="1199613"/>
                  <a:pt x="325407" y="1211517"/>
                  <a:pt x="312511" y="1212013"/>
                </a:cubicBezTo>
                <a:cubicBezTo>
                  <a:pt x="299117" y="1212509"/>
                  <a:pt x="285725" y="1198124"/>
                  <a:pt x="286221" y="1185228"/>
                </a:cubicBezTo>
                <a:cubicBezTo>
                  <a:pt x="287213" y="1171835"/>
                  <a:pt x="299613" y="1159434"/>
                  <a:pt x="312511" y="1159930"/>
                </a:cubicBezTo>
                <a:close/>
                <a:moveTo>
                  <a:pt x="378475" y="1159435"/>
                </a:moveTo>
                <a:cubicBezTo>
                  <a:pt x="385420" y="1161915"/>
                  <a:pt x="392365" y="1164395"/>
                  <a:pt x="397821" y="1170348"/>
                </a:cubicBezTo>
                <a:cubicBezTo>
                  <a:pt x="403774" y="1175308"/>
                  <a:pt x="401294" y="1181756"/>
                  <a:pt x="404270" y="1185228"/>
                </a:cubicBezTo>
                <a:cubicBezTo>
                  <a:pt x="403774" y="1189693"/>
                  <a:pt x="404270" y="1194157"/>
                  <a:pt x="402286" y="1196637"/>
                </a:cubicBezTo>
                <a:cubicBezTo>
                  <a:pt x="399310" y="1201101"/>
                  <a:pt x="394845" y="1205069"/>
                  <a:pt x="390381" y="1208542"/>
                </a:cubicBezTo>
                <a:cubicBezTo>
                  <a:pt x="387405" y="1210526"/>
                  <a:pt x="382940" y="1212510"/>
                  <a:pt x="378971" y="1212014"/>
                </a:cubicBezTo>
                <a:cubicBezTo>
                  <a:pt x="375499" y="1212014"/>
                  <a:pt x="371035" y="1211022"/>
                  <a:pt x="368059" y="1209534"/>
                </a:cubicBezTo>
                <a:cubicBezTo>
                  <a:pt x="363595" y="1207054"/>
                  <a:pt x="360122" y="1202093"/>
                  <a:pt x="356153" y="1198125"/>
                </a:cubicBezTo>
                <a:cubicBezTo>
                  <a:pt x="352682" y="1195149"/>
                  <a:pt x="357146" y="1189197"/>
                  <a:pt x="352186" y="1186716"/>
                </a:cubicBezTo>
                <a:cubicBezTo>
                  <a:pt x="353178" y="1182748"/>
                  <a:pt x="353178" y="1178284"/>
                  <a:pt x="355161" y="1174812"/>
                </a:cubicBezTo>
                <a:cubicBezTo>
                  <a:pt x="358138" y="1170348"/>
                  <a:pt x="362603" y="1166379"/>
                  <a:pt x="367067" y="1162907"/>
                </a:cubicBezTo>
                <a:cubicBezTo>
                  <a:pt x="370043" y="1160427"/>
                  <a:pt x="375499" y="1162411"/>
                  <a:pt x="378475" y="1159435"/>
                </a:cubicBezTo>
                <a:close/>
                <a:moveTo>
                  <a:pt x="2127952" y="1117769"/>
                </a:moveTo>
                <a:cubicBezTo>
                  <a:pt x="2129440" y="1117273"/>
                  <a:pt x="2130432" y="1118265"/>
                  <a:pt x="2132416" y="1119257"/>
                </a:cubicBezTo>
                <a:cubicBezTo>
                  <a:pt x="2130928" y="1120745"/>
                  <a:pt x="2129936" y="1122233"/>
                  <a:pt x="2129440" y="1122233"/>
                </a:cubicBezTo>
                <a:cubicBezTo>
                  <a:pt x="2128448" y="1121737"/>
                  <a:pt x="2127456" y="1120745"/>
                  <a:pt x="2126464" y="1119753"/>
                </a:cubicBezTo>
                <a:cubicBezTo>
                  <a:pt x="2126464" y="1119753"/>
                  <a:pt x="2127456" y="1117769"/>
                  <a:pt x="2127952" y="1117769"/>
                </a:cubicBezTo>
                <a:close/>
                <a:moveTo>
                  <a:pt x="2062972" y="1114792"/>
                </a:moveTo>
                <a:cubicBezTo>
                  <a:pt x="2066941" y="1113800"/>
                  <a:pt x="2066941" y="1116281"/>
                  <a:pt x="2066941" y="1119753"/>
                </a:cubicBezTo>
                <a:cubicBezTo>
                  <a:pt x="2066941" y="1124713"/>
                  <a:pt x="2066941" y="1124217"/>
                  <a:pt x="2061484" y="1124713"/>
                </a:cubicBezTo>
                <a:cubicBezTo>
                  <a:pt x="2057516" y="1124713"/>
                  <a:pt x="2057020" y="1123225"/>
                  <a:pt x="2057020" y="1119753"/>
                </a:cubicBezTo>
                <a:cubicBezTo>
                  <a:pt x="2057516" y="1114792"/>
                  <a:pt x="2057516" y="1114792"/>
                  <a:pt x="2062972" y="1114792"/>
                </a:cubicBezTo>
                <a:close/>
                <a:moveTo>
                  <a:pt x="1995016" y="1112312"/>
                </a:moveTo>
                <a:cubicBezTo>
                  <a:pt x="2000969" y="1111816"/>
                  <a:pt x="2002953" y="1113801"/>
                  <a:pt x="2002953" y="1119257"/>
                </a:cubicBezTo>
                <a:cubicBezTo>
                  <a:pt x="2002953" y="1124713"/>
                  <a:pt x="2000969" y="1126697"/>
                  <a:pt x="1996008" y="1126697"/>
                </a:cubicBezTo>
                <a:cubicBezTo>
                  <a:pt x="1991048" y="1126697"/>
                  <a:pt x="1988568" y="1124713"/>
                  <a:pt x="1988568" y="1120249"/>
                </a:cubicBezTo>
                <a:cubicBezTo>
                  <a:pt x="1988568" y="1115289"/>
                  <a:pt x="1990056" y="1112808"/>
                  <a:pt x="1995016" y="1112312"/>
                </a:cubicBezTo>
                <a:close/>
                <a:moveTo>
                  <a:pt x="1929542" y="1109832"/>
                </a:moveTo>
                <a:cubicBezTo>
                  <a:pt x="1934502" y="1109832"/>
                  <a:pt x="1938470" y="1114792"/>
                  <a:pt x="1938470" y="1119753"/>
                </a:cubicBezTo>
                <a:cubicBezTo>
                  <a:pt x="1938470" y="1124713"/>
                  <a:pt x="1934006" y="1129177"/>
                  <a:pt x="1929045" y="1129177"/>
                </a:cubicBezTo>
                <a:cubicBezTo>
                  <a:pt x="1924085" y="1129177"/>
                  <a:pt x="1919621" y="1124713"/>
                  <a:pt x="1919621" y="1119753"/>
                </a:cubicBezTo>
                <a:cubicBezTo>
                  <a:pt x="1919621" y="1114296"/>
                  <a:pt x="1924085" y="1109832"/>
                  <a:pt x="1929542" y="1109832"/>
                </a:cubicBezTo>
                <a:close/>
                <a:moveTo>
                  <a:pt x="1859106" y="1107848"/>
                </a:moveTo>
                <a:cubicBezTo>
                  <a:pt x="1864066" y="1107848"/>
                  <a:pt x="1871010" y="1114296"/>
                  <a:pt x="1871506" y="1119257"/>
                </a:cubicBezTo>
                <a:cubicBezTo>
                  <a:pt x="1872002" y="1124217"/>
                  <a:pt x="1865554" y="1131161"/>
                  <a:pt x="1860098" y="1131657"/>
                </a:cubicBezTo>
                <a:cubicBezTo>
                  <a:pt x="1855137" y="1131657"/>
                  <a:pt x="1848193" y="1125209"/>
                  <a:pt x="1847697" y="1120249"/>
                </a:cubicBezTo>
                <a:cubicBezTo>
                  <a:pt x="1847697" y="1115288"/>
                  <a:pt x="1854145" y="1108344"/>
                  <a:pt x="1859106" y="1107848"/>
                </a:cubicBezTo>
                <a:close/>
                <a:moveTo>
                  <a:pt x="1793630" y="1107848"/>
                </a:moveTo>
                <a:cubicBezTo>
                  <a:pt x="1802062" y="1107848"/>
                  <a:pt x="1805038" y="1110824"/>
                  <a:pt x="1805038" y="1119753"/>
                </a:cubicBezTo>
                <a:cubicBezTo>
                  <a:pt x="1805038" y="1128185"/>
                  <a:pt x="1801566" y="1131657"/>
                  <a:pt x="1793630" y="1131657"/>
                </a:cubicBezTo>
                <a:cubicBezTo>
                  <a:pt x="1784701" y="1131657"/>
                  <a:pt x="1781229" y="1128681"/>
                  <a:pt x="1781229" y="1119257"/>
                </a:cubicBezTo>
                <a:cubicBezTo>
                  <a:pt x="1781229" y="1110824"/>
                  <a:pt x="1784701" y="1107848"/>
                  <a:pt x="1793630" y="1107848"/>
                </a:cubicBezTo>
                <a:close/>
                <a:moveTo>
                  <a:pt x="1726667" y="1105368"/>
                </a:moveTo>
                <a:cubicBezTo>
                  <a:pt x="1734603" y="1105368"/>
                  <a:pt x="1741051" y="1112312"/>
                  <a:pt x="1741051" y="1119753"/>
                </a:cubicBezTo>
                <a:cubicBezTo>
                  <a:pt x="1741051" y="1127689"/>
                  <a:pt x="1734107" y="1134138"/>
                  <a:pt x="1726667" y="1134138"/>
                </a:cubicBezTo>
                <a:cubicBezTo>
                  <a:pt x="1718730" y="1134138"/>
                  <a:pt x="1712282" y="1127193"/>
                  <a:pt x="1712282" y="1119753"/>
                </a:cubicBezTo>
                <a:cubicBezTo>
                  <a:pt x="1712282" y="1111816"/>
                  <a:pt x="1719226" y="1105368"/>
                  <a:pt x="1726667" y="1105368"/>
                </a:cubicBezTo>
                <a:close/>
                <a:moveTo>
                  <a:pt x="1657719" y="1105368"/>
                </a:moveTo>
                <a:cubicBezTo>
                  <a:pt x="1666647" y="1105368"/>
                  <a:pt x="1672104" y="1110824"/>
                  <a:pt x="1672104" y="1119753"/>
                </a:cubicBezTo>
                <a:cubicBezTo>
                  <a:pt x="1672104" y="1128681"/>
                  <a:pt x="1666647" y="1134138"/>
                  <a:pt x="1657719" y="1134138"/>
                </a:cubicBezTo>
                <a:cubicBezTo>
                  <a:pt x="1648790" y="1134138"/>
                  <a:pt x="1643334" y="1128681"/>
                  <a:pt x="1643334" y="1119753"/>
                </a:cubicBezTo>
                <a:cubicBezTo>
                  <a:pt x="1643334" y="1110824"/>
                  <a:pt x="1648790" y="1105368"/>
                  <a:pt x="1657719" y="1105368"/>
                </a:cubicBezTo>
                <a:close/>
                <a:moveTo>
                  <a:pt x="1589763" y="1102888"/>
                </a:moveTo>
                <a:cubicBezTo>
                  <a:pt x="1597699" y="1102392"/>
                  <a:pt x="1606628" y="1110824"/>
                  <a:pt x="1607124" y="1119257"/>
                </a:cubicBezTo>
                <a:cubicBezTo>
                  <a:pt x="1607620" y="1127193"/>
                  <a:pt x="1599187" y="1136122"/>
                  <a:pt x="1590755" y="1136122"/>
                </a:cubicBezTo>
                <a:cubicBezTo>
                  <a:pt x="1584307" y="1136618"/>
                  <a:pt x="1573890" y="1128681"/>
                  <a:pt x="1573890" y="1119257"/>
                </a:cubicBezTo>
                <a:cubicBezTo>
                  <a:pt x="1573890" y="1111816"/>
                  <a:pt x="1582323" y="1103384"/>
                  <a:pt x="1589763" y="1102888"/>
                </a:cubicBezTo>
                <a:close/>
                <a:moveTo>
                  <a:pt x="1524287" y="1102888"/>
                </a:moveTo>
                <a:cubicBezTo>
                  <a:pt x="1530239" y="1102392"/>
                  <a:pt x="1532719" y="1105864"/>
                  <a:pt x="1536192" y="1108840"/>
                </a:cubicBezTo>
                <a:cubicBezTo>
                  <a:pt x="1539664" y="1111816"/>
                  <a:pt x="1542144" y="1114792"/>
                  <a:pt x="1540656" y="1119753"/>
                </a:cubicBezTo>
                <a:cubicBezTo>
                  <a:pt x="1542640" y="1125705"/>
                  <a:pt x="1537680" y="1128185"/>
                  <a:pt x="1534704" y="1131657"/>
                </a:cubicBezTo>
                <a:cubicBezTo>
                  <a:pt x="1531727" y="1135625"/>
                  <a:pt x="1528255" y="1136121"/>
                  <a:pt x="1523295" y="1136617"/>
                </a:cubicBezTo>
                <a:cubicBezTo>
                  <a:pt x="1517343" y="1137113"/>
                  <a:pt x="1515359" y="1132649"/>
                  <a:pt x="1511390" y="1130169"/>
                </a:cubicBezTo>
                <a:cubicBezTo>
                  <a:pt x="1507422" y="1127193"/>
                  <a:pt x="1507422" y="1123225"/>
                  <a:pt x="1506926" y="1118760"/>
                </a:cubicBezTo>
                <a:cubicBezTo>
                  <a:pt x="1506430" y="1112808"/>
                  <a:pt x="1510894" y="1110824"/>
                  <a:pt x="1513871" y="1107352"/>
                </a:cubicBezTo>
                <a:cubicBezTo>
                  <a:pt x="1516351" y="1103880"/>
                  <a:pt x="1519823" y="1103384"/>
                  <a:pt x="1524287" y="1102888"/>
                </a:cubicBezTo>
                <a:close/>
                <a:moveTo>
                  <a:pt x="1458316" y="1102888"/>
                </a:moveTo>
                <a:cubicBezTo>
                  <a:pt x="1462780" y="1101896"/>
                  <a:pt x="1467244" y="1103384"/>
                  <a:pt x="1470716" y="1107848"/>
                </a:cubicBezTo>
                <a:cubicBezTo>
                  <a:pt x="1473196" y="1110328"/>
                  <a:pt x="1474685" y="1112808"/>
                  <a:pt x="1473693" y="1116280"/>
                </a:cubicBezTo>
                <a:cubicBezTo>
                  <a:pt x="1472700" y="1121241"/>
                  <a:pt x="1476173" y="1127193"/>
                  <a:pt x="1470220" y="1131657"/>
                </a:cubicBezTo>
                <a:cubicBezTo>
                  <a:pt x="1468236" y="1133145"/>
                  <a:pt x="1466252" y="1136122"/>
                  <a:pt x="1463772" y="1136618"/>
                </a:cubicBezTo>
                <a:cubicBezTo>
                  <a:pt x="1458812" y="1137114"/>
                  <a:pt x="1452859" y="1138602"/>
                  <a:pt x="1448395" y="1136618"/>
                </a:cubicBezTo>
                <a:cubicBezTo>
                  <a:pt x="1444427" y="1134633"/>
                  <a:pt x="1438475" y="1131161"/>
                  <a:pt x="1439963" y="1123721"/>
                </a:cubicBezTo>
                <a:cubicBezTo>
                  <a:pt x="1440459" y="1121737"/>
                  <a:pt x="1440459" y="1119753"/>
                  <a:pt x="1439963" y="1117769"/>
                </a:cubicBezTo>
                <a:cubicBezTo>
                  <a:pt x="1439467" y="1113304"/>
                  <a:pt x="1440955" y="1110328"/>
                  <a:pt x="1443931" y="1107352"/>
                </a:cubicBezTo>
                <a:cubicBezTo>
                  <a:pt x="1446907" y="1104376"/>
                  <a:pt x="1449883" y="1102392"/>
                  <a:pt x="1454348" y="1103384"/>
                </a:cubicBezTo>
                <a:cubicBezTo>
                  <a:pt x="1455836" y="1102888"/>
                  <a:pt x="1456828" y="1102888"/>
                  <a:pt x="1458316" y="1102888"/>
                </a:cubicBezTo>
                <a:close/>
                <a:moveTo>
                  <a:pt x="1321909" y="1100904"/>
                </a:moveTo>
                <a:cubicBezTo>
                  <a:pt x="1333318" y="1100408"/>
                  <a:pt x="1341254" y="1108344"/>
                  <a:pt x="1340758" y="1119753"/>
                </a:cubicBezTo>
                <a:cubicBezTo>
                  <a:pt x="1340758" y="1131162"/>
                  <a:pt x="1332822" y="1138602"/>
                  <a:pt x="1320917" y="1138602"/>
                </a:cubicBezTo>
                <a:cubicBezTo>
                  <a:pt x="1310004" y="1138602"/>
                  <a:pt x="1302564" y="1130170"/>
                  <a:pt x="1302564" y="1118761"/>
                </a:cubicBezTo>
                <a:cubicBezTo>
                  <a:pt x="1302564" y="1108344"/>
                  <a:pt x="1310996" y="1100904"/>
                  <a:pt x="1321909" y="1100904"/>
                </a:cubicBezTo>
                <a:close/>
                <a:moveTo>
                  <a:pt x="1255937" y="1100407"/>
                </a:moveTo>
                <a:cubicBezTo>
                  <a:pt x="1261889" y="1099911"/>
                  <a:pt x="1265361" y="1102887"/>
                  <a:pt x="1269329" y="1106360"/>
                </a:cubicBezTo>
                <a:cubicBezTo>
                  <a:pt x="1273793" y="1110328"/>
                  <a:pt x="1273793" y="1114792"/>
                  <a:pt x="1274290" y="1119752"/>
                </a:cubicBezTo>
                <a:cubicBezTo>
                  <a:pt x="1274290" y="1125209"/>
                  <a:pt x="1272801" y="1129177"/>
                  <a:pt x="1269329" y="1133145"/>
                </a:cubicBezTo>
                <a:cubicBezTo>
                  <a:pt x="1264865" y="1138105"/>
                  <a:pt x="1260401" y="1139097"/>
                  <a:pt x="1253952" y="1138601"/>
                </a:cubicBezTo>
                <a:cubicBezTo>
                  <a:pt x="1248496" y="1140585"/>
                  <a:pt x="1245024" y="1136617"/>
                  <a:pt x="1241056" y="1133641"/>
                </a:cubicBezTo>
                <a:cubicBezTo>
                  <a:pt x="1235599" y="1129673"/>
                  <a:pt x="1236095" y="1124217"/>
                  <a:pt x="1235599" y="1118760"/>
                </a:cubicBezTo>
                <a:cubicBezTo>
                  <a:pt x="1235103" y="1112808"/>
                  <a:pt x="1238080" y="1109832"/>
                  <a:pt x="1241056" y="1105368"/>
                </a:cubicBezTo>
                <a:cubicBezTo>
                  <a:pt x="1245520" y="1099911"/>
                  <a:pt x="1250480" y="1100903"/>
                  <a:pt x="1255937" y="1100407"/>
                </a:cubicBezTo>
                <a:close/>
                <a:moveTo>
                  <a:pt x="1388376" y="1099912"/>
                </a:moveTo>
                <a:cubicBezTo>
                  <a:pt x="1393832" y="1100408"/>
                  <a:pt x="1398793" y="1103384"/>
                  <a:pt x="1402265" y="1106360"/>
                </a:cubicBezTo>
                <a:cubicBezTo>
                  <a:pt x="1405737" y="1109832"/>
                  <a:pt x="1406233" y="1115289"/>
                  <a:pt x="1408217" y="1119753"/>
                </a:cubicBezTo>
                <a:cubicBezTo>
                  <a:pt x="1406233" y="1124713"/>
                  <a:pt x="1405241" y="1130169"/>
                  <a:pt x="1401769" y="1132650"/>
                </a:cubicBezTo>
                <a:cubicBezTo>
                  <a:pt x="1397801" y="1135626"/>
                  <a:pt x="1393336" y="1139594"/>
                  <a:pt x="1387880" y="1138106"/>
                </a:cubicBezTo>
                <a:cubicBezTo>
                  <a:pt x="1383416" y="1137114"/>
                  <a:pt x="1377464" y="1135626"/>
                  <a:pt x="1374983" y="1132650"/>
                </a:cubicBezTo>
                <a:cubicBezTo>
                  <a:pt x="1372007" y="1128681"/>
                  <a:pt x="1368039" y="1124217"/>
                  <a:pt x="1369527" y="1118265"/>
                </a:cubicBezTo>
                <a:cubicBezTo>
                  <a:pt x="1370519" y="1113801"/>
                  <a:pt x="1372007" y="1107848"/>
                  <a:pt x="1375479" y="1105368"/>
                </a:cubicBezTo>
                <a:cubicBezTo>
                  <a:pt x="1378952" y="1102888"/>
                  <a:pt x="1383416" y="1099416"/>
                  <a:pt x="1388376" y="1099912"/>
                </a:cubicBezTo>
                <a:close/>
                <a:moveTo>
                  <a:pt x="1186990" y="1098423"/>
                </a:moveTo>
                <a:cubicBezTo>
                  <a:pt x="1195918" y="1098919"/>
                  <a:pt x="1207327" y="1110824"/>
                  <a:pt x="1207823" y="1119752"/>
                </a:cubicBezTo>
                <a:cubicBezTo>
                  <a:pt x="1207823" y="1129177"/>
                  <a:pt x="1195422" y="1141081"/>
                  <a:pt x="1185998" y="1141081"/>
                </a:cubicBezTo>
                <a:cubicBezTo>
                  <a:pt x="1176573" y="1141081"/>
                  <a:pt x="1164172" y="1128681"/>
                  <a:pt x="1164668" y="1119256"/>
                </a:cubicBezTo>
                <a:cubicBezTo>
                  <a:pt x="1165164" y="1109832"/>
                  <a:pt x="1177565" y="1097927"/>
                  <a:pt x="1186990" y="1098423"/>
                </a:cubicBezTo>
                <a:close/>
                <a:moveTo>
                  <a:pt x="1119529" y="1098423"/>
                </a:moveTo>
                <a:cubicBezTo>
                  <a:pt x="1131434" y="1098423"/>
                  <a:pt x="1140858" y="1108344"/>
                  <a:pt x="1140858" y="1120248"/>
                </a:cubicBezTo>
                <a:cubicBezTo>
                  <a:pt x="1140858" y="1131657"/>
                  <a:pt x="1130442" y="1141577"/>
                  <a:pt x="1118537" y="1141081"/>
                </a:cubicBezTo>
                <a:cubicBezTo>
                  <a:pt x="1107128" y="1141081"/>
                  <a:pt x="1097704" y="1130665"/>
                  <a:pt x="1097704" y="1118760"/>
                </a:cubicBezTo>
                <a:cubicBezTo>
                  <a:pt x="1097704" y="1107848"/>
                  <a:pt x="1108121" y="1098423"/>
                  <a:pt x="1119529" y="1098423"/>
                </a:cubicBezTo>
                <a:close/>
                <a:moveTo>
                  <a:pt x="1053062" y="1097927"/>
                </a:moveTo>
                <a:cubicBezTo>
                  <a:pt x="1059511" y="1097927"/>
                  <a:pt x="1063975" y="1100407"/>
                  <a:pt x="1067943" y="1104871"/>
                </a:cubicBezTo>
                <a:cubicBezTo>
                  <a:pt x="1073895" y="1111320"/>
                  <a:pt x="1074392" y="1111320"/>
                  <a:pt x="1074392" y="1120744"/>
                </a:cubicBezTo>
                <a:cubicBezTo>
                  <a:pt x="1076376" y="1126697"/>
                  <a:pt x="1071911" y="1130169"/>
                  <a:pt x="1067943" y="1134633"/>
                </a:cubicBezTo>
                <a:cubicBezTo>
                  <a:pt x="1063479" y="1139097"/>
                  <a:pt x="1059015" y="1140585"/>
                  <a:pt x="1052566" y="1141081"/>
                </a:cubicBezTo>
                <a:cubicBezTo>
                  <a:pt x="1045625" y="1141577"/>
                  <a:pt x="1042153" y="1138105"/>
                  <a:pt x="1037688" y="1134137"/>
                </a:cubicBezTo>
                <a:cubicBezTo>
                  <a:pt x="1032728" y="1129673"/>
                  <a:pt x="1032232" y="1124712"/>
                  <a:pt x="1031240" y="1118760"/>
                </a:cubicBezTo>
                <a:cubicBezTo>
                  <a:pt x="1030744" y="1111816"/>
                  <a:pt x="1034712" y="1108344"/>
                  <a:pt x="1038681" y="1103879"/>
                </a:cubicBezTo>
                <a:cubicBezTo>
                  <a:pt x="1042649" y="1099415"/>
                  <a:pt x="1047113" y="1097927"/>
                  <a:pt x="1053062" y="1097927"/>
                </a:cubicBezTo>
                <a:close/>
                <a:moveTo>
                  <a:pt x="986631" y="1097927"/>
                </a:moveTo>
                <a:cubicBezTo>
                  <a:pt x="1001016" y="1097927"/>
                  <a:pt x="1007960" y="1104871"/>
                  <a:pt x="1007464" y="1120248"/>
                </a:cubicBezTo>
                <a:cubicBezTo>
                  <a:pt x="1007464" y="1134137"/>
                  <a:pt x="1000520" y="1141081"/>
                  <a:pt x="986135" y="1141081"/>
                </a:cubicBezTo>
                <a:cubicBezTo>
                  <a:pt x="971750" y="1141081"/>
                  <a:pt x="964807" y="1134137"/>
                  <a:pt x="964807" y="1119256"/>
                </a:cubicBezTo>
                <a:cubicBezTo>
                  <a:pt x="964807" y="1104871"/>
                  <a:pt x="971750" y="1097927"/>
                  <a:pt x="986631" y="1097927"/>
                </a:cubicBezTo>
                <a:close/>
                <a:moveTo>
                  <a:pt x="917199" y="1095943"/>
                </a:moveTo>
                <a:cubicBezTo>
                  <a:pt x="928607" y="1095943"/>
                  <a:pt x="941503" y="1108840"/>
                  <a:pt x="941007" y="1120248"/>
                </a:cubicBezTo>
                <a:cubicBezTo>
                  <a:pt x="940511" y="1131657"/>
                  <a:pt x="928111" y="1143562"/>
                  <a:pt x="917199" y="1143562"/>
                </a:cubicBezTo>
                <a:cubicBezTo>
                  <a:pt x="905791" y="1143562"/>
                  <a:pt x="892894" y="1130665"/>
                  <a:pt x="893390" y="1119256"/>
                </a:cubicBezTo>
                <a:cubicBezTo>
                  <a:pt x="893886" y="1107848"/>
                  <a:pt x="906287" y="1095943"/>
                  <a:pt x="917199" y="1095943"/>
                </a:cubicBezTo>
                <a:close/>
                <a:moveTo>
                  <a:pt x="849740" y="1095943"/>
                </a:moveTo>
                <a:cubicBezTo>
                  <a:pt x="861148" y="1095943"/>
                  <a:pt x="874045" y="1107352"/>
                  <a:pt x="874045" y="1118760"/>
                </a:cubicBezTo>
                <a:cubicBezTo>
                  <a:pt x="874542" y="1131161"/>
                  <a:pt x="862637" y="1143562"/>
                  <a:pt x="850732" y="1143562"/>
                </a:cubicBezTo>
                <a:cubicBezTo>
                  <a:pt x="839319" y="1143562"/>
                  <a:pt x="826426" y="1132153"/>
                  <a:pt x="826426" y="1120744"/>
                </a:cubicBezTo>
                <a:cubicBezTo>
                  <a:pt x="826426" y="1108344"/>
                  <a:pt x="838329" y="1095943"/>
                  <a:pt x="849740" y="1095943"/>
                </a:cubicBezTo>
                <a:close/>
                <a:moveTo>
                  <a:pt x="784257" y="1095447"/>
                </a:moveTo>
                <a:cubicBezTo>
                  <a:pt x="797648" y="1095943"/>
                  <a:pt x="808068" y="1106360"/>
                  <a:pt x="807570" y="1119752"/>
                </a:cubicBezTo>
                <a:cubicBezTo>
                  <a:pt x="806574" y="1133641"/>
                  <a:pt x="797648" y="1142570"/>
                  <a:pt x="784257" y="1142570"/>
                </a:cubicBezTo>
                <a:cubicBezTo>
                  <a:pt x="770367" y="1143562"/>
                  <a:pt x="759950" y="1132649"/>
                  <a:pt x="759950" y="1119256"/>
                </a:cubicBezTo>
                <a:cubicBezTo>
                  <a:pt x="759950" y="1106360"/>
                  <a:pt x="769872" y="1095447"/>
                  <a:pt x="784257" y="1095447"/>
                </a:cubicBezTo>
                <a:close/>
                <a:moveTo>
                  <a:pt x="714291" y="1095447"/>
                </a:moveTo>
                <a:cubicBezTo>
                  <a:pt x="729667" y="1095943"/>
                  <a:pt x="738596" y="1104375"/>
                  <a:pt x="738596" y="1119256"/>
                </a:cubicBezTo>
                <a:cubicBezTo>
                  <a:pt x="738596" y="1134633"/>
                  <a:pt x="729667" y="1143066"/>
                  <a:pt x="714787" y="1143066"/>
                </a:cubicBezTo>
                <a:cubicBezTo>
                  <a:pt x="699906" y="1143066"/>
                  <a:pt x="690979" y="1134137"/>
                  <a:pt x="690979" y="1118760"/>
                </a:cubicBezTo>
                <a:cubicBezTo>
                  <a:pt x="690979" y="1104375"/>
                  <a:pt x="699906" y="1095447"/>
                  <a:pt x="714291" y="1095447"/>
                </a:cubicBezTo>
                <a:close/>
                <a:moveTo>
                  <a:pt x="649345" y="1095447"/>
                </a:moveTo>
                <a:cubicBezTo>
                  <a:pt x="663233" y="1095943"/>
                  <a:pt x="672161" y="1104871"/>
                  <a:pt x="672161" y="1119752"/>
                </a:cubicBezTo>
                <a:cubicBezTo>
                  <a:pt x="671664" y="1134633"/>
                  <a:pt x="662737" y="1143562"/>
                  <a:pt x="647858" y="1143562"/>
                </a:cubicBezTo>
                <a:cubicBezTo>
                  <a:pt x="632978" y="1143562"/>
                  <a:pt x="624546" y="1134137"/>
                  <a:pt x="624546" y="1118760"/>
                </a:cubicBezTo>
                <a:cubicBezTo>
                  <a:pt x="624546" y="1112312"/>
                  <a:pt x="626530" y="1107352"/>
                  <a:pt x="630994" y="1102391"/>
                </a:cubicBezTo>
                <a:cubicBezTo>
                  <a:pt x="635954" y="1096935"/>
                  <a:pt x="642402" y="1095447"/>
                  <a:pt x="649345" y="1095447"/>
                </a:cubicBezTo>
                <a:close/>
                <a:moveTo>
                  <a:pt x="43663" y="1093464"/>
                </a:moveTo>
                <a:cubicBezTo>
                  <a:pt x="58544" y="1093960"/>
                  <a:pt x="68961" y="1104376"/>
                  <a:pt x="69457" y="1119753"/>
                </a:cubicBezTo>
                <a:cubicBezTo>
                  <a:pt x="69457" y="1135130"/>
                  <a:pt x="57552" y="1146538"/>
                  <a:pt x="42671" y="1146042"/>
                </a:cubicBezTo>
                <a:cubicBezTo>
                  <a:pt x="27791" y="1145546"/>
                  <a:pt x="17374" y="1135130"/>
                  <a:pt x="16878" y="1119753"/>
                </a:cubicBezTo>
                <a:cubicBezTo>
                  <a:pt x="16878" y="1104376"/>
                  <a:pt x="28783" y="1092968"/>
                  <a:pt x="43663" y="1093464"/>
                </a:cubicBezTo>
                <a:close/>
                <a:moveTo>
                  <a:pt x="514425" y="1093463"/>
                </a:moveTo>
                <a:cubicBezTo>
                  <a:pt x="527324" y="1094455"/>
                  <a:pt x="539726" y="1105368"/>
                  <a:pt x="540718" y="1118760"/>
                </a:cubicBezTo>
                <a:cubicBezTo>
                  <a:pt x="541214" y="1131161"/>
                  <a:pt x="529804" y="1144058"/>
                  <a:pt x="515913" y="1145546"/>
                </a:cubicBezTo>
                <a:cubicBezTo>
                  <a:pt x="503016" y="1146538"/>
                  <a:pt x="489125" y="1133145"/>
                  <a:pt x="489125" y="1119752"/>
                </a:cubicBezTo>
                <a:cubicBezTo>
                  <a:pt x="488630" y="1106360"/>
                  <a:pt x="501528" y="1094951"/>
                  <a:pt x="514425" y="1093463"/>
                </a:cubicBezTo>
                <a:close/>
                <a:moveTo>
                  <a:pt x="446945" y="1093463"/>
                </a:moveTo>
                <a:cubicBezTo>
                  <a:pt x="453393" y="1094455"/>
                  <a:pt x="460338" y="1095943"/>
                  <a:pt x="464803" y="1101400"/>
                </a:cubicBezTo>
                <a:cubicBezTo>
                  <a:pt x="469267" y="1106856"/>
                  <a:pt x="469763" y="1113800"/>
                  <a:pt x="472243" y="1119753"/>
                </a:cubicBezTo>
                <a:cubicBezTo>
                  <a:pt x="469267" y="1126201"/>
                  <a:pt x="469267" y="1133641"/>
                  <a:pt x="463315" y="1138602"/>
                </a:cubicBezTo>
                <a:cubicBezTo>
                  <a:pt x="457858" y="1143066"/>
                  <a:pt x="451409" y="1146042"/>
                  <a:pt x="444960" y="1145050"/>
                </a:cubicBezTo>
                <a:cubicBezTo>
                  <a:pt x="438511" y="1144058"/>
                  <a:pt x="431567" y="1142570"/>
                  <a:pt x="427103" y="1137114"/>
                </a:cubicBezTo>
                <a:cubicBezTo>
                  <a:pt x="424621" y="1134137"/>
                  <a:pt x="419165" y="1122233"/>
                  <a:pt x="420157" y="1118761"/>
                </a:cubicBezTo>
                <a:cubicBezTo>
                  <a:pt x="421645" y="1111816"/>
                  <a:pt x="422637" y="1104376"/>
                  <a:pt x="428591" y="1099912"/>
                </a:cubicBezTo>
                <a:cubicBezTo>
                  <a:pt x="434047" y="1095447"/>
                  <a:pt x="440495" y="1092471"/>
                  <a:pt x="446945" y="1093463"/>
                </a:cubicBezTo>
                <a:close/>
                <a:moveTo>
                  <a:pt x="377997" y="1093463"/>
                </a:moveTo>
                <a:cubicBezTo>
                  <a:pt x="391391" y="1092471"/>
                  <a:pt x="404289" y="1104375"/>
                  <a:pt x="405281" y="1118760"/>
                </a:cubicBezTo>
                <a:cubicBezTo>
                  <a:pt x="404785" y="1135129"/>
                  <a:pt x="393871" y="1144058"/>
                  <a:pt x="380477" y="1145546"/>
                </a:cubicBezTo>
                <a:cubicBezTo>
                  <a:pt x="366588" y="1146538"/>
                  <a:pt x="353194" y="1135129"/>
                  <a:pt x="353194" y="1120248"/>
                </a:cubicBezTo>
                <a:cubicBezTo>
                  <a:pt x="353194" y="1103879"/>
                  <a:pt x="364604" y="1094951"/>
                  <a:pt x="377997" y="1093463"/>
                </a:cubicBezTo>
                <a:close/>
                <a:moveTo>
                  <a:pt x="312525" y="1093463"/>
                </a:moveTo>
                <a:cubicBezTo>
                  <a:pt x="326415" y="1093463"/>
                  <a:pt x="339313" y="1105864"/>
                  <a:pt x="338816" y="1120248"/>
                </a:cubicBezTo>
                <a:cubicBezTo>
                  <a:pt x="337825" y="1135129"/>
                  <a:pt x="326415" y="1145050"/>
                  <a:pt x="312525" y="1145546"/>
                </a:cubicBezTo>
                <a:cubicBezTo>
                  <a:pt x="298636" y="1145546"/>
                  <a:pt x="285739" y="1133145"/>
                  <a:pt x="286236" y="1118760"/>
                </a:cubicBezTo>
                <a:cubicBezTo>
                  <a:pt x="287228" y="1103880"/>
                  <a:pt x="298636" y="1093463"/>
                  <a:pt x="312525" y="1093463"/>
                </a:cubicBezTo>
                <a:close/>
                <a:moveTo>
                  <a:pt x="244064" y="1093463"/>
                </a:moveTo>
                <a:cubicBezTo>
                  <a:pt x="258945" y="1094455"/>
                  <a:pt x="270850" y="1106856"/>
                  <a:pt x="269362" y="1120744"/>
                </a:cubicBezTo>
                <a:cubicBezTo>
                  <a:pt x="268370" y="1134137"/>
                  <a:pt x="258945" y="1145546"/>
                  <a:pt x="242576" y="1145546"/>
                </a:cubicBezTo>
                <a:cubicBezTo>
                  <a:pt x="227695" y="1145546"/>
                  <a:pt x="215791" y="1132153"/>
                  <a:pt x="217279" y="1118264"/>
                </a:cubicBezTo>
                <a:cubicBezTo>
                  <a:pt x="218271" y="1104872"/>
                  <a:pt x="227695" y="1093959"/>
                  <a:pt x="244064" y="1093463"/>
                </a:cubicBezTo>
                <a:close/>
                <a:moveTo>
                  <a:pt x="176590" y="1093463"/>
                </a:moveTo>
                <a:cubicBezTo>
                  <a:pt x="191967" y="1093463"/>
                  <a:pt x="203376" y="1105368"/>
                  <a:pt x="202384" y="1120248"/>
                </a:cubicBezTo>
                <a:cubicBezTo>
                  <a:pt x="201888" y="1135129"/>
                  <a:pt x="191471" y="1145546"/>
                  <a:pt x="176094" y="1145546"/>
                </a:cubicBezTo>
                <a:cubicBezTo>
                  <a:pt x="160718" y="1145546"/>
                  <a:pt x="149309" y="1133641"/>
                  <a:pt x="150301" y="1118760"/>
                </a:cubicBezTo>
                <a:cubicBezTo>
                  <a:pt x="151293" y="1104376"/>
                  <a:pt x="161214" y="1093959"/>
                  <a:pt x="176590" y="1093463"/>
                </a:cubicBezTo>
                <a:close/>
                <a:moveTo>
                  <a:pt x="108640" y="1093463"/>
                </a:moveTo>
                <a:cubicBezTo>
                  <a:pt x="124513" y="1092471"/>
                  <a:pt x="135922" y="1104375"/>
                  <a:pt x="135922" y="1119256"/>
                </a:cubicBezTo>
                <a:cubicBezTo>
                  <a:pt x="135426" y="1135129"/>
                  <a:pt x="126001" y="1145050"/>
                  <a:pt x="110624" y="1145546"/>
                </a:cubicBezTo>
                <a:cubicBezTo>
                  <a:pt x="95248" y="1146538"/>
                  <a:pt x="83343" y="1135129"/>
                  <a:pt x="83343" y="1119752"/>
                </a:cubicBezTo>
                <a:cubicBezTo>
                  <a:pt x="83343" y="1103879"/>
                  <a:pt x="93264" y="1093959"/>
                  <a:pt x="108640" y="1093463"/>
                </a:cubicBezTo>
                <a:close/>
                <a:moveTo>
                  <a:pt x="581366" y="1092967"/>
                </a:moveTo>
                <a:cubicBezTo>
                  <a:pt x="586328" y="1095943"/>
                  <a:pt x="592776" y="1096439"/>
                  <a:pt x="597240" y="1100407"/>
                </a:cubicBezTo>
                <a:cubicBezTo>
                  <a:pt x="603193" y="1105864"/>
                  <a:pt x="604185" y="1112808"/>
                  <a:pt x="607658" y="1119752"/>
                </a:cubicBezTo>
                <a:cubicBezTo>
                  <a:pt x="605673" y="1124217"/>
                  <a:pt x="603689" y="1129673"/>
                  <a:pt x="601208" y="1134137"/>
                </a:cubicBezTo>
                <a:cubicBezTo>
                  <a:pt x="597240" y="1141082"/>
                  <a:pt x="588808" y="1142074"/>
                  <a:pt x="582358" y="1145546"/>
                </a:cubicBezTo>
                <a:cubicBezTo>
                  <a:pt x="577398" y="1143562"/>
                  <a:pt x="571942" y="1142074"/>
                  <a:pt x="566982" y="1139097"/>
                </a:cubicBezTo>
                <a:cubicBezTo>
                  <a:pt x="559540" y="1135129"/>
                  <a:pt x="559044" y="1126697"/>
                  <a:pt x="555076" y="1120248"/>
                </a:cubicBezTo>
                <a:cubicBezTo>
                  <a:pt x="557060" y="1114792"/>
                  <a:pt x="558052" y="1108840"/>
                  <a:pt x="562020" y="1103880"/>
                </a:cubicBezTo>
                <a:cubicBezTo>
                  <a:pt x="566982" y="1097431"/>
                  <a:pt x="574422" y="1095943"/>
                  <a:pt x="581366" y="1092967"/>
                </a:cubicBezTo>
                <a:close/>
                <a:moveTo>
                  <a:pt x="2198388" y="1049317"/>
                </a:moveTo>
                <a:cubicBezTo>
                  <a:pt x="2199380" y="1051301"/>
                  <a:pt x="2200372" y="1052293"/>
                  <a:pt x="2200372" y="1052789"/>
                </a:cubicBezTo>
                <a:cubicBezTo>
                  <a:pt x="2199876" y="1053781"/>
                  <a:pt x="2198388" y="1054277"/>
                  <a:pt x="2197396" y="1055269"/>
                </a:cubicBezTo>
                <a:cubicBezTo>
                  <a:pt x="2196900" y="1054277"/>
                  <a:pt x="2195412" y="1053781"/>
                  <a:pt x="2195908" y="1052789"/>
                </a:cubicBezTo>
                <a:cubicBezTo>
                  <a:pt x="2195908" y="1051797"/>
                  <a:pt x="2196900" y="1050805"/>
                  <a:pt x="2198388" y="1049317"/>
                </a:cubicBezTo>
                <a:close/>
                <a:moveTo>
                  <a:pt x="2129936" y="1047829"/>
                </a:moveTo>
                <a:cubicBezTo>
                  <a:pt x="2131424" y="1049317"/>
                  <a:pt x="2132912" y="1051301"/>
                  <a:pt x="2134896" y="1053285"/>
                </a:cubicBezTo>
                <a:cubicBezTo>
                  <a:pt x="2132416" y="1055269"/>
                  <a:pt x="2130432" y="1057253"/>
                  <a:pt x="2128944" y="1057253"/>
                </a:cubicBezTo>
                <a:cubicBezTo>
                  <a:pt x="2127456" y="1057253"/>
                  <a:pt x="2125472" y="1054773"/>
                  <a:pt x="2124480" y="1052789"/>
                </a:cubicBezTo>
                <a:cubicBezTo>
                  <a:pt x="2123488" y="1050805"/>
                  <a:pt x="2127952" y="1046837"/>
                  <a:pt x="2129936" y="1047829"/>
                </a:cubicBezTo>
                <a:close/>
                <a:moveTo>
                  <a:pt x="2062972" y="1046341"/>
                </a:moveTo>
                <a:cubicBezTo>
                  <a:pt x="2065452" y="1047829"/>
                  <a:pt x="2067932" y="1050309"/>
                  <a:pt x="2070908" y="1053285"/>
                </a:cubicBezTo>
                <a:cubicBezTo>
                  <a:pt x="2067436" y="1055765"/>
                  <a:pt x="2064956" y="1059733"/>
                  <a:pt x="2062476" y="1059733"/>
                </a:cubicBezTo>
                <a:cubicBezTo>
                  <a:pt x="2059996" y="1059733"/>
                  <a:pt x="2057516" y="1055765"/>
                  <a:pt x="2055532" y="1053285"/>
                </a:cubicBezTo>
                <a:cubicBezTo>
                  <a:pt x="2054540" y="1051797"/>
                  <a:pt x="2061484" y="1044853"/>
                  <a:pt x="2062972" y="1046341"/>
                </a:cubicBezTo>
                <a:close/>
                <a:moveTo>
                  <a:pt x="1996009" y="1043364"/>
                </a:moveTo>
                <a:cubicBezTo>
                  <a:pt x="2000969" y="1043364"/>
                  <a:pt x="2005434" y="1047829"/>
                  <a:pt x="2005434" y="1052789"/>
                </a:cubicBezTo>
                <a:cubicBezTo>
                  <a:pt x="2004938" y="1057749"/>
                  <a:pt x="2000969" y="1062213"/>
                  <a:pt x="1996009" y="1062213"/>
                </a:cubicBezTo>
                <a:cubicBezTo>
                  <a:pt x="1991049" y="1062213"/>
                  <a:pt x="1986585" y="1058245"/>
                  <a:pt x="1986089" y="1053285"/>
                </a:cubicBezTo>
                <a:cubicBezTo>
                  <a:pt x="1985593" y="1047829"/>
                  <a:pt x="1990057" y="1042868"/>
                  <a:pt x="1996009" y="1043364"/>
                </a:cubicBezTo>
                <a:close/>
                <a:moveTo>
                  <a:pt x="1929046" y="1040884"/>
                </a:moveTo>
                <a:cubicBezTo>
                  <a:pt x="1932518" y="1040884"/>
                  <a:pt x="1940950" y="1049316"/>
                  <a:pt x="1940950" y="1052789"/>
                </a:cubicBezTo>
                <a:cubicBezTo>
                  <a:pt x="1940950" y="1056757"/>
                  <a:pt x="1933014" y="1064693"/>
                  <a:pt x="1929046" y="1064693"/>
                </a:cubicBezTo>
                <a:cubicBezTo>
                  <a:pt x="1925077" y="1064693"/>
                  <a:pt x="1917141" y="1056757"/>
                  <a:pt x="1917141" y="1052789"/>
                </a:cubicBezTo>
                <a:cubicBezTo>
                  <a:pt x="1917141" y="1048820"/>
                  <a:pt x="1925077" y="1040884"/>
                  <a:pt x="1929046" y="1040884"/>
                </a:cubicBezTo>
                <a:close/>
                <a:moveTo>
                  <a:pt x="1860098" y="1040884"/>
                </a:moveTo>
                <a:cubicBezTo>
                  <a:pt x="1868530" y="1040884"/>
                  <a:pt x="1871506" y="1044356"/>
                  <a:pt x="1871506" y="1054277"/>
                </a:cubicBezTo>
                <a:cubicBezTo>
                  <a:pt x="1871506" y="1061717"/>
                  <a:pt x="1868034" y="1065189"/>
                  <a:pt x="1858610" y="1064693"/>
                </a:cubicBezTo>
                <a:cubicBezTo>
                  <a:pt x="1850673" y="1064693"/>
                  <a:pt x="1847697" y="1061221"/>
                  <a:pt x="1847697" y="1051797"/>
                </a:cubicBezTo>
                <a:cubicBezTo>
                  <a:pt x="1847697" y="1043860"/>
                  <a:pt x="1851169" y="1040884"/>
                  <a:pt x="1860098" y="1040884"/>
                </a:cubicBezTo>
                <a:close/>
                <a:moveTo>
                  <a:pt x="1793134" y="1038404"/>
                </a:moveTo>
                <a:cubicBezTo>
                  <a:pt x="1797598" y="1037908"/>
                  <a:pt x="1807518" y="1047828"/>
                  <a:pt x="1807518" y="1052789"/>
                </a:cubicBezTo>
                <a:cubicBezTo>
                  <a:pt x="1807518" y="1057253"/>
                  <a:pt x="1799086" y="1066181"/>
                  <a:pt x="1794126" y="1067173"/>
                </a:cubicBezTo>
                <a:cubicBezTo>
                  <a:pt x="1789661" y="1067669"/>
                  <a:pt x="1779741" y="1058741"/>
                  <a:pt x="1778749" y="1053285"/>
                </a:cubicBezTo>
                <a:cubicBezTo>
                  <a:pt x="1778253" y="1048820"/>
                  <a:pt x="1787677" y="1038900"/>
                  <a:pt x="1793134" y="1038404"/>
                </a:cubicBezTo>
                <a:close/>
                <a:moveTo>
                  <a:pt x="1726667" y="1038404"/>
                </a:moveTo>
                <a:cubicBezTo>
                  <a:pt x="1735099" y="1038404"/>
                  <a:pt x="1741051" y="1044356"/>
                  <a:pt x="1741051" y="1052789"/>
                </a:cubicBezTo>
                <a:cubicBezTo>
                  <a:pt x="1741051" y="1061221"/>
                  <a:pt x="1735595" y="1067174"/>
                  <a:pt x="1726667" y="1067174"/>
                </a:cubicBezTo>
                <a:cubicBezTo>
                  <a:pt x="1718234" y="1067174"/>
                  <a:pt x="1712282" y="1061717"/>
                  <a:pt x="1712282" y="1052789"/>
                </a:cubicBezTo>
                <a:cubicBezTo>
                  <a:pt x="1712282" y="1044356"/>
                  <a:pt x="1717738" y="1038404"/>
                  <a:pt x="1726667" y="1038404"/>
                </a:cubicBezTo>
                <a:close/>
                <a:moveTo>
                  <a:pt x="1590755" y="1036421"/>
                </a:moveTo>
                <a:cubicBezTo>
                  <a:pt x="1596707" y="1035925"/>
                  <a:pt x="1599187" y="1039397"/>
                  <a:pt x="1602660" y="1042373"/>
                </a:cubicBezTo>
                <a:cubicBezTo>
                  <a:pt x="1606132" y="1045349"/>
                  <a:pt x="1609108" y="1048325"/>
                  <a:pt x="1607124" y="1053286"/>
                </a:cubicBezTo>
                <a:cubicBezTo>
                  <a:pt x="1609108" y="1059238"/>
                  <a:pt x="1604148" y="1061718"/>
                  <a:pt x="1601171" y="1065190"/>
                </a:cubicBezTo>
                <a:cubicBezTo>
                  <a:pt x="1598195" y="1069158"/>
                  <a:pt x="1594723" y="1069654"/>
                  <a:pt x="1589763" y="1070150"/>
                </a:cubicBezTo>
                <a:cubicBezTo>
                  <a:pt x="1583810" y="1070647"/>
                  <a:pt x="1581826" y="1066182"/>
                  <a:pt x="1577858" y="1063702"/>
                </a:cubicBezTo>
                <a:cubicBezTo>
                  <a:pt x="1573890" y="1060726"/>
                  <a:pt x="1573890" y="1056758"/>
                  <a:pt x="1573394" y="1052294"/>
                </a:cubicBezTo>
                <a:cubicBezTo>
                  <a:pt x="1572898" y="1046341"/>
                  <a:pt x="1577362" y="1044357"/>
                  <a:pt x="1580338" y="1040885"/>
                </a:cubicBezTo>
                <a:cubicBezTo>
                  <a:pt x="1582819" y="1037413"/>
                  <a:pt x="1586291" y="1036917"/>
                  <a:pt x="1590755" y="1036421"/>
                </a:cubicBezTo>
                <a:close/>
                <a:moveTo>
                  <a:pt x="1524288" y="1036420"/>
                </a:moveTo>
                <a:cubicBezTo>
                  <a:pt x="1535697" y="1036420"/>
                  <a:pt x="1541153" y="1041876"/>
                  <a:pt x="1541153" y="1052789"/>
                </a:cubicBezTo>
                <a:cubicBezTo>
                  <a:pt x="1541153" y="1063701"/>
                  <a:pt x="1535697" y="1069654"/>
                  <a:pt x="1524784" y="1069654"/>
                </a:cubicBezTo>
                <a:cubicBezTo>
                  <a:pt x="1513375" y="1069654"/>
                  <a:pt x="1507919" y="1064198"/>
                  <a:pt x="1507919" y="1053285"/>
                </a:cubicBezTo>
                <a:cubicBezTo>
                  <a:pt x="1507919" y="1041876"/>
                  <a:pt x="1513375" y="1036420"/>
                  <a:pt x="1524288" y="1036420"/>
                </a:cubicBezTo>
                <a:close/>
                <a:moveTo>
                  <a:pt x="1657719" y="1035428"/>
                </a:moveTo>
                <a:cubicBezTo>
                  <a:pt x="1661191" y="1038900"/>
                  <a:pt x="1667144" y="1036420"/>
                  <a:pt x="1669624" y="1041380"/>
                </a:cubicBezTo>
                <a:cubicBezTo>
                  <a:pt x="1671112" y="1045845"/>
                  <a:pt x="1672600" y="1049317"/>
                  <a:pt x="1674584" y="1052789"/>
                </a:cubicBezTo>
                <a:cubicBezTo>
                  <a:pt x="1671112" y="1056261"/>
                  <a:pt x="1673096" y="1062213"/>
                  <a:pt x="1668135" y="1064694"/>
                </a:cubicBezTo>
                <a:cubicBezTo>
                  <a:pt x="1664663" y="1066678"/>
                  <a:pt x="1660199" y="1069654"/>
                  <a:pt x="1657223" y="1068662"/>
                </a:cubicBezTo>
                <a:cubicBezTo>
                  <a:pt x="1653255" y="1067174"/>
                  <a:pt x="1647798" y="1067670"/>
                  <a:pt x="1645318" y="1062709"/>
                </a:cubicBezTo>
                <a:cubicBezTo>
                  <a:pt x="1643334" y="1059237"/>
                  <a:pt x="1642342" y="1055269"/>
                  <a:pt x="1640854" y="1051301"/>
                </a:cubicBezTo>
                <a:cubicBezTo>
                  <a:pt x="1644822" y="1048821"/>
                  <a:pt x="1642342" y="1043364"/>
                  <a:pt x="1646310" y="1040388"/>
                </a:cubicBezTo>
                <a:cubicBezTo>
                  <a:pt x="1649783" y="1037412"/>
                  <a:pt x="1654743" y="1038900"/>
                  <a:pt x="1657719" y="1035428"/>
                </a:cubicBezTo>
                <a:close/>
                <a:moveTo>
                  <a:pt x="1456828" y="1033940"/>
                </a:moveTo>
                <a:cubicBezTo>
                  <a:pt x="1464764" y="1033444"/>
                  <a:pt x="1476173" y="1043861"/>
                  <a:pt x="1476669" y="1052293"/>
                </a:cubicBezTo>
                <a:cubicBezTo>
                  <a:pt x="1477165" y="1060229"/>
                  <a:pt x="1466253" y="1071638"/>
                  <a:pt x="1457820" y="1072134"/>
                </a:cubicBezTo>
                <a:cubicBezTo>
                  <a:pt x="1450876" y="1073126"/>
                  <a:pt x="1438475" y="1061718"/>
                  <a:pt x="1438475" y="1053285"/>
                </a:cubicBezTo>
                <a:cubicBezTo>
                  <a:pt x="1438475" y="1045845"/>
                  <a:pt x="1448892" y="1034932"/>
                  <a:pt x="1456828" y="1033940"/>
                </a:cubicBezTo>
                <a:close/>
                <a:moveTo>
                  <a:pt x="1388872" y="1033940"/>
                </a:moveTo>
                <a:cubicBezTo>
                  <a:pt x="1400281" y="1033940"/>
                  <a:pt x="1407721" y="1041876"/>
                  <a:pt x="1407721" y="1053781"/>
                </a:cubicBezTo>
                <a:cubicBezTo>
                  <a:pt x="1407721" y="1065190"/>
                  <a:pt x="1399785" y="1072630"/>
                  <a:pt x="1387880" y="1072134"/>
                </a:cubicBezTo>
                <a:cubicBezTo>
                  <a:pt x="1377463" y="1072134"/>
                  <a:pt x="1369527" y="1064198"/>
                  <a:pt x="1369527" y="1053285"/>
                </a:cubicBezTo>
                <a:cubicBezTo>
                  <a:pt x="1369527" y="1041380"/>
                  <a:pt x="1377463" y="1033940"/>
                  <a:pt x="1388872" y="1033940"/>
                </a:cubicBezTo>
                <a:close/>
                <a:moveTo>
                  <a:pt x="1322900" y="1033444"/>
                </a:moveTo>
                <a:cubicBezTo>
                  <a:pt x="1328852" y="1032948"/>
                  <a:pt x="1331829" y="1035925"/>
                  <a:pt x="1336293" y="1038901"/>
                </a:cubicBezTo>
                <a:cubicBezTo>
                  <a:pt x="1341749" y="1043365"/>
                  <a:pt x="1340757" y="1048325"/>
                  <a:pt x="1341253" y="1053782"/>
                </a:cubicBezTo>
                <a:cubicBezTo>
                  <a:pt x="1341749" y="1059734"/>
                  <a:pt x="1338773" y="1063206"/>
                  <a:pt x="1335301" y="1067174"/>
                </a:cubicBezTo>
                <a:cubicBezTo>
                  <a:pt x="1331333" y="1071639"/>
                  <a:pt x="1326868" y="1071639"/>
                  <a:pt x="1321908" y="1072135"/>
                </a:cubicBezTo>
                <a:cubicBezTo>
                  <a:pt x="1316452" y="1072135"/>
                  <a:pt x="1312484" y="1070646"/>
                  <a:pt x="1308515" y="1067174"/>
                </a:cubicBezTo>
                <a:cubicBezTo>
                  <a:pt x="1303555" y="1062710"/>
                  <a:pt x="1302067" y="1058246"/>
                  <a:pt x="1303059" y="1051797"/>
                </a:cubicBezTo>
                <a:cubicBezTo>
                  <a:pt x="1301075" y="1046341"/>
                  <a:pt x="1305043" y="1042869"/>
                  <a:pt x="1308019" y="1038901"/>
                </a:cubicBezTo>
                <a:cubicBezTo>
                  <a:pt x="1311988" y="1033444"/>
                  <a:pt x="1317444" y="1034437"/>
                  <a:pt x="1322900" y="1033444"/>
                </a:cubicBezTo>
                <a:close/>
                <a:moveTo>
                  <a:pt x="1053062" y="1031956"/>
                </a:moveTo>
                <a:cubicBezTo>
                  <a:pt x="1067447" y="1031460"/>
                  <a:pt x="1074391" y="1038404"/>
                  <a:pt x="1074391" y="1053285"/>
                </a:cubicBezTo>
                <a:cubicBezTo>
                  <a:pt x="1074391" y="1067670"/>
                  <a:pt x="1067447" y="1074614"/>
                  <a:pt x="1052566" y="1074614"/>
                </a:cubicBezTo>
                <a:cubicBezTo>
                  <a:pt x="1038198" y="1074614"/>
                  <a:pt x="1031750" y="1067670"/>
                  <a:pt x="1031750" y="1052293"/>
                </a:cubicBezTo>
                <a:cubicBezTo>
                  <a:pt x="1031750" y="1038404"/>
                  <a:pt x="1039190" y="1031956"/>
                  <a:pt x="1053062" y="1031956"/>
                </a:cubicBezTo>
                <a:close/>
                <a:moveTo>
                  <a:pt x="1254945" y="1031460"/>
                </a:moveTo>
                <a:cubicBezTo>
                  <a:pt x="1264370" y="1031460"/>
                  <a:pt x="1276770" y="1043365"/>
                  <a:pt x="1276274" y="1053285"/>
                </a:cubicBezTo>
                <a:cubicBezTo>
                  <a:pt x="1276274" y="1062214"/>
                  <a:pt x="1264370" y="1074118"/>
                  <a:pt x="1255441" y="1074614"/>
                </a:cubicBezTo>
                <a:cubicBezTo>
                  <a:pt x="1246017" y="1075110"/>
                  <a:pt x="1233616" y="1063206"/>
                  <a:pt x="1233120" y="1053781"/>
                </a:cubicBezTo>
                <a:cubicBezTo>
                  <a:pt x="1233616" y="1043861"/>
                  <a:pt x="1245521" y="1031460"/>
                  <a:pt x="1254945" y="1031460"/>
                </a:cubicBezTo>
                <a:close/>
                <a:moveTo>
                  <a:pt x="1121018" y="1031460"/>
                </a:moveTo>
                <a:cubicBezTo>
                  <a:pt x="1126970" y="1029475"/>
                  <a:pt x="1130443" y="1034932"/>
                  <a:pt x="1134907" y="1038404"/>
                </a:cubicBezTo>
                <a:cubicBezTo>
                  <a:pt x="1139867" y="1042372"/>
                  <a:pt x="1140363" y="1047828"/>
                  <a:pt x="1140859" y="1053781"/>
                </a:cubicBezTo>
                <a:cubicBezTo>
                  <a:pt x="1141851" y="1061717"/>
                  <a:pt x="1135899" y="1064693"/>
                  <a:pt x="1132427" y="1069654"/>
                </a:cubicBezTo>
                <a:cubicBezTo>
                  <a:pt x="1128459" y="1075606"/>
                  <a:pt x="1123002" y="1073622"/>
                  <a:pt x="1118042" y="1074614"/>
                </a:cubicBezTo>
                <a:cubicBezTo>
                  <a:pt x="1110602" y="1076102"/>
                  <a:pt x="1107625" y="1070646"/>
                  <a:pt x="1103161" y="1067174"/>
                </a:cubicBezTo>
                <a:cubicBezTo>
                  <a:pt x="1098201" y="1063205"/>
                  <a:pt x="1097705" y="1058245"/>
                  <a:pt x="1097209" y="1052789"/>
                </a:cubicBezTo>
                <a:cubicBezTo>
                  <a:pt x="1096713" y="1045844"/>
                  <a:pt x="1099689" y="1041876"/>
                  <a:pt x="1104153" y="1037908"/>
                </a:cubicBezTo>
                <a:cubicBezTo>
                  <a:pt x="1111594" y="1031460"/>
                  <a:pt x="1111098" y="1031460"/>
                  <a:pt x="1121018" y="1031460"/>
                </a:cubicBezTo>
                <a:close/>
                <a:moveTo>
                  <a:pt x="1185005" y="1030964"/>
                </a:moveTo>
                <a:cubicBezTo>
                  <a:pt x="1196910" y="1030468"/>
                  <a:pt x="1207326" y="1040388"/>
                  <a:pt x="1207326" y="1051797"/>
                </a:cubicBezTo>
                <a:cubicBezTo>
                  <a:pt x="1207822" y="1064198"/>
                  <a:pt x="1198398" y="1074118"/>
                  <a:pt x="1186493" y="1074118"/>
                </a:cubicBezTo>
                <a:cubicBezTo>
                  <a:pt x="1174589" y="1074118"/>
                  <a:pt x="1164668" y="1064694"/>
                  <a:pt x="1164668" y="1052789"/>
                </a:cubicBezTo>
                <a:cubicBezTo>
                  <a:pt x="1164668" y="1041876"/>
                  <a:pt x="1174092" y="1031460"/>
                  <a:pt x="1185005" y="1030964"/>
                </a:cubicBezTo>
                <a:close/>
                <a:moveTo>
                  <a:pt x="849735" y="1029971"/>
                </a:moveTo>
                <a:cubicBezTo>
                  <a:pt x="863625" y="1028979"/>
                  <a:pt x="874040" y="1039396"/>
                  <a:pt x="874040" y="1053285"/>
                </a:cubicBezTo>
                <a:cubicBezTo>
                  <a:pt x="874040" y="1066181"/>
                  <a:pt x="863625" y="1077094"/>
                  <a:pt x="849735" y="1077094"/>
                </a:cubicBezTo>
                <a:cubicBezTo>
                  <a:pt x="836342" y="1076598"/>
                  <a:pt x="825926" y="1066181"/>
                  <a:pt x="826422" y="1052789"/>
                </a:cubicBezTo>
                <a:cubicBezTo>
                  <a:pt x="827414" y="1038404"/>
                  <a:pt x="836342" y="1029971"/>
                  <a:pt x="849735" y="1029971"/>
                </a:cubicBezTo>
                <a:close/>
                <a:moveTo>
                  <a:pt x="918176" y="1029476"/>
                </a:moveTo>
                <a:cubicBezTo>
                  <a:pt x="929088" y="1029476"/>
                  <a:pt x="940993" y="1041877"/>
                  <a:pt x="940993" y="1053285"/>
                </a:cubicBezTo>
                <a:cubicBezTo>
                  <a:pt x="940993" y="1065190"/>
                  <a:pt x="928592" y="1077095"/>
                  <a:pt x="916192" y="1077095"/>
                </a:cubicBezTo>
                <a:cubicBezTo>
                  <a:pt x="904784" y="1077095"/>
                  <a:pt x="892879" y="1064694"/>
                  <a:pt x="893375" y="1053285"/>
                </a:cubicBezTo>
                <a:cubicBezTo>
                  <a:pt x="893375" y="1041381"/>
                  <a:pt x="905776" y="1029476"/>
                  <a:pt x="918176" y="1029476"/>
                </a:cubicBezTo>
                <a:close/>
                <a:moveTo>
                  <a:pt x="986612" y="1028980"/>
                </a:moveTo>
                <a:cubicBezTo>
                  <a:pt x="998021" y="1029476"/>
                  <a:pt x="1009926" y="1041877"/>
                  <a:pt x="1009926" y="1052789"/>
                </a:cubicBezTo>
                <a:cubicBezTo>
                  <a:pt x="1009926" y="1064198"/>
                  <a:pt x="997029" y="1077095"/>
                  <a:pt x="985620" y="1076598"/>
                </a:cubicBezTo>
                <a:cubicBezTo>
                  <a:pt x="974212" y="1076102"/>
                  <a:pt x="962307" y="1063702"/>
                  <a:pt x="962307" y="1052789"/>
                </a:cubicBezTo>
                <a:cubicBezTo>
                  <a:pt x="962307" y="1041381"/>
                  <a:pt x="975204" y="1028484"/>
                  <a:pt x="986612" y="1028980"/>
                </a:cubicBezTo>
                <a:close/>
                <a:moveTo>
                  <a:pt x="783724" y="1028980"/>
                </a:moveTo>
                <a:cubicBezTo>
                  <a:pt x="798605" y="1028980"/>
                  <a:pt x="807535" y="1037908"/>
                  <a:pt x="807535" y="1053285"/>
                </a:cubicBezTo>
                <a:cubicBezTo>
                  <a:pt x="807535" y="1068166"/>
                  <a:pt x="798605" y="1076599"/>
                  <a:pt x="783228" y="1076599"/>
                </a:cubicBezTo>
                <a:cubicBezTo>
                  <a:pt x="768843" y="1076599"/>
                  <a:pt x="759915" y="1067174"/>
                  <a:pt x="759915" y="1051797"/>
                </a:cubicBezTo>
                <a:cubicBezTo>
                  <a:pt x="759915" y="1037908"/>
                  <a:pt x="769341" y="1028980"/>
                  <a:pt x="783724" y="1028980"/>
                </a:cubicBezTo>
                <a:close/>
                <a:moveTo>
                  <a:pt x="714291" y="1028980"/>
                </a:moveTo>
                <a:cubicBezTo>
                  <a:pt x="729172" y="1029476"/>
                  <a:pt x="738596" y="1037908"/>
                  <a:pt x="738596" y="1052293"/>
                </a:cubicBezTo>
                <a:cubicBezTo>
                  <a:pt x="738596" y="1067670"/>
                  <a:pt x="729668" y="1076599"/>
                  <a:pt x="715283" y="1076599"/>
                </a:cubicBezTo>
                <a:cubicBezTo>
                  <a:pt x="699906" y="1076599"/>
                  <a:pt x="691475" y="1067670"/>
                  <a:pt x="690979" y="1052789"/>
                </a:cubicBezTo>
                <a:cubicBezTo>
                  <a:pt x="690979" y="1045845"/>
                  <a:pt x="692963" y="1040389"/>
                  <a:pt x="697922" y="1035428"/>
                </a:cubicBezTo>
                <a:cubicBezTo>
                  <a:pt x="702387" y="1030964"/>
                  <a:pt x="707843" y="1028980"/>
                  <a:pt x="714291" y="1028980"/>
                </a:cubicBezTo>
                <a:close/>
                <a:moveTo>
                  <a:pt x="445952" y="1026996"/>
                </a:moveTo>
                <a:cubicBezTo>
                  <a:pt x="461329" y="1026996"/>
                  <a:pt x="472242" y="1038901"/>
                  <a:pt x="471746" y="1053781"/>
                </a:cubicBezTo>
                <a:cubicBezTo>
                  <a:pt x="471250" y="1068662"/>
                  <a:pt x="460833" y="1078583"/>
                  <a:pt x="445456" y="1079079"/>
                </a:cubicBezTo>
                <a:cubicBezTo>
                  <a:pt x="430078" y="1078583"/>
                  <a:pt x="419164" y="1067174"/>
                  <a:pt x="419661" y="1052293"/>
                </a:cubicBezTo>
                <a:cubicBezTo>
                  <a:pt x="420157" y="1037413"/>
                  <a:pt x="430574" y="1026996"/>
                  <a:pt x="445952" y="1026996"/>
                </a:cubicBezTo>
                <a:close/>
                <a:moveTo>
                  <a:pt x="379468" y="1026996"/>
                </a:moveTo>
                <a:cubicBezTo>
                  <a:pt x="386910" y="1026996"/>
                  <a:pt x="392366" y="1029476"/>
                  <a:pt x="397822" y="1034932"/>
                </a:cubicBezTo>
                <a:cubicBezTo>
                  <a:pt x="403279" y="1040389"/>
                  <a:pt x="405759" y="1046341"/>
                  <a:pt x="405759" y="1054277"/>
                </a:cubicBezTo>
                <a:cubicBezTo>
                  <a:pt x="405759" y="1061718"/>
                  <a:pt x="402783" y="1067174"/>
                  <a:pt x="397326" y="1072134"/>
                </a:cubicBezTo>
                <a:cubicBezTo>
                  <a:pt x="391870" y="1077095"/>
                  <a:pt x="386414" y="1080567"/>
                  <a:pt x="378972" y="1079079"/>
                </a:cubicBezTo>
                <a:cubicBezTo>
                  <a:pt x="371036" y="1080071"/>
                  <a:pt x="366076" y="1076599"/>
                  <a:pt x="360619" y="1071638"/>
                </a:cubicBezTo>
                <a:cubicBezTo>
                  <a:pt x="355163" y="1066182"/>
                  <a:pt x="352683" y="1060230"/>
                  <a:pt x="352683" y="1052293"/>
                </a:cubicBezTo>
                <a:cubicBezTo>
                  <a:pt x="352683" y="1044853"/>
                  <a:pt x="355659" y="1039397"/>
                  <a:pt x="361115" y="1034436"/>
                </a:cubicBezTo>
                <a:cubicBezTo>
                  <a:pt x="366076" y="1028980"/>
                  <a:pt x="372028" y="1026996"/>
                  <a:pt x="379468" y="1026996"/>
                </a:cubicBezTo>
                <a:close/>
                <a:moveTo>
                  <a:pt x="312514" y="1026996"/>
                </a:moveTo>
                <a:cubicBezTo>
                  <a:pt x="319954" y="1025508"/>
                  <a:pt x="325412" y="1028980"/>
                  <a:pt x="330868" y="1034436"/>
                </a:cubicBezTo>
                <a:cubicBezTo>
                  <a:pt x="336324" y="1039892"/>
                  <a:pt x="339300" y="1045845"/>
                  <a:pt x="338804" y="1053781"/>
                </a:cubicBezTo>
                <a:cubicBezTo>
                  <a:pt x="338804" y="1061221"/>
                  <a:pt x="335828" y="1066678"/>
                  <a:pt x="330868" y="1072134"/>
                </a:cubicBezTo>
                <a:cubicBezTo>
                  <a:pt x="325908" y="1077094"/>
                  <a:pt x="319954" y="1080070"/>
                  <a:pt x="312514" y="1080070"/>
                </a:cubicBezTo>
                <a:cubicBezTo>
                  <a:pt x="305074" y="1080070"/>
                  <a:pt x="299617" y="1077590"/>
                  <a:pt x="294161" y="1072630"/>
                </a:cubicBezTo>
                <a:cubicBezTo>
                  <a:pt x="288705" y="1067174"/>
                  <a:pt x="285728" y="1061221"/>
                  <a:pt x="286225" y="1053285"/>
                </a:cubicBezTo>
                <a:cubicBezTo>
                  <a:pt x="286225" y="1045845"/>
                  <a:pt x="289201" y="1040388"/>
                  <a:pt x="294161" y="1034932"/>
                </a:cubicBezTo>
                <a:cubicBezTo>
                  <a:pt x="299121" y="1028980"/>
                  <a:pt x="304578" y="1025508"/>
                  <a:pt x="312514" y="1026996"/>
                </a:cubicBezTo>
                <a:close/>
                <a:moveTo>
                  <a:pt x="648351" y="1026995"/>
                </a:moveTo>
                <a:cubicBezTo>
                  <a:pt x="661742" y="1027491"/>
                  <a:pt x="674142" y="1040388"/>
                  <a:pt x="673646" y="1053285"/>
                </a:cubicBezTo>
                <a:cubicBezTo>
                  <a:pt x="673646" y="1066181"/>
                  <a:pt x="661246" y="1077590"/>
                  <a:pt x="647854" y="1079078"/>
                </a:cubicBezTo>
                <a:cubicBezTo>
                  <a:pt x="634463" y="1077590"/>
                  <a:pt x="622063" y="1066181"/>
                  <a:pt x="622063" y="1053285"/>
                </a:cubicBezTo>
                <a:cubicBezTo>
                  <a:pt x="621567" y="1039892"/>
                  <a:pt x="635950" y="1026499"/>
                  <a:pt x="648351" y="1026995"/>
                </a:cubicBezTo>
                <a:close/>
                <a:moveTo>
                  <a:pt x="579882" y="1026500"/>
                </a:moveTo>
                <a:cubicBezTo>
                  <a:pt x="594267" y="1025508"/>
                  <a:pt x="607165" y="1037908"/>
                  <a:pt x="607661" y="1052293"/>
                </a:cubicBezTo>
                <a:cubicBezTo>
                  <a:pt x="606669" y="1068166"/>
                  <a:pt x="596251" y="1077590"/>
                  <a:pt x="582362" y="1078583"/>
                </a:cubicBezTo>
                <a:cubicBezTo>
                  <a:pt x="568473" y="1079575"/>
                  <a:pt x="555079" y="1067174"/>
                  <a:pt x="555079" y="1052789"/>
                </a:cubicBezTo>
                <a:cubicBezTo>
                  <a:pt x="555079" y="1036420"/>
                  <a:pt x="566489" y="1027492"/>
                  <a:pt x="579882" y="1026500"/>
                </a:cubicBezTo>
                <a:close/>
                <a:moveTo>
                  <a:pt x="515898" y="1026500"/>
                </a:moveTo>
                <a:cubicBezTo>
                  <a:pt x="529293" y="1027988"/>
                  <a:pt x="540206" y="1036916"/>
                  <a:pt x="540702" y="1053285"/>
                </a:cubicBezTo>
                <a:cubicBezTo>
                  <a:pt x="539710" y="1068166"/>
                  <a:pt x="527308" y="1080071"/>
                  <a:pt x="513418" y="1078583"/>
                </a:cubicBezTo>
                <a:cubicBezTo>
                  <a:pt x="500025" y="1077591"/>
                  <a:pt x="488615" y="1068166"/>
                  <a:pt x="488615" y="1051797"/>
                </a:cubicBezTo>
                <a:cubicBezTo>
                  <a:pt x="488615" y="1036916"/>
                  <a:pt x="502009" y="1025012"/>
                  <a:pt x="515898" y="1026500"/>
                </a:cubicBezTo>
                <a:close/>
                <a:moveTo>
                  <a:pt x="244569" y="1026500"/>
                </a:moveTo>
                <a:cubicBezTo>
                  <a:pt x="251514" y="1025508"/>
                  <a:pt x="256474" y="1029476"/>
                  <a:pt x="261930" y="1034436"/>
                </a:cubicBezTo>
                <a:cubicBezTo>
                  <a:pt x="267883" y="1039893"/>
                  <a:pt x="269867" y="1046341"/>
                  <a:pt x="269371" y="1053781"/>
                </a:cubicBezTo>
                <a:cubicBezTo>
                  <a:pt x="268875" y="1068166"/>
                  <a:pt x="257466" y="1078583"/>
                  <a:pt x="242585" y="1079079"/>
                </a:cubicBezTo>
                <a:cubicBezTo>
                  <a:pt x="235145" y="1079079"/>
                  <a:pt x="229689" y="1076103"/>
                  <a:pt x="224232" y="1071142"/>
                </a:cubicBezTo>
                <a:cubicBezTo>
                  <a:pt x="218280" y="1065686"/>
                  <a:pt x="216296" y="1059238"/>
                  <a:pt x="216792" y="1051797"/>
                </a:cubicBezTo>
                <a:cubicBezTo>
                  <a:pt x="217288" y="1037413"/>
                  <a:pt x="228697" y="1026500"/>
                  <a:pt x="244569" y="1026500"/>
                </a:cubicBezTo>
                <a:close/>
                <a:moveTo>
                  <a:pt x="175104" y="1026500"/>
                </a:moveTo>
                <a:cubicBezTo>
                  <a:pt x="183039" y="1026500"/>
                  <a:pt x="188992" y="1028484"/>
                  <a:pt x="194448" y="1033940"/>
                </a:cubicBezTo>
                <a:cubicBezTo>
                  <a:pt x="199408" y="1039397"/>
                  <a:pt x="202384" y="1044357"/>
                  <a:pt x="202384" y="1052293"/>
                </a:cubicBezTo>
                <a:cubicBezTo>
                  <a:pt x="202384" y="1060230"/>
                  <a:pt x="199904" y="1066182"/>
                  <a:pt x="194448" y="1071638"/>
                </a:cubicBezTo>
                <a:cubicBezTo>
                  <a:pt x="188992" y="1076599"/>
                  <a:pt x="183535" y="1079079"/>
                  <a:pt x="176096" y="1079079"/>
                </a:cubicBezTo>
                <a:cubicBezTo>
                  <a:pt x="168656" y="1079079"/>
                  <a:pt x="162703" y="1076599"/>
                  <a:pt x="157743" y="1071638"/>
                </a:cubicBezTo>
                <a:cubicBezTo>
                  <a:pt x="153279" y="1066678"/>
                  <a:pt x="149311" y="1061222"/>
                  <a:pt x="150303" y="1054278"/>
                </a:cubicBezTo>
                <a:cubicBezTo>
                  <a:pt x="150303" y="1038405"/>
                  <a:pt x="161215" y="1026996"/>
                  <a:pt x="175104" y="1026500"/>
                </a:cubicBezTo>
                <a:close/>
                <a:moveTo>
                  <a:pt x="109650" y="1026500"/>
                </a:moveTo>
                <a:cubicBezTo>
                  <a:pt x="117091" y="1026500"/>
                  <a:pt x="122547" y="1029476"/>
                  <a:pt x="128003" y="1034436"/>
                </a:cubicBezTo>
                <a:cubicBezTo>
                  <a:pt x="135444" y="1041380"/>
                  <a:pt x="135940" y="1043364"/>
                  <a:pt x="135940" y="1053781"/>
                </a:cubicBezTo>
                <a:cubicBezTo>
                  <a:pt x="137428" y="1060229"/>
                  <a:pt x="133460" y="1065686"/>
                  <a:pt x="128499" y="1071142"/>
                </a:cubicBezTo>
                <a:cubicBezTo>
                  <a:pt x="123043" y="1076598"/>
                  <a:pt x="117091" y="1079574"/>
                  <a:pt x="109154" y="1079078"/>
                </a:cubicBezTo>
                <a:cubicBezTo>
                  <a:pt x="101714" y="1079078"/>
                  <a:pt x="96258" y="1076102"/>
                  <a:pt x="90801" y="1071142"/>
                </a:cubicBezTo>
                <a:cubicBezTo>
                  <a:pt x="85841" y="1066182"/>
                  <a:pt x="82865" y="1060229"/>
                  <a:pt x="82865" y="1052789"/>
                </a:cubicBezTo>
                <a:cubicBezTo>
                  <a:pt x="82865" y="1045349"/>
                  <a:pt x="85345" y="1039892"/>
                  <a:pt x="90305" y="1034436"/>
                </a:cubicBezTo>
                <a:cubicBezTo>
                  <a:pt x="95762" y="1028980"/>
                  <a:pt x="101714" y="1026004"/>
                  <a:pt x="109650" y="1026500"/>
                </a:cubicBezTo>
                <a:close/>
                <a:moveTo>
                  <a:pt x="44656" y="1026500"/>
                </a:moveTo>
                <a:cubicBezTo>
                  <a:pt x="52097" y="1026500"/>
                  <a:pt x="57553" y="1029476"/>
                  <a:pt x="62513" y="1034933"/>
                </a:cubicBezTo>
                <a:cubicBezTo>
                  <a:pt x="67474" y="1039893"/>
                  <a:pt x="70946" y="1045349"/>
                  <a:pt x="69458" y="1052789"/>
                </a:cubicBezTo>
                <a:cubicBezTo>
                  <a:pt x="70946" y="1060726"/>
                  <a:pt x="66978" y="1066182"/>
                  <a:pt x="62017" y="1071638"/>
                </a:cubicBezTo>
                <a:cubicBezTo>
                  <a:pt x="56561" y="1077095"/>
                  <a:pt x="50609" y="1079575"/>
                  <a:pt x="42672" y="1079575"/>
                </a:cubicBezTo>
                <a:cubicBezTo>
                  <a:pt x="35232" y="1079575"/>
                  <a:pt x="29776" y="1076599"/>
                  <a:pt x="24815" y="1071142"/>
                </a:cubicBezTo>
                <a:cubicBezTo>
                  <a:pt x="19359" y="1066182"/>
                  <a:pt x="17375" y="1060230"/>
                  <a:pt x="17375" y="1052789"/>
                </a:cubicBezTo>
                <a:cubicBezTo>
                  <a:pt x="17375" y="1045349"/>
                  <a:pt x="19855" y="1039893"/>
                  <a:pt x="25311" y="1034436"/>
                </a:cubicBezTo>
                <a:cubicBezTo>
                  <a:pt x="30768" y="1028980"/>
                  <a:pt x="36720" y="1026500"/>
                  <a:pt x="44656" y="1026500"/>
                </a:cubicBezTo>
                <a:close/>
                <a:moveTo>
                  <a:pt x="2197892" y="984338"/>
                </a:moveTo>
                <a:cubicBezTo>
                  <a:pt x="2198884" y="984834"/>
                  <a:pt x="2199876" y="986322"/>
                  <a:pt x="2200372" y="987314"/>
                </a:cubicBezTo>
                <a:cubicBezTo>
                  <a:pt x="2200372" y="987314"/>
                  <a:pt x="2198884" y="988306"/>
                  <a:pt x="2197396" y="989794"/>
                </a:cubicBezTo>
                <a:cubicBezTo>
                  <a:pt x="2196404" y="987810"/>
                  <a:pt x="2195908" y="986818"/>
                  <a:pt x="2195908" y="985826"/>
                </a:cubicBezTo>
                <a:cubicBezTo>
                  <a:pt x="2195908" y="985330"/>
                  <a:pt x="2197892" y="983842"/>
                  <a:pt x="2197892" y="984338"/>
                </a:cubicBezTo>
                <a:close/>
                <a:moveTo>
                  <a:pt x="1022" y="984337"/>
                </a:moveTo>
                <a:cubicBezTo>
                  <a:pt x="2014" y="984833"/>
                  <a:pt x="3006" y="984833"/>
                  <a:pt x="3502" y="985329"/>
                </a:cubicBezTo>
                <a:cubicBezTo>
                  <a:pt x="2510" y="987313"/>
                  <a:pt x="2510" y="987809"/>
                  <a:pt x="2014" y="988305"/>
                </a:cubicBezTo>
                <a:cubicBezTo>
                  <a:pt x="1518" y="987809"/>
                  <a:pt x="526" y="986817"/>
                  <a:pt x="526" y="986321"/>
                </a:cubicBezTo>
                <a:cubicBezTo>
                  <a:pt x="526" y="985825"/>
                  <a:pt x="1022" y="984833"/>
                  <a:pt x="1022" y="984337"/>
                </a:cubicBezTo>
                <a:close/>
                <a:moveTo>
                  <a:pt x="2125782" y="981237"/>
                </a:moveTo>
                <a:cubicBezTo>
                  <a:pt x="2126836" y="980989"/>
                  <a:pt x="2128200" y="981361"/>
                  <a:pt x="2129440" y="981361"/>
                </a:cubicBezTo>
                <a:cubicBezTo>
                  <a:pt x="2133905" y="981361"/>
                  <a:pt x="2133905" y="981857"/>
                  <a:pt x="2133905" y="987314"/>
                </a:cubicBezTo>
                <a:cubicBezTo>
                  <a:pt x="2134400" y="992274"/>
                  <a:pt x="2130928" y="990786"/>
                  <a:pt x="2128448" y="990786"/>
                </a:cubicBezTo>
                <a:cubicBezTo>
                  <a:pt x="2123984" y="990786"/>
                  <a:pt x="2124480" y="990786"/>
                  <a:pt x="2123984" y="984833"/>
                </a:cubicBezTo>
                <a:cubicBezTo>
                  <a:pt x="2123984" y="982353"/>
                  <a:pt x="2124728" y="981485"/>
                  <a:pt x="2125782" y="981237"/>
                </a:cubicBezTo>
                <a:close/>
                <a:moveTo>
                  <a:pt x="2061980" y="978881"/>
                </a:moveTo>
                <a:cubicBezTo>
                  <a:pt x="2067436" y="978881"/>
                  <a:pt x="2069420" y="980865"/>
                  <a:pt x="2069420" y="985825"/>
                </a:cubicBezTo>
                <a:cubicBezTo>
                  <a:pt x="2069420" y="990786"/>
                  <a:pt x="2067436" y="993266"/>
                  <a:pt x="2062972" y="993266"/>
                </a:cubicBezTo>
                <a:cubicBezTo>
                  <a:pt x="2058012" y="993266"/>
                  <a:pt x="2055531" y="991778"/>
                  <a:pt x="2055035" y="986817"/>
                </a:cubicBezTo>
                <a:cubicBezTo>
                  <a:pt x="2054540" y="980865"/>
                  <a:pt x="2056524" y="978881"/>
                  <a:pt x="2061980" y="978881"/>
                </a:cubicBezTo>
                <a:close/>
                <a:moveTo>
                  <a:pt x="1995513" y="976897"/>
                </a:moveTo>
                <a:cubicBezTo>
                  <a:pt x="2000969" y="976897"/>
                  <a:pt x="2004937" y="981361"/>
                  <a:pt x="2004937" y="986322"/>
                </a:cubicBezTo>
                <a:cubicBezTo>
                  <a:pt x="2004937" y="991282"/>
                  <a:pt x="2000473" y="995746"/>
                  <a:pt x="1995513" y="995746"/>
                </a:cubicBezTo>
                <a:cubicBezTo>
                  <a:pt x="1990056" y="995746"/>
                  <a:pt x="1985592" y="991282"/>
                  <a:pt x="1985592" y="985825"/>
                </a:cubicBezTo>
                <a:cubicBezTo>
                  <a:pt x="1985592" y="980865"/>
                  <a:pt x="1990552" y="976897"/>
                  <a:pt x="1995513" y="976897"/>
                </a:cubicBezTo>
                <a:close/>
                <a:moveTo>
                  <a:pt x="1929046" y="974417"/>
                </a:moveTo>
                <a:cubicBezTo>
                  <a:pt x="1934006" y="974417"/>
                  <a:pt x="1940950" y="980865"/>
                  <a:pt x="1940950" y="986322"/>
                </a:cubicBezTo>
                <a:cubicBezTo>
                  <a:pt x="1940950" y="991282"/>
                  <a:pt x="1934006" y="998226"/>
                  <a:pt x="1929046" y="998226"/>
                </a:cubicBezTo>
                <a:cubicBezTo>
                  <a:pt x="1924085" y="998226"/>
                  <a:pt x="1917141" y="991282"/>
                  <a:pt x="1917141" y="986322"/>
                </a:cubicBezTo>
                <a:cubicBezTo>
                  <a:pt x="1917141" y="981361"/>
                  <a:pt x="1924085" y="974417"/>
                  <a:pt x="1929046" y="974417"/>
                </a:cubicBezTo>
                <a:close/>
                <a:moveTo>
                  <a:pt x="1860594" y="974417"/>
                </a:moveTo>
                <a:cubicBezTo>
                  <a:pt x="1869026" y="974417"/>
                  <a:pt x="1872002" y="977889"/>
                  <a:pt x="1872002" y="986322"/>
                </a:cubicBezTo>
                <a:cubicBezTo>
                  <a:pt x="1872002" y="995250"/>
                  <a:pt x="1868530" y="998226"/>
                  <a:pt x="1859105" y="998226"/>
                </a:cubicBezTo>
                <a:cubicBezTo>
                  <a:pt x="1850673" y="998226"/>
                  <a:pt x="1848193" y="994754"/>
                  <a:pt x="1848193" y="985330"/>
                </a:cubicBezTo>
                <a:cubicBezTo>
                  <a:pt x="1848193" y="977393"/>
                  <a:pt x="1851665" y="974417"/>
                  <a:pt x="1860594" y="974417"/>
                </a:cubicBezTo>
                <a:close/>
                <a:moveTo>
                  <a:pt x="1793630" y="971937"/>
                </a:moveTo>
                <a:cubicBezTo>
                  <a:pt x="1801566" y="972929"/>
                  <a:pt x="1807518" y="978385"/>
                  <a:pt x="1807022" y="986818"/>
                </a:cubicBezTo>
                <a:cubicBezTo>
                  <a:pt x="1806526" y="994754"/>
                  <a:pt x="1800574" y="1000707"/>
                  <a:pt x="1792142" y="1000211"/>
                </a:cubicBezTo>
                <a:cubicBezTo>
                  <a:pt x="1784205" y="999715"/>
                  <a:pt x="1778253" y="993762"/>
                  <a:pt x="1778749" y="985330"/>
                </a:cubicBezTo>
                <a:cubicBezTo>
                  <a:pt x="1779741" y="977889"/>
                  <a:pt x="1785197" y="971937"/>
                  <a:pt x="1793630" y="971937"/>
                </a:cubicBezTo>
                <a:close/>
                <a:moveTo>
                  <a:pt x="1725675" y="971937"/>
                </a:moveTo>
                <a:cubicBezTo>
                  <a:pt x="1736587" y="971937"/>
                  <a:pt x="1740555" y="975905"/>
                  <a:pt x="1740555" y="986322"/>
                </a:cubicBezTo>
                <a:cubicBezTo>
                  <a:pt x="1741051" y="996242"/>
                  <a:pt x="1736587" y="1000707"/>
                  <a:pt x="1726667" y="1000707"/>
                </a:cubicBezTo>
                <a:cubicBezTo>
                  <a:pt x="1716746" y="1000707"/>
                  <a:pt x="1712282" y="996738"/>
                  <a:pt x="1712282" y="986818"/>
                </a:cubicBezTo>
                <a:cubicBezTo>
                  <a:pt x="1712282" y="975905"/>
                  <a:pt x="1715754" y="971937"/>
                  <a:pt x="1725675" y="971937"/>
                </a:cubicBezTo>
                <a:close/>
                <a:moveTo>
                  <a:pt x="1656727" y="969457"/>
                </a:moveTo>
                <a:cubicBezTo>
                  <a:pt x="1664663" y="968961"/>
                  <a:pt x="1674088" y="977393"/>
                  <a:pt x="1674584" y="985330"/>
                </a:cubicBezTo>
                <a:cubicBezTo>
                  <a:pt x="1674584" y="993762"/>
                  <a:pt x="1666151" y="1002691"/>
                  <a:pt x="1657719" y="1002691"/>
                </a:cubicBezTo>
                <a:cubicBezTo>
                  <a:pt x="1649783" y="1003187"/>
                  <a:pt x="1640854" y="994258"/>
                  <a:pt x="1640854" y="986322"/>
                </a:cubicBezTo>
                <a:cubicBezTo>
                  <a:pt x="1640854" y="978881"/>
                  <a:pt x="1648790" y="969953"/>
                  <a:pt x="1656727" y="969457"/>
                </a:cubicBezTo>
                <a:close/>
                <a:moveTo>
                  <a:pt x="1592243" y="969456"/>
                </a:moveTo>
                <a:cubicBezTo>
                  <a:pt x="1601667" y="968960"/>
                  <a:pt x="1608612" y="977393"/>
                  <a:pt x="1608116" y="987313"/>
                </a:cubicBezTo>
                <a:cubicBezTo>
                  <a:pt x="1607620" y="996738"/>
                  <a:pt x="1600179" y="1003682"/>
                  <a:pt x="1590259" y="1003186"/>
                </a:cubicBezTo>
                <a:cubicBezTo>
                  <a:pt x="1580834" y="1002690"/>
                  <a:pt x="1573890" y="995250"/>
                  <a:pt x="1574386" y="985329"/>
                </a:cubicBezTo>
                <a:cubicBezTo>
                  <a:pt x="1574386" y="975409"/>
                  <a:pt x="1581826" y="968464"/>
                  <a:pt x="1592243" y="969456"/>
                </a:cubicBezTo>
                <a:close/>
                <a:moveTo>
                  <a:pt x="1524783" y="967969"/>
                </a:moveTo>
                <a:cubicBezTo>
                  <a:pt x="1526271" y="966977"/>
                  <a:pt x="1530239" y="969457"/>
                  <a:pt x="1532719" y="970449"/>
                </a:cubicBezTo>
                <a:cubicBezTo>
                  <a:pt x="1536192" y="971441"/>
                  <a:pt x="1538672" y="975409"/>
                  <a:pt x="1541152" y="978385"/>
                </a:cubicBezTo>
                <a:cubicBezTo>
                  <a:pt x="1542144" y="980370"/>
                  <a:pt x="1542144" y="983346"/>
                  <a:pt x="1543136" y="986818"/>
                </a:cubicBezTo>
                <a:cubicBezTo>
                  <a:pt x="1541152" y="990786"/>
                  <a:pt x="1540160" y="996242"/>
                  <a:pt x="1536192" y="1000211"/>
                </a:cubicBezTo>
                <a:cubicBezTo>
                  <a:pt x="1532719" y="1003683"/>
                  <a:pt x="1527759" y="1003187"/>
                  <a:pt x="1524287" y="1005667"/>
                </a:cubicBezTo>
                <a:cubicBezTo>
                  <a:pt x="1519823" y="1002691"/>
                  <a:pt x="1512878" y="1002691"/>
                  <a:pt x="1510398" y="997234"/>
                </a:cubicBezTo>
                <a:cubicBezTo>
                  <a:pt x="1508414" y="993762"/>
                  <a:pt x="1505438" y="989298"/>
                  <a:pt x="1506430" y="986322"/>
                </a:cubicBezTo>
                <a:cubicBezTo>
                  <a:pt x="1507918" y="981858"/>
                  <a:pt x="1508910" y="977393"/>
                  <a:pt x="1512878" y="973425"/>
                </a:cubicBezTo>
                <a:cubicBezTo>
                  <a:pt x="1516847" y="969953"/>
                  <a:pt x="1521311" y="969953"/>
                  <a:pt x="1524783" y="967969"/>
                </a:cubicBezTo>
                <a:close/>
                <a:moveTo>
                  <a:pt x="1456332" y="966977"/>
                </a:moveTo>
                <a:cubicBezTo>
                  <a:pt x="1467244" y="965985"/>
                  <a:pt x="1477165" y="976401"/>
                  <a:pt x="1476669" y="985330"/>
                </a:cubicBezTo>
                <a:cubicBezTo>
                  <a:pt x="1476173" y="997234"/>
                  <a:pt x="1469229" y="1005171"/>
                  <a:pt x="1458316" y="1005171"/>
                </a:cubicBezTo>
                <a:cubicBezTo>
                  <a:pt x="1446411" y="1005171"/>
                  <a:pt x="1438971" y="997731"/>
                  <a:pt x="1438475" y="986322"/>
                </a:cubicBezTo>
                <a:cubicBezTo>
                  <a:pt x="1438475" y="975409"/>
                  <a:pt x="1445915" y="967969"/>
                  <a:pt x="1456332" y="966977"/>
                </a:cubicBezTo>
                <a:close/>
                <a:moveTo>
                  <a:pt x="1388872" y="966976"/>
                </a:moveTo>
                <a:cubicBezTo>
                  <a:pt x="1399785" y="966976"/>
                  <a:pt x="1407721" y="974912"/>
                  <a:pt x="1407721" y="986321"/>
                </a:cubicBezTo>
                <a:cubicBezTo>
                  <a:pt x="1407721" y="997730"/>
                  <a:pt x="1399785" y="1005170"/>
                  <a:pt x="1388376" y="1005170"/>
                </a:cubicBezTo>
                <a:cubicBezTo>
                  <a:pt x="1376968" y="1005170"/>
                  <a:pt x="1369527" y="997234"/>
                  <a:pt x="1370023" y="985329"/>
                </a:cubicBezTo>
                <a:cubicBezTo>
                  <a:pt x="1370023" y="974912"/>
                  <a:pt x="1377960" y="966976"/>
                  <a:pt x="1388872" y="966976"/>
                </a:cubicBezTo>
                <a:close/>
                <a:moveTo>
                  <a:pt x="1322404" y="965488"/>
                </a:moveTo>
                <a:cubicBezTo>
                  <a:pt x="1327364" y="965488"/>
                  <a:pt x="1333317" y="968464"/>
                  <a:pt x="1336789" y="972433"/>
                </a:cubicBezTo>
                <a:cubicBezTo>
                  <a:pt x="1340261" y="975905"/>
                  <a:pt x="1342741" y="982353"/>
                  <a:pt x="1342741" y="987313"/>
                </a:cubicBezTo>
                <a:cubicBezTo>
                  <a:pt x="1342741" y="991778"/>
                  <a:pt x="1340261" y="997730"/>
                  <a:pt x="1336789" y="1000706"/>
                </a:cubicBezTo>
                <a:cubicBezTo>
                  <a:pt x="1332821" y="1004178"/>
                  <a:pt x="1326868" y="1007651"/>
                  <a:pt x="1322404" y="1007154"/>
                </a:cubicBezTo>
                <a:cubicBezTo>
                  <a:pt x="1317444" y="1006658"/>
                  <a:pt x="1310995" y="1005666"/>
                  <a:pt x="1307523" y="1001202"/>
                </a:cubicBezTo>
                <a:cubicBezTo>
                  <a:pt x="1304051" y="996738"/>
                  <a:pt x="1302563" y="991282"/>
                  <a:pt x="1300083" y="985825"/>
                </a:cubicBezTo>
                <a:cubicBezTo>
                  <a:pt x="1302563" y="980865"/>
                  <a:pt x="1303555" y="974913"/>
                  <a:pt x="1307523" y="971441"/>
                </a:cubicBezTo>
                <a:cubicBezTo>
                  <a:pt x="1310995" y="967968"/>
                  <a:pt x="1317444" y="964992"/>
                  <a:pt x="1322404" y="965488"/>
                </a:cubicBezTo>
                <a:close/>
                <a:moveTo>
                  <a:pt x="1185501" y="964993"/>
                </a:moveTo>
                <a:cubicBezTo>
                  <a:pt x="1197406" y="964497"/>
                  <a:pt x="1207326" y="974417"/>
                  <a:pt x="1207326" y="986322"/>
                </a:cubicBezTo>
                <a:cubicBezTo>
                  <a:pt x="1207326" y="997731"/>
                  <a:pt x="1197406" y="1007651"/>
                  <a:pt x="1185501" y="1007651"/>
                </a:cubicBezTo>
                <a:cubicBezTo>
                  <a:pt x="1174093" y="1007651"/>
                  <a:pt x="1164172" y="997235"/>
                  <a:pt x="1164172" y="985826"/>
                </a:cubicBezTo>
                <a:cubicBezTo>
                  <a:pt x="1164172" y="974913"/>
                  <a:pt x="1174093" y="964993"/>
                  <a:pt x="1185501" y="964993"/>
                </a:cubicBezTo>
                <a:close/>
                <a:moveTo>
                  <a:pt x="1255937" y="964992"/>
                </a:moveTo>
                <a:cubicBezTo>
                  <a:pt x="1266850" y="964992"/>
                  <a:pt x="1276274" y="975409"/>
                  <a:pt x="1276274" y="986321"/>
                </a:cubicBezTo>
                <a:cubicBezTo>
                  <a:pt x="1276770" y="997730"/>
                  <a:pt x="1266354" y="1007650"/>
                  <a:pt x="1254945" y="1007650"/>
                </a:cubicBezTo>
                <a:cubicBezTo>
                  <a:pt x="1243537" y="1007650"/>
                  <a:pt x="1233616" y="997234"/>
                  <a:pt x="1233616" y="985825"/>
                </a:cubicBezTo>
                <a:cubicBezTo>
                  <a:pt x="1233616" y="974416"/>
                  <a:pt x="1244033" y="964992"/>
                  <a:pt x="1255937" y="964992"/>
                </a:cubicBezTo>
                <a:close/>
                <a:moveTo>
                  <a:pt x="1119529" y="964992"/>
                </a:moveTo>
                <a:cubicBezTo>
                  <a:pt x="1133914" y="964992"/>
                  <a:pt x="1140858" y="971936"/>
                  <a:pt x="1140858" y="986321"/>
                </a:cubicBezTo>
                <a:cubicBezTo>
                  <a:pt x="1140858" y="1000706"/>
                  <a:pt x="1133914" y="1007650"/>
                  <a:pt x="1119033" y="1007650"/>
                </a:cubicBezTo>
                <a:cubicBezTo>
                  <a:pt x="1104648" y="1007650"/>
                  <a:pt x="1098200" y="1000706"/>
                  <a:pt x="1098200" y="985329"/>
                </a:cubicBezTo>
                <a:cubicBezTo>
                  <a:pt x="1098200" y="971440"/>
                  <a:pt x="1105640" y="964992"/>
                  <a:pt x="1119529" y="964992"/>
                </a:cubicBezTo>
                <a:close/>
                <a:moveTo>
                  <a:pt x="1053062" y="962512"/>
                </a:moveTo>
                <a:cubicBezTo>
                  <a:pt x="1064471" y="962512"/>
                  <a:pt x="1077367" y="975409"/>
                  <a:pt x="1076871" y="986817"/>
                </a:cubicBezTo>
                <a:cubicBezTo>
                  <a:pt x="1075879" y="998226"/>
                  <a:pt x="1063975" y="1010131"/>
                  <a:pt x="1053062" y="1010131"/>
                </a:cubicBezTo>
                <a:cubicBezTo>
                  <a:pt x="1041665" y="1010131"/>
                  <a:pt x="1028768" y="997234"/>
                  <a:pt x="1029264" y="985825"/>
                </a:cubicBezTo>
                <a:cubicBezTo>
                  <a:pt x="1029760" y="974417"/>
                  <a:pt x="1042161" y="962512"/>
                  <a:pt x="1053062" y="962512"/>
                </a:cubicBezTo>
                <a:close/>
                <a:moveTo>
                  <a:pt x="986628" y="962512"/>
                </a:moveTo>
                <a:cubicBezTo>
                  <a:pt x="998037" y="962512"/>
                  <a:pt x="1009941" y="974913"/>
                  <a:pt x="1009941" y="986321"/>
                </a:cubicBezTo>
                <a:cubicBezTo>
                  <a:pt x="1009941" y="998226"/>
                  <a:pt x="997541" y="1010131"/>
                  <a:pt x="985636" y="1010131"/>
                </a:cubicBezTo>
                <a:cubicBezTo>
                  <a:pt x="974228" y="1010131"/>
                  <a:pt x="962323" y="997730"/>
                  <a:pt x="962323" y="986321"/>
                </a:cubicBezTo>
                <a:cubicBezTo>
                  <a:pt x="962323" y="974417"/>
                  <a:pt x="974724" y="962512"/>
                  <a:pt x="986628" y="962512"/>
                </a:cubicBezTo>
                <a:close/>
                <a:moveTo>
                  <a:pt x="917657" y="962512"/>
                </a:moveTo>
                <a:cubicBezTo>
                  <a:pt x="932538" y="962512"/>
                  <a:pt x="940475" y="971936"/>
                  <a:pt x="940971" y="987313"/>
                </a:cubicBezTo>
                <a:cubicBezTo>
                  <a:pt x="940971" y="993762"/>
                  <a:pt x="938986" y="998722"/>
                  <a:pt x="934521" y="1003682"/>
                </a:cubicBezTo>
                <a:cubicBezTo>
                  <a:pt x="929562" y="1009138"/>
                  <a:pt x="923114" y="1010627"/>
                  <a:pt x="917161" y="1010131"/>
                </a:cubicBezTo>
                <a:cubicBezTo>
                  <a:pt x="901784" y="1010131"/>
                  <a:pt x="893352" y="1000706"/>
                  <a:pt x="893352" y="984833"/>
                </a:cubicBezTo>
                <a:cubicBezTo>
                  <a:pt x="893352" y="970944"/>
                  <a:pt x="902776" y="962512"/>
                  <a:pt x="917657" y="962512"/>
                </a:cubicBezTo>
                <a:close/>
                <a:moveTo>
                  <a:pt x="851181" y="962512"/>
                </a:moveTo>
                <a:cubicBezTo>
                  <a:pt x="858126" y="961520"/>
                  <a:pt x="863086" y="964496"/>
                  <a:pt x="867550" y="968960"/>
                </a:cubicBezTo>
                <a:cubicBezTo>
                  <a:pt x="873006" y="974416"/>
                  <a:pt x="873999" y="980369"/>
                  <a:pt x="873999" y="987809"/>
                </a:cubicBezTo>
                <a:cubicBezTo>
                  <a:pt x="873503" y="1001698"/>
                  <a:pt x="864078" y="1010130"/>
                  <a:pt x="849692" y="1010130"/>
                </a:cubicBezTo>
                <a:cubicBezTo>
                  <a:pt x="834812" y="1010130"/>
                  <a:pt x="826876" y="1000706"/>
                  <a:pt x="826380" y="985329"/>
                </a:cubicBezTo>
                <a:cubicBezTo>
                  <a:pt x="826380" y="978881"/>
                  <a:pt x="828364" y="973920"/>
                  <a:pt x="832828" y="968960"/>
                </a:cubicBezTo>
                <a:cubicBezTo>
                  <a:pt x="838285" y="963504"/>
                  <a:pt x="844236" y="961520"/>
                  <a:pt x="851181" y="962512"/>
                </a:cubicBezTo>
                <a:close/>
                <a:moveTo>
                  <a:pt x="714784" y="960528"/>
                </a:moveTo>
                <a:cubicBezTo>
                  <a:pt x="721728" y="960528"/>
                  <a:pt x="728672" y="963008"/>
                  <a:pt x="733633" y="968464"/>
                </a:cubicBezTo>
                <a:cubicBezTo>
                  <a:pt x="736609" y="971441"/>
                  <a:pt x="741569" y="983345"/>
                  <a:pt x="740577" y="986817"/>
                </a:cubicBezTo>
                <a:cubicBezTo>
                  <a:pt x="739089" y="993266"/>
                  <a:pt x="738097" y="999714"/>
                  <a:pt x="732641" y="1005170"/>
                </a:cubicBezTo>
                <a:cubicBezTo>
                  <a:pt x="727680" y="1010131"/>
                  <a:pt x="720736" y="1010131"/>
                  <a:pt x="714784" y="1013107"/>
                </a:cubicBezTo>
                <a:cubicBezTo>
                  <a:pt x="708336" y="1010131"/>
                  <a:pt x="700896" y="1010131"/>
                  <a:pt x="695440" y="1004178"/>
                </a:cubicBezTo>
                <a:cubicBezTo>
                  <a:pt x="692959" y="1001202"/>
                  <a:pt x="687503" y="989297"/>
                  <a:pt x="688495" y="985825"/>
                </a:cubicBezTo>
                <a:cubicBezTo>
                  <a:pt x="689983" y="979377"/>
                  <a:pt x="690975" y="972929"/>
                  <a:pt x="696432" y="967472"/>
                </a:cubicBezTo>
                <a:cubicBezTo>
                  <a:pt x="701392" y="962512"/>
                  <a:pt x="708336" y="960528"/>
                  <a:pt x="714784" y="960528"/>
                </a:cubicBezTo>
                <a:close/>
                <a:moveTo>
                  <a:pt x="649306" y="960528"/>
                </a:moveTo>
                <a:cubicBezTo>
                  <a:pt x="662699" y="961520"/>
                  <a:pt x="673612" y="970448"/>
                  <a:pt x="674108" y="986817"/>
                </a:cubicBezTo>
                <a:cubicBezTo>
                  <a:pt x="673612" y="1001202"/>
                  <a:pt x="660715" y="1013603"/>
                  <a:pt x="646826" y="1012611"/>
                </a:cubicBezTo>
                <a:cubicBezTo>
                  <a:pt x="632939" y="1011618"/>
                  <a:pt x="622026" y="1002194"/>
                  <a:pt x="622026" y="986321"/>
                </a:cubicBezTo>
                <a:cubicBezTo>
                  <a:pt x="622026" y="971936"/>
                  <a:pt x="635418" y="959536"/>
                  <a:pt x="649306" y="960528"/>
                </a:cubicBezTo>
                <a:close/>
                <a:moveTo>
                  <a:pt x="784232" y="960032"/>
                </a:moveTo>
                <a:cubicBezTo>
                  <a:pt x="788202" y="960032"/>
                  <a:pt x="792665" y="961520"/>
                  <a:pt x="795640" y="963504"/>
                </a:cubicBezTo>
                <a:cubicBezTo>
                  <a:pt x="800104" y="966480"/>
                  <a:pt x="804072" y="970945"/>
                  <a:pt x="807545" y="975409"/>
                </a:cubicBezTo>
                <a:cubicBezTo>
                  <a:pt x="809034" y="978385"/>
                  <a:pt x="808539" y="982849"/>
                  <a:pt x="809034" y="987313"/>
                </a:cubicBezTo>
                <a:cubicBezTo>
                  <a:pt x="808042" y="993762"/>
                  <a:pt x="804568" y="1000210"/>
                  <a:pt x="799112" y="1005666"/>
                </a:cubicBezTo>
                <a:cubicBezTo>
                  <a:pt x="794649" y="1010627"/>
                  <a:pt x="788202" y="1008147"/>
                  <a:pt x="783735" y="1012115"/>
                </a:cubicBezTo>
                <a:cubicBezTo>
                  <a:pt x="780262" y="1009139"/>
                  <a:pt x="775303" y="1011123"/>
                  <a:pt x="772328" y="1008643"/>
                </a:cubicBezTo>
                <a:cubicBezTo>
                  <a:pt x="767862" y="1005170"/>
                  <a:pt x="763894" y="1001202"/>
                  <a:pt x="760422" y="996738"/>
                </a:cubicBezTo>
                <a:cubicBezTo>
                  <a:pt x="758439" y="993762"/>
                  <a:pt x="758439" y="988802"/>
                  <a:pt x="757446" y="984833"/>
                </a:cubicBezTo>
                <a:cubicBezTo>
                  <a:pt x="762406" y="982353"/>
                  <a:pt x="757943" y="976401"/>
                  <a:pt x="761414" y="973425"/>
                </a:cubicBezTo>
                <a:cubicBezTo>
                  <a:pt x="765382" y="969953"/>
                  <a:pt x="768855" y="964496"/>
                  <a:pt x="773321" y="962512"/>
                </a:cubicBezTo>
                <a:cubicBezTo>
                  <a:pt x="776295" y="961024"/>
                  <a:pt x="780759" y="960032"/>
                  <a:pt x="784232" y="960032"/>
                </a:cubicBezTo>
                <a:close/>
                <a:moveTo>
                  <a:pt x="582846" y="960032"/>
                </a:moveTo>
                <a:cubicBezTo>
                  <a:pt x="597727" y="961024"/>
                  <a:pt x="607153" y="970945"/>
                  <a:pt x="607649" y="986818"/>
                </a:cubicBezTo>
                <a:cubicBezTo>
                  <a:pt x="607153" y="1001698"/>
                  <a:pt x="596239" y="1013107"/>
                  <a:pt x="580366" y="1012115"/>
                </a:cubicBezTo>
                <a:cubicBezTo>
                  <a:pt x="564988" y="1011123"/>
                  <a:pt x="555068" y="1001202"/>
                  <a:pt x="555564" y="985329"/>
                </a:cubicBezTo>
                <a:cubicBezTo>
                  <a:pt x="555564" y="970449"/>
                  <a:pt x="566972" y="959040"/>
                  <a:pt x="582846" y="960032"/>
                </a:cubicBezTo>
                <a:close/>
                <a:moveTo>
                  <a:pt x="513897" y="960032"/>
                </a:moveTo>
                <a:cubicBezTo>
                  <a:pt x="529771" y="960528"/>
                  <a:pt x="540188" y="970945"/>
                  <a:pt x="540684" y="986321"/>
                </a:cubicBezTo>
                <a:cubicBezTo>
                  <a:pt x="540684" y="993762"/>
                  <a:pt x="538204" y="999218"/>
                  <a:pt x="533243" y="1004674"/>
                </a:cubicBezTo>
                <a:cubicBezTo>
                  <a:pt x="528283" y="1009635"/>
                  <a:pt x="522826" y="1013603"/>
                  <a:pt x="515881" y="1012611"/>
                </a:cubicBezTo>
                <a:cubicBezTo>
                  <a:pt x="500009" y="1012611"/>
                  <a:pt x="488599" y="1001698"/>
                  <a:pt x="488103" y="987313"/>
                </a:cubicBezTo>
                <a:cubicBezTo>
                  <a:pt x="487607" y="979377"/>
                  <a:pt x="490087" y="973425"/>
                  <a:pt x="495544" y="967968"/>
                </a:cubicBezTo>
                <a:cubicBezTo>
                  <a:pt x="501001" y="963008"/>
                  <a:pt x="505961" y="960032"/>
                  <a:pt x="513897" y="960032"/>
                </a:cubicBezTo>
                <a:close/>
                <a:moveTo>
                  <a:pt x="446445" y="960032"/>
                </a:moveTo>
                <a:cubicBezTo>
                  <a:pt x="453887" y="960032"/>
                  <a:pt x="459343" y="963008"/>
                  <a:pt x="464799" y="967968"/>
                </a:cubicBezTo>
                <a:cubicBezTo>
                  <a:pt x="470752" y="973425"/>
                  <a:pt x="472737" y="979873"/>
                  <a:pt x="472241" y="987313"/>
                </a:cubicBezTo>
                <a:cubicBezTo>
                  <a:pt x="471744" y="1001698"/>
                  <a:pt x="460335" y="1012115"/>
                  <a:pt x="445453" y="1012611"/>
                </a:cubicBezTo>
                <a:cubicBezTo>
                  <a:pt x="438013" y="1012611"/>
                  <a:pt x="432556" y="1009635"/>
                  <a:pt x="427099" y="1004674"/>
                </a:cubicBezTo>
                <a:cubicBezTo>
                  <a:pt x="421643" y="999218"/>
                  <a:pt x="417675" y="993266"/>
                  <a:pt x="419659" y="986817"/>
                </a:cubicBezTo>
                <a:cubicBezTo>
                  <a:pt x="419659" y="970945"/>
                  <a:pt x="431068" y="960528"/>
                  <a:pt x="446445" y="960032"/>
                </a:cubicBezTo>
                <a:close/>
                <a:moveTo>
                  <a:pt x="378468" y="960032"/>
                </a:moveTo>
                <a:cubicBezTo>
                  <a:pt x="394341" y="958544"/>
                  <a:pt x="405254" y="971937"/>
                  <a:pt x="405750" y="985826"/>
                </a:cubicBezTo>
                <a:cubicBezTo>
                  <a:pt x="405750" y="1001699"/>
                  <a:pt x="393349" y="1012611"/>
                  <a:pt x="379460" y="1012611"/>
                </a:cubicBezTo>
                <a:cubicBezTo>
                  <a:pt x="365572" y="1012611"/>
                  <a:pt x="353171" y="1001699"/>
                  <a:pt x="353171" y="986818"/>
                </a:cubicBezTo>
                <a:cubicBezTo>
                  <a:pt x="352179" y="971441"/>
                  <a:pt x="364083" y="959040"/>
                  <a:pt x="378468" y="960032"/>
                </a:cubicBezTo>
                <a:close/>
                <a:moveTo>
                  <a:pt x="310026" y="960032"/>
                </a:moveTo>
                <a:cubicBezTo>
                  <a:pt x="311019" y="960528"/>
                  <a:pt x="312507" y="960032"/>
                  <a:pt x="313499" y="960032"/>
                </a:cubicBezTo>
                <a:cubicBezTo>
                  <a:pt x="320939" y="958544"/>
                  <a:pt x="327388" y="962016"/>
                  <a:pt x="331852" y="966976"/>
                </a:cubicBezTo>
                <a:cubicBezTo>
                  <a:pt x="336317" y="971441"/>
                  <a:pt x="339789" y="977393"/>
                  <a:pt x="338301" y="984337"/>
                </a:cubicBezTo>
                <a:cubicBezTo>
                  <a:pt x="338301" y="985329"/>
                  <a:pt x="338301" y="985825"/>
                  <a:pt x="338301" y="986817"/>
                </a:cubicBezTo>
                <a:cubicBezTo>
                  <a:pt x="340285" y="997730"/>
                  <a:pt x="333340" y="1004674"/>
                  <a:pt x="323915" y="1011123"/>
                </a:cubicBezTo>
                <a:cubicBezTo>
                  <a:pt x="322923" y="1012115"/>
                  <a:pt x="320939" y="1012115"/>
                  <a:pt x="319451" y="1012115"/>
                </a:cubicBezTo>
                <a:cubicBezTo>
                  <a:pt x="315483" y="1012115"/>
                  <a:pt x="311515" y="1011619"/>
                  <a:pt x="307546" y="1012115"/>
                </a:cubicBezTo>
                <a:cubicBezTo>
                  <a:pt x="300602" y="1013107"/>
                  <a:pt x="296138" y="1008147"/>
                  <a:pt x="291673" y="1004674"/>
                </a:cubicBezTo>
                <a:cubicBezTo>
                  <a:pt x="288697" y="1002690"/>
                  <a:pt x="286217" y="998722"/>
                  <a:pt x="286217" y="995250"/>
                </a:cubicBezTo>
                <a:cubicBezTo>
                  <a:pt x="285225" y="988802"/>
                  <a:pt x="284729" y="981857"/>
                  <a:pt x="286217" y="975409"/>
                </a:cubicBezTo>
                <a:cubicBezTo>
                  <a:pt x="287209" y="971441"/>
                  <a:pt x="290681" y="966976"/>
                  <a:pt x="294154" y="964992"/>
                </a:cubicBezTo>
                <a:cubicBezTo>
                  <a:pt x="298618" y="962016"/>
                  <a:pt x="303578" y="958048"/>
                  <a:pt x="310026" y="960032"/>
                </a:cubicBezTo>
                <a:close/>
                <a:moveTo>
                  <a:pt x="44144" y="958544"/>
                </a:moveTo>
                <a:cubicBezTo>
                  <a:pt x="48608" y="957552"/>
                  <a:pt x="54064" y="960528"/>
                  <a:pt x="58528" y="963008"/>
                </a:cubicBezTo>
                <a:cubicBezTo>
                  <a:pt x="62001" y="965488"/>
                  <a:pt x="64977" y="968960"/>
                  <a:pt x="67457" y="972929"/>
                </a:cubicBezTo>
                <a:cubicBezTo>
                  <a:pt x="70433" y="977393"/>
                  <a:pt x="66961" y="982849"/>
                  <a:pt x="71921" y="985825"/>
                </a:cubicBezTo>
                <a:cubicBezTo>
                  <a:pt x="67953" y="992770"/>
                  <a:pt x="68945" y="1000706"/>
                  <a:pt x="62497" y="1006658"/>
                </a:cubicBezTo>
                <a:cubicBezTo>
                  <a:pt x="56544" y="1012115"/>
                  <a:pt x="49104" y="1011619"/>
                  <a:pt x="43152" y="1015091"/>
                </a:cubicBezTo>
                <a:cubicBezTo>
                  <a:pt x="36207" y="1011619"/>
                  <a:pt x="27775" y="1012115"/>
                  <a:pt x="22318" y="1005170"/>
                </a:cubicBezTo>
                <a:cubicBezTo>
                  <a:pt x="17358" y="999218"/>
                  <a:pt x="17854" y="991778"/>
                  <a:pt x="14878" y="985825"/>
                </a:cubicBezTo>
                <a:cubicBezTo>
                  <a:pt x="18350" y="978385"/>
                  <a:pt x="18350" y="969456"/>
                  <a:pt x="26287" y="964496"/>
                </a:cubicBezTo>
                <a:cubicBezTo>
                  <a:pt x="31743" y="960528"/>
                  <a:pt x="38191" y="960032"/>
                  <a:pt x="44144" y="958544"/>
                </a:cubicBezTo>
                <a:close/>
                <a:moveTo>
                  <a:pt x="243055" y="958048"/>
                </a:moveTo>
                <a:cubicBezTo>
                  <a:pt x="250992" y="960528"/>
                  <a:pt x="258928" y="961520"/>
                  <a:pt x="264881" y="967969"/>
                </a:cubicBezTo>
                <a:cubicBezTo>
                  <a:pt x="269841" y="973425"/>
                  <a:pt x="268849" y="980865"/>
                  <a:pt x="272321" y="986322"/>
                </a:cubicBezTo>
                <a:cubicBezTo>
                  <a:pt x="268849" y="993762"/>
                  <a:pt x="268849" y="1002690"/>
                  <a:pt x="261408" y="1008147"/>
                </a:cubicBezTo>
                <a:cubicBezTo>
                  <a:pt x="255456" y="1012611"/>
                  <a:pt x="248512" y="1011619"/>
                  <a:pt x="242559" y="1015091"/>
                </a:cubicBezTo>
                <a:cubicBezTo>
                  <a:pt x="235119" y="1011619"/>
                  <a:pt x="226191" y="1011123"/>
                  <a:pt x="221230" y="1003682"/>
                </a:cubicBezTo>
                <a:cubicBezTo>
                  <a:pt x="217262" y="998226"/>
                  <a:pt x="218254" y="991282"/>
                  <a:pt x="215278" y="985825"/>
                </a:cubicBezTo>
                <a:cubicBezTo>
                  <a:pt x="218750" y="978385"/>
                  <a:pt x="219246" y="969953"/>
                  <a:pt x="226687" y="964000"/>
                </a:cubicBezTo>
                <a:cubicBezTo>
                  <a:pt x="231647" y="959536"/>
                  <a:pt x="238591" y="961520"/>
                  <a:pt x="243055" y="958048"/>
                </a:cubicBezTo>
                <a:close/>
                <a:moveTo>
                  <a:pt x="110147" y="958048"/>
                </a:moveTo>
                <a:cubicBezTo>
                  <a:pt x="116595" y="962016"/>
                  <a:pt x="124531" y="960528"/>
                  <a:pt x="130484" y="967472"/>
                </a:cubicBezTo>
                <a:cubicBezTo>
                  <a:pt x="135444" y="972929"/>
                  <a:pt x="135444" y="979873"/>
                  <a:pt x="138420" y="986322"/>
                </a:cubicBezTo>
                <a:cubicBezTo>
                  <a:pt x="134948" y="992274"/>
                  <a:pt x="135444" y="999714"/>
                  <a:pt x="130484" y="1005667"/>
                </a:cubicBezTo>
                <a:cubicBezTo>
                  <a:pt x="125027" y="1012115"/>
                  <a:pt x="116595" y="1011123"/>
                  <a:pt x="110147" y="1015091"/>
                </a:cubicBezTo>
                <a:cubicBezTo>
                  <a:pt x="103698" y="1011619"/>
                  <a:pt x="95762" y="1012611"/>
                  <a:pt x="89809" y="1006163"/>
                </a:cubicBezTo>
                <a:cubicBezTo>
                  <a:pt x="83857" y="1000210"/>
                  <a:pt x="84849" y="992274"/>
                  <a:pt x="81378" y="985825"/>
                </a:cubicBezTo>
                <a:cubicBezTo>
                  <a:pt x="84849" y="978881"/>
                  <a:pt x="84849" y="970449"/>
                  <a:pt x="91794" y="964992"/>
                </a:cubicBezTo>
                <a:cubicBezTo>
                  <a:pt x="97746" y="960528"/>
                  <a:pt x="104690" y="961520"/>
                  <a:pt x="110147" y="958048"/>
                </a:cubicBezTo>
                <a:close/>
                <a:moveTo>
                  <a:pt x="176606" y="957552"/>
                </a:moveTo>
                <a:cubicBezTo>
                  <a:pt x="182558" y="961024"/>
                  <a:pt x="189998" y="960528"/>
                  <a:pt x="195951" y="965984"/>
                </a:cubicBezTo>
                <a:cubicBezTo>
                  <a:pt x="202399" y="971937"/>
                  <a:pt x="201407" y="979873"/>
                  <a:pt x="204879" y="986322"/>
                </a:cubicBezTo>
                <a:cubicBezTo>
                  <a:pt x="201407" y="993266"/>
                  <a:pt x="201903" y="1001698"/>
                  <a:pt x="194959" y="1007155"/>
                </a:cubicBezTo>
                <a:cubicBezTo>
                  <a:pt x="189006" y="1012115"/>
                  <a:pt x="181566" y="1011619"/>
                  <a:pt x="175614" y="1015091"/>
                </a:cubicBezTo>
                <a:cubicBezTo>
                  <a:pt x="168174" y="1011619"/>
                  <a:pt x="159742" y="1011619"/>
                  <a:pt x="153789" y="1003682"/>
                </a:cubicBezTo>
                <a:cubicBezTo>
                  <a:pt x="149821" y="998226"/>
                  <a:pt x="150813" y="991282"/>
                  <a:pt x="147341" y="985826"/>
                </a:cubicBezTo>
                <a:cubicBezTo>
                  <a:pt x="150813" y="978881"/>
                  <a:pt x="150813" y="970449"/>
                  <a:pt x="157758" y="964992"/>
                </a:cubicBezTo>
                <a:cubicBezTo>
                  <a:pt x="163710" y="960032"/>
                  <a:pt x="171149" y="961024"/>
                  <a:pt x="176606" y="957552"/>
                </a:cubicBezTo>
                <a:close/>
                <a:moveTo>
                  <a:pt x="2264855" y="915390"/>
                </a:moveTo>
                <a:cubicBezTo>
                  <a:pt x="2265847" y="915886"/>
                  <a:pt x="2266839" y="917374"/>
                  <a:pt x="2267335" y="918366"/>
                </a:cubicBezTo>
                <a:cubicBezTo>
                  <a:pt x="2267335" y="918366"/>
                  <a:pt x="2265847" y="919358"/>
                  <a:pt x="2264359" y="920846"/>
                </a:cubicBezTo>
                <a:cubicBezTo>
                  <a:pt x="2263367" y="918862"/>
                  <a:pt x="2262871" y="917870"/>
                  <a:pt x="2262871" y="916878"/>
                </a:cubicBezTo>
                <a:cubicBezTo>
                  <a:pt x="2262871" y="916382"/>
                  <a:pt x="2264855" y="914894"/>
                  <a:pt x="2264855" y="915390"/>
                </a:cubicBezTo>
                <a:close/>
                <a:moveTo>
                  <a:pt x="2198388" y="914894"/>
                </a:moveTo>
                <a:cubicBezTo>
                  <a:pt x="2198884" y="915390"/>
                  <a:pt x="2199876" y="916382"/>
                  <a:pt x="2201860" y="917374"/>
                </a:cubicBezTo>
                <a:cubicBezTo>
                  <a:pt x="2199876" y="918366"/>
                  <a:pt x="2198884" y="919358"/>
                  <a:pt x="2198388" y="919358"/>
                </a:cubicBezTo>
                <a:cubicBezTo>
                  <a:pt x="2197396" y="918862"/>
                  <a:pt x="2196900" y="917374"/>
                  <a:pt x="2195908" y="916382"/>
                </a:cubicBezTo>
                <a:cubicBezTo>
                  <a:pt x="2196900" y="915886"/>
                  <a:pt x="2197396" y="914398"/>
                  <a:pt x="2198388" y="914894"/>
                </a:cubicBezTo>
                <a:close/>
                <a:moveTo>
                  <a:pt x="2129440" y="910429"/>
                </a:moveTo>
                <a:cubicBezTo>
                  <a:pt x="2132416" y="911917"/>
                  <a:pt x="2134400" y="914893"/>
                  <a:pt x="2137377" y="917870"/>
                </a:cubicBezTo>
                <a:cubicBezTo>
                  <a:pt x="2133905" y="920350"/>
                  <a:pt x="2131424" y="924318"/>
                  <a:pt x="2128944" y="923822"/>
                </a:cubicBezTo>
                <a:cubicBezTo>
                  <a:pt x="2126464" y="923822"/>
                  <a:pt x="2123984" y="919854"/>
                  <a:pt x="2122000" y="917374"/>
                </a:cubicBezTo>
                <a:cubicBezTo>
                  <a:pt x="2121008" y="915886"/>
                  <a:pt x="2128448" y="909437"/>
                  <a:pt x="2129440" y="910429"/>
                </a:cubicBezTo>
                <a:close/>
                <a:moveTo>
                  <a:pt x="2005" y="910429"/>
                </a:moveTo>
                <a:cubicBezTo>
                  <a:pt x="2501" y="912413"/>
                  <a:pt x="2997" y="914893"/>
                  <a:pt x="2997" y="915389"/>
                </a:cubicBezTo>
                <a:cubicBezTo>
                  <a:pt x="2997" y="919357"/>
                  <a:pt x="2997" y="921342"/>
                  <a:pt x="2997" y="923326"/>
                </a:cubicBezTo>
                <a:cubicBezTo>
                  <a:pt x="2997" y="923822"/>
                  <a:pt x="2005" y="923822"/>
                  <a:pt x="1509" y="924318"/>
                </a:cubicBezTo>
                <a:cubicBezTo>
                  <a:pt x="1509" y="924318"/>
                  <a:pt x="516" y="923822"/>
                  <a:pt x="516" y="923326"/>
                </a:cubicBezTo>
                <a:cubicBezTo>
                  <a:pt x="516" y="921342"/>
                  <a:pt x="20" y="919357"/>
                  <a:pt x="516" y="917373"/>
                </a:cubicBezTo>
                <a:cubicBezTo>
                  <a:pt x="1012" y="914893"/>
                  <a:pt x="-972" y="912413"/>
                  <a:pt x="2005" y="910429"/>
                </a:cubicBezTo>
                <a:close/>
                <a:moveTo>
                  <a:pt x="2061981" y="907453"/>
                </a:moveTo>
                <a:cubicBezTo>
                  <a:pt x="2066941" y="907453"/>
                  <a:pt x="2071405" y="911421"/>
                  <a:pt x="2071901" y="916381"/>
                </a:cubicBezTo>
                <a:cubicBezTo>
                  <a:pt x="2072397" y="921838"/>
                  <a:pt x="2067933" y="926798"/>
                  <a:pt x="2061981" y="926302"/>
                </a:cubicBezTo>
                <a:cubicBezTo>
                  <a:pt x="2057020" y="926302"/>
                  <a:pt x="2052556" y="921838"/>
                  <a:pt x="2052556" y="916878"/>
                </a:cubicBezTo>
                <a:cubicBezTo>
                  <a:pt x="2052556" y="912413"/>
                  <a:pt x="2057020" y="907949"/>
                  <a:pt x="2061981" y="907453"/>
                </a:cubicBezTo>
                <a:close/>
                <a:moveTo>
                  <a:pt x="1928054" y="905469"/>
                </a:moveTo>
                <a:cubicBezTo>
                  <a:pt x="1937478" y="905469"/>
                  <a:pt x="1940950" y="908445"/>
                  <a:pt x="1940950" y="917374"/>
                </a:cubicBezTo>
                <a:cubicBezTo>
                  <a:pt x="1940950" y="925806"/>
                  <a:pt x="1937478" y="929278"/>
                  <a:pt x="1929542" y="929278"/>
                </a:cubicBezTo>
                <a:cubicBezTo>
                  <a:pt x="1920613" y="929278"/>
                  <a:pt x="1917141" y="926302"/>
                  <a:pt x="1917141" y="917870"/>
                </a:cubicBezTo>
                <a:cubicBezTo>
                  <a:pt x="1917141" y="908941"/>
                  <a:pt x="1920117" y="905469"/>
                  <a:pt x="1928054" y="905469"/>
                </a:cubicBezTo>
                <a:close/>
                <a:moveTo>
                  <a:pt x="1995513" y="904973"/>
                </a:moveTo>
                <a:cubicBezTo>
                  <a:pt x="1998985" y="904973"/>
                  <a:pt x="2007417" y="912909"/>
                  <a:pt x="2007417" y="916878"/>
                </a:cubicBezTo>
                <a:cubicBezTo>
                  <a:pt x="2007417" y="920350"/>
                  <a:pt x="1999481" y="928782"/>
                  <a:pt x="1995513" y="928782"/>
                </a:cubicBezTo>
                <a:cubicBezTo>
                  <a:pt x="1992041" y="928782"/>
                  <a:pt x="1983608" y="920846"/>
                  <a:pt x="1983608" y="916878"/>
                </a:cubicBezTo>
                <a:cubicBezTo>
                  <a:pt x="1983608" y="913406"/>
                  <a:pt x="1991544" y="904973"/>
                  <a:pt x="1995513" y="904973"/>
                </a:cubicBezTo>
                <a:close/>
                <a:moveTo>
                  <a:pt x="1860098" y="902989"/>
                </a:moveTo>
                <a:cubicBezTo>
                  <a:pt x="1867538" y="902989"/>
                  <a:pt x="1874483" y="909933"/>
                  <a:pt x="1873986" y="917374"/>
                </a:cubicBezTo>
                <a:cubicBezTo>
                  <a:pt x="1873986" y="924814"/>
                  <a:pt x="1867538" y="931759"/>
                  <a:pt x="1859602" y="931263"/>
                </a:cubicBezTo>
                <a:cubicBezTo>
                  <a:pt x="1852161" y="931263"/>
                  <a:pt x="1845217" y="924318"/>
                  <a:pt x="1845713" y="916878"/>
                </a:cubicBezTo>
                <a:cubicBezTo>
                  <a:pt x="1845713" y="909437"/>
                  <a:pt x="1852657" y="902493"/>
                  <a:pt x="1860098" y="902989"/>
                </a:cubicBezTo>
                <a:close/>
                <a:moveTo>
                  <a:pt x="1793134" y="902989"/>
                </a:moveTo>
                <a:cubicBezTo>
                  <a:pt x="1802062" y="902989"/>
                  <a:pt x="1807518" y="908445"/>
                  <a:pt x="1807518" y="916878"/>
                </a:cubicBezTo>
                <a:cubicBezTo>
                  <a:pt x="1807518" y="925806"/>
                  <a:pt x="1802062" y="931263"/>
                  <a:pt x="1793630" y="931263"/>
                </a:cubicBezTo>
                <a:cubicBezTo>
                  <a:pt x="1784701" y="931263"/>
                  <a:pt x="1779245" y="925806"/>
                  <a:pt x="1779245" y="917374"/>
                </a:cubicBezTo>
                <a:cubicBezTo>
                  <a:pt x="1779245" y="908445"/>
                  <a:pt x="1784701" y="902989"/>
                  <a:pt x="1793134" y="902989"/>
                </a:cubicBezTo>
                <a:close/>
                <a:moveTo>
                  <a:pt x="1725178" y="900509"/>
                </a:moveTo>
                <a:cubicBezTo>
                  <a:pt x="1729146" y="901997"/>
                  <a:pt x="1732618" y="902989"/>
                  <a:pt x="1736586" y="904973"/>
                </a:cubicBezTo>
                <a:cubicBezTo>
                  <a:pt x="1741547" y="907453"/>
                  <a:pt x="1740059" y="913406"/>
                  <a:pt x="1743531" y="916878"/>
                </a:cubicBezTo>
                <a:cubicBezTo>
                  <a:pt x="1742043" y="920350"/>
                  <a:pt x="1740555" y="924318"/>
                  <a:pt x="1738571" y="927790"/>
                </a:cubicBezTo>
                <a:cubicBezTo>
                  <a:pt x="1736090" y="932255"/>
                  <a:pt x="1730138" y="930767"/>
                  <a:pt x="1726666" y="933743"/>
                </a:cubicBezTo>
                <a:cubicBezTo>
                  <a:pt x="1723690" y="931263"/>
                  <a:pt x="1718729" y="931759"/>
                  <a:pt x="1715257" y="929279"/>
                </a:cubicBezTo>
                <a:cubicBezTo>
                  <a:pt x="1710793" y="925806"/>
                  <a:pt x="1712777" y="920350"/>
                  <a:pt x="1709305" y="917374"/>
                </a:cubicBezTo>
                <a:cubicBezTo>
                  <a:pt x="1712777" y="914398"/>
                  <a:pt x="1711289" y="909933"/>
                  <a:pt x="1714265" y="905965"/>
                </a:cubicBezTo>
                <a:cubicBezTo>
                  <a:pt x="1717241" y="901997"/>
                  <a:pt x="1722698" y="904477"/>
                  <a:pt x="1725178" y="900509"/>
                </a:cubicBezTo>
                <a:close/>
                <a:moveTo>
                  <a:pt x="1658214" y="900509"/>
                </a:moveTo>
                <a:cubicBezTo>
                  <a:pt x="1664166" y="900013"/>
                  <a:pt x="1666151" y="903981"/>
                  <a:pt x="1670119" y="906958"/>
                </a:cubicBezTo>
                <a:cubicBezTo>
                  <a:pt x="1674087" y="909934"/>
                  <a:pt x="1674087" y="913902"/>
                  <a:pt x="1674583" y="918366"/>
                </a:cubicBezTo>
                <a:cubicBezTo>
                  <a:pt x="1675079" y="924319"/>
                  <a:pt x="1670615" y="926303"/>
                  <a:pt x="1668135" y="930271"/>
                </a:cubicBezTo>
                <a:cubicBezTo>
                  <a:pt x="1664663" y="934239"/>
                  <a:pt x="1660694" y="934239"/>
                  <a:pt x="1656726" y="933743"/>
                </a:cubicBezTo>
                <a:cubicBezTo>
                  <a:pt x="1650774" y="935231"/>
                  <a:pt x="1648790" y="929775"/>
                  <a:pt x="1644821" y="927295"/>
                </a:cubicBezTo>
                <a:cubicBezTo>
                  <a:pt x="1640357" y="924319"/>
                  <a:pt x="1641349" y="919854"/>
                  <a:pt x="1640853" y="915886"/>
                </a:cubicBezTo>
                <a:cubicBezTo>
                  <a:pt x="1639861" y="909934"/>
                  <a:pt x="1645318" y="907950"/>
                  <a:pt x="1647798" y="904478"/>
                </a:cubicBezTo>
                <a:cubicBezTo>
                  <a:pt x="1650278" y="900509"/>
                  <a:pt x="1654246" y="901005"/>
                  <a:pt x="1658214" y="900509"/>
                </a:cubicBezTo>
                <a:close/>
                <a:moveTo>
                  <a:pt x="1591251" y="900509"/>
                </a:moveTo>
                <a:cubicBezTo>
                  <a:pt x="1603156" y="900509"/>
                  <a:pt x="1607620" y="905469"/>
                  <a:pt x="1607620" y="917870"/>
                </a:cubicBezTo>
                <a:cubicBezTo>
                  <a:pt x="1607620" y="929279"/>
                  <a:pt x="1602660" y="934239"/>
                  <a:pt x="1590259" y="934239"/>
                </a:cubicBezTo>
                <a:cubicBezTo>
                  <a:pt x="1578850" y="934239"/>
                  <a:pt x="1573890" y="929279"/>
                  <a:pt x="1573890" y="916878"/>
                </a:cubicBezTo>
                <a:cubicBezTo>
                  <a:pt x="1573890" y="905469"/>
                  <a:pt x="1578850" y="900509"/>
                  <a:pt x="1591251" y="900509"/>
                </a:cubicBezTo>
                <a:close/>
                <a:moveTo>
                  <a:pt x="1524288" y="898525"/>
                </a:moveTo>
                <a:cubicBezTo>
                  <a:pt x="1528752" y="898525"/>
                  <a:pt x="1534208" y="900013"/>
                  <a:pt x="1537681" y="902989"/>
                </a:cubicBezTo>
                <a:cubicBezTo>
                  <a:pt x="1540657" y="906461"/>
                  <a:pt x="1541649" y="911918"/>
                  <a:pt x="1544129" y="916878"/>
                </a:cubicBezTo>
                <a:cubicBezTo>
                  <a:pt x="1541649" y="921838"/>
                  <a:pt x="1540657" y="928287"/>
                  <a:pt x="1537185" y="930767"/>
                </a:cubicBezTo>
                <a:cubicBezTo>
                  <a:pt x="1533712" y="933247"/>
                  <a:pt x="1529248" y="937215"/>
                  <a:pt x="1524288" y="936223"/>
                </a:cubicBezTo>
                <a:cubicBezTo>
                  <a:pt x="1519824" y="935231"/>
                  <a:pt x="1514367" y="933743"/>
                  <a:pt x="1511391" y="930767"/>
                </a:cubicBezTo>
                <a:cubicBezTo>
                  <a:pt x="1508415" y="927791"/>
                  <a:pt x="1506927" y="922334"/>
                  <a:pt x="1505935" y="917870"/>
                </a:cubicBezTo>
                <a:cubicBezTo>
                  <a:pt x="1504447" y="912414"/>
                  <a:pt x="1508911" y="907453"/>
                  <a:pt x="1511391" y="903981"/>
                </a:cubicBezTo>
                <a:cubicBezTo>
                  <a:pt x="1513871" y="900509"/>
                  <a:pt x="1519824" y="899021"/>
                  <a:pt x="1524288" y="898525"/>
                </a:cubicBezTo>
                <a:close/>
                <a:moveTo>
                  <a:pt x="1457819" y="898029"/>
                </a:moveTo>
                <a:cubicBezTo>
                  <a:pt x="1468732" y="898029"/>
                  <a:pt x="1476668" y="905965"/>
                  <a:pt x="1476668" y="917374"/>
                </a:cubicBezTo>
                <a:cubicBezTo>
                  <a:pt x="1476668" y="928783"/>
                  <a:pt x="1468732" y="936223"/>
                  <a:pt x="1457323" y="936223"/>
                </a:cubicBezTo>
                <a:cubicBezTo>
                  <a:pt x="1445915" y="936223"/>
                  <a:pt x="1438474" y="928287"/>
                  <a:pt x="1438970" y="916382"/>
                </a:cubicBezTo>
                <a:cubicBezTo>
                  <a:pt x="1438970" y="905965"/>
                  <a:pt x="1446907" y="898029"/>
                  <a:pt x="1457819" y="898029"/>
                </a:cubicBezTo>
                <a:close/>
                <a:moveTo>
                  <a:pt x="1388376" y="897533"/>
                </a:moveTo>
                <a:cubicBezTo>
                  <a:pt x="1393832" y="897533"/>
                  <a:pt x="1397801" y="898029"/>
                  <a:pt x="1401769" y="902493"/>
                </a:cubicBezTo>
                <a:cubicBezTo>
                  <a:pt x="1405737" y="907454"/>
                  <a:pt x="1410201" y="910926"/>
                  <a:pt x="1407225" y="916382"/>
                </a:cubicBezTo>
                <a:cubicBezTo>
                  <a:pt x="1408713" y="922830"/>
                  <a:pt x="1406233" y="926303"/>
                  <a:pt x="1402761" y="930767"/>
                </a:cubicBezTo>
                <a:cubicBezTo>
                  <a:pt x="1398793" y="935727"/>
                  <a:pt x="1393832" y="936223"/>
                  <a:pt x="1388376" y="936223"/>
                </a:cubicBezTo>
                <a:cubicBezTo>
                  <a:pt x="1382920" y="936223"/>
                  <a:pt x="1378952" y="934239"/>
                  <a:pt x="1374984" y="930767"/>
                </a:cubicBezTo>
                <a:cubicBezTo>
                  <a:pt x="1370023" y="926303"/>
                  <a:pt x="1370023" y="921838"/>
                  <a:pt x="1369527" y="915886"/>
                </a:cubicBezTo>
                <a:cubicBezTo>
                  <a:pt x="1369031" y="909934"/>
                  <a:pt x="1371511" y="906462"/>
                  <a:pt x="1374984" y="902493"/>
                </a:cubicBezTo>
                <a:cubicBezTo>
                  <a:pt x="1378952" y="898525"/>
                  <a:pt x="1382920" y="897037"/>
                  <a:pt x="1388376" y="897533"/>
                </a:cubicBezTo>
                <a:close/>
                <a:moveTo>
                  <a:pt x="1322405" y="896045"/>
                </a:moveTo>
                <a:cubicBezTo>
                  <a:pt x="1333317" y="896541"/>
                  <a:pt x="1342742" y="906461"/>
                  <a:pt x="1343238" y="917374"/>
                </a:cubicBezTo>
                <a:cubicBezTo>
                  <a:pt x="1343238" y="921342"/>
                  <a:pt x="1339766" y="929279"/>
                  <a:pt x="1336790" y="932255"/>
                </a:cubicBezTo>
                <a:cubicBezTo>
                  <a:pt x="1333813" y="935231"/>
                  <a:pt x="1325381" y="938703"/>
                  <a:pt x="1320421" y="938703"/>
                </a:cubicBezTo>
                <a:cubicBezTo>
                  <a:pt x="1315956" y="936719"/>
                  <a:pt x="1310004" y="936223"/>
                  <a:pt x="1305540" y="931263"/>
                </a:cubicBezTo>
                <a:cubicBezTo>
                  <a:pt x="1302068" y="926798"/>
                  <a:pt x="1300580" y="921838"/>
                  <a:pt x="1300580" y="916878"/>
                </a:cubicBezTo>
                <a:cubicBezTo>
                  <a:pt x="1300084" y="905469"/>
                  <a:pt x="1311492" y="895549"/>
                  <a:pt x="1322405" y="896045"/>
                </a:cubicBezTo>
                <a:close/>
                <a:moveTo>
                  <a:pt x="1254945" y="895549"/>
                </a:moveTo>
                <a:cubicBezTo>
                  <a:pt x="1266354" y="895549"/>
                  <a:pt x="1276770" y="905470"/>
                  <a:pt x="1276770" y="916878"/>
                </a:cubicBezTo>
                <a:cubicBezTo>
                  <a:pt x="1276770" y="927791"/>
                  <a:pt x="1266850" y="938207"/>
                  <a:pt x="1255937" y="938207"/>
                </a:cubicBezTo>
                <a:cubicBezTo>
                  <a:pt x="1244033" y="938207"/>
                  <a:pt x="1233616" y="928783"/>
                  <a:pt x="1233616" y="917374"/>
                </a:cubicBezTo>
                <a:cubicBezTo>
                  <a:pt x="1233616" y="905966"/>
                  <a:pt x="1243537" y="896045"/>
                  <a:pt x="1254945" y="895549"/>
                </a:cubicBezTo>
                <a:close/>
                <a:moveTo>
                  <a:pt x="1186493" y="895549"/>
                </a:moveTo>
                <a:cubicBezTo>
                  <a:pt x="1200878" y="895549"/>
                  <a:pt x="1207326" y="902493"/>
                  <a:pt x="1207326" y="917870"/>
                </a:cubicBezTo>
                <a:cubicBezTo>
                  <a:pt x="1207326" y="932255"/>
                  <a:pt x="1199886" y="938703"/>
                  <a:pt x="1185005" y="938703"/>
                </a:cubicBezTo>
                <a:cubicBezTo>
                  <a:pt x="1171612" y="938703"/>
                  <a:pt x="1164668" y="931263"/>
                  <a:pt x="1164668" y="916878"/>
                </a:cubicBezTo>
                <a:cubicBezTo>
                  <a:pt x="1164668" y="902493"/>
                  <a:pt x="1171612" y="895549"/>
                  <a:pt x="1186493" y="895549"/>
                </a:cubicBezTo>
                <a:close/>
                <a:moveTo>
                  <a:pt x="1119530" y="893565"/>
                </a:moveTo>
                <a:cubicBezTo>
                  <a:pt x="1131434" y="893565"/>
                  <a:pt x="1143835" y="906958"/>
                  <a:pt x="1143339" y="918366"/>
                </a:cubicBezTo>
                <a:cubicBezTo>
                  <a:pt x="1142843" y="929279"/>
                  <a:pt x="1130442" y="941184"/>
                  <a:pt x="1119530" y="941184"/>
                </a:cubicBezTo>
                <a:cubicBezTo>
                  <a:pt x="1107625" y="941184"/>
                  <a:pt x="1095224" y="927791"/>
                  <a:pt x="1095720" y="916382"/>
                </a:cubicBezTo>
                <a:cubicBezTo>
                  <a:pt x="1096216" y="904974"/>
                  <a:pt x="1108617" y="893069"/>
                  <a:pt x="1119530" y="893565"/>
                </a:cubicBezTo>
                <a:close/>
                <a:moveTo>
                  <a:pt x="1053558" y="893565"/>
                </a:moveTo>
                <a:cubicBezTo>
                  <a:pt x="1064967" y="893565"/>
                  <a:pt x="1076872" y="905966"/>
                  <a:pt x="1076376" y="917870"/>
                </a:cubicBezTo>
                <a:cubicBezTo>
                  <a:pt x="1076376" y="929775"/>
                  <a:pt x="1063479" y="941184"/>
                  <a:pt x="1051574" y="941184"/>
                </a:cubicBezTo>
                <a:cubicBezTo>
                  <a:pt x="1040706" y="940688"/>
                  <a:pt x="1028801" y="928287"/>
                  <a:pt x="1028801" y="916878"/>
                </a:cubicBezTo>
                <a:cubicBezTo>
                  <a:pt x="1028801" y="904974"/>
                  <a:pt x="1041698" y="893565"/>
                  <a:pt x="1053558" y="893565"/>
                </a:cubicBezTo>
                <a:close/>
                <a:moveTo>
                  <a:pt x="987134" y="893565"/>
                </a:moveTo>
                <a:cubicBezTo>
                  <a:pt x="993583" y="893565"/>
                  <a:pt x="998543" y="895549"/>
                  <a:pt x="1003502" y="900013"/>
                </a:cubicBezTo>
                <a:cubicBezTo>
                  <a:pt x="1008959" y="904974"/>
                  <a:pt x="1010943" y="910926"/>
                  <a:pt x="1009951" y="917374"/>
                </a:cubicBezTo>
                <a:cubicBezTo>
                  <a:pt x="1009951" y="932751"/>
                  <a:pt x="1000527" y="941184"/>
                  <a:pt x="984654" y="941184"/>
                </a:cubicBezTo>
                <a:cubicBezTo>
                  <a:pt x="970766" y="941184"/>
                  <a:pt x="962334" y="931759"/>
                  <a:pt x="962334" y="916878"/>
                </a:cubicBezTo>
                <a:cubicBezTo>
                  <a:pt x="962334" y="901997"/>
                  <a:pt x="971758" y="894061"/>
                  <a:pt x="987134" y="893565"/>
                </a:cubicBezTo>
                <a:close/>
                <a:moveTo>
                  <a:pt x="917160" y="893068"/>
                </a:moveTo>
                <a:cubicBezTo>
                  <a:pt x="932041" y="893564"/>
                  <a:pt x="940970" y="902492"/>
                  <a:pt x="940970" y="917373"/>
                </a:cubicBezTo>
                <a:cubicBezTo>
                  <a:pt x="940970" y="932254"/>
                  <a:pt x="932041" y="940687"/>
                  <a:pt x="916664" y="940687"/>
                </a:cubicBezTo>
                <a:cubicBezTo>
                  <a:pt x="902279" y="940687"/>
                  <a:pt x="893351" y="931262"/>
                  <a:pt x="893351" y="915885"/>
                </a:cubicBezTo>
                <a:cubicBezTo>
                  <a:pt x="893351" y="901996"/>
                  <a:pt x="902775" y="893068"/>
                  <a:pt x="917160" y="893068"/>
                </a:cubicBezTo>
                <a:close/>
                <a:moveTo>
                  <a:pt x="784254" y="891085"/>
                </a:moveTo>
                <a:cubicBezTo>
                  <a:pt x="799134" y="892077"/>
                  <a:pt x="809553" y="903486"/>
                  <a:pt x="810049" y="917374"/>
                </a:cubicBezTo>
                <a:cubicBezTo>
                  <a:pt x="810049" y="931263"/>
                  <a:pt x="797646" y="944160"/>
                  <a:pt x="783262" y="943664"/>
                </a:cubicBezTo>
                <a:cubicBezTo>
                  <a:pt x="768379" y="943168"/>
                  <a:pt x="757965" y="931263"/>
                  <a:pt x="757467" y="917374"/>
                </a:cubicBezTo>
                <a:cubicBezTo>
                  <a:pt x="756970" y="903486"/>
                  <a:pt x="769869" y="890589"/>
                  <a:pt x="784254" y="891085"/>
                </a:cubicBezTo>
                <a:close/>
                <a:moveTo>
                  <a:pt x="715287" y="891085"/>
                </a:moveTo>
                <a:cubicBezTo>
                  <a:pt x="729671" y="892077"/>
                  <a:pt x="740088" y="901501"/>
                  <a:pt x="741080" y="917374"/>
                </a:cubicBezTo>
                <a:cubicBezTo>
                  <a:pt x="740584" y="931759"/>
                  <a:pt x="727687" y="944160"/>
                  <a:pt x="713799" y="943168"/>
                </a:cubicBezTo>
                <a:cubicBezTo>
                  <a:pt x="699911" y="942175"/>
                  <a:pt x="688999" y="932751"/>
                  <a:pt x="688503" y="916878"/>
                </a:cubicBezTo>
                <a:cubicBezTo>
                  <a:pt x="688503" y="902493"/>
                  <a:pt x="701399" y="890093"/>
                  <a:pt x="715287" y="891085"/>
                </a:cubicBezTo>
                <a:close/>
                <a:moveTo>
                  <a:pt x="647851" y="891084"/>
                </a:moveTo>
                <a:cubicBezTo>
                  <a:pt x="663227" y="891084"/>
                  <a:pt x="674139" y="901997"/>
                  <a:pt x="674635" y="916381"/>
                </a:cubicBezTo>
                <a:cubicBezTo>
                  <a:pt x="675131" y="924318"/>
                  <a:pt x="672651" y="930270"/>
                  <a:pt x="667195" y="935726"/>
                </a:cubicBezTo>
                <a:cubicBezTo>
                  <a:pt x="661739" y="940687"/>
                  <a:pt x="656283" y="943663"/>
                  <a:pt x="648843" y="943663"/>
                </a:cubicBezTo>
                <a:cubicBezTo>
                  <a:pt x="632973" y="943167"/>
                  <a:pt x="622556" y="932750"/>
                  <a:pt x="622060" y="917373"/>
                </a:cubicBezTo>
                <a:cubicBezTo>
                  <a:pt x="622060" y="909933"/>
                  <a:pt x="624540" y="903981"/>
                  <a:pt x="629996" y="899020"/>
                </a:cubicBezTo>
                <a:cubicBezTo>
                  <a:pt x="637436" y="891580"/>
                  <a:pt x="637436" y="891084"/>
                  <a:pt x="647851" y="891084"/>
                </a:cubicBezTo>
                <a:close/>
                <a:moveTo>
                  <a:pt x="512414" y="891084"/>
                </a:moveTo>
                <a:cubicBezTo>
                  <a:pt x="513407" y="891580"/>
                  <a:pt x="514895" y="891084"/>
                  <a:pt x="515887" y="891084"/>
                </a:cubicBezTo>
                <a:cubicBezTo>
                  <a:pt x="523327" y="889596"/>
                  <a:pt x="529776" y="893068"/>
                  <a:pt x="534241" y="898028"/>
                </a:cubicBezTo>
                <a:cubicBezTo>
                  <a:pt x="538705" y="902493"/>
                  <a:pt x="542177" y="908445"/>
                  <a:pt x="540689" y="915389"/>
                </a:cubicBezTo>
                <a:cubicBezTo>
                  <a:pt x="540689" y="916381"/>
                  <a:pt x="540689" y="916877"/>
                  <a:pt x="540689" y="917869"/>
                </a:cubicBezTo>
                <a:cubicBezTo>
                  <a:pt x="542673" y="928782"/>
                  <a:pt x="535729" y="935726"/>
                  <a:pt x="526304" y="942175"/>
                </a:cubicBezTo>
                <a:cubicBezTo>
                  <a:pt x="525312" y="943167"/>
                  <a:pt x="523327" y="943167"/>
                  <a:pt x="521839" y="943167"/>
                </a:cubicBezTo>
                <a:cubicBezTo>
                  <a:pt x="517871" y="943167"/>
                  <a:pt x="513903" y="942671"/>
                  <a:pt x="509934" y="943167"/>
                </a:cubicBezTo>
                <a:cubicBezTo>
                  <a:pt x="502989" y="944159"/>
                  <a:pt x="498525" y="939199"/>
                  <a:pt x="494060" y="935726"/>
                </a:cubicBezTo>
                <a:cubicBezTo>
                  <a:pt x="491084" y="933742"/>
                  <a:pt x="488604" y="929774"/>
                  <a:pt x="488604" y="926302"/>
                </a:cubicBezTo>
                <a:cubicBezTo>
                  <a:pt x="487612" y="919854"/>
                  <a:pt x="487116" y="912909"/>
                  <a:pt x="488604" y="906461"/>
                </a:cubicBezTo>
                <a:cubicBezTo>
                  <a:pt x="489596" y="902493"/>
                  <a:pt x="493068" y="898524"/>
                  <a:pt x="496541" y="896044"/>
                </a:cubicBezTo>
                <a:cubicBezTo>
                  <a:pt x="501005" y="893068"/>
                  <a:pt x="505965" y="889100"/>
                  <a:pt x="512414" y="891084"/>
                </a:cubicBezTo>
                <a:close/>
                <a:moveTo>
                  <a:pt x="850690" y="890588"/>
                </a:moveTo>
                <a:cubicBezTo>
                  <a:pt x="864083" y="891580"/>
                  <a:pt x="874996" y="903981"/>
                  <a:pt x="876484" y="916877"/>
                </a:cubicBezTo>
                <a:cubicBezTo>
                  <a:pt x="874996" y="929774"/>
                  <a:pt x="863587" y="942671"/>
                  <a:pt x="850690" y="942671"/>
                </a:cubicBezTo>
                <a:cubicBezTo>
                  <a:pt x="837794" y="943167"/>
                  <a:pt x="825393" y="930766"/>
                  <a:pt x="824401" y="917373"/>
                </a:cubicBezTo>
                <a:cubicBezTo>
                  <a:pt x="823409" y="904973"/>
                  <a:pt x="836802" y="890588"/>
                  <a:pt x="850690" y="890588"/>
                </a:cubicBezTo>
                <a:close/>
                <a:moveTo>
                  <a:pt x="582382" y="890588"/>
                </a:moveTo>
                <a:cubicBezTo>
                  <a:pt x="589823" y="890588"/>
                  <a:pt x="595280" y="893564"/>
                  <a:pt x="600241" y="899020"/>
                </a:cubicBezTo>
                <a:cubicBezTo>
                  <a:pt x="605698" y="904477"/>
                  <a:pt x="609170" y="909933"/>
                  <a:pt x="607186" y="916877"/>
                </a:cubicBezTo>
                <a:cubicBezTo>
                  <a:pt x="608674" y="924814"/>
                  <a:pt x="604706" y="930270"/>
                  <a:pt x="599744" y="935726"/>
                </a:cubicBezTo>
                <a:cubicBezTo>
                  <a:pt x="594288" y="941183"/>
                  <a:pt x="588335" y="943663"/>
                  <a:pt x="580398" y="943663"/>
                </a:cubicBezTo>
                <a:cubicBezTo>
                  <a:pt x="572957" y="943663"/>
                  <a:pt x="567501" y="940687"/>
                  <a:pt x="562539" y="935230"/>
                </a:cubicBezTo>
                <a:cubicBezTo>
                  <a:pt x="557083" y="930270"/>
                  <a:pt x="555099" y="924318"/>
                  <a:pt x="555099" y="916877"/>
                </a:cubicBezTo>
                <a:cubicBezTo>
                  <a:pt x="555099" y="909437"/>
                  <a:pt x="557579" y="903981"/>
                  <a:pt x="563035" y="898524"/>
                </a:cubicBezTo>
                <a:cubicBezTo>
                  <a:pt x="568493" y="893068"/>
                  <a:pt x="574445" y="890588"/>
                  <a:pt x="582382" y="890588"/>
                </a:cubicBezTo>
                <a:close/>
                <a:moveTo>
                  <a:pt x="445437" y="889100"/>
                </a:moveTo>
                <a:cubicBezTo>
                  <a:pt x="451390" y="892572"/>
                  <a:pt x="458830" y="892076"/>
                  <a:pt x="464783" y="897036"/>
                </a:cubicBezTo>
                <a:cubicBezTo>
                  <a:pt x="471231" y="902493"/>
                  <a:pt x="470735" y="910429"/>
                  <a:pt x="474207" y="916878"/>
                </a:cubicBezTo>
                <a:cubicBezTo>
                  <a:pt x="470735" y="922334"/>
                  <a:pt x="471727" y="929774"/>
                  <a:pt x="467263" y="935230"/>
                </a:cubicBezTo>
                <a:cubicBezTo>
                  <a:pt x="461310" y="942175"/>
                  <a:pt x="453374" y="941679"/>
                  <a:pt x="446429" y="945647"/>
                </a:cubicBezTo>
                <a:cubicBezTo>
                  <a:pt x="440972" y="942671"/>
                  <a:pt x="434028" y="943167"/>
                  <a:pt x="428572" y="939695"/>
                </a:cubicBezTo>
                <a:cubicBezTo>
                  <a:pt x="420635" y="934238"/>
                  <a:pt x="420635" y="925310"/>
                  <a:pt x="417163" y="918366"/>
                </a:cubicBezTo>
                <a:cubicBezTo>
                  <a:pt x="420635" y="912413"/>
                  <a:pt x="419643" y="904973"/>
                  <a:pt x="424603" y="899021"/>
                </a:cubicBezTo>
                <a:cubicBezTo>
                  <a:pt x="430556" y="892076"/>
                  <a:pt x="438492" y="892572"/>
                  <a:pt x="445437" y="889100"/>
                </a:cubicBezTo>
                <a:close/>
                <a:moveTo>
                  <a:pt x="243552" y="889100"/>
                </a:moveTo>
                <a:cubicBezTo>
                  <a:pt x="257936" y="889100"/>
                  <a:pt x="271825" y="903485"/>
                  <a:pt x="271825" y="917373"/>
                </a:cubicBezTo>
                <a:cubicBezTo>
                  <a:pt x="271825" y="930766"/>
                  <a:pt x="257936" y="945647"/>
                  <a:pt x="243552" y="946143"/>
                </a:cubicBezTo>
                <a:cubicBezTo>
                  <a:pt x="228671" y="946639"/>
                  <a:pt x="213790" y="930766"/>
                  <a:pt x="214782" y="916877"/>
                </a:cubicBezTo>
                <a:cubicBezTo>
                  <a:pt x="215774" y="901501"/>
                  <a:pt x="230159" y="888604"/>
                  <a:pt x="243552" y="889100"/>
                </a:cubicBezTo>
                <a:close/>
                <a:moveTo>
                  <a:pt x="379483" y="888604"/>
                </a:moveTo>
                <a:cubicBezTo>
                  <a:pt x="386427" y="888604"/>
                  <a:pt x="392876" y="891580"/>
                  <a:pt x="398829" y="896540"/>
                </a:cubicBezTo>
                <a:cubicBezTo>
                  <a:pt x="404285" y="902493"/>
                  <a:pt x="405277" y="909933"/>
                  <a:pt x="408253" y="916878"/>
                </a:cubicBezTo>
                <a:cubicBezTo>
                  <a:pt x="405277" y="923326"/>
                  <a:pt x="404781" y="930766"/>
                  <a:pt x="399821" y="936223"/>
                </a:cubicBezTo>
                <a:cubicBezTo>
                  <a:pt x="394364" y="942175"/>
                  <a:pt x="386923" y="943663"/>
                  <a:pt x="379979" y="945647"/>
                </a:cubicBezTo>
                <a:cubicBezTo>
                  <a:pt x="376506" y="946639"/>
                  <a:pt x="364600" y="941183"/>
                  <a:pt x="361624" y="938703"/>
                </a:cubicBezTo>
                <a:cubicBezTo>
                  <a:pt x="354680" y="933246"/>
                  <a:pt x="352199" y="925806"/>
                  <a:pt x="351207" y="917870"/>
                </a:cubicBezTo>
                <a:cubicBezTo>
                  <a:pt x="350711" y="910429"/>
                  <a:pt x="353687" y="903485"/>
                  <a:pt x="359640" y="897532"/>
                </a:cubicBezTo>
                <a:cubicBezTo>
                  <a:pt x="365097" y="891580"/>
                  <a:pt x="372537" y="888604"/>
                  <a:pt x="379483" y="888604"/>
                </a:cubicBezTo>
                <a:close/>
                <a:moveTo>
                  <a:pt x="176607" y="888604"/>
                </a:moveTo>
                <a:cubicBezTo>
                  <a:pt x="191488" y="888108"/>
                  <a:pt x="205377" y="902493"/>
                  <a:pt x="205377" y="916878"/>
                </a:cubicBezTo>
                <a:cubicBezTo>
                  <a:pt x="205377" y="931759"/>
                  <a:pt x="191984" y="945151"/>
                  <a:pt x="177599" y="946144"/>
                </a:cubicBezTo>
                <a:cubicBezTo>
                  <a:pt x="163214" y="946640"/>
                  <a:pt x="148333" y="932255"/>
                  <a:pt x="148333" y="917374"/>
                </a:cubicBezTo>
                <a:cubicBezTo>
                  <a:pt x="147837" y="902493"/>
                  <a:pt x="162222" y="888108"/>
                  <a:pt x="176607" y="888604"/>
                </a:cubicBezTo>
                <a:close/>
                <a:moveTo>
                  <a:pt x="109637" y="888604"/>
                </a:moveTo>
                <a:cubicBezTo>
                  <a:pt x="124517" y="888108"/>
                  <a:pt x="138406" y="902493"/>
                  <a:pt x="138406" y="916878"/>
                </a:cubicBezTo>
                <a:cubicBezTo>
                  <a:pt x="138406" y="931759"/>
                  <a:pt x="125013" y="945151"/>
                  <a:pt x="110629" y="946144"/>
                </a:cubicBezTo>
                <a:cubicBezTo>
                  <a:pt x="96244" y="946640"/>
                  <a:pt x="81363" y="932255"/>
                  <a:pt x="81363" y="917374"/>
                </a:cubicBezTo>
                <a:cubicBezTo>
                  <a:pt x="81363" y="902493"/>
                  <a:pt x="95252" y="888108"/>
                  <a:pt x="109637" y="888604"/>
                </a:cubicBezTo>
                <a:close/>
                <a:moveTo>
                  <a:pt x="42661" y="888604"/>
                </a:moveTo>
                <a:cubicBezTo>
                  <a:pt x="57542" y="888108"/>
                  <a:pt x="71431" y="901501"/>
                  <a:pt x="71927" y="916382"/>
                </a:cubicBezTo>
                <a:cubicBezTo>
                  <a:pt x="72423" y="931263"/>
                  <a:pt x="59030" y="945151"/>
                  <a:pt x="44646" y="945647"/>
                </a:cubicBezTo>
                <a:cubicBezTo>
                  <a:pt x="29269" y="946639"/>
                  <a:pt x="14884" y="931759"/>
                  <a:pt x="14884" y="917374"/>
                </a:cubicBezTo>
                <a:cubicBezTo>
                  <a:pt x="14388" y="902493"/>
                  <a:pt x="28277" y="888604"/>
                  <a:pt x="42661" y="888604"/>
                </a:cubicBezTo>
                <a:close/>
                <a:moveTo>
                  <a:pt x="311517" y="887612"/>
                </a:moveTo>
                <a:cubicBezTo>
                  <a:pt x="319453" y="890588"/>
                  <a:pt x="326895" y="891580"/>
                  <a:pt x="332351" y="897533"/>
                </a:cubicBezTo>
                <a:cubicBezTo>
                  <a:pt x="337311" y="902989"/>
                  <a:pt x="340287" y="909933"/>
                  <a:pt x="340287" y="916878"/>
                </a:cubicBezTo>
                <a:cubicBezTo>
                  <a:pt x="340287" y="924318"/>
                  <a:pt x="337311" y="931262"/>
                  <a:pt x="331359" y="936719"/>
                </a:cubicBezTo>
                <a:cubicBezTo>
                  <a:pt x="325405" y="942175"/>
                  <a:pt x="318461" y="945647"/>
                  <a:pt x="311021" y="945151"/>
                </a:cubicBezTo>
                <a:cubicBezTo>
                  <a:pt x="303580" y="944655"/>
                  <a:pt x="295644" y="941679"/>
                  <a:pt x="290188" y="934735"/>
                </a:cubicBezTo>
                <a:cubicBezTo>
                  <a:pt x="287707" y="931262"/>
                  <a:pt x="282251" y="919854"/>
                  <a:pt x="283243" y="916382"/>
                </a:cubicBezTo>
                <a:cubicBezTo>
                  <a:pt x="284731" y="908941"/>
                  <a:pt x="286715" y="901997"/>
                  <a:pt x="292668" y="896540"/>
                </a:cubicBezTo>
                <a:cubicBezTo>
                  <a:pt x="298620" y="891084"/>
                  <a:pt x="306060" y="891580"/>
                  <a:pt x="311517" y="887612"/>
                </a:cubicBezTo>
                <a:close/>
                <a:moveTo>
                  <a:pt x="2264855" y="846938"/>
                </a:moveTo>
                <a:cubicBezTo>
                  <a:pt x="2265847" y="848922"/>
                  <a:pt x="2266839" y="849914"/>
                  <a:pt x="2266839" y="850410"/>
                </a:cubicBezTo>
                <a:cubicBezTo>
                  <a:pt x="2266343" y="851402"/>
                  <a:pt x="2264855" y="851898"/>
                  <a:pt x="2263863" y="852890"/>
                </a:cubicBezTo>
                <a:cubicBezTo>
                  <a:pt x="2263367" y="851898"/>
                  <a:pt x="2261879" y="851402"/>
                  <a:pt x="2262375" y="850410"/>
                </a:cubicBezTo>
                <a:cubicBezTo>
                  <a:pt x="2262871" y="849418"/>
                  <a:pt x="2263863" y="848426"/>
                  <a:pt x="2264855" y="846938"/>
                </a:cubicBezTo>
                <a:close/>
                <a:moveTo>
                  <a:pt x="2198388" y="845946"/>
                </a:moveTo>
                <a:cubicBezTo>
                  <a:pt x="2199876" y="845946"/>
                  <a:pt x="2201860" y="848426"/>
                  <a:pt x="2204340" y="850410"/>
                </a:cubicBezTo>
                <a:cubicBezTo>
                  <a:pt x="2201860" y="852394"/>
                  <a:pt x="2200372" y="854378"/>
                  <a:pt x="2198388" y="854874"/>
                </a:cubicBezTo>
                <a:cubicBezTo>
                  <a:pt x="2196404" y="855867"/>
                  <a:pt x="2192436" y="851402"/>
                  <a:pt x="2193428" y="849914"/>
                </a:cubicBezTo>
                <a:cubicBezTo>
                  <a:pt x="2194420" y="847930"/>
                  <a:pt x="2196404" y="845946"/>
                  <a:pt x="2198388" y="845946"/>
                </a:cubicBezTo>
                <a:close/>
                <a:moveTo>
                  <a:pt x="2129935" y="843466"/>
                </a:moveTo>
                <a:cubicBezTo>
                  <a:pt x="2134896" y="843466"/>
                  <a:pt x="2136384" y="845946"/>
                  <a:pt x="2136384" y="850906"/>
                </a:cubicBezTo>
                <a:cubicBezTo>
                  <a:pt x="2135888" y="855867"/>
                  <a:pt x="2133904" y="857851"/>
                  <a:pt x="2128943" y="857851"/>
                </a:cubicBezTo>
                <a:cubicBezTo>
                  <a:pt x="2123983" y="857851"/>
                  <a:pt x="2121999" y="855867"/>
                  <a:pt x="2121999" y="850906"/>
                </a:cubicBezTo>
                <a:cubicBezTo>
                  <a:pt x="2121999" y="845450"/>
                  <a:pt x="2123983" y="842970"/>
                  <a:pt x="2129935" y="843466"/>
                </a:cubicBezTo>
                <a:close/>
                <a:moveTo>
                  <a:pt x="2010" y="841482"/>
                </a:moveTo>
                <a:cubicBezTo>
                  <a:pt x="2506" y="844458"/>
                  <a:pt x="3002" y="847434"/>
                  <a:pt x="3002" y="849914"/>
                </a:cubicBezTo>
                <a:cubicBezTo>
                  <a:pt x="2010" y="853387"/>
                  <a:pt x="4490" y="856859"/>
                  <a:pt x="1018" y="859835"/>
                </a:cubicBezTo>
                <a:cubicBezTo>
                  <a:pt x="522" y="856859"/>
                  <a:pt x="26" y="853883"/>
                  <a:pt x="522" y="850906"/>
                </a:cubicBezTo>
                <a:cubicBezTo>
                  <a:pt x="1018" y="847930"/>
                  <a:pt x="-1462" y="844458"/>
                  <a:pt x="2010" y="841482"/>
                </a:cubicBezTo>
                <a:close/>
                <a:moveTo>
                  <a:pt x="2062476" y="840986"/>
                </a:moveTo>
                <a:cubicBezTo>
                  <a:pt x="2066941" y="840986"/>
                  <a:pt x="2071405" y="844954"/>
                  <a:pt x="2071901" y="849914"/>
                </a:cubicBezTo>
                <a:cubicBezTo>
                  <a:pt x="2071901" y="854875"/>
                  <a:pt x="2067933" y="859835"/>
                  <a:pt x="2063469" y="859835"/>
                </a:cubicBezTo>
                <a:cubicBezTo>
                  <a:pt x="2058012" y="860331"/>
                  <a:pt x="2053052" y="855867"/>
                  <a:pt x="2053052" y="850410"/>
                </a:cubicBezTo>
                <a:cubicBezTo>
                  <a:pt x="2053052" y="845450"/>
                  <a:pt x="2057516" y="840986"/>
                  <a:pt x="2062476" y="840986"/>
                </a:cubicBezTo>
                <a:close/>
                <a:moveTo>
                  <a:pt x="1995513" y="838506"/>
                </a:moveTo>
                <a:cubicBezTo>
                  <a:pt x="2000969" y="838506"/>
                  <a:pt x="2007417" y="845450"/>
                  <a:pt x="2007417" y="850411"/>
                </a:cubicBezTo>
                <a:cubicBezTo>
                  <a:pt x="2007417" y="855371"/>
                  <a:pt x="2000473" y="862315"/>
                  <a:pt x="1995513" y="862315"/>
                </a:cubicBezTo>
                <a:cubicBezTo>
                  <a:pt x="1990552" y="862315"/>
                  <a:pt x="1983608" y="855371"/>
                  <a:pt x="1983608" y="850411"/>
                </a:cubicBezTo>
                <a:cubicBezTo>
                  <a:pt x="1983608" y="845450"/>
                  <a:pt x="1990552" y="838506"/>
                  <a:pt x="1995513" y="838506"/>
                </a:cubicBezTo>
                <a:close/>
                <a:moveTo>
                  <a:pt x="1928550" y="838506"/>
                </a:moveTo>
                <a:cubicBezTo>
                  <a:pt x="1937478" y="838506"/>
                  <a:pt x="1940950" y="841978"/>
                  <a:pt x="1940950" y="849915"/>
                </a:cubicBezTo>
                <a:cubicBezTo>
                  <a:pt x="1940950" y="858843"/>
                  <a:pt x="1937974" y="862315"/>
                  <a:pt x="1930038" y="862315"/>
                </a:cubicBezTo>
                <a:cubicBezTo>
                  <a:pt x="1920613" y="862315"/>
                  <a:pt x="1917637" y="859835"/>
                  <a:pt x="1917141" y="851403"/>
                </a:cubicBezTo>
                <a:cubicBezTo>
                  <a:pt x="1917141" y="841978"/>
                  <a:pt x="1920117" y="838506"/>
                  <a:pt x="1928550" y="838506"/>
                </a:cubicBezTo>
                <a:close/>
                <a:moveTo>
                  <a:pt x="1860098" y="836521"/>
                </a:moveTo>
                <a:cubicBezTo>
                  <a:pt x="1867042" y="836521"/>
                  <a:pt x="1873986" y="841481"/>
                  <a:pt x="1873986" y="850906"/>
                </a:cubicBezTo>
                <a:cubicBezTo>
                  <a:pt x="1872994" y="857850"/>
                  <a:pt x="1869026" y="864795"/>
                  <a:pt x="1859602" y="864795"/>
                </a:cubicBezTo>
                <a:cubicBezTo>
                  <a:pt x="1852657" y="864795"/>
                  <a:pt x="1845713" y="859834"/>
                  <a:pt x="1845713" y="850410"/>
                </a:cubicBezTo>
                <a:cubicBezTo>
                  <a:pt x="1845713" y="843465"/>
                  <a:pt x="1850673" y="836521"/>
                  <a:pt x="1860098" y="836521"/>
                </a:cubicBezTo>
                <a:close/>
                <a:moveTo>
                  <a:pt x="1792638" y="836025"/>
                </a:moveTo>
                <a:cubicBezTo>
                  <a:pt x="1803550" y="836025"/>
                  <a:pt x="1807518" y="839993"/>
                  <a:pt x="1807518" y="850410"/>
                </a:cubicBezTo>
                <a:cubicBezTo>
                  <a:pt x="1807518" y="860330"/>
                  <a:pt x="1803550" y="864795"/>
                  <a:pt x="1793630" y="864795"/>
                </a:cubicBezTo>
                <a:cubicBezTo>
                  <a:pt x="1783709" y="864795"/>
                  <a:pt x="1779245" y="860826"/>
                  <a:pt x="1779245" y="850906"/>
                </a:cubicBezTo>
                <a:cubicBezTo>
                  <a:pt x="1779245" y="839993"/>
                  <a:pt x="1782717" y="836025"/>
                  <a:pt x="1792638" y="836025"/>
                </a:cubicBezTo>
                <a:close/>
                <a:moveTo>
                  <a:pt x="1726171" y="833545"/>
                </a:moveTo>
                <a:cubicBezTo>
                  <a:pt x="1735595" y="834041"/>
                  <a:pt x="1743532" y="843962"/>
                  <a:pt x="1743036" y="850410"/>
                </a:cubicBezTo>
                <a:cubicBezTo>
                  <a:pt x="1743036" y="858346"/>
                  <a:pt x="1734107" y="867275"/>
                  <a:pt x="1726171" y="866779"/>
                </a:cubicBezTo>
                <a:cubicBezTo>
                  <a:pt x="1717738" y="866283"/>
                  <a:pt x="1709306" y="857354"/>
                  <a:pt x="1709802" y="849418"/>
                </a:cubicBezTo>
                <a:cubicBezTo>
                  <a:pt x="1710298" y="841977"/>
                  <a:pt x="1718730" y="833545"/>
                  <a:pt x="1726171" y="833545"/>
                </a:cubicBezTo>
                <a:close/>
                <a:moveTo>
                  <a:pt x="1657223" y="833545"/>
                </a:moveTo>
                <a:cubicBezTo>
                  <a:pt x="1668631" y="834041"/>
                  <a:pt x="1674088" y="839497"/>
                  <a:pt x="1674088" y="850410"/>
                </a:cubicBezTo>
                <a:cubicBezTo>
                  <a:pt x="1674088" y="861819"/>
                  <a:pt x="1668631" y="867275"/>
                  <a:pt x="1657223" y="867275"/>
                </a:cubicBezTo>
                <a:cubicBezTo>
                  <a:pt x="1645814" y="867275"/>
                  <a:pt x="1640358" y="861819"/>
                  <a:pt x="1640358" y="850410"/>
                </a:cubicBezTo>
                <a:cubicBezTo>
                  <a:pt x="1640358" y="839001"/>
                  <a:pt x="1645814" y="833545"/>
                  <a:pt x="1657223" y="833545"/>
                </a:cubicBezTo>
                <a:close/>
                <a:moveTo>
                  <a:pt x="1457324" y="832057"/>
                </a:moveTo>
                <a:cubicBezTo>
                  <a:pt x="1463276" y="832057"/>
                  <a:pt x="1467741" y="833049"/>
                  <a:pt x="1471709" y="837513"/>
                </a:cubicBezTo>
                <a:cubicBezTo>
                  <a:pt x="1475181" y="840985"/>
                  <a:pt x="1478157" y="844954"/>
                  <a:pt x="1476173" y="849914"/>
                </a:cubicBezTo>
                <a:cubicBezTo>
                  <a:pt x="1477661" y="855866"/>
                  <a:pt x="1475677" y="860331"/>
                  <a:pt x="1471709" y="864299"/>
                </a:cubicBezTo>
                <a:cubicBezTo>
                  <a:pt x="1467244" y="868763"/>
                  <a:pt x="1463276" y="870251"/>
                  <a:pt x="1457324" y="870251"/>
                </a:cubicBezTo>
                <a:cubicBezTo>
                  <a:pt x="1451868" y="870251"/>
                  <a:pt x="1447899" y="868763"/>
                  <a:pt x="1443931" y="865291"/>
                </a:cubicBezTo>
                <a:cubicBezTo>
                  <a:pt x="1439467" y="860827"/>
                  <a:pt x="1438475" y="856362"/>
                  <a:pt x="1438475" y="850906"/>
                </a:cubicBezTo>
                <a:cubicBezTo>
                  <a:pt x="1438475" y="845450"/>
                  <a:pt x="1439963" y="841482"/>
                  <a:pt x="1443931" y="837513"/>
                </a:cubicBezTo>
                <a:cubicBezTo>
                  <a:pt x="1447899" y="833545"/>
                  <a:pt x="1451868" y="832057"/>
                  <a:pt x="1457324" y="832057"/>
                </a:cubicBezTo>
                <a:close/>
                <a:moveTo>
                  <a:pt x="1590755" y="831561"/>
                </a:moveTo>
                <a:cubicBezTo>
                  <a:pt x="1599188" y="831065"/>
                  <a:pt x="1610596" y="843466"/>
                  <a:pt x="1610100" y="850906"/>
                </a:cubicBezTo>
                <a:cubicBezTo>
                  <a:pt x="1610100" y="859339"/>
                  <a:pt x="1598691" y="870251"/>
                  <a:pt x="1590259" y="869755"/>
                </a:cubicBezTo>
                <a:cubicBezTo>
                  <a:pt x="1581827" y="869259"/>
                  <a:pt x="1571410" y="857851"/>
                  <a:pt x="1571906" y="849914"/>
                </a:cubicBezTo>
                <a:cubicBezTo>
                  <a:pt x="1572402" y="841978"/>
                  <a:pt x="1583315" y="832057"/>
                  <a:pt x="1590755" y="831561"/>
                </a:cubicBezTo>
                <a:close/>
                <a:moveTo>
                  <a:pt x="1524784" y="831561"/>
                </a:moveTo>
                <a:cubicBezTo>
                  <a:pt x="1536193" y="831561"/>
                  <a:pt x="1543633" y="839497"/>
                  <a:pt x="1543137" y="851402"/>
                </a:cubicBezTo>
                <a:cubicBezTo>
                  <a:pt x="1543137" y="862315"/>
                  <a:pt x="1534704" y="869755"/>
                  <a:pt x="1522800" y="869755"/>
                </a:cubicBezTo>
                <a:cubicBezTo>
                  <a:pt x="1513375" y="869755"/>
                  <a:pt x="1503951" y="859835"/>
                  <a:pt x="1504447" y="850410"/>
                </a:cubicBezTo>
                <a:cubicBezTo>
                  <a:pt x="1505935" y="839001"/>
                  <a:pt x="1513375" y="831561"/>
                  <a:pt x="1524784" y="831561"/>
                </a:cubicBezTo>
                <a:close/>
                <a:moveTo>
                  <a:pt x="1388376" y="829081"/>
                </a:moveTo>
                <a:cubicBezTo>
                  <a:pt x="1397801" y="829081"/>
                  <a:pt x="1410201" y="840986"/>
                  <a:pt x="1410201" y="850410"/>
                </a:cubicBezTo>
                <a:cubicBezTo>
                  <a:pt x="1410201" y="859339"/>
                  <a:pt x="1398793" y="871243"/>
                  <a:pt x="1389368" y="871739"/>
                </a:cubicBezTo>
                <a:cubicBezTo>
                  <a:pt x="1380440" y="872235"/>
                  <a:pt x="1367543" y="860331"/>
                  <a:pt x="1367047" y="850906"/>
                </a:cubicBezTo>
                <a:cubicBezTo>
                  <a:pt x="1366551" y="841978"/>
                  <a:pt x="1378456" y="829081"/>
                  <a:pt x="1388376" y="829081"/>
                </a:cubicBezTo>
                <a:close/>
                <a:moveTo>
                  <a:pt x="1321909" y="829081"/>
                </a:moveTo>
                <a:cubicBezTo>
                  <a:pt x="1333317" y="829081"/>
                  <a:pt x="1343238" y="839002"/>
                  <a:pt x="1343238" y="850906"/>
                </a:cubicBezTo>
                <a:cubicBezTo>
                  <a:pt x="1343238" y="862315"/>
                  <a:pt x="1333317" y="872235"/>
                  <a:pt x="1321413" y="872235"/>
                </a:cubicBezTo>
                <a:cubicBezTo>
                  <a:pt x="1310004" y="872235"/>
                  <a:pt x="1300084" y="861819"/>
                  <a:pt x="1300580" y="849914"/>
                </a:cubicBezTo>
                <a:cubicBezTo>
                  <a:pt x="1300580" y="839002"/>
                  <a:pt x="1310996" y="829081"/>
                  <a:pt x="1321909" y="829081"/>
                </a:cubicBezTo>
                <a:close/>
                <a:moveTo>
                  <a:pt x="1255441" y="828585"/>
                </a:moveTo>
                <a:cubicBezTo>
                  <a:pt x="1262386" y="828088"/>
                  <a:pt x="1267346" y="831561"/>
                  <a:pt x="1270818" y="835033"/>
                </a:cubicBezTo>
                <a:cubicBezTo>
                  <a:pt x="1274290" y="838505"/>
                  <a:pt x="1277267" y="843465"/>
                  <a:pt x="1276771" y="850410"/>
                </a:cubicBezTo>
                <a:cubicBezTo>
                  <a:pt x="1276771" y="856858"/>
                  <a:pt x="1274786" y="862314"/>
                  <a:pt x="1271314" y="865787"/>
                </a:cubicBezTo>
                <a:cubicBezTo>
                  <a:pt x="1267346" y="869259"/>
                  <a:pt x="1262386" y="874219"/>
                  <a:pt x="1254945" y="871739"/>
                </a:cubicBezTo>
                <a:cubicBezTo>
                  <a:pt x="1248001" y="874715"/>
                  <a:pt x="1242545" y="869755"/>
                  <a:pt x="1238577" y="865787"/>
                </a:cubicBezTo>
                <a:cubicBezTo>
                  <a:pt x="1235104" y="862314"/>
                  <a:pt x="1233120" y="856362"/>
                  <a:pt x="1233120" y="850410"/>
                </a:cubicBezTo>
                <a:cubicBezTo>
                  <a:pt x="1232624" y="843961"/>
                  <a:pt x="1235600" y="839001"/>
                  <a:pt x="1239073" y="835033"/>
                </a:cubicBezTo>
                <a:cubicBezTo>
                  <a:pt x="1243041" y="831065"/>
                  <a:pt x="1248993" y="829081"/>
                  <a:pt x="1255441" y="828585"/>
                </a:cubicBezTo>
                <a:close/>
                <a:moveTo>
                  <a:pt x="1185005" y="826601"/>
                </a:moveTo>
                <a:cubicBezTo>
                  <a:pt x="1194430" y="825609"/>
                  <a:pt x="1209310" y="839498"/>
                  <a:pt x="1209806" y="849915"/>
                </a:cubicBezTo>
                <a:cubicBezTo>
                  <a:pt x="1210302" y="859339"/>
                  <a:pt x="1197406" y="873228"/>
                  <a:pt x="1186989" y="874220"/>
                </a:cubicBezTo>
                <a:cubicBezTo>
                  <a:pt x="1177565" y="875212"/>
                  <a:pt x="1162684" y="861323"/>
                  <a:pt x="1162188" y="850907"/>
                </a:cubicBezTo>
                <a:cubicBezTo>
                  <a:pt x="1161692" y="841482"/>
                  <a:pt x="1174589" y="827593"/>
                  <a:pt x="1185005" y="826601"/>
                </a:cubicBezTo>
                <a:close/>
                <a:moveTo>
                  <a:pt x="1119529" y="826601"/>
                </a:moveTo>
                <a:cubicBezTo>
                  <a:pt x="1131434" y="826601"/>
                  <a:pt x="1143339" y="839002"/>
                  <a:pt x="1142842" y="851402"/>
                </a:cubicBezTo>
                <a:cubicBezTo>
                  <a:pt x="1142842" y="862315"/>
                  <a:pt x="1129946" y="874220"/>
                  <a:pt x="1118537" y="874220"/>
                </a:cubicBezTo>
                <a:cubicBezTo>
                  <a:pt x="1106633" y="874220"/>
                  <a:pt x="1094728" y="861819"/>
                  <a:pt x="1095224" y="849418"/>
                </a:cubicBezTo>
                <a:cubicBezTo>
                  <a:pt x="1095720" y="838506"/>
                  <a:pt x="1108121" y="826601"/>
                  <a:pt x="1119529" y="826601"/>
                </a:cubicBezTo>
                <a:close/>
                <a:moveTo>
                  <a:pt x="1054054" y="826601"/>
                </a:moveTo>
                <a:cubicBezTo>
                  <a:pt x="1066455" y="827097"/>
                  <a:pt x="1076872" y="838009"/>
                  <a:pt x="1076872" y="850410"/>
                </a:cubicBezTo>
                <a:cubicBezTo>
                  <a:pt x="1076376" y="863307"/>
                  <a:pt x="1066455" y="874715"/>
                  <a:pt x="1052566" y="874219"/>
                </a:cubicBezTo>
                <a:cubicBezTo>
                  <a:pt x="1039186" y="873723"/>
                  <a:pt x="1028769" y="863307"/>
                  <a:pt x="1029265" y="849418"/>
                </a:cubicBezTo>
                <a:cubicBezTo>
                  <a:pt x="1029761" y="835529"/>
                  <a:pt x="1040674" y="826105"/>
                  <a:pt x="1054054" y="826601"/>
                </a:cubicBezTo>
                <a:close/>
                <a:moveTo>
                  <a:pt x="987628" y="826601"/>
                </a:moveTo>
                <a:cubicBezTo>
                  <a:pt x="1001517" y="826601"/>
                  <a:pt x="1009949" y="836025"/>
                  <a:pt x="1009949" y="850906"/>
                </a:cubicBezTo>
                <a:cubicBezTo>
                  <a:pt x="1009949" y="865787"/>
                  <a:pt x="1000525" y="873724"/>
                  <a:pt x="985148" y="874220"/>
                </a:cubicBezTo>
                <a:cubicBezTo>
                  <a:pt x="978700" y="874220"/>
                  <a:pt x="973740" y="872235"/>
                  <a:pt x="968780" y="867771"/>
                </a:cubicBezTo>
                <a:cubicBezTo>
                  <a:pt x="963324" y="862811"/>
                  <a:pt x="961835" y="856363"/>
                  <a:pt x="962331" y="850410"/>
                </a:cubicBezTo>
                <a:cubicBezTo>
                  <a:pt x="962331" y="835033"/>
                  <a:pt x="971756" y="826601"/>
                  <a:pt x="987628" y="826601"/>
                </a:cubicBezTo>
                <a:close/>
                <a:moveTo>
                  <a:pt x="849732" y="824616"/>
                </a:moveTo>
                <a:cubicBezTo>
                  <a:pt x="863622" y="823128"/>
                  <a:pt x="876022" y="836025"/>
                  <a:pt x="876518" y="850410"/>
                </a:cubicBezTo>
                <a:cubicBezTo>
                  <a:pt x="875526" y="866283"/>
                  <a:pt x="865111" y="875707"/>
                  <a:pt x="851219" y="876699"/>
                </a:cubicBezTo>
                <a:cubicBezTo>
                  <a:pt x="837330" y="877691"/>
                  <a:pt x="823937" y="865290"/>
                  <a:pt x="824433" y="850906"/>
                </a:cubicBezTo>
                <a:cubicBezTo>
                  <a:pt x="824930" y="835033"/>
                  <a:pt x="835843" y="825608"/>
                  <a:pt x="849732" y="824616"/>
                </a:cubicBezTo>
                <a:close/>
                <a:moveTo>
                  <a:pt x="916691" y="824121"/>
                </a:moveTo>
                <a:cubicBezTo>
                  <a:pt x="929588" y="825113"/>
                  <a:pt x="942485" y="836522"/>
                  <a:pt x="942981" y="849914"/>
                </a:cubicBezTo>
                <a:cubicBezTo>
                  <a:pt x="943477" y="862315"/>
                  <a:pt x="931572" y="875212"/>
                  <a:pt x="918179" y="876204"/>
                </a:cubicBezTo>
                <a:cubicBezTo>
                  <a:pt x="905779" y="877196"/>
                  <a:pt x="891395" y="863803"/>
                  <a:pt x="891395" y="850410"/>
                </a:cubicBezTo>
                <a:cubicBezTo>
                  <a:pt x="891395" y="837514"/>
                  <a:pt x="903795" y="826105"/>
                  <a:pt x="916691" y="824121"/>
                </a:cubicBezTo>
                <a:close/>
                <a:moveTo>
                  <a:pt x="782738" y="824121"/>
                </a:moveTo>
                <a:cubicBezTo>
                  <a:pt x="798115" y="823625"/>
                  <a:pt x="809525" y="835033"/>
                  <a:pt x="810021" y="849914"/>
                </a:cubicBezTo>
                <a:cubicBezTo>
                  <a:pt x="809525" y="865291"/>
                  <a:pt x="800099" y="875707"/>
                  <a:pt x="784723" y="876203"/>
                </a:cubicBezTo>
                <a:cubicBezTo>
                  <a:pt x="769346" y="877195"/>
                  <a:pt x="757441" y="865291"/>
                  <a:pt x="757441" y="850410"/>
                </a:cubicBezTo>
                <a:cubicBezTo>
                  <a:pt x="757441" y="835033"/>
                  <a:pt x="767362" y="824617"/>
                  <a:pt x="782738" y="824121"/>
                </a:cubicBezTo>
                <a:close/>
                <a:moveTo>
                  <a:pt x="715287" y="824121"/>
                </a:moveTo>
                <a:cubicBezTo>
                  <a:pt x="722727" y="824121"/>
                  <a:pt x="728183" y="827097"/>
                  <a:pt x="733639" y="832057"/>
                </a:cubicBezTo>
                <a:cubicBezTo>
                  <a:pt x="739592" y="837514"/>
                  <a:pt x="741576" y="843962"/>
                  <a:pt x="741080" y="851402"/>
                </a:cubicBezTo>
                <a:cubicBezTo>
                  <a:pt x="740584" y="865787"/>
                  <a:pt x="729175" y="876204"/>
                  <a:pt x="714295" y="876700"/>
                </a:cubicBezTo>
                <a:cubicBezTo>
                  <a:pt x="706855" y="876700"/>
                  <a:pt x="701399" y="873724"/>
                  <a:pt x="695943" y="868763"/>
                </a:cubicBezTo>
                <a:cubicBezTo>
                  <a:pt x="690487" y="863307"/>
                  <a:pt x="687511" y="857355"/>
                  <a:pt x="688503" y="850410"/>
                </a:cubicBezTo>
                <a:cubicBezTo>
                  <a:pt x="688503" y="835034"/>
                  <a:pt x="699911" y="824617"/>
                  <a:pt x="715287" y="824121"/>
                </a:cubicBezTo>
                <a:close/>
                <a:moveTo>
                  <a:pt x="648856" y="824121"/>
                </a:moveTo>
                <a:cubicBezTo>
                  <a:pt x="663736" y="824617"/>
                  <a:pt x="674648" y="836522"/>
                  <a:pt x="674648" y="850410"/>
                </a:cubicBezTo>
                <a:cubicBezTo>
                  <a:pt x="674648" y="864299"/>
                  <a:pt x="663736" y="878188"/>
                  <a:pt x="647864" y="876700"/>
                </a:cubicBezTo>
                <a:cubicBezTo>
                  <a:pt x="633482" y="878188"/>
                  <a:pt x="621578" y="865787"/>
                  <a:pt x="621578" y="849914"/>
                </a:cubicBezTo>
                <a:cubicBezTo>
                  <a:pt x="622074" y="835530"/>
                  <a:pt x="633482" y="823625"/>
                  <a:pt x="648856" y="824121"/>
                </a:cubicBezTo>
                <a:close/>
                <a:moveTo>
                  <a:pt x="580893" y="822137"/>
                </a:moveTo>
                <a:cubicBezTo>
                  <a:pt x="584366" y="826601"/>
                  <a:pt x="590318" y="823625"/>
                  <a:pt x="594783" y="826601"/>
                </a:cubicBezTo>
                <a:cubicBezTo>
                  <a:pt x="598751" y="829081"/>
                  <a:pt x="602720" y="832058"/>
                  <a:pt x="604704" y="835530"/>
                </a:cubicBezTo>
                <a:cubicBezTo>
                  <a:pt x="607681" y="839994"/>
                  <a:pt x="608177" y="845450"/>
                  <a:pt x="609665" y="850907"/>
                </a:cubicBezTo>
                <a:cubicBezTo>
                  <a:pt x="606192" y="855371"/>
                  <a:pt x="608177" y="862315"/>
                  <a:pt x="603712" y="867771"/>
                </a:cubicBezTo>
                <a:cubicBezTo>
                  <a:pt x="598255" y="875212"/>
                  <a:pt x="589326" y="875708"/>
                  <a:pt x="581885" y="879180"/>
                </a:cubicBezTo>
                <a:cubicBezTo>
                  <a:pt x="576428" y="876204"/>
                  <a:pt x="569483" y="876700"/>
                  <a:pt x="564027" y="873228"/>
                </a:cubicBezTo>
                <a:cubicBezTo>
                  <a:pt x="556089" y="867771"/>
                  <a:pt x="556089" y="858843"/>
                  <a:pt x="552617" y="851899"/>
                </a:cubicBezTo>
                <a:cubicBezTo>
                  <a:pt x="555593" y="845946"/>
                  <a:pt x="555097" y="839002"/>
                  <a:pt x="559065" y="833050"/>
                </a:cubicBezTo>
                <a:cubicBezTo>
                  <a:pt x="564523" y="825609"/>
                  <a:pt x="573452" y="825113"/>
                  <a:pt x="580893" y="822137"/>
                </a:cubicBezTo>
                <a:close/>
                <a:moveTo>
                  <a:pt x="379482" y="822137"/>
                </a:moveTo>
                <a:cubicBezTo>
                  <a:pt x="393868" y="821641"/>
                  <a:pt x="407757" y="836026"/>
                  <a:pt x="407757" y="850906"/>
                </a:cubicBezTo>
                <a:cubicBezTo>
                  <a:pt x="407757" y="865787"/>
                  <a:pt x="392876" y="880172"/>
                  <a:pt x="377994" y="879676"/>
                </a:cubicBezTo>
                <a:cubicBezTo>
                  <a:pt x="363112" y="878684"/>
                  <a:pt x="349718" y="865291"/>
                  <a:pt x="350214" y="850410"/>
                </a:cubicBezTo>
                <a:cubicBezTo>
                  <a:pt x="350710" y="835530"/>
                  <a:pt x="364600" y="821641"/>
                  <a:pt x="379482" y="822137"/>
                </a:cubicBezTo>
                <a:close/>
                <a:moveTo>
                  <a:pt x="176120" y="822137"/>
                </a:moveTo>
                <a:cubicBezTo>
                  <a:pt x="192487" y="820649"/>
                  <a:pt x="204888" y="836026"/>
                  <a:pt x="205384" y="849915"/>
                </a:cubicBezTo>
                <a:cubicBezTo>
                  <a:pt x="205880" y="866283"/>
                  <a:pt x="191495" y="879676"/>
                  <a:pt x="177112" y="879676"/>
                </a:cubicBezTo>
                <a:cubicBezTo>
                  <a:pt x="160743" y="879676"/>
                  <a:pt x="147846" y="865291"/>
                  <a:pt x="147846" y="850411"/>
                </a:cubicBezTo>
                <a:cubicBezTo>
                  <a:pt x="147846" y="835530"/>
                  <a:pt x="161239" y="820649"/>
                  <a:pt x="176120" y="822137"/>
                </a:cubicBezTo>
                <a:close/>
                <a:moveTo>
                  <a:pt x="109623" y="822137"/>
                </a:moveTo>
                <a:cubicBezTo>
                  <a:pt x="125992" y="820649"/>
                  <a:pt x="138393" y="836026"/>
                  <a:pt x="138889" y="849915"/>
                </a:cubicBezTo>
                <a:cubicBezTo>
                  <a:pt x="139385" y="866283"/>
                  <a:pt x="125000" y="879676"/>
                  <a:pt x="110615" y="879676"/>
                </a:cubicBezTo>
                <a:cubicBezTo>
                  <a:pt x="94247" y="879676"/>
                  <a:pt x="81350" y="865291"/>
                  <a:pt x="81350" y="850411"/>
                </a:cubicBezTo>
                <a:cubicBezTo>
                  <a:pt x="80854" y="835530"/>
                  <a:pt x="94743" y="820649"/>
                  <a:pt x="109623" y="822137"/>
                </a:cubicBezTo>
                <a:close/>
                <a:moveTo>
                  <a:pt x="43648" y="822137"/>
                </a:moveTo>
                <a:cubicBezTo>
                  <a:pt x="58529" y="820649"/>
                  <a:pt x="72418" y="835529"/>
                  <a:pt x="71922" y="851898"/>
                </a:cubicBezTo>
                <a:cubicBezTo>
                  <a:pt x="71426" y="865291"/>
                  <a:pt x="59025" y="880172"/>
                  <a:pt x="42656" y="879676"/>
                </a:cubicBezTo>
                <a:cubicBezTo>
                  <a:pt x="27776" y="879676"/>
                  <a:pt x="13887" y="866283"/>
                  <a:pt x="14383" y="849418"/>
                </a:cubicBezTo>
                <a:cubicBezTo>
                  <a:pt x="14879" y="835529"/>
                  <a:pt x="27280" y="820153"/>
                  <a:pt x="43648" y="822137"/>
                </a:cubicBezTo>
                <a:close/>
                <a:moveTo>
                  <a:pt x="514888" y="822136"/>
                </a:moveTo>
                <a:cubicBezTo>
                  <a:pt x="522328" y="824120"/>
                  <a:pt x="530265" y="826104"/>
                  <a:pt x="535721" y="832553"/>
                </a:cubicBezTo>
                <a:cubicBezTo>
                  <a:pt x="540682" y="838009"/>
                  <a:pt x="541178" y="844457"/>
                  <a:pt x="543658" y="850906"/>
                </a:cubicBezTo>
                <a:cubicBezTo>
                  <a:pt x="540682" y="857850"/>
                  <a:pt x="539690" y="865290"/>
                  <a:pt x="533737" y="870747"/>
                </a:cubicBezTo>
                <a:cubicBezTo>
                  <a:pt x="528281" y="875707"/>
                  <a:pt x="521336" y="878683"/>
                  <a:pt x="514392" y="878683"/>
                </a:cubicBezTo>
                <a:cubicBezTo>
                  <a:pt x="506455" y="878683"/>
                  <a:pt x="499014" y="875707"/>
                  <a:pt x="493558" y="868763"/>
                </a:cubicBezTo>
                <a:cubicBezTo>
                  <a:pt x="489093" y="863306"/>
                  <a:pt x="485621" y="856362"/>
                  <a:pt x="486117" y="849418"/>
                </a:cubicBezTo>
                <a:cubicBezTo>
                  <a:pt x="487109" y="841977"/>
                  <a:pt x="489589" y="834041"/>
                  <a:pt x="496534" y="829081"/>
                </a:cubicBezTo>
                <a:cubicBezTo>
                  <a:pt x="500006" y="826600"/>
                  <a:pt x="511416" y="821144"/>
                  <a:pt x="514888" y="822136"/>
                </a:cubicBezTo>
                <a:close/>
                <a:moveTo>
                  <a:pt x="445431" y="822136"/>
                </a:moveTo>
                <a:cubicBezTo>
                  <a:pt x="459319" y="822136"/>
                  <a:pt x="473704" y="835529"/>
                  <a:pt x="474200" y="850410"/>
                </a:cubicBezTo>
                <a:cubicBezTo>
                  <a:pt x="474200" y="863803"/>
                  <a:pt x="461303" y="878683"/>
                  <a:pt x="446423" y="879179"/>
                </a:cubicBezTo>
                <a:cubicBezTo>
                  <a:pt x="433030" y="879675"/>
                  <a:pt x="418645" y="867771"/>
                  <a:pt x="417157" y="851402"/>
                </a:cubicBezTo>
                <a:cubicBezTo>
                  <a:pt x="416165" y="837513"/>
                  <a:pt x="431046" y="821640"/>
                  <a:pt x="445431" y="822136"/>
                </a:cubicBezTo>
                <a:close/>
                <a:moveTo>
                  <a:pt x="313001" y="822136"/>
                </a:moveTo>
                <a:cubicBezTo>
                  <a:pt x="326891" y="822136"/>
                  <a:pt x="341277" y="835529"/>
                  <a:pt x="340780" y="850906"/>
                </a:cubicBezTo>
                <a:cubicBezTo>
                  <a:pt x="341277" y="865291"/>
                  <a:pt x="326891" y="879179"/>
                  <a:pt x="312505" y="879179"/>
                </a:cubicBezTo>
                <a:cubicBezTo>
                  <a:pt x="297624" y="879179"/>
                  <a:pt x="283240" y="864299"/>
                  <a:pt x="283736" y="849914"/>
                </a:cubicBezTo>
                <a:cubicBezTo>
                  <a:pt x="284232" y="835033"/>
                  <a:pt x="298120" y="821640"/>
                  <a:pt x="313001" y="822136"/>
                </a:cubicBezTo>
                <a:close/>
                <a:moveTo>
                  <a:pt x="243566" y="821641"/>
                </a:moveTo>
                <a:cubicBezTo>
                  <a:pt x="252494" y="821145"/>
                  <a:pt x="258942" y="825609"/>
                  <a:pt x="263903" y="830073"/>
                </a:cubicBezTo>
                <a:cubicBezTo>
                  <a:pt x="269359" y="835034"/>
                  <a:pt x="272831" y="842474"/>
                  <a:pt x="272335" y="851402"/>
                </a:cubicBezTo>
                <a:cubicBezTo>
                  <a:pt x="270847" y="866779"/>
                  <a:pt x="258942" y="879180"/>
                  <a:pt x="242077" y="879180"/>
                </a:cubicBezTo>
                <a:cubicBezTo>
                  <a:pt x="234141" y="881660"/>
                  <a:pt x="227693" y="875212"/>
                  <a:pt x="222732" y="870747"/>
                </a:cubicBezTo>
                <a:cubicBezTo>
                  <a:pt x="217276" y="865787"/>
                  <a:pt x="213804" y="858347"/>
                  <a:pt x="214300" y="849418"/>
                </a:cubicBezTo>
                <a:cubicBezTo>
                  <a:pt x="215292" y="834042"/>
                  <a:pt x="227693" y="822633"/>
                  <a:pt x="243566" y="821641"/>
                </a:cubicBezTo>
                <a:close/>
                <a:moveTo>
                  <a:pt x="2264359" y="779974"/>
                </a:moveTo>
                <a:cubicBezTo>
                  <a:pt x="2265847" y="781462"/>
                  <a:pt x="2267335" y="782454"/>
                  <a:pt x="2267335" y="782950"/>
                </a:cubicBezTo>
                <a:cubicBezTo>
                  <a:pt x="2266839" y="783942"/>
                  <a:pt x="2265847" y="784934"/>
                  <a:pt x="2264855" y="785926"/>
                </a:cubicBezTo>
                <a:cubicBezTo>
                  <a:pt x="2264855" y="785926"/>
                  <a:pt x="2262871" y="784934"/>
                  <a:pt x="2262871" y="784438"/>
                </a:cubicBezTo>
                <a:cubicBezTo>
                  <a:pt x="2262375" y="783446"/>
                  <a:pt x="2263367" y="781958"/>
                  <a:pt x="2264359" y="779974"/>
                </a:cubicBezTo>
                <a:close/>
                <a:moveTo>
                  <a:pt x="2199380" y="778983"/>
                </a:moveTo>
                <a:cubicBezTo>
                  <a:pt x="2204340" y="778487"/>
                  <a:pt x="2202852" y="781959"/>
                  <a:pt x="2202852" y="784439"/>
                </a:cubicBezTo>
                <a:cubicBezTo>
                  <a:pt x="2202852" y="788903"/>
                  <a:pt x="2202852" y="788407"/>
                  <a:pt x="2196899" y="788903"/>
                </a:cubicBezTo>
                <a:cubicBezTo>
                  <a:pt x="2191939" y="788903"/>
                  <a:pt x="2193427" y="785927"/>
                  <a:pt x="2193427" y="783447"/>
                </a:cubicBezTo>
                <a:cubicBezTo>
                  <a:pt x="2193427" y="778983"/>
                  <a:pt x="2193427" y="778983"/>
                  <a:pt x="2199380" y="778983"/>
                </a:cubicBezTo>
                <a:close/>
                <a:moveTo>
                  <a:pt x="2128448" y="774518"/>
                </a:moveTo>
                <a:cubicBezTo>
                  <a:pt x="2131424" y="774518"/>
                  <a:pt x="2138368" y="780966"/>
                  <a:pt x="2138368" y="783446"/>
                </a:cubicBezTo>
                <a:cubicBezTo>
                  <a:pt x="2138368" y="785927"/>
                  <a:pt x="2132416" y="792871"/>
                  <a:pt x="2129439" y="793367"/>
                </a:cubicBezTo>
                <a:cubicBezTo>
                  <a:pt x="2126959" y="793863"/>
                  <a:pt x="2119519" y="787415"/>
                  <a:pt x="2119023" y="784935"/>
                </a:cubicBezTo>
                <a:cubicBezTo>
                  <a:pt x="2118527" y="781958"/>
                  <a:pt x="2124975" y="774518"/>
                  <a:pt x="2128448" y="774518"/>
                </a:cubicBezTo>
                <a:close/>
                <a:moveTo>
                  <a:pt x="2062973" y="774518"/>
                </a:moveTo>
                <a:cubicBezTo>
                  <a:pt x="2071405" y="774518"/>
                  <a:pt x="2071901" y="775510"/>
                  <a:pt x="2071901" y="784438"/>
                </a:cubicBezTo>
                <a:cubicBezTo>
                  <a:pt x="2071901" y="792871"/>
                  <a:pt x="2070909" y="793863"/>
                  <a:pt x="2060989" y="793863"/>
                </a:cubicBezTo>
                <a:cubicBezTo>
                  <a:pt x="2053548" y="793863"/>
                  <a:pt x="2052556" y="792375"/>
                  <a:pt x="2052556" y="783446"/>
                </a:cubicBezTo>
                <a:cubicBezTo>
                  <a:pt x="2053052" y="775014"/>
                  <a:pt x="2054044" y="774022"/>
                  <a:pt x="2062973" y="774518"/>
                </a:cubicBezTo>
                <a:close/>
                <a:moveTo>
                  <a:pt x="992" y="772534"/>
                </a:moveTo>
                <a:cubicBezTo>
                  <a:pt x="4960" y="776006"/>
                  <a:pt x="1488" y="780966"/>
                  <a:pt x="3472" y="784439"/>
                </a:cubicBezTo>
                <a:cubicBezTo>
                  <a:pt x="2976" y="788407"/>
                  <a:pt x="2480" y="791879"/>
                  <a:pt x="1984" y="795351"/>
                </a:cubicBezTo>
                <a:cubicBezTo>
                  <a:pt x="-1488" y="792375"/>
                  <a:pt x="992" y="788407"/>
                  <a:pt x="496" y="784935"/>
                </a:cubicBezTo>
                <a:cubicBezTo>
                  <a:pt x="0" y="780966"/>
                  <a:pt x="992" y="776502"/>
                  <a:pt x="992" y="772534"/>
                </a:cubicBezTo>
                <a:close/>
                <a:moveTo>
                  <a:pt x="1996009" y="772038"/>
                </a:moveTo>
                <a:cubicBezTo>
                  <a:pt x="2002457" y="772038"/>
                  <a:pt x="2007418" y="777494"/>
                  <a:pt x="2007418" y="783943"/>
                </a:cubicBezTo>
                <a:cubicBezTo>
                  <a:pt x="2007418" y="790887"/>
                  <a:pt x="2001465" y="795847"/>
                  <a:pt x="1995513" y="795847"/>
                </a:cubicBezTo>
                <a:cubicBezTo>
                  <a:pt x="1988569" y="795847"/>
                  <a:pt x="1983112" y="790391"/>
                  <a:pt x="1983608" y="783447"/>
                </a:cubicBezTo>
                <a:cubicBezTo>
                  <a:pt x="1984104" y="777494"/>
                  <a:pt x="1989561" y="772038"/>
                  <a:pt x="1996009" y="772038"/>
                </a:cubicBezTo>
                <a:close/>
                <a:moveTo>
                  <a:pt x="1929541" y="769558"/>
                </a:moveTo>
                <a:cubicBezTo>
                  <a:pt x="1934501" y="770054"/>
                  <a:pt x="1943926" y="779975"/>
                  <a:pt x="1943429" y="784439"/>
                </a:cubicBezTo>
                <a:cubicBezTo>
                  <a:pt x="1942934" y="788903"/>
                  <a:pt x="1934005" y="797832"/>
                  <a:pt x="1929541" y="797832"/>
                </a:cubicBezTo>
                <a:cubicBezTo>
                  <a:pt x="1924581" y="798327"/>
                  <a:pt x="1914660" y="788407"/>
                  <a:pt x="1914660" y="783943"/>
                </a:cubicBezTo>
                <a:cubicBezTo>
                  <a:pt x="1914660" y="778982"/>
                  <a:pt x="1924581" y="769558"/>
                  <a:pt x="1929541" y="769558"/>
                </a:cubicBezTo>
                <a:close/>
                <a:moveTo>
                  <a:pt x="1861090" y="769558"/>
                </a:moveTo>
                <a:cubicBezTo>
                  <a:pt x="1866050" y="768566"/>
                  <a:pt x="1868034" y="772534"/>
                  <a:pt x="1871010" y="774518"/>
                </a:cubicBezTo>
                <a:cubicBezTo>
                  <a:pt x="1874978" y="777494"/>
                  <a:pt x="1873986" y="781462"/>
                  <a:pt x="1874482" y="784934"/>
                </a:cubicBezTo>
                <a:cubicBezTo>
                  <a:pt x="1875474" y="789895"/>
                  <a:pt x="1871506" y="791879"/>
                  <a:pt x="1869522" y="794855"/>
                </a:cubicBezTo>
                <a:cubicBezTo>
                  <a:pt x="1866546" y="798823"/>
                  <a:pt x="1862578" y="797831"/>
                  <a:pt x="1859105" y="798327"/>
                </a:cubicBezTo>
                <a:cubicBezTo>
                  <a:pt x="1854145" y="799319"/>
                  <a:pt x="1852161" y="795847"/>
                  <a:pt x="1849185" y="793367"/>
                </a:cubicBezTo>
                <a:cubicBezTo>
                  <a:pt x="1845713" y="789399"/>
                  <a:pt x="1845713" y="789399"/>
                  <a:pt x="1845713" y="782454"/>
                </a:cubicBezTo>
                <a:cubicBezTo>
                  <a:pt x="1844225" y="777990"/>
                  <a:pt x="1848193" y="776006"/>
                  <a:pt x="1850673" y="773030"/>
                </a:cubicBezTo>
                <a:cubicBezTo>
                  <a:pt x="1853649" y="769062"/>
                  <a:pt x="1857617" y="770054"/>
                  <a:pt x="1861090" y="769558"/>
                </a:cubicBezTo>
                <a:close/>
                <a:moveTo>
                  <a:pt x="1792638" y="767078"/>
                </a:moveTo>
                <a:cubicBezTo>
                  <a:pt x="1795614" y="770054"/>
                  <a:pt x="1800574" y="769062"/>
                  <a:pt x="1804047" y="771542"/>
                </a:cubicBezTo>
                <a:cubicBezTo>
                  <a:pt x="1808511" y="775510"/>
                  <a:pt x="1806527" y="780967"/>
                  <a:pt x="1809999" y="783943"/>
                </a:cubicBezTo>
                <a:cubicBezTo>
                  <a:pt x="1806527" y="787415"/>
                  <a:pt x="1808511" y="793367"/>
                  <a:pt x="1803550" y="795847"/>
                </a:cubicBezTo>
                <a:cubicBezTo>
                  <a:pt x="1800078" y="797832"/>
                  <a:pt x="1795614" y="800808"/>
                  <a:pt x="1792638" y="800312"/>
                </a:cubicBezTo>
                <a:cubicBezTo>
                  <a:pt x="1788670" y="799320"/>
                  <a:pt x="1783213" y="799320"/>
                  <a:pt x="1780733" y="794359"/>
                </a:cubicBezTo>
                <a:cubicBezTo>
                  <a:pt x="1778749" y="790887"/>
                  <a:pt x="1777757" y="786919"/>
                  <a:pt x="1776269" y="782951"/>
                </a:cubicBezTo>
                <a:cubicBezTo>
                  <a:pt x="1780237" y="780471"/>
                  <a:pt x="1777757" y="775014"/>
                  <a:pt x="1781725" y="772038"/>
                </a:cubicBezTo>
                <a:cubicBezTo>
                  <a:pt x="1785197" y="769062"/>
                  <a:pt x="1790158" y="770550"/>
                  <a:pt x="1792638" y="767078"/>
                </a:cubicBezTo>
                <a:close/>
                <a:moveTo>
                  <a:pt x="1725674" y="767078"/>
                </a:moveTo>
                <a:cubicBezTo>
                  <a:pt x="1730139" y="767574"/>
                  <a:pt x="1734107" y="767574"/>
                  <a:pt x="1737083" y="771542"/>
                </a:cubicBezTo>
                <a:cubicBezTo>
                  <a:pt x="1739563" y="775511"/>
                  <a:pt x="1745515" y="776999"/>
                  <a:pt x="1743035" y="782951"/>
                </a:cubicBezTo>
                <a:cubicBezTo>
                  <a:pt x="1744524" y="787911"/>
                  <a:pt x="1742539" y="791383"/>
                  <a:pt x="1738571" y="794360"/>
                </a:cubicBezTo>
                <a:cubicBezTo>
                  <a:pt x="1735099" y="797336"/>
                  <a:pt x="1732619" y="801304"/>
                  <a:pt x="1726667" y="800808"/>
                </a:cubicBezTo>
                <a:cubicBezTo>
                  <a:pt x="1722698" y="800312"/>
                  <a:pt x="1719226" y="799816"/>
                  <a:pt x="1716250" y="796344"/>
                </a:cubicBezTo>
                <a:cubicBezTo>
                  <a:pt x="1713770" y="792871"/>
                  <a:pt x="1708810" y="790887"/>
                  <a:pt x="1709306" y="784935"/>
                </a:cubicBezTo>
                <a:cubicBezTo>
                  <a:pt x="1709802" y="780471"/>
                  <a:pt x="1709306" y="776503"/>
                  <a:pt x="1713770" y="773526"/>
                </a:cubicBezTo>
                <a:cubicBezTo>
                  <a:pt x="1717242" y="771046"/>
                  <a:pt x="1719722" y="766582"/>
                  <a:pt x="1725674" y="767078"/>
                </a:cubicBezTo>
                <a:close/>
                <a:moveTo>
                  <a:pt x="1659703" y="766582"/>
                </a:moveTo>
                <a:cubicBezTo>
                  <a:pt x="1664167" y="765590"/>
                  <a:pt x="1666648" y="768070"/>
                  <a:pt x="1670120" y="770550"/>
                </a:cubicBezTo>
                <a:cubicBezTo>
                  <a:pt x="1676568" y="776006"/>
                  <a:pt x="1673592" y="782951"/>
                  <a:pt x="1674088" y="789399"/>
                </a:cubicBezTo>
                <a:cubicBezTo>
                  <a:pt x="1674584" y="794359"/>
                  <a:pt x="1669624" y="796344"/>
                  <a:pt x="1666151" y="798824"/>
                </a:cubicBezTo>
                <a:cubicBezTo>
                  <a:pt x="1664663" y="801304"/>
                  <a:pt x="1660695" y="800312"/>
                  <a:pt x="1657223" y="800808"/>
                </a:cubicBezTo>
                <a:cubicBezTo>
                  <a:pt x="1652263" y="800808"/>
                  <a:pt x="1648294" y="800312"/>
                  <a:pt x="1644326" y="796344"/>
                </a:cubicBezTo>
                <a:cubicBezTo>
                  <a:pt x="1640358" y="792375"/>
                  <a:pt x="1640854" y="787911"/>
                  <a:pt x="1640358" y="783447"/>
                </a:cubicBezTo>
                <a:cubicBezTo>
                  <a:pt x="1639366" y="777495"/>
                  <a:pt x="1641846" y="773030"/>
                  <a:pt x="1646310" y="769062"/>
                </a:cubicBezTo>
                <a:cubicBezTo>
                  <a:pt x="1650775" y="765094"/>
                  <a:pt x="1655239" y="767574"/>
                  <a:pt x="1659703" y="766582"/>
                </a:cubicBezTo>
                <a:close/>
                <a:moveTo>
                  <a:pt x="1590755" y="765094"/>
                </a:moveTo>
                <a:cubicBezTo>
                  <a:pt x="1596211" y="763606"/>
                  <a:pt x="1601172" y="768070"/>
                  <a:pt x="1605140" y="770550"/>
                </a:cubicBezTo>
                <a:cubicBezTo>
                  <a:pt x="1607620" y="773030"/>
                  <a:pt x="1608612" y="778487"/>
                  <a:pt x="1610596" y="783447"/>
                </a:cubicBezTo>
                <a:cubicBezTo>
                  <a:pt x="1608612" y="787911"/>
                  <a:pt x="1607620" y="793863"/>
                  <a:pt x="1604148" y="797336"/>
                </a:cubicBezTo>
                <a:cubicBezTo>
                  <a:pt x="1601172" y="800312"/>
                  <a:pt x="1595715" y="801800"/>
                  <a:pt x="1591251" y="802792"/>
                </a:cubicBezTo>
                <a:cubicBezTo>
                  <a:pt x="1585795" y="804280"/>
                  <a:pt x="1581827" y="799816"/>
                  <a:pt x="1578354" y="797832"/>
                </a:cubicBezTo>
                <a:cubicBezTo>
                  <a:pt x="1574882" y="795847"/>
                  <a:pt x="1573394" y="789895"/>
                  <a:pt x="1572402" y="785431"/>
                </a:cubicBezTo>
                <a:cubicBezTo>
                  <a:pt x="1570914" y="779975"/>
                  <a:pt x="1574882" y="775014"/>
                  <a:pt x="1577858" y="771046"/>
                </a:cubicBezTo>
                <a:cubicBezTo>
                  <a:pt x="1580339" y="767574"/>
                  <a:pt x="1585795" y="766582"/>
                  <a:pt x="1590755" y="765094"/>
                </a:cubicBezTo>
                <a:close/>
                <a:moveTo>
                  <a:pt x="1525279" y="764598"/>
                </a:moveTo>
                <a:cubicBezTo>
                  <a:pt x="1536192" y="764598"/>
                  <a:pt x="1543632" y="772534"/>
                  <a:pt x="1543632" y="783447"/>
                </a:cubicBezTo>
                <a:cubicBezTo>
                  <a:pt x="1543136" y="794856"/>
                  <a:pt x="1535696" y="802792"/>
                  <a:pt x="1524287" y="802792"/>
                </a:cubicBezTo>
                <a:cubicBezTo>
                  <a:pt x="1512878" y="802792"/>
                  <a:pt x="1505438" y="794856"/>
                  <a:pt x="1505438" y="783447"/>
                </a:cubicBezTo>
                <a:cubicBezTo>
                  <a:pt x="1505438" y="772038"/>
                  <a:pt x="1513374" y="764598"/>
                  <a:pt x="1525279" y="764598"/>
                </a:cubicBezTo>
                <a:close/>
                <a:moveTo>
                  <a:pt x="1458811" y="763110"/>
                </a:moveTo>
                <a:cubicBezTo>
                  <a:pt x="1463276" y="763110"/>
                  <a:pt x="1469228" y="765590"/>
                  <a:pt x="1472204" y="769062"/>
                </a:cubicBezTo>
                <a:cubicBezTo>
                  <a:pt x="1475676" y="773031"/>
                  <a:pt x="1479149" y="778983"/>
                  <a:pt x="1478652" y="783447"/>
                </a:cubicBezTo>
                <a:cubicBezTo>
                  <a:pt x="1478156" y="788407"/>
                  <a:pt x="1477164" y="794856"/>
                  <a:pt x="1472700" y="798328"/>
                </a:cubicBezTo>
                <a:cubicBezTo>
                  <a:pt x="1468236" y="801800"/>
                  <a:pt x="1462284" y="803288"/>
                  <a:pt x="1457323" y="805768"/>
                </a:cubicBezTo>
                <a:cubicBezTo>
                  <a:pt x="1452363" y="803288"/>
                  <a:pt x="1446411" y="802296"/>
                  <a:pt x="1442939" y="798328"/>
                </a:cubicBezTo>
                <a:cubicBezTo>
                  <a:pt x="1439466" y="794856"/>
                  <a:pt x="1436490" y="788407"/>
                  <a:pt x="1436986" y="783447"/>
                </a:cubicBezTo>
                <a:cubicBezTo>
                  <a:pt x="1436986" y="778487"/>
                  <a:pt x="1439962" y="772534"/>
                  <a:pt x="1443931" y="769062"/>
                </a:cubicBezTo>
                <a:cubicBezTo>
                  <a:pt x="1447403" y="765590"/>
                  <a:pt x="1453851" y="763110"/>
                  <a:pt x="1458811" y="763110"/>
                </a:cubicBezTo>
                <a:close/>
                <a:moveTo>
                  <a:pt x="1387384" y="762118"/>
                </a:moveTo>
                <a:cubicBezTo>
                  <a:pt x="1399289" y="761622"/>
                  <a:pt x="1409705" y="771542"/>
                  <a:pt x="1409705" y="782951"/>
                </a:cubicBezTo>
                <a:cubicBezTo>
                  <a:pt x="1410201" y="794856"/>
                  <a:pt x="1400777" y="805272"/>
                  <a:pt x="1388872" y="805272"/>
                </a:cubicBezTo>
                <a:cubicBezTo>
                  <a:pt x="1376968" y="805272"/>
                  <a:pt x="1367047" y="795848"/>
                  <a:pt x="1367047" y="783943"/>
                </a:cubicBezTo>
                <a:cubicBezTo>
                  <a:pt x="1367047" y="773030"/>
                  <a:pt x="1376471" y="762614"/>
                  <a:pt x="1387384" y="762118"/>
                </a:cubicBezTo>
                <a:close/>
                <a:moveTo>
                  <a:pt x="1322404" y="762117"/>
                </a:moveTo>
                <a:cubicBezTo>
                  <a:pt x="1329845" y="760629"/>
                  <a:pt x="1332821" y="766086"/>
                  <a:pt x="1337285" y="769558"/>
                </a:cubicBezTo>
                <a:cubicBezTo>
                  <a:pt x="1342245" y="773526"/>
                  <a:pt x="1342742" y="777990"/>
                  <a:pt x="1343237" y="783943"/>
                </a:cubicBezTo>
                <a:cubicBezTo>
                  <a:pt x="1343734" y="790887"/>
                  <a:pt x="1340757" y="794855"/>
                  <a:pt x="1336293" y="798823"/>
                </a:cubicBezTo>
                <a:cubicBezTo>
                  <a:pt x="1332325" y="803288"/>
                  <a:pt x="1327861" y="806760"/>
                  <a:pt x="1321412" y="804776"/>
                </a:cubicBezTo>
                <a:cubicBezTo>
                  <a:pt x="1314468" y="807256"/>
                  <a:pt x="1310996" y="801800"/>
                  <a:pt x="1306532" y="798327"/>
                </a:cubicBezTo>
                <a:cubicBezTo>
                  <a:pt x="1301571" y="793863"/>
                  <a:pt x="1301075" y="788903"/>
                  <a:pt x="1300083" y="782951"/>
                </a:cubicBezTo>
                <a:cubicBezTo>
                  <a:pt x="1299091" y="775014"/>
                  <a:pt x="1305043" y="772038"/>
                  <a:pt x="1308020" y="767078"/>
                </a:cubicBezTo>
                <a:cubicBezTo>
                  <a:pt x="1311988" y="761621"/>
                  <a:pt x="1317444" y="763110"/>
                  <a:pt x="1322404" y="762117"/>
                </a:cubicBezTo>
                <a:close/>
                <a:moveTo>
                  <a:pt x="1119033" y="760630"/>
                </a:moveTo>
                <a:cubicBezTo>
                  <a:pt x="1132922" y="759638"/>
                  <a:pt x="1143339" y="770550"/>
                  <a:pt x="1143339" y="783943"/>
                </a:cubicBezTo>
                <a:cubicBezTo>
                  <a:pt x="1143339" y="796840"/>
                  <a:pt x="1132922" y="807752"/>
                  <a:pt x="1119033" y="807752"/>
                </a:cubicBezTo>
                <a:cubicBezTo>
                  <a:pt x="1105641" y="807256"/>
                  <a:pt x="1095224" y="796840"/>
                  <a:pt x="1095720" y="783447"/>
                </a:cubicBezTo>
                <a:cubicBezTo>
                  <a:pt x="1096712" y="769558"/>
                  <a:pt x="1105641" y="760630"/>
                  <a:pt x="1119033" y="760630"/>
                </a:cubicBezTo>
                <a:close/>
                <a:moveTo>
                  <a:pt x="1254449" y="760629"/>
                </a:moveTo>
                <a:cubicBezTo>
                  <a:pt x="1259409" y="762613"/>
                  <a:pt x="1264865" y="764101"/>
                  <a:pt x="1269826" y="766581"/>
                </a:cubicBezTo>
                <a:cubicBezTo>
                  <a:pt x="1272802" y="768069"/>
                  <a:pt x="1278754" y="779974"/>
                  <a:pt x="1279250" y="784438"/>
                </a:cubicBezTo>
                <a:cubicBezTo>
                  <a:pt x="1277266" y="788903"/>
                  <a:pt x="1275282" y="793863"/>
                  <a:pt x="1272802" y="798823"/>
                </a:cubicBezTo>
                <a:cubicBezTo>
                  <a:pt x="1269329" y="804775"/>
                  <a:pt x="1261393" y="804279"/>
                  <a:pt x="1256433" y="807752"/>
                </a:cubicBezTo>
                <a:cubicBezTo>
                  <a:pt x="1251473" y="805767"/>
                  <a:pt x="1246016" y="804279"/>
                  <a:pt x="1241056" y="801799"/>
                </a:cubicBezTo>
                <a:cubicBezTo>
                  <a:pt x="1234608" y="798327"/>
                  <a:pt x="1233120" y="790391"/>
                  <a:pt x="1232127" y="784438"/>
                </a:cubicBezTo>
                <a:cubicBezTo>
                  <a:pt x="1231135" y="779974"/>
                  <a:pt x="1235600" y="774022"/>
                  <a:pt x="1238080" y="769557"/>
                </a:cubicBezTo>
                <a:cubicBezTo>
                  <a:pt x="1241552" y="763109"/>
                  <a:pt x="1249488" y="764101"/>
                  <a:pt x="1254449" y="760629"/>
                </a:cubicBezTo>
                <a:close/>
                <a:moveTo>
                  <a:pt x="1185005" y="760133"/>
                </a:moveTo>
                <a:cubicBezTo>
                  <a:pt x="1196414" y="759141"/>
                  <a:pt x="1209311" y="771541"/>
                  <a:pt x="1209807" y="783446"/>
                </a:cubicBezTo>
                <a:cubicBezTo>
                  <a:pt x="1210303" y="794359"/>
                  <a:pt x="1198398" y="806759"/>
                  <a:pt x="1186989" y="807751"/>
                </a:cubicBezTo>
                <a:cubicBezTo>
                  <a:pt x="1175581" y="808247"/>
                  <a:pt x="1162684" y="796343"/>
                  <a:pt x="1162188" y="784438"/>
                </a:cubicBezTo>
                <a:cubicBezTo>
                  <a:pt x="1161692" y="773526"/>
                  <a:pt x="1173597" y="761125"/>
                  <a:pt x="1185005" y="760133"/>
                </a:cubicBezTo>
                <a:close/>
                <a:moveTo>
                  <a:pt x="1051574" y="760133"/>
                </a:moveTo>
                <a:cubicBezTo>
                  <a:pt x="1067447" y="760133"/>
                  <a:pt x="1076376" y="768565"/>
                  <a:pt x="1076376" y="783446"/>
                </a:cubicBezTo>
                <a:cubicBezTo>
                  <a:pt x="1076376" y="798823"/>
                  <a:pt x="1067447" y="807752"/>
                  <a:pt x="1052566" y="807752"/>
                </a:cubicBezTo>
                <a:cubicBezTo>
                  <a:pt x="1037212" y="807752"/>
                  <a:pt x="1028779" y="798823"/>
                  <a:pt x="1028779" y="783942"/>
                </a:cubicBezTo>
                <a:cubicBezTo>
                  <a:pt x="1028779" y="769558"/>
                  <a:pt x="1037707" y="760133"/>
                  <a:pt x="1051574" y="760133"/>
                </a:cubicBezTo>
                <a:close/>
                <a:moveTo>
                  <a:pt x="849734" y="758149"/>
                </a:moveTo>
                <a:cubicBezTo>
                  <a:pt x="864616" y="757157"/>
                  <a:pt x="876521" y="768566"/>
                  <a:pt x="876521" y="783942"/>
                </a:cubicBezTo>
                <a:cubicBezTo>
                  <a:pt x="876024" y="799319"/>
                  <a:pt x="865609" y="809736"/>
                  <a:pt x="851220" y="810232"/>
                </a:cubicBezTo>
                <a:cubicBezTo>
                  <a:pt x="835846" y="810728"/>
                  <a:pt x="824436" y="799815"/>
                  <a:pt x="824436" y="784439"/>
                </a:cubicBezTo>
                <a:cubicBezTo>
                  <a:pt x="824436" y="769062"/>
                  <a:pt x="834855" y="758645"/>
                  <a:pt x="849734" y="758149"/>
                </a:cubicBezTo>
                <a:close/>
                <a:moveTo>
                  <a:pt x="985108" y="757653"/>
                </a:moveTo>
                <a:cubicBezTo>
                  <a:pt x="988581" y="760133"/>
                  <a:pt x="993045" y="758645"/>
                  <a:pt x="996021" y="760629"/>
                </a:cubicBezTo>
                <a:cubicBezTo>
                  <a:pt x="1000485" y="763109"/>
                  <a:pt x="1004453" y="767574"/>
                  <a:pt x="1007926" y="772038"/>
                </a:cubicBezTo>
                <a:cubicBezTo>
                  <a:pt x="1010406" y="775014"/>
                  <a:pt x="1010902" y="779478"/>
                  <a:pt x="1011398" y="782950"/>
                </a:cubicBezTo>
                <a:cubicBezTo>
                  <a:pt x="1010902" y="786919"/>
                  <a:pt x="1011398" y="791383"/>
                  <a:pt x="1009414" y="794359"/>
                </a:cubicBezTo>
                <a:cubicBezTo>
                  <a:pt x="1006438" y="798823"/>
                  <a:pt x="1001973" y="802295"/>
                  <a:pt x="998005" y="806264"/>
                </a:cubicBezTo>
                <a:cubicBezTo>
                  <a:pt x="995029" y="809736"/>
                  <a:pt x="989077" y="805272"/>
                  <a:pt x="986596" y="810232"/>
                </a:cubicBezTo>
                <a:cubicBezTo>
                  <a:pt x="983124" y="809240"/>
                  <a:pt x="978660" y="808744"/>
                  <a:pt x="975684" y="807256"/>
                </a:cubicBezTo>
                <a:cubicBezTo>
                  <a:pt x="970724" y="805272"/>
                  <a:pt x="967748" y="799815"/>
                  <a:pt x="963283" y="796343"/>
                </a:cubicBezTo>
                <a:cubicBezTo>
                  <a:pt x="959315" y="793367"/>
                  <a:pt x="964275" y="787415"/>
                  <a:pt x="959315" y="784934"/>
                </a:cubicBezTo>
                <a:cubicBezTo>
                  <a:pt x="960803" y="780966"/>
                  <a:pt x="960803" y="776502"/>
                  <a:pt x="962291" y="773030"/>
                </a:cubicBezTo>
                <a:cubicBezTo>
                  <a:pt x="964771" y="768566"/>
                  <a:pt x="969236" y="764597"/>
                  <a:pt x="973700" y="761125"/>
                </a:cubicBezTo>
                <a:cubicBezTo>
                  <a:pt x="976676" y="758645"/>
                  <a:pt x="982132" y="761125"/>
                  <a:pt x="985108" y="757653"/>
                </a:cubicBezTo>
                <a:close/>
                <a:moveTo>
                  <a:pt x="918154" y="757653"/>
                </a:moveTo>
                <a:cubicBezTo>
                  <a:pt x="932539" y="758645"/>
                  <a:pt x="942956" y="770054"/>
                  <a:pt x="943452" y="783942"/>
                </a:cubicBezTo>
                <a:cubicBezTo>
                  <a:pt x="943452" y="797831"/>
                  <a:pt x="931051" y="810728"/>
                  <a:pt x="916666" y="810232"/>
                </a:cubicBezTo>
                <a:cubicBezTo>
                  <a:pt x="901785" y="809240"/>
                  <a:pt x="891369" y="797831"/>
                  <a:pt x="891369" y="783942"/>
                </a:cubicBezTo>
                <a:cubicBezTo>
                  <a:pt x="890873" y="770054"/>
                  <a:pt x="903770" y="757157"/>
                  <a:pt x="918154" y="757653"/>
                </a:cubicBezTo>
                <a:close/>
                <a:moveTo>
                  <a:pt x="783725" y="757653"/>
                </a:moveTo>
                <a:cubicBezTo>
                  <a:pt x="791166" y="757653"/>
                  <a:pt x="796622" y="760629"/>
                  <a:pt x="802078" y="765589"/>
                </a:cubicBezTo>
                <a:cubicBezTo>
                  <a:pt x="807535" y="770550"/>
                  <a:pt x="811503" y="776006"/>
                  <a:pt x="809519" y="783942"/>
                </a:cubicBezTo>
                <a:cubicBezTo>
                  <a:pt x="811007" y="791383"/>
                  <a:pt x="807039" y="796839"/>
                  <a:pt x="802078" y="802295"/>
                </a:cubicBezTo>
                <a:cubicBezTo>
                  <a:pt x="796622" y="807752"/>
                  <a:pt x="790670" y="810232"/>
                  <a:pt x="782733" y="810232"/>
                </a:cubicBezTo>
                <a:cubicBezTo>
                  <a:pt x="775293" y="810232"/>
                  <a:pt x="769837" y="807256"/>
                  <a:pt x="764380" y="802295"/>
                </a:cubicBezTo>
                <a:cubicBezTo>
                  <a:pt x="758924" y="797335"/>
                  <a:pt x="756940" y="791383"/>
                  <a:pt x="756940" y="783942"/>
                </a:cubicBezTo>
                <a:cubicBezTo>
                  <a:pt x="756940" y="776502"/>
                  <a:pt x="759420" y="771046"/>
                  <a:pt x="764380" y="765589"/>
                </a:cubicBezTo>
                <a:cubicBezTo>
                  <a:pt x="769837" y="760133"/>
                  <a:pt x="775789" y="757653"/>
                  <a:pt x="783725" y="757653"/>
                </a:cubicBezTo>
                <a:close/>
                <a:moveTo>
                  <a:pt x="711623" y="757653"/>
                </a:moveTo>
                <a:cubicBezTo>
                  <a:pt x="716149" y="757653"/>
                  <a:pt x="720737" y="758645"/>
                  <a:pt x="725202" y="758645"/>
                </a:cubicBezTo>
                <a:cubicBezTo>
                  <a:pt x="728674" y="758645"/>
                  <a:pt x="733634" y="763109"/>
                  <a:pt x="735619" y="766581"/>
                </a:cubicBezTo>
                <a:cubicBezTo>
                  <a:pt x="738098" y="771046"/>
                  <a:pt x="743058" y="774518"/>
                  <a:pt x="741074" y="780966"/>
                </a:cubicBezTo>
                <a:cubicBezTo>
                  <a:pt x="740578" y="782454"/>
                  <a:pt x="740578" y="784934"/>
                  <a:pt x="741074" y="786919"/>
                </a:cubicBezTo>
                <a:cubicBezTo>
                  <a:pt x="742562" y="794359"/>
                  <a:pt x="738098" y="799815"/>
                  <a:pt x="734130" y="803783"/>
                </a:cubicBezTo>
                <a:cubicBezTo>
                  <a:pt x="729666" y="808248"/>
                  <a:pt x="724210" y="812216"/>
                  <a:pt x="716770" y="810232"/>
                </a:cubicBezTo>
                <a:cubicBezTo>
                  <a:pt x="715777" y="809736"/>
                  <a:pt x="715281" y="810232"/>
                  <a:pt x="714289" y="810232"/>
                </a:cubicBezTo>
                <a:cubicBezTo>
                  <a:pt x="703377" y="812216"/>
                  <a:pt x="696432" y="805768"/>
                  <a:pt x="689489" y="795847"/>
                </a:cubicBezTo>
                <a:cubicBezTo>
                  <a:pt x="688497" y="794855"/>
                  <a:pt x="688497" y="792871"/>
                  <a:pt x="688497" y="791383"/>
                </a:cubicBezTo>
                <a:cubicBezTo>
                  <a:pt x="688497" y="787911"/>
                  <a:pt x="688497" y="784438"/>
                  <a:pt x="688497" y="780966"/>
                </a:cubicBezTo>
                <a:cubicBezTo>
                  <a:pt x="688497" y="773030"/>
                  <a:pt x="692961" y="768070"/>
                  <a:pt x="698417" y="762613"/>
                </a:cubicBezTo>
                <a:cubicBezTo>
                  <a:pt x="702633" y="758645"/>
                  <a:pt x="707097" y="757653"/>
                  <a:pt x="711623" y="757653"/>
                </a:cubicBezTo>
                <a:close/>
                <a:moveTo>
                  <a:pt x="43674" y="755669"/>
                </a:moveTo>
                <a:cubicBezTo>
                  <a:pt x="51610" y="755669"/>
                  <a:pt x="58554" y="757157"/>
                  <a:pt x="64507" y="763109"/>
                </a:cubicBezTo>
                <a:cubicBezTo>
                  <a:pt x="69963" y="768566"/>
                  <a:pt x="73435" y="775014"/>
                  <a:pt x="71947" y="783446"/>
                </a:cubicBezTo>
                <a:cubicBezTo>
                  <a:pt x="73435" y="792375"/>
                  <a:pt x="70459" y="798823"/>
                  <a:pt x="64507" y="805272"/>
                </a:cubicBezTo>
                <a:cubicBezTo>
                  <a:pt x="58554" y="811224"/>
                  <a:pt x="51610" y="812712"/>
                  <a:pt x="43674" y="812712"/>
                </a:cubicBezTo>
                <a:cubicBezTo>
                  <a:pt x="35737" y="812712"/>
                  <a:pt x="28793" y="810728"/>
                  <a:pt x="22840" y="805272"/>
                </a:cubicBezTo>
                <a:cubicBezTo>
                  <a:pt x="16392" y="798823"/>
                  <a:pt x="14904" y="791879"/>
                  <a:pt x="14904" y="783446"/>
                </a:cubicBezTo>
                <a:cubicBezTo>
                  <a:pt x="14904" y="775014"/>
                  <a:pt x="16888" y="768566"/>
                  <a:pt x="22840" y="763109"/>
                </a:cubicBezTo>
                <a:cubicBezTo>
                  <a:pt x="28793" y="757157"/>
                  <a:pt x="35737" y="755669"/>
                  <a:pt x="43674" y="755669"/>
                </a:cubicBezTo>
                <a:close/>
                <a:moveTo>
                  <a:pt x="648837" y="755173"/>
                </a:moveTo>
                <a:cubicBezTo>
                  <a:pt x="656276" y="755669"/>
                  <a:pt x="664212" y="758645"/>
                  <a:pt x="669668" y="765094"/>
                </a:cubicBezTo>
                <a:cubicBezTo>
                  <a:pt x="672148" y="768070"/>
                  <a:pt x="677604" y="779974"/>
                  <a:pt x="677108" y="783446"/>
                </a:cubicBezTo>
                <a:cubicBezTo>
                  <a:pt x="675620" y="790887"/>
                  <a:pt x="673636" y="797831"/>
                  <a:pt x="667685" y="803288"/>
                </a:cubicBezTo>
                <a:cubicBezTo>
                  <a:pt x="661732" y="809736"/>
                  <a:pt x="654789" y="809736"/>
                  <a:pt x="648341" y="812712"/>
                </a:cubicBezTo>
                <a:cubicBezTo>
                  <a:pt x="641892" y="809736"/>
                  <a:pt x="634453" y="809240"/>
                  <a:pt x="628996" y="803784"/>
                </a:cubicBezTo>
                <a:cubicBezTo>
                  <a:pt x="623044" y="798327"/>
                  <a:pt x="620069" y="790887"/>
                  <a:pt x="620069" y="783943"/>
                </a:cubicBezTo>
                <a:cubicBezTo>
                  <a:pt x="620069" y="776502"/>
                  <a:pt x="623044" y="769558"/>
                  <a:pt x="628500" y="763605"/>
                </a:cubicBezTo>
                <a:cubicBezTo>
                  <a:pt x="633957" y="758149"/>
                  <a:pt x="641396" y="754677"/>
                  <a:pt x="648837" y="755173"/>
                </a:cubicBezTo>
                <a:close/>
                <a:moveTo>
                  <a:pt x="581394" y="755173"/>
                </a:moveTo>
                <a:cubicBezTo>
                  <a:pt x="594787" y="755173"/>
                  <a:pt x="609173" y="768070"/>
                  <a:pt x="610165" y="783447"/>
                </a:cubicBezTo>
                <a:cubicBezTo>
                  <a:pt x="610165" y="796839"/>
                  <a:pt x="598259" y="811224"/>
                  <a:pt x="582386" y="812216"/>
                </a:cubicBezTo>
                <a:cubicBezTo>
                  <a:pt x="568496" y="813208"/>
                  <a:pt x="554606" y="800311"/>
                  <a:pt x="553118" y="784935"/>
                </a:cubicBezTo>
                <a:cubicBezTo>
                  <a:pt x="551629" y="771542"/>
                  <a:pt x="566511" y="755173"/>
                  <a:pt x="581394" y="755173"/>
                </a:cubicBezTo>
                <a:close/>
                <a:moveTo>
                  <a:pt x="513404" y="755173"/>
                </a:moveTo>
                <a:cubicBezTo>
                  <a:pt x="528782" y="754181"/>
                  <a:pt x="543166" y="769062"/>
                  <a:pt x="543166" y="783447"/>
                </a:cubicBezTo>
                <a:cubicBezTo>
                  <a:pt x="543662" y="798823"/>
                  <a:pt x="529278" y="812712"/>
                  <a:pt x="515388" y="812216"/>
                </a:cubicBezTo>
                <a:cubicBezTo>
                  <a:pt x="500506" y="812712"/>
                  <a:pt x="487113" y="799319"/>
                  <a:pt x="486121" y="784439"/>
                </a:cubicBezTo>
                <a:cubicBezTo>
                  <a:pt x="485625" y="769558"/>
                  <a:pt x="499018" y="756165"/>
                  <a:pt x="513404" y="755173"/>
                </a:cubicBezTo>
                <a:close/>
                <a:moveTo>
                  <a:pt x="445957" y="755173"/>
                </a:moveTo>
                <a:cubicBezTo>
                  <a:pt x="462327" y="755173"/>
                  <a:pt x="473737" y="768565"/>
                  <a:pt x="474729" y="784438"/>
                </a:cubicBezTo>
                <a:cubicBezTo>
                  <a:pt x="475225" y="793367"/>
                  <a:pt x="470761" y="799815"/>
                  <a:pt x="466296" y="804279"/>
                </a:cubicBezTo>
                <a:cubicBezTo>
                  <a:pt x="461335" y="809240"/>
                  <a:pt x="453894" y="813208"/>
                  <a:pt x="444965" y="812712"/>
                </a:cubicBezTo>
                <a:cubicBezTo>
                  <a:pt x="429588" y="811720"/>
                  <a:pt x="418178" y="799319"/>
                  <a:pt x="417186" y="783446"/>
                </a:cubicBezTo>
                <a:cubicBezTo>
                  <a:pt x="416690" y="774518"/>
                  <a:pt x="421154" y="768070"/>
                  <a:pt x="425619" y="763605"/>
                </a:cubicBezTo>
                <a:cubicBezTo>
                  <a:pt x="430580" y="758149"/>
                  <a:pt x="438020" y="752693"/>
                  <a:pt x="445957" y="755173"/>
                </a:cubicBezTo>
                <a:close/>
                <a:moveTo>
                  <a:pt x="378477" y="755173"/>
                </a:moveTo>
                <a:cubicBezTo>
                  <a:pt x="394845" y="753685"/>
                  <a:pt x="407246" y="769062"/>
                  <a:pt x="407742" y="782951"/>
                </a:cubicBezTo>
                <a:cubicBezTo>
                  <a:pt x="408238" y="799319"/>
                  <a:pt x="393853" y="812712"/>
                  <a:pt x="379469" y="812712"/>
                </a:cubicBezTo>
                <a:cubicBezTo>
                  <a:pt x="363099" y="812712"/>
                  <a:pt x="350202" y="798327"/>
                  <a:pt x="350202" y="783447"/>
                </a:cubicBezTo>
                <a:cubicBezTo>
                  <a:pt x="350202" y="768566"/>
                  <a:pt x="363595" y="753685"/>
                  <a:pt x="378477" y="755173"/>
                </a:cubicBezTo>
                <a:close/>
                <a:moveTo>
                  <a:pt x="312015" y="755173"/>
                </a:moveTo>
                <a:cubicBezTo>
                  <a:pt x="326896" y="753685"/>
                  <a:pt x="341281" y="768070"/>
                  <a:pt x="341281" y="783943"/>
                </a:cubicBezTo>
                <a:cubicBezTo>
                  <a:pt x="341281" y="798824"/>
                  <a:pt x="327392" y="812216"/>
                  <a:pt x="312511" y="812216"/>
                </a:cubicBezTo>
                <a:cubicBezTo>
                  <a:pt x="297630" y="812216"/>
                  <a:pt x="283245" y="799320"/>
                  <a:pt x="283245" y="782951"/>
                </a:cubicBezTo>
                <a:cubicBezTo>
                  <a:pt x="283741" y="768566"/>
                  <a:pt x="297134" y="753685"/>
                  <a:pt x="312015" y="755173"/>
                </a:cubicBezTo>
                <a:close/>
                <a:moveTo>
                  <a:pt x="243074" y="754677"/>
                </a:moveTo>
                <a:cubicBezTo>
                  <a:pt x="259442" y="754181"/>
                  <a:pt x="272836" y="768566"/>
                  <a:pt x="272836" y="783447"/>
                </a:cubicBezTo>
                <a:cubicBezTo>
                  <a:pt x="272340" y="798824"/>
                  <a:pt x="258946" y="813705"/>
                  <a:pt x="244066" y="812217"/>
                </a:cubicBezTo>
                <a:cubicBezTo>
                  <a:pt x="227698" y="813705"/>
                  <a:pt x="215297" y="798328"/>
                  <a:pt x="214801" y="784935"/>
                </a:cubicBezTo>
                <a:cubicBezTo>
                  <a:pt x="214305" y="768566"/>
                  <a:pt x="228194" y="755173"/>
                  <a:pt x="243074" y="754677"/>
                </a:cubicBezTo>
                <a:close/>
                <a:moveTo>
                  <a:pt x="177606" y="754677"/>
                </a:moveTo>
                <a:cubicBezTo>
                  <a:pt x="185542" y="754677"/>
                  <a:pt x="191494" y="756661"/>
                  <a:pt x="196951" y="762117"/>
                </a:cubicBezTo>
                <a:cubicBezTo>
                  <a:pt x="203399" y="768566"/>
                  <a:pt x="204887" y="775510"/>
                  <a:pt x="204887" y="783943"/>
                </a:cubicBezTo>
                <a:cubicBezTo>
                  <a:pt x="204887" y="792375"/>
                  <a:pt x="202903" y="798823"/>
                  <a:pt x="196951" y="804280"/>
                </a:cubicBezTo>
                <a:cubicBezTo>
                  <a:pt x="190006" y="811720"/>
                  <a:pt x="189014" y="812216"/>
                  <a:pt x="175622" y="812216"/>
                </a:cubicBezTo>
                <a:cubicBezTo>
                  <a:pt x="168677" y="813208"/>
                  <a:pt x="162229" y="810728"/>
                  <a:pt x="155780" y="804776"/>
                </a:cubicBezTo>
                <a:cubicBezTo>
                  <a:pt x="149332" y="798327"/>
                  <a:pt x="147844" y="791383"/>
                  <a:pt x="147844" y="782951"/>
                </a:cubicBezTo>
                <a:cubicBezTo>
                  <a:pt x="147844" y="774518"/>
                  <a:pt x="149828" y="768566"/>
                  <a:pt x="155780" y="762117"/>
                </a:cubicBezTo>
                <a:cubicBezTo>
                  <a:pt x="162229" y="755669"/>
                  <a:pt x="169173" y="754677"/>
                  <a:pt x="177606" y="754677"/>
                </a:cubicBezTo>
                <a:close/>
                <a:moveTo>
                  <a:pt x="111110" y="754677"/>
                </a:moveTo>
                <a:cubicBezTo>
                  <a:pt x="119046" y="754677"/>
                  <a:pt x="124998" y="756661"/>
                  <a:pt x="130455" y="762117"/>
                </a:cubicBezTo>
                <a:cubicBezTo>
                  <a:pt x="137399" y="768566"/>
                  <a:pt x="138391" y="776502"/>
                  <a:pt x="138391" y="784935"/>
                </a:cubicBezTo>
                <a:cubicBezTo>
                  <a:pt x="138391" y="792871"/>
                  <a:pt x="135911" y="798823"/>
                  <a:pt x="130455" y="804280"/>
                </a:cubicBezTo>
                <a:cubicBezTo>
                  <a:pt x="124502" y="811720"/>
                  <a:pt x="117062" y="813208"/>
                  <a:pt x="108629" y="812216"/>
                </a:cubicBezTo>
                <a:cubicBezTo>
                  <a:pt x="100693" y="813704"/>
                  <a:pt x="94741" y="810232"/>
                  <a:pt x="89284" y="804776"/>
                </a:cubicBezTo>
                <a:cubicBezTo>
                  <a:pt x="82836" y="798823"/>
                  <a:pt x="81348" y="791383"/>
                  <a:pt x="81348" y="782951"/>
                </a:cubicBezTo>
                <a:cubicBezTo>
                  <a:pt x="81348" y="774518"/>
                  <a:pt x="83332" y="768566"/>
                  <a:pt x="89284" y="762117"/>
                </a:cubicBezTo>
                <a:cubicBezTo>
                  <a:pt x="95733" y="755669"/>
                  <a:pt x="102677" y="754677"/>
                  <a:pt x="111110" y="754677"/>
                </a:cubicBezTo>
                <a:close/>
                <a:moveTo>
                  <a:pt x="2331323" y="712515"/>
                </a:moveTo>
                <a:cubicBezTo>
                  <a:pt x="2332315" y="713011"/>
                  <a:pt x="2333307" y="714003"/>
                  <a:pt x="2334795" y="714995"/>
                </a:cubicBezTo>
                <a:cubicBezTo>
                  <a:pt x="2332811" y="715987"/>
                  <a:pt x="2331819" y="716979"/>
                  <a:pt x="2331323" y="716979"/>
                </a:cubicBezTo>
                <a:cubicBezTo>
                  <a:pt x="2330331" y="716483"/>
                  <a:pt x="2329835" y="714995"/>
                  <a:pt x="2328843" y="714003"/>
                </a:cubicBezTo>
                <a:cubicBezTo>
                  <a:pt x="2329835" y="713507"/>
                  <a:pt x="2330331" y="712019"/>
                  <a:pt x="2331323" y="712515"/>
                </a:cubicBezTo>
                <a:close/>
                <a:moveTo>
                  <a:pt x="2264359" y="708547"/>
                </a:moveTo>
                <a:cubicBezTo>
                  <a:pt x="2266343" y="711027"/>
                  <a:pt x="2268327" y="712019"/>
                  <a:pt x="2269319" y="714003"/>
                </a:cubicBezTo>
                <a:cubicBezTo>
                  <a:pt x="2270312" y="715987"/>
                  <a:pt x="2266343" y="719956"/>
                  <a:pt x="2264359" y="718964"/>
                </a:cubicBezTo>
                <a:cubicBezTo>
                  <a:pt x="2262375" y="717971"/>
                  <a:pt x="2260391" y="715987"/>
                  <a:pt x="2259895" y="714499"/>
                </a:cubicBezTo>
                <a:cubicBezTo>
                  <a:pt x="2259895" y="713011"/>
                  <a:pt x="2262375" y="711523"/>
                  <a:pt x="2264359" y="708547"/>
                </a:cubicBezTo>
                <a:close/>
                <a:moveTo>
                  <a:pt x="2197892" y="708051"/>
                </a:moveTo>
                <a:cubicBezTo>
                  <a:pt x="2200372" y="708051"/>
                  <a:pt x="2203348" y="712019"/>
                  <a:pt x="2206324" y="714499"/>
                </a:cubicBezTo>
                <a:cubicBezTo>
                  <a:pt x="2203348" y="717476"/>
                  <a:pt x="2200868" y="719956"/>
                  <a:pt x="2198388" y="721940"/>
                </a:cubicBezTo>
                <a:cubicBezTo>
                  <a:pt x="2196900" y="722932"/>
                  <a:pt x="2189955" y="716483"/>
                  <a:pt x="2190948" y="714499"/>
                </a:cubicBezTo>
                <a:cubicBezTo>
                  <a:pt x="2192932" y="712019"/>
                  <a:pt x="2195412" y="708051"/>
                  <a:pt x="2197892" y="708051"/>
                </a:cubicBezTo>
                <a:close/>
                <a:moveTo>
                  <a:pt x="2128944" y="705571"/>
                </a:moveTo>
                <a:cubicBezTo>
                  <a:pt x="2133904" y="705075"/>
                  <a:pt x="2138368" y="709539"/>
                  <a:pt x="2138368" y="714499"/>
                </a:cubicBezTo>
                <a:cubicBezTo>
                  <a:pt x="2138368" y="719460"/>
                  <a:pt x="2134400" y="724420"/>
                  <a:pt x="2129936" y="724420"/>
                </a:cubicBezTo>
                <a:cubicBezTo>
                  <a:pt x="2124479" y="724916"/>
                  <a:pt x="2119519" y="720452"/>
                  <a:pt x="2119519" y="714995"/>
                </a:cubicBezTo>
                <a:cubicBezTo>
                  <a:pt x="2119519" y="710035"/>
                  <a:pt x="2123983" y="705571"/>
                  <a:pt x="2128944" y="705571"/>
                </a:cubicBezTo>
                <a:close/>
                <a:moveTo>
                  <a:pt x="2062477" y="703090"/>
                </a:moveTo>
                <a:cubicBezTo>
                  <a:pt x="2066445" y="703090"/>
                  <a:pt x="2074381" y="711523"/>
                  <a:pt x="2074381" y="714995"/>
                </a:cubicBezTo>
                <a:cubicBezTo>
                  <a:pt x="2074381" y="718963"/>
                  <a:pt x="2065949" y="726899"/>
                  <a:pt x="2062477" y="726899"/>
                </a:cubicBezTo>
                <a:cubicBezTo>
                  <a:pt x="2058508" y="726899"/>
                  <a:pt x="2050572" y="718467"/>
                  <a:pt x="2050572" y="714995"/>
                </a:cubicBezTo>
                <a:cubicBezTo>
                  <a:pt x="2050572" y="710531"/>
                  <a:pt x="2059005" y="702594"/>
                  <a:pt x="2062477" y="703090"/>
                </a:cubicBezTo>
                <a:close/>
                <a:moveTo>
                  <a:pt x="1994521" y="703090"/>
                </a:moveTo>
                <a:cubicBezTo>
                  <a:pt x="2003945" y="703090"/>
                  <a:pt x="2007417" y="706066"/>
                  <a:pt x="2007417" y="714995"/>
                </a:cubicBezTo>
                <a:cubicBezTo>
                  <a:pt x="2007417" y="723427"/>
                  <a:pt x="2004441" y="726899"/>
                  <a:pt x="1996009" y="726899"/>
                </a:cubicBezTo>
                <a:cubicBezTo>
                  <a:pt x="1987080" y="726899"/>
                  <a:pt x="1983608" y="723923"/>
                  <a:pt x="1983608" y="715491"/>
                </a:cubicBezTo>
                <a:cubicBezTo>
                  <a:pt x="1983608" y="706562"/>
                  <a:pt x="1986584" y="703090"/>
                  <a:pt x="1994521" y="703090"/>
                </a:cubicBezTo>
                <a:close/>
                <a:moveTo>
                  <a:pt x="1513" y="703090"/>
                </a:moveTo>
                <a:cubicBezTo>
                  <a:pt x="3001" y="706066"/>
                  <a:pt x="4985" y="709538"/>
                  <a:pt x="4985" y="712515"/>
                </a:cubicBezTo>
                <a:cubicBezTo>
                  <a:pt x="4985" y="716979"/>
                  <a:pt x="3497" y="720947"/>
                  <a:pt x="2505" y="725411"/>
                </a:cubicBezTo>
                <a:cubicBezTo>
                  <a:pt x="2505" y="725907"/>
                  <a:pt x="2009" y="726403"/>
                  <a:pt x="1513" y="726403"/>
                </a:cubicBezTo>
                <a:cubicBezTo>
                  <a:pt x="1017" y="725907"/>
                  <a:pt x="25" y="725411"/>
                  <a:pt x="25" y="724915"/>
                </a:cubicBezTo>
                <a:cubicBezTo>
                  <a:pt x="521" y="721443"/>
                  <a:pt x="521" y="717971"/>
                  <a:pt x="521" y="714499"/>
                </a:cubicBezTo>
                <a:cubicBezTo>
                  <a:pt x="521" y="713507"/>
                  <a:pt x="521" y="713011"/>
                  <a:pt x="521" y="712018"/>
                </a:cubicBezTo>
                <a:cubicBezTo>
                  <a:pt x="1017" y="709042"/>
                  <a:pt x="1017" y="706066"/>
                  <a:pt x="1513" y="703090"/>
                </a:cubicBezTo>
                <a:close/>
                <a:moveTo>
                  <a:pt x="1930038" y="700610"/>
                </a:moveTo>
                <a:cubicBezTo>
                  <a:pt x="1937974" y="701106"/>
                  <a:pt x="1943926" y="707058"/>
                  <a:pt x="1943430" y="715491"/>
                </a:cubicBezTo>
                <a:cubicBezTo>
                  <a:pt x="1942934" y="723427"/>
                  <a:pt x="1936982" y="728883"/>
                  <a:pt x="1928550" y="728883"/>
                </a:cubicBezTo>
                <a:cubicBezTo>
                  <a:pt x="1920613" y="727891"/>
                  <a:pt x="1914661" y="722435"/>
                  <a:pt x="1915157" y="714003"/>
                </a:cubicBezTo>
                <a:cubicBezTo>
                  <a:pt x="1915653" y="706066"/>
                  <a:pt x="1921605" y="700114"/>
                  <a:pt x="1930038" y="700610"/>
                </a:cubicBezTo>
                <a:close/>
                <a:moveTo>
                  <a:pt x="1860594" y="700114"/>
                </a:moveTo>
                <a:cubicBezTo>
                  <a:pt x="1869026" y="700114"/>
                  <a:pt x="1874482" y="706066"/>
                  <a:pt x="1874482" y="714995"/>
                </a:cubicBezTo>
                <a:cubicBezTo>
                  <a:pt x="1873986" y="723923"/>
                  <a:pt x="1868034" y="729380"/>
                  <a:pt x="1859602" y="728883"/>
                </a:cubicBezTo>
                <a:cubicBezTo>
                  <a:pt x="1851169" y="728883"/>
                  <a:pt x="1845713" y="722931"/>
                  <a:pt x="1845713" y="714003"/>
                </a:cubicBezTo>
                <a:cubicBezTo>
                  <a:pt x="1845713" y="705570"/>
                  <a:pt x="1851665" y="700114"/>
                  <a:pt x="1860594" y="700114"/>
                </a:cubicBezTo>
                <a:close/>
                <a:moveTo>
                  <a:pt x="1792638" y="698130"/>
                </a:moveTo>
                <a:cubicBezTo>
                  <a:pt x="1800574" y="697634"/>
                  <a:pt x="1809999" y="706066"/>
                  <a:pt x="1810495" y="714003"/>
                </a:cubicBezTo>
                <a:cubicBezTo>
                  <a:pt x="1810495" y="721939"/>
                  <a:pt x="1802062" y="731364"/>
                  <a:pt x="1793630" y="731364"/>
                </a:cubicBezTo>
                <a:cubicBezTo>
                  <a:pt x="1785693" y="731860"/>
                  <a:pt x="1776765" y="722931"/>
                  <a:pt x="1776765" y="714995"/>
                </a:cubicBezTo>
                <a:cubicBezTo>
                  <a:pt x="1776765" y="707554"/>
                  <a:pt x="1784701" y="698626"/>
                  <a:pt x="1792638" y="698130"/>
                </a:cubicBezTo>
                <a:close/>
                <a:moveTo>
                  <a:pt x="1727659" y="697634"/>
                </a:moveTo>
                <a:cubicBezTo>
                  <a:pt x="1737083" y="698130"/>
                  <a:pt x="1744028" y="705570"/>
                  <a:pt x="1743532" y="715491"/>
                </a:cubicBezTo>
                <a:cubicBezTo>
                  <a:pt x="1743036" y="724915"/>
                  <a:pt x="1735595" y="731860"/>
                  <a:pt x="1725675" y="731364"/>
                </a:cubicBezTo>
                <a:cubicBezTo>
                  <a:pt x="1716250" y="730868"/>
                  <a:pt x="1708810" y="723923"/>
                  <a:pt x="1709802" y="713507"/>
                </a:cubicBezTo>
                <a:cubicBezTo>
                  <a:pt x="1709306" y="704082"/>
                  <a:pt x="1717242" y="697138"/>
                  <a:pt x="1727659" y="697634"/>
                </a:cubicBezTo>
                <a:close/>
                <a:moveTo>
                  <a:pt x="1657223" y="696146"/>
                </a:moveTo>
                <a:cubicBezTo>
                  <a:pt x="1661191" y="699122"/>
                  <a:pt x="1666151" y="698626"/>
                  <a:pt x="1670120" y="702594"/>
                </a:cubicBezTo>
                <a:cubicBezTo>
                  <a:pt x="1674088" y="706067"/>
                  <a:pt x="1673592" y="711027"/>
                  <a:pt x="1676568" y="714995"/>
                </a:cubicBezTo>
                <a:cubicBezTo>
                  <a:pt x="1674088" y="719955"/>
                  <a:pt x="1673592" y="726404"/>
                  <a:pt x="1668136" y="729380"/>
                </a:cubicBezTo>
                <a:cubicBezTo>
                  <a:pt x="1664663" y="731364"/>
                  <a:pt x="1660199" y="734340"/>
                  <a:pt x="1657223" y="733844"/>
                </a:cubicBezTo>
                <a:cubicBezTo>
                  <a:pt x="1652263" y="732356"/>
                  <a:pt x="1645814" y="731364"/>
                  <a:pt x="1642838" y="725412"/>
                </a:cubicBezTo>
                <a:cubicBezTo>
                  <a:pt x="1640854" y="721939"/>
                  <a:pt x="1637878" y="717475"/>
                  <a:pt x="1638870" y="714499"/>
                </a:cubicBezTo>
                <a:cubicBezTo>
                  <a:pt x="1640358" y="710035"/>
                  <a:pt x="1641350" y="704578"/>
                  <a:pt x="1646310" y="701106"/>
                </a:cubicBezTo>
                <a:cubicBezTo>
                  <a:pt x="1649783" y="698130"/>
                  <a:pt x="1654743" y="699618"/>
                  <a:pt x="1657223" y="696146"/>
                </a:cubicBezTo>
                <a:close/>
                <a:moveTo>
                  <a:pt x="1525775" y="696146"/>
                </a:moveTo>
                <a:cubicBezTo>
                  <a:pt x="1531728" y="695650"/>
                  <a:pt x="1535200" y="698130"/>
                  <a:pt x="1539168" y="702098"/>
                </a:cubicBezTo>
                <a:cubicBezTo>
                  <a:pt x="1543632" y="706066"/>
                  <a:pt x="1544128" y="710531"/>
                  <a:pt x="1544128" y="715491"/>
                </a:cubicBezTo>
                <a:cubicBezTo>
                  <a:pt x="1544128" y="720947"/>
                  <a:pt x="1543136" y="724915"/>
                  <a:pt x="1539168" y="728884"/>
                </a:cubicBezTo>
                <a:cubicBezTo>
                  <a:pt x="1534208" y="732852"/>
                  <a:pt x="1529743" y="734836"/>
                  <a:pt x="1523791" y="733844"/>
                </a:cubicBezTo>
                <a:cubicBezTo>
                  <a:pt x="1518335" y="735332"/>
                  <a:pt x="1514863" y="732356"/>
                  <a:pt x="1510895" y="728884"/>
                </a:cubicBezTo>
                <a:cubicBezTo>
                  <a:pt x="1505934" y="724915"/>
                  <a:pt x="1505934" y="719955"/>
                  <a:pt x="1505438" y="714499"/>
                </a:cubicBezTo>
                <a:cubicBezTo>
                  <a:pt x="1504942" y="709043"/>
                  <a:pt x="1507422" y="705074"/>
                  <a:pt x="1510895" y="701106"/>
                </a:cubicBezTo>
                <a:cubicBezTo>
                  <a:pt x="1515359" y="695650"/>
                  <a:pt x="1520319" y="696642"/>
                  <a:pt x="1525775" y="696146"/>
                </a:cubicBezTo>
                <a:close/>
                <a:moveTo>
                  <a:pt x="1590259" y="695650"/>
                </a:moveTo>
                <a:cubicBezTo>
                  <a:pt x="1601667" y="696146"/>
                  <a:pt x="1609604" y="703090"/>
                  <a:pt x="1610100" y="714003"/>
                </a:cubicBezTo>
                <a:cubicBezTo>
                  <a:pt x="1610100" y="725907"/>
                  <a:pt x="1602660" y="733348"/>
                  <a:pt x="1591251" y="733844"/>
                </a:cubicBezTo>
                <a:cubicBezTo>
                  <a:pt x="1580338" y="733844"/>
                  <a:pt x="1572898" y="726403"/>
                  <a:pt x="1571906" y="715987"/>
                </a:cubicBezTo>
                <a:cubicBezTo>
                  <a:pt x="1570914" y="705074"/>
                  <a:pt x="1581330" y="695154"/>
                  <a:pt x="1590259" y="695650"/>
                </a:cubicBezTo>
                <a:close/>
                <a:moveTo>
                  <a:pt x="1387880" y="693666"/>
                </a:moveTo>
                <a:cubicBezTo>
                  <a:pt x="1399785" y="693170"/>
                  <a:pt x="1409705" y="703090"/>
                  <a:pt x="1409705" y="714995"/>
                </a:cubicBezTo>
                <a:cubicBezTo>
                  <a:pt x="1409705" y="726404"/>
                  <a:pt x="1399785" y="736324"/>
                  <a:pt x="1387880" y="736324"/>
                </a:cubicBezTo>
                <a:cubicBezTo>
                  <a:pt x="1376472" y="736324"/>
                  <a:pt x="1366551" y="725908"/>
                  <a:pt x="1366551" y="714499"/>
                </a:cubicBezTo>
                <a:cubicBezTo>
                  <a:pt x="1366551" y="703586"/>
                  <a:pt x="1376472" y="693666"/>
                  <a:pt x="1387880" y="693666"/>
                </a:cubicBezTo>
                <a:close/>
                <a:moveTo>
                  <a:pt x="1322900" y="693666"/>
                </a:moveTo>
                <a:cubicBezTo>
                  <a:pt x="1336789" y="693666"/>
                  <a:pt x="1343237" y="700610"/>
                  <a:pt x="1343237" y="715987"/>
                </a:cubicBezTo>
                <a:cubicBezTo>
                  <a:pt x="1343237" y="729876"/>
                  <a:pt x="1335797" y="736324"/>
                  <a:pt x="1320420" y="736324"/>
                </a:cubicBezTo>
                <a:cubicBezTo>
                  <a:pt x="1307027" y="736324"/>
                  <a:pt x="1300579" y="728884"/>
                  <a:pt x="1300579" y="714499"/>
                </a:cubicBezTo>
                <a:cubicBezTo>
                  <a:pt x="1300579" y="700114"/>
                  <a:pt x="1307523" y="693666"/>
                  <a:pt x="1322900" y="693666"/>
                </a:cubicBezTo>
                <a:close/>
                <a:moveTo>
                  <a:pt x="1457820" y="693665"/>
                </a:moveTo>
                <a:cubicBezTo>
                  <a:pt x="1467245" y="693169"/>
                  <a:pt x="1479149" y="705570"/>
                  <a:pt x="1479149" y="714995"/>
                </a:cubicBezTo>
                <a:cubicBezTo>
                  <a:pt x="1478653" y="724419"/>
                  <a:pt x="1466253" y="736820"/>
                  <a:pt x="1457324" y="736324"/>
                </a:cubicBezTo>
                <a:cubicBezTo>
                  <a:pt x="1447900" y="735828"/>
                  <a:pt x="1435995" y="722931"/>
                  <a:pt x="1436491" y="714002"/>
                </a:cubicBezTo>
                <a:cubicBezTo>
                  <a:pt x="1436987" y="705074"/>
                  <a:pt x="1448892" y="693665"/>
                  <a:pt x="1457820" y="693665"/>
                </a:cubicBezTo>
                <a:close/>
                <a:moveTo>
                  <a:pt x="1185501" y="691682"/>
                </a:moveTo>
                <a:cubicBezTo>
                  <a:pt x="1199390" y="690690"/>
                  <a:pt x="1209807" y="701602"/>
                  <a:pt x="1209807" y="714995"/>
                </a:cubicBezTo>
                <a:cubicBezTo>
                  <a:pt x="1209807" y="727396"/>
                  <a:pt x="1199886" y="738804"/>
                  <a:pt x="1185501" y="738804"/>
                </a:cubicBezTo>
                <a:cubicBezTo>
                  <a:pt x="1172109" y="738308"/>
                  <a:pt x="1161692" y="727892"/>
                  <a:pt x="1162188" y="714499"/>
                </a:cubicBezTo>
                <a:cubicBezTo>
                  <a:pt x="1163180" y="700610"/>
                  <a:pt x="1172109" y="691682"/>
                  <a:pt x="1185501" y="691682"/>
                </a:cubicBezTo>
                <a:close/>
                <a:moveTo>
                  <a:pt x="1255441" y="691186"/>
                </a:moveTo>
                <a:cubicBezTo>
                  <a:pt x="1266850" y="691682"/>
                  <a:pt x="1278755" y="703587"/>
                  <a:pt x="1278755" y="714995"/>
                </a:cubicBezTo>
                <a:cubicBezTo>
                  <a:pt x="1278755" y="726404"/>
                  <a:pt x="1265858" y="739300"/>
                  <a:pt x="1254449" y="738804"/>
                </a:cubicBezTo>
                <a:cubicBezTo>
                  <a:pt x="1243041" y="738308"/>
                  <a:pt x="1231136" y="725908"/>
                  <a:pt x="1231136" y="714995"/>
                </a:cubicBezTo>
                <a:cubicBezTo>
                  <a:pt x="1231136" y="703587"/>
                  <a:pt x="1244033" y="690690"/>
                  <a:pt x="1255441" y="691186"/>
                </a:cubicBezTo>
                <a:close/>
                <a:moveTo>
                  <a:pt x="1121018" y="690690"/>
                </a:moveTo>
                <a:cubicBezTo>
                  <a:pt x="1134907" y="690690"/>
                  <a:pt x="1143339" y="700115"/>
                  <a:pt x="1143339" y="714995"/>
                </a:cubicBezTo>
                <a:cubicBezTo>
                  <a:pt x="1143339" y="729876"/>
                  <a:pt x="1133915" y="737813"/>
                  <a:pt x="1118538" y="738309"/>
                </a:cubicBezTo>
                <a:cubicBezTo>
                  <a:pt x="1112090" y="738309"/>
                  <a:pt x="1107129" y="736324"/>
                  <a:pt x="1102169" y="731860"/>
                </a:cubicBezTo>
                <a:cubicBezTo>
                  <a:pt x="1096713" y="726900"/>
                  <a:pt x="1094729" y="720948"/>
                  <a:pt x="1095721" y="714499"/>
                </a:cubicBezTo>
                <a:cubicBezTo>
                  <a:pt x="1095721" y="699122"/>
                  <a:pt x="1105145" y="690690"/>
                  <a:pt x="1121018" y="690690"/>
                </a:cubicBezTo>
                <a:close/>
                <a:moveTo>
                  <a:pt x="987132" y="689201"/>
                </a:moveTo>
                <a:cubicBezTo>
                  <a:pt x="993581" y="691185"/>
                  <a:pt x="1000029" y="691681"/>
                  <a:pt x="1004989" y="697138"/>
                </a:cubicBezTo>
                <a:cubicBezTo>
                  <a:pt x="1009949" y="701602"/>
                  <a:pt x="1009949" y="708546"/>
                  <a:pt x="1012925" y="714995"/>
                </a:cubicBezTo>
                <a:cubicBezTo>
                  <a:pt x="1009949" y="721443"/>
                  <a:pt x="1009949" y="728883"/>
                  <a:pt x="1003997" y="734340"/>
                </a:cubicBezTo>
                <a:cubicBezTo>
                  <a:pt x="1001021" y="736820"/>
                  <a:pt x="989117" y="742276"/>
                  <a:pt x="985644" y="741284"/>
                </a:cubicBezTo>
                <a:cubicBezTo>
                  <a:pt x="979196" y="739300"/>
                  <a:pt x="972253" y="738804"/>
                  <a:pt x="967788" y="733348"/>
                </a:cubicBezTo>
                <a:cubicBezTo>
                  <a:pt x="962828" y="728387"/>
                  <a:pt x="960844" y="721443"/>
                  <a:pt x="960844" y="714995"/>
                </a:cubicBezTo>
                <a:cubicBezTo>
                  <a:pt x="960844" y="708050"/>
                  <a:pt x="963324" y="701106"/>
                  <a:pt x="968780" y="696146"/>
                </a:cubicBezTo>
                <a:cubicBezTo>
                  <a:pt x="971757" y="693665"/>
                  <a:pt x="983660" y="688209"/>
                  <a:pt x="987132" y="689201"/>
                </a:cubicBezTo>
                <a:close/>
                <a:moveTo>
                  <a:pt x="1053062" y="688706"/>
                </a:moveTo>
                <a:cubicBezTo>
                  <a:pt x="1059511" y="692178"/>
                  <a:pt x="1067943" y="693170"/>
                  <a:pt x="1071912" y="700115"/>
                </a:cubicBezTo>
                <a:cubicBezTo>
                  <a:pt x="1074392" y="705075"/>
                  <a:pt x="1078360" y="710531"/>
                  <a:pt x="1077864" y="714995"/>
                </a:cubicBezTo>
                <a:cubicBezTo>
                  <a:pt x="1076872" y="721444"/>
                  <a:pt x="1074888" y="729380"/>
                  <a:pt x="1067943" y="733348"/>
                </a:cubicBezTo>
                <a:cubicBezTo>
                  <a:pt x="1063479" y="736325"/>
                  <a:pt x="1058023" y="738805"/>
                  <a:pt x="1053062" y="741285"/>
                </a:cubicBezTo>
                <a:cubicBezTo>
                  <a:pt x="1046643" y="737813"/>
                  <a:pt x="1039699" y="737317"/>
                  <a:pt x="1034739" y="731860"/>
                </a:cubicBezTo>
                <a:cubicBezTo>
                  <a:pt x="1030274" y="726900"/>
                  <a:pt x="1029282" y="720452"/>
                  <a:pt x="1026306" y="714995"/>
                </a:cubicBezTo>
                <a:cubicBezTo>
                  <a:pt x="1029282" y="708547"/>
                  <a:pt x="1030274" y="701603"/>
                  <a:pt x="1036227" y="696642"/>
                </a:cubicBezTo>
                <a:cubicBezTo>
                  <a:pt x="1041187" y="692178"/>
                  <a:pt x="1047635" y="691682"/>
                  <a:pt x="1053062" y="688706"/>
                </a:cubicBezTo>
                <a:close/>
                <a:moveTo>
                  <a:pt x="917662" y="688706"/>
                </a:moveTo>
                <a:cubicBezTo>
                  <a:pt x="933038" y="688706"/>
                  <a:pt x="944447" y="700611"/>
                  <a:pt x="943455" y="715491"/>
                </a:cubicBezTo>
                <a:cubicBezTo>
                  <a:pt x="942463" y="730372"/>
                  <a:pt x="932542" y="740789"/>
                  <a:pt x="917165" y="740789"/>
                </a:cubicBezTo>
                <a:cubicBezTo>
                  <a:pt x="901789" y="740293"/>
                  <a:pt x="890381" y="728884"/>
                  <a:pt x="891372" y="714003"/>
                </a:cubicBezTo>
                <a:cubicBezTo>
                  <a:pt x="891868" y="699123"/>
                  <a:pt x="901789" y="688706"/>
                  <a:pt x="917662" y="688706"/>
                </a:cubicBezTo>
                <a:close/>
                <a:moveTo>
                  <a:pt x="776281" y="688705"/>
                </a:moveTo>
                <a:cubicBezTo>
                  <a:pt x="779752" y="688705"/>
                  <a:pt x="783720" y="689201"/>
                  <a:pt x="786696" y="688705"/>
                </a:cubicBezTo>
                <a:cubicBezTo>
                  <a:pt x="793641" y="687217"/>
                  <a:pt x="798601" y="691681"/>
                  <a:pt x="802569" y="695649"/>
                </a:cubicBezTo>
                <a:cubicBezTo>
                  <a:pt x="806538" y="699618"/>
                  <a:pt x="811002" y="704578"/>
                  <a:pt x="809514" y="711522"/>
                </a:cubicBezTo>
                <a:cubicBezTo>
                  <a:pt x="809019" y="714002"/>
                  <a:pt x="809019" y="716483"/>
                  <a:pt x="809514" y="718467"/>
                </a:cubicBezTo>
                <a:cubicBezTo>
                  <a:pt x="811002" y="725411"/>
                  <a:pt x="806538" y="730371"/>
                  <a:pt x="802569" y="734340"/>
                </a:cubicBezTo>
                <a:cubicBezTo>
                  <a:pt x="798601" y="738308"/>
                  <a:pt x="793641" y="742772"/>
                  <a:pt x="786696" y="741284"/>
                </a:cubicBezTo>
                <a:cubicBezTo>
                  <a:pt x="785208" y="740788"/>
                  <a:pt x="783720" y="740788"/>
                  <a:pt x="781736" y="741284"/>
                </a:cubicBezTo>
                <a:cubicBezTo>
                  <a:pt x="774296" y="742772"/>
                  <a:pt x="767847" y="739300"/>
                  <a:pt x="763383" y="734340"/>
                </a:cubicBezTo>
                <a:cubicBezTo>
                  <a:pt x="759415" y="729875"/>
                  <a:pt x="755448" y="724419"/>
                  <a:pt x="756935" y="716979"/>
                </a:cubicBezTo>
                <a:cubicBezTo>
                  <a:pt x="757927" y="715987"/>
                  <a:pt x="757431" y="714995"/>
                  <a:pt x="757431" y="714498"/>
                </a:cubicBezTo>
                <a:cubicBezTo>
                  <a:pt x="755448" y="703586"/>
                  <a:pt x="761895" y="696641"/>
                  <a:pt x="771816" y="689697"/>
                </a:cubicBezTo>
                <a:cubicBezTo>
                  <a:pt x="772809" y="688705"/>
                  <a:pt x="774792" y="688705"/>
                  <a:pt x="776281" y="688705"/>
                </a:cubicBezTo>
                <a:close/>
                <a:moveTo>
                  <a:pt x="850218" y="688209"/>
                </a:moveTo>
                <a:cubicBezTo>
                  <a:pt x="865596" y="688705"/>
                  <a:pt x="876012" y="699618"/>
                  <a:pt x="876509" y="715490"/>
                </a:cubicBezTo>
                <a:cubicBezTo>
                  <a:pt x="876509" y="722931"/>
                  <a:pt x="873532" y="728387"/>
                  <a:pt x="868571" y="733347"/>
                </a:cubicBezTo>
                <a:cubicBezTo>
                  <a:pt x="861627" y="740292"/>
                  <a:pt x="860138" y="740788"/>
                  <a:pt x="850218" y="740788"/>
                </a:cubicBezTo>
                <a:cubicBezTo>
                  <a:pt x="834843" y="740788"/>
                  <a:pt x="824425" y="729379"/>
                  <a:pt x="823928" y="714002"/>
                </a:cubicBezTo>
                <a:cubicBezTo>
                  <a:pt x="823928" y="706562"/>
                  <a:pt x="826905" y="701106"/>
                  <a:pt x="831866" y="695649"/>
                </a:cubicBezTo>
                <a:cubicBezTo>
                  <a:pt x="836826" y="690193"/>
                  <a:pt x="842778" y="688209"/>
                  <a:pt x="850218" y="688209"/>
                </a:cubicBezTo>
                <a:close/>
                <a:moveTo>
                  <a:pt x="715293" y="686721"/>
                </a:moveTo>
                <a:cubicBezTo>
                  <a:pt x="722732" y="687217"/>
                  <a:pt x="729677" y="689698"/>
                  <a:pt x="735133" y="695650"/>
                </a:cubicBezTo>
                <a:cubicBezTo>
                  <a:pt x="740589" y="701106"/>
                  <a:pt x="740589" y="708547"/>
                  <a:pt x="744060" y="714003"/>
                </a:cubicBezTo>
                <a:cubicBezTo>
                  <a:pt x="740589" y="721443"/>
                  <a:pt x="740589" y="728388"/>
                  <a:pt x="735133" y="733844"/>
                </a:cubicBezTo>
                <a:cubicBezTo>
                  <a:pt x="729677" y="739796"/>
                  <a:pt x="722236" y="741780"/>
                  <a:pt x="715293" y="743268"/>
                </a:cubicBezTo>
                <a:cubicBezTo>
                  <a:pt x="711821" y="743764"/>
                  <a:pt x="699917" y="738804"/>
                  <a:pt x="696941" y="736324"/>
                </a:cubicBezTo>
                <a:cubicBezTo>
                  <a:pt x="689997" y="730868"/>
                  <a:pt x="687516" y="723427"/>
                  <a:pt x="687020" y="715491"/>
                </a:cubicBezTo>
                <a:cubicBezTo>
                  <a:pt x="686524" y="708050"/>
                  <a:pt x="689500" y="701106"/>
                  <a:pt x="695453" y="695154"/>
                </a:cubicBezTo>
                <a:cubicBezTo>
                  <a:pt x="700908" y="689201"/>
                  <a:pt x="708348" y="686225"/>
                  <a:pt x="715293" y="686721"/>
                </a:cubicBezTo>
                <a:close/>
                <a:moveTo>
                  <a:pt x="582389" y="686721"/>
                </a:moveTo>
                <a:cubicBezTo>
                  <a:pt x="595783" y="686225"/>
                  <a:pt x="610665" y="700114"/>
                  <a:pt x="610169" y="714994"/>
                </a:cubicBezTo>
                <a:cubicBezTo>
                  <a:pt x="610665" y="729379"/>
                  <a:pt x="596279" y="743268"/>
                  <a:pt x="581893" y="743764"/>
                </a:cubicBezTo>
                <a:cubicBezTo>
                  <a:pt x="566516" y="743764"/>
                  <a:pt x="552625" y="728883"/>
                  <a:pt x="553122" y="714498"/>
                </a:cubicBezTo>
                <a:cubicBezTo>
                  <a:pt x="553617" y="700114"/>
                  <a:pt x="567508" y="686225"/>
                  <a:pt x="582389" y="686721"/>
                </a:cubicBezTo>
                <a:close/>
                <a:moveTo>
                  <a:pt x="378984" y="686721"/>
                </a:moveTo>
                <a:cubicBezTo>
                  <a:pt x="387913" y="685233"/>
                  <a:pt x="394361" y="688706"/>
                  <a:pt x="400315" y="694162"/>
                </a:cubicBezTo>
                <a:cubicBezTo>
                  <a:pt x="406763" y="700610"/>
                  <a:pt x="407755" y="707555"/>
                  <a:pt x="407755" y="715987"/>
                </a:cubicBezTo>
                <a:cubicBezTo>
                  <a:pt x="407755" y="723923"/>
                  <a:pt x="405771" y="729876"/>
                  <a:pt x="400315" y="735828"/>
                </a:cubicBezTo>
                <a:cubicBezTo>
                  <a:pt x="393865" y="742276"/>
                  <a:pt x="386921" y="743764"/>
                  <a:pt x="378488" y="743764"/>
                </a:cubicBezTo>
                <a:cubicBezTo>
                  <a:pt x="370055" y="743764"/>
                  <a:pt x="364102" y="741780"/>
                  <a:pt x="357653" y="735828"/>
                </a:cubicBezTo>
                <a:cubicBezTo>
                  <a:pt x="351204" y="729380"/>
                  <a:pt x="350212" y="722435"/>
                  <a:pt x="350212" y="714003"/>
                </a:cubicBezTo>
                <a:cubicBezTo>
                  <a:pt x="350212" y="706066"/>
                  <a:pt x="352196" y="700114"/>
                  <a:pt x="357653" y="694658"/>
                </a:cubicBezTo>
                <a:cubicBezTo>
                  <a:pt x="364102" y="687714"/>
                  <a:pt x="371047" y="684737"/>
                  <a:pt x="378984" y="686721"/>
                </a:cubicBezTo>
                <a:close/>
                <a:moveTo>
                  <a:pt x="646864" y="686225"/>
                </a:moveTo>
                <a:cubicBezTo>
                  <a:pt x="660255" y="684737"/>
                  <a:pt x="676623" y="699618"/>
                  <a:pt x="676623" y="714499"/>
                </a:cubicBezTo>
                <a:cubicBezTo>
                  <a:pt x="676623" y="727891"/>
                  <a:pt x="663727" y="742772"/>
                  <a:pt x="648351" y="743268"/>
                </a:cubicBezTo>
                <a:cubicBezTo>
                  <a:pt x="634960" y="743268"/>
                  <a:pt x="620577" y="731363"/>
                  <a:pt x="619585" y="715491"/>
                </a:cubicBezTo>
                <a:cubicBezTo>
                  <a:pt x="618593" y="701602"/>
                  <a:pt x="631488" y="687713"/>
                  <a:pt x="646864" y="686225"/>
                </a:cubicBezTo>
                <a:close/>
                <a:moveTo>
                  <a:pt x="514394" y="685729"/>
                </a:moveTo>
                <a:cubicBezTo>
                  <a:pt x="530764" y="685233"/>
                  <a:pt x="544157" y="699618"/>
                  <a:pt x="543661" y="714499"/>
                </a:cubicBezTo>
                <a:cubicBezTo>
                  <a:pt x="543661" y="729876"/>
                  <a:pt x="530268" y="744757"/>
                  <a:pt x="515386" y="743269"/>
                </a:cubicBezTo>
                <a:cubicBezTo>
                  <a:pt x="499017" y="744757"/>
                  <a:pt x="486616" y="729380"/>
                  <a:pt x="486120" y="715987"/>
                </a:cubicBezTo>
                <a:cubicBezTo>
                  <a:pt x="485624" y="699618"/>
                  <a:pt x="499513" y="686226"/>
                  <a:pt x="514394" y="685729"/>
                </a:cubicBezTo>
                <a:close/>
                <a:moveTo>
                  <a:pt x="445929" y="685729"/>
                </a:moveTo>
                <a:cubicBezTo>
                  <a:pt x="460810" y="685729"/>
                  <a:pt x="475195" y="699122"/>
                  <a:pt x="474699" y="714995"/>
                </a:cubicBezTo>
                <a:cubicBezTo>
                  <a:pt x="474203" y="730371"/>
                  <a:pt x="460810" y="744756"/>
                  <a:pt x="445929" y="743268"/>
                </a:cubicBezTo>
                <a:cubicBezTo>
                  <a:pt x="431048" y="744756"/>
                  <a:pt x="416663" y="730371"/>
                  <a:pt x="417159" y="714003"/>
                </a:cubicBezTo>
                <a:cubicBezTo>
                  <a:pt x="417159" y="699122"/>
                  <a:pt x="431048" y="685729"/>
                  <a:pt x="445929" y="685729"/>
                </a:cubicBezTo>
                <a:close/>
                <a:moveTo>
                  <a:pt x="242064" y="684242"/>
                </a:moveTo>
                <a:cubicBezTo>
                  <a:pt x="249008" y="683746"/>
                  <a:pt x="255953" y="686722"/>
                  <a:pt x="261409" y="691682"/>
                </a:cubicBezTo>
                <a:cubicBezTo>
                  <a:pt x="268850" y="697634"/>
                  <a:pt x="273810" y="705571"/>
                  <a:pt x="273810" y="714995"/>
                </a:cubicBezTo>
                <a:cubicBezTo>
                  <a:pt x="273810" y="721940"/>
                  <a:pt x="271329" y="728884"/>
                  <a:pt x="265874" y="734340"/>
                </a:cubicBezTo>
                <a:cubicBezTo>
                  <a:pt x="259425" y="740789"/>
                  <a:pt x="250496" y="745749"/>
                  <a:pt x="242560" y="745749"/>
                </a:cubicBezTo>
                <a:cubicBezTo>
                  <a:pt x="237104" y="743269"/>
                  <a:pt x="230160" y="742773"/>
                  <a:pt x="224208" y="737813"/>
                </a:cubicBezTo>
                <a:cubicBezTo>
                  <a:pt x="217264" y="731860"/>
                  <a:pt x="212799" y="723924"/>
                  <a:pt x="212303" y="715491"/>
                </a:cubicBezTo>
                <a:cubicBezTo>
                  <a:pt x="211807" y="708547"/>
                  <a:pt x="215279" y="702099"/>
                  <a:pt x="219744" y="696146"/>
                </a:cubicBezTo>
                <a:cubicBezTo>
                  <a:pt x="225695" y="689202"/>
                  <a:pt x="233135" y="684738"/>
                  <a:pt x="242064" y="684242"/>
                </a:cubicBezTo>
                <a:close/>
                <a:moveTo>
                  <a:pt x="313007" y="684241"/>
                </a:moveTo>
                <a:cubicBezTo>
                  <a:pt x="317471" y="683249"/>
                  <a:pt x="323423" y="686225"/>
                  <a:pt x="327392" y="688705"/>
                </a:cubicBezTo>
                <a:cubicBezTo>
                  <a:pt x="331857" y="691681"/>
                  <a:pt x="335825" y="695649"/>
                  <a:pt x="338801" y="700114"/>
                </a:cubicBezTo>
                <a:cubicBezTo>
                  <a:pt x="340785" y="704578"/>
                  <a:pt x="341281" y="710034"/>
                  <a:pt x="343266" y="714995"/>
                </a:cubicBezTo>
                <a:cubicBezTo>
                  <a:pt x="339793" y="720451"/>
                  <a:pt x="341281" y="727395"/>
                  <a:pt x="336321" y="732851"/>
                </a:cubicBezTo>
                <a:cubicBezTo>
                  <a:pt x="329873" y="740292"/>
                  <a:pt x="321439" y="743268"/>
                  <a:pt x="313007" y="745252"/>
                </a:cubicBezTo>
                <a:cubicBezTo>
                  <a:pt x="309038" y="746244"/>
                  <a:pt x="304574" y="743268"/>
                  <a:pt x="300606" y="741780"/>
                </a:cubicBezTo>
                <a:cubicBezTo>
                  <a:pt x="294654" y="739796"/>
                  <a:pt x="291678" y="734836"/>
                  <a:pt x="287213" y="730867"/>
                </a:cubicBezTo>
                <a:cubicBezTo>
                  <a:pt x="282749" y="726899"/>
                  <a:pt x="285725" y="719459"/>
                  <a:pt x="281757" y="715490"/>
                </a:cubicBezTo>
                <a:cubicBezTo>
                  <a:pt x="285229" y="709538"/>
                  <a:pt x="284237" y="702098"/>
                  <a:pt x="289197" y="696145"/>
                </a:cubicBezTo>
                <a:cubicBezTo>
                  <a:pt x="295646" y="688209"/>
                  <a:pt x="304078" y="685729"/>
                  <a:pt x="313007" y="684241"/>
                </a:cubicBezTo>
                <a:close/>
                <a:moveTo>
                  <a:pt x="42680" y="684241"/>
                </a:moveTo>
                <a:cubicBezTo>
                  <a:pt x="50121" y="684241"/>
                  <a:pt x="57065" y="687217"/>
                  <a:pt x="63017" y="692177"/>
                </a:cubicBezTo>
                <a:cubicBezTo>
                  <a:pt x="69962" y="698130"/>
                  <a:pt x="74426" y="705570"/>
                  <a:pt x="74426" y="714499"/>
                </a:cubicBezTo>
                <a:cubicBezTo>
                  <a:pt x="74426" y="721939"/>
                  <a:pt x="71450" y="728883"/>
                  <a:pt x="65498" y="734340"/>
                </a:cubicBezTo>
                <a:cubicBezTo>
                  <a:pt x="59049" y="740292"/>
                  <a:pt x="49625" y="745748"/>
                  <a:pt x="42680" y="745748"/>
                </a:cubicBezTo>
                <a:cubicBezTo>
                  <a:pt x="37224" y="743268"/>
                  <a:pt x="30280" y="742772"/>
                  <a:pt x="24327" y="737812"/>
                </a:cubicBezTo>
                <a:cubicBezTo>
                  <a:pt x="17383" y="731860"/>
                  <a:pt x="13415" y="723923"/>
                  <a:pt x="12919" y="715491"/>
                </a:cubicBezTo>
                <a:cubicBezTo>
                  <a:pt x="12423" y="708546"/>
                  <a:pt x="15399" y="701602"/>
                  <a:pt x="20359" y="696146"/>
                </a:cubicBezTo>
                <a:cubicBezTo>
                  <a:pt x="26311" y="689201"/>
                  <a:pt x="33752" y="684737"/>
                  <a:pt x="42680" y="684241"/>
                </a:cubicBezTo>
                <a:close/>
                <a:moveTo>
                  <a:pt x="176604" y="683249"/>
                </a:moveTo>
                <a:cubicBezTo>
                  <a:pt x="183549" y="686225"/>
                  <a:pt x="190989" y="687217"/>
                  <a:pt x="196445" y="692674"/>
                </a:cubicBezTo>
                <a:cubicBezTo>
                  <a:pt x="202894" y="698626"/>
                  <a:pt x="206862" y="706066"/>
                  <a:pt x="206862" y="714499"/>
                </a:cubicBezTo>
                <a:cubicBezTo>
                  <a:pt x="207358" y="722931"/>
                  <a:pt x="202894" y="729876"/>
                  <a:pt x="196445" y="736324"/>
                </a:cubicBezTo>
                <a:cubicBezTo>
                  <a:pt x="190493" y="742276"/>
                  <a:pt x="183053" y="745748"/>
                  <a:pt x="175612" y="745252"/>
                </a:cubicBezTo>
                <a:cubicBezTo>
                  <a:pt x="167180" y="744756"/>
                  <a:pt x="159243" y="740788"/>
                  <a:pt x="153291" y="733844"/>
                </a:cubicBezTo>
                <a:cubicBezTo>
                  <a:pt x="148331" y="728387"/>
                  <a:pt x="145355" y="721443"/>
                  <a:pt x="145851" y="714499"/>
                </a:cubicBezTo>
                <a:cubicBezTo>
                  <a:pt x="146347" y="706562"/>
                  <a:pt x="149819" y="699122"/>
                  <a:pt x="156267" y="692674"/>
                </a:cubicBezTo>
                <a:cubicBezTo>
                  <a:pt x="162716" y="687217"/>
                  <a:pt x="169660" y="686225"/>
                  <a:pt x="176604" y="683249"/>
                </a:cubicBezTo>
                <a:close/>
                <a:moveTo>
                  <a:pt x="109637" y="683249"/>
                </a:moveTo>
                <a:cubicBezTo>
                  <a:pt x="117077" y="683249"/>
                  <a:pt x="124022" y="686721"/>
                  <a:pt x="129478" y="692177"/>
                </a:cubicBezTo>
                <a:cubicBezTo>
                  <a:pt x="136422" y="699122"/>
                  <a:pt x="138406" y="706562"/>
                  <a:pt x="141382" y="714499"/>
                </a:cubicBezTo>
                <a:cubicBezTo>
                  <a:pt x="138406" y="720947"/>
                  <a:pt x="137910" y="727891"/>
                  <a:pt x="132950" y="733348"/>
                </a:cubicBezTo>
                <a:cubicBezTo>
                  <a:pt x="126998" y="740292"/>
                  <a:pt x="119061" y="744260"/>
                  <a:pt x="110629" y="744756"/>
                </a:cubicBezTo>
                <a:cubicBezTo>
                  <a:pt x="103684" y="745252"/>
                  <a:pt x="97236" y="742276"/>
                  <a:pt x="91284" y="737316"/>
                </a:cubicBezTo>
                <a:cubicBezTo>
                  <a:pt x="84339" y="731364"/>
                  <a:pt x="79875" y="723923"/>
                  <a:pt x="79379" y="714995"/>
                </a:cubicBezTo>
                <a:cubicBezTo>
                  <a:pt x="78883" y="707554"/>
                  <a:pt x="82355" y="700610"/>
                  <a:pt x="87316" y="694658"/>
                </a:cubicBezTo>
                <a:cubicBezTo>
                  <a:pt x="93268" y="687713"/>
                  <a:pt x="100708" y="683249"/>
                  <a:pt x="109637" y="683249"/>
                </a:cubicBezTo>
                <a:close/>
                <a:moveTo>
                  <a:pt x="2331323" y="646543"/>
                </a:moveTo>
                <a:cubicBezTo>
                  <a:pt x="2332315" y="647039"/>
                  <a:pt x="2333307" y="648527"/>
                  <a:pt x="2333803" y="649519"/>
                </a:cubicBezTo>
                <a:cubicBezTo>
                  <a:pt x="2333803" y="649023"/>
                  <a:pt x="2332315" y="650015"/>
                  <a:pt x="2330827" y="651999"/>
                </a:cubicBezTo>
                <a:cubicBezTo>
                  <a:pt x="2329835" y="650015"/>
                  <a:pt x="2329339" y="649023"/>
                  <a:pt x="2329339" y="648031"/>
                </a:cubicBezTo>
                <a:cubicBezTo>
                  <a:pt x="2329339" y="647535"/>
                  <a:pt x="2331323" y="646047"/>
                  <a:pt x="2331323" y="646543"/>
                </a:cubicBezTo>
                <a:close/>
                <a:moveTo>
                  <a:pt x="2264359" y="642079"/>
                </a:moveTo>
                <a:cubicBezTo>
                  <a:pt x="2266343" y="644559"/>
                  <a:pt x="2268327" y="645551"/>
                  <a:pt x="2269319" y="647535"/>
                </a:cubicBezTo>
                <a:cubicBezTo>
                  <a:pt x="2270312" y="649519"/>
                  <a:pt x="2266343" y="653488"/>
                  <a:pt x="2264359" y="652496"/>
                </a:cubicBezTo>
                <a:cubicBezTo>
                  <a:pt x="2262375" y="651504"/>
                  <a:pt x="2260391" y="649519"/>
                  <a:pt x="2259895" y="648031"/>
                </a:cubicBezTo>
                <a:cubicBezTo>
                  <a:pt x="2259895" y="646543"/>
                  <a:pt x="2262375" y="644559"/>
                  <a:pt x="2264359" y="642079"/>
                </a:cubicBezTo>
                <a:close/>
                <a:moveTo>
                  <a:pt x="2198387" y="641583"/>
                </a:moveTo>
                <a:cubicBezTo>
                  <a:pt x="2203348" y="641087"/>
                  <a:pt x="2205332" y="643071"/>
                  <a:pt x="2205332" y="648031"/>
                </a:cubicBezTo>
                <a:cubicBezTo>
                  <a:pt x="2205332" y="652992"/>
                  <a:pt x="2203348" y="654976"/>
                  <a:pt x="2198387" y="655472"/>
                </a:cubicBezTo>
                <a:cubicBezTo>
                  <a:pt x="2192435" y="655472"/>
                  <a:pt x="2190451" y="653488"/>
                  <a:pt x="2190947" y="648031"/>
                </a:cubicBezTo>
                <a:cubicBezTo>
                  <a:pt x="2190947" y="643071"/>
                  <a:pt x="2193427" y="641087"/>
                  <a:pt x="2198387" y="641583"/>
                </a:cubicBezTo>
                <a:close/>
                <a:moveTo>
                  <a:pt x="2129440" y="638607"/>
                </a:moveTo>
                <a:cubicBezTo>
                  <a:pt x="2134400" y="638607"/>
                  <a:pt x="2138864" y="643071"/>
                  <a:pt x="2138864" y="648032"/>
                </a:cubicBezTo>
                <a:cubicBezTo>
                  <a:pt x="2138864" y="652992"/>
                  <a:pt x="2134400" y="657456"/>
                  <a:pt x="2129440" y="657456"/>
                </a:cubicBezTo>
                <a:cubicBezTo>
                  <a:pt x="2123983" y="657456"/>
                  <a:pt x="2119519" y="652992"/>
                  <a:pt x="2119519" y="647535"/>
                </a:cubicBezTo>
                <a:cubicBezTo>
                  <a:pt x="2119519" y="642575"/>
                  <a:pt x="2124479" y="638607"/>
                  <a:pt x="2129440" y="638607"/>
                </a:cubicBezTo>
                <a:close/>
                <a:moveTo>
                  <a:pt x="2062973" y="636127"/>
                </a:moveTo>
                <a:cubicBezTo>
                  <a:pt x="2067933" y="636127"/>
                  <a:pt x="2074381" y="643567"/>
                  <a:pt x="2074381" y="648528"/>
                </a:cubicBezTo>
                <a:cubicBezTo>
                  <a:pt x="2074381" y="653488"/>
                  <a:pt x="2066941" y="659936"/>
                  <a:pt x="2061981" y="659936"/>
                </a:cubicBezTo>
                <a:cubicBezTo>
                  <a:pt x="2057020" y="659936"/>
                  <a:pt x="2050572" y="652496"/>
                  <a:pt x="2050572" y="647536"/>
                </a:cubicBezTo>
                <a:cubicBezTo>
                  <a:pt x="2050572" y="642575"/>
                  <a:pt x="2057516" y="636127"/>
                  <a:pt x="2062973" y="636127"/>
                </a:cubicBezTo>
                <a:close/>
                <a:moveTo>
                  <a:pt x="1994521" y="636127"/>
                </a:moveTo>
                <a:cubicBezTo>
                  <a:pt x="2003945" y="636127"/>
                  <a:pt x="2007417" y="639103"/>
                  <a:pt x="2007417" y="647536"/>
                </a:cubicBezTo>
                <a:cubicBezTo>
                  <a:pt x="2007417" y="656464"/>
                  <a:pt x="2004441" y="659936"/>
                  <a:pt x="1996009" y="659936"/>
                </a:cubicBezTo>
                <a:cubicBezTo>
                  <a:pt x="1987080" y="659936"/>
                  <a:pt x="1983608" y="656960"/>
                  <a:pt x="1983608" y="649024"/>
                </a:cubicBezTo>
                <a:cubicBezTo>
                  <a:pt x="1983608" y="639599"/>
                  <a:pt x="1986088" y="636623"/>
                  <a:pt x="1994521" y="636127"/>
                </a:cubicBezTo>
                <a:close/>
                <a:moveTo>
                  <a:pt x="2001" y="634638"/>
                </a:moveTo>
                <a:cubicBezTo>
                  <a:pt x="3489" y="634142"/>
                  <a:pt x="1009" y="640590"/>
                  <a:pt x="4977" y="642079"/>
                </a:cubicBezTo>
                <a:cubicBezTo>
                  <a:pt x="5969" y="648527"/>
                  <a:pt x="3489" y="654975"/>
                  <a:pt x="2497" y="660928"/>
                </a:cubicBezTo>
                <a:cubicBezTo>
                  <a:pt x="2497" y="661424"/>
                  <a:pt x="2001" y="661920"/>
                  <a:pt x="1505" y="661920"/>
                </a:cubicBezTo>
                <a:cubicBezTo>
                  <a:pt x="1009" y="661920"/>
                  <a:pt x="17" y="661424"/>
                  <a:pt x="17" y="660928"/>
                </a:cubicBezTo>
                <a:cubicBezTo>
                  <a:pt x="513" y="656959"/>
                  <a:pt x="513" y="652495"/>
                  <a:pt x="513" y="648031"/>
                </a:cubicBezTo>
                <a:cubicBezTo>
                  <a:pt x="513" y="646047"/>
                  <a:pt x="17" y="644063"/>
                  <a:pt x="513" y="642079"/>
                </a:cubicBezTo>
                <a:cubicBezTo>
                  <a:pt x="1009" y="639598"/>
                  <a:pt x="-1471" y="635134"/>
                  <a:pt x="2001" y="634638"/>
                </a:cubicBezTo>
                <a:close/>
                <a:moveTo>
                  <a:pt x="1928549" y="633647"/>
                </a:moveTo>
                <a:cubicBezTo>
                  <a:pt x="1937973" y="634143"/>
                  <a:pt x="1942934" y="640591"/>
                  <a:pt x="1942934" y="647536"/>
                </a:cubicBezTo>
                <a:cubicBezTo>
                  <a:pt x="1942934" y="656960"/>
                  <a:pt x="1935989" y="661921"/>
                  <a:pt x="1929045" y="661921"/>
                </a:cubicBezTo>
                <a:cubicBezTo>
                  <a:pt x="1919620" y="661921"/>
                  <a:pt x="1914660" y="654976"/>
                  <a:pt x="1914660" y="648032"/>
                </a:cubicBezTo>
                <a:cubicBezTo>
                  <a:pt x="1914660" y="639103"/>
                  <a:pt x="1921604" y="634639"/>
                  <a:pt x="1928549" y="633647"/>
                </a:cubicBezTo>
                <a:close/>
                <a:moveTo>
                  <a:pt x="1859602" y="633647"/>
                </a:moveTo>
                <a:cubicBezTo>
                  <a:pt x="1869522" y="633647"/>
                  <a:pt x="1873987" y="637615"/>
                  <a:pt x="1873987" y="647535"/>
                </a:cubicBezTo>
                <a:cubicBezTo>
                  <a:pt x="1873987" y="657952"/>
                  <a:pt x="1870018" y="661920"/>
                  <a:pt x="1860594" y="662416"/>
                </a:cubicBezTo>
                <a:cubicBezTo>
                  <a:pt x="1849681" y="662416"/>
                  <a:pt x="1846209" y="658448"/>
                  <a:pt x="1845217" y="648031"/>
                </a:cubicBezTo>
                <a:cubicBezTo>
                  <a:pt x="1844721" y="639599"/>
                  <a:pt x="1851665" y="632655"/>
                  <a:pt x="1859602" y="633647"/>
                </a:cubicBezTo>
                <a:close/>
                <a:moveTo>
                  <a:pt x="1794126" y="631663"/>
                </a:moveTo>
                <a:cubicBezTo>
                  <a:pt x="1801566" y="632159"/>
                  <a:pt x="1809998" y="640591"/>
                  <a:pt x="1809998" y="648032"/>
                </a:cubicBezTo>
                <a:cubicBezTo>
                  <a:pt x="1809998" y="657456"/>
                  <a:pt x="1799582" y="665393"/>
                  <a:pt x="1793134" y="664897"/>
                </a:cubicBezTo>
                <a:cubicBezTo>
                  <a:pt x="1785197" y="664897"/>
                  <a:pt x="1776269" y="655968"/>
                  <a:pt x="1776765" y="648032"/>
                </a:cubicBezTo>
                <a:cubicBezTo>
                  <a:pt x="1777261" y="639599"/>
                  <a:pt x="1786189" y="631167"/>
                  <a:pt x="1794126" y="631663"/>
                </a:cubicBezTo>
                <a:close/>
                <a:moveTo>
                  <a:pt x="1726170" y="631662"/>
                </a:moveTo>
                <a:cubicBezTo>
                  <a:pt x="1735595" y="630174"/>
                  <a:pt x="1743531" y="638607"/>
                  <a:pt x="1743531" y="648031"/>
                </a:cubicBezTo>
                <a:cubicBezTo>
                  <a:pt x="1743531" y="657456"/>
                  <a:pt x="1736587" y="665392"/>
                  <a:pt x="1727162" y="665392"/>
                </a:cubicBezTo>
                <a:cubicBezTo>
                  <a:pt x="1717738" y="665392"/>
                  <a:pt x="1709801" y="658448"/>
                  <a:pt x="1709801" y="649023"/>
                </a:cubicBezTo>
                <a:cubicBezTo>
                  <a:pt x="1709305" y="639599"/>
                  <a:pt x="1716746" y="630174"/>
                  <a:pt x="1726170" y="631662"/>
                </a:cubicBezTo>
                <a:close/>
                <a:moveTo>
                  <a:pt x="1657718" y="629182"/>
                </a:moveTo>
                <a:cubicBezTo>
                  <a:pt x="1663174" y="629182"/>
                  <a:pt x="1668135" y="632654"/>
                  <a:pt x="1671607" y="635630"/>
                </a:cubicBezTo>
                <a:cubicBezTo>
                  <a:pt x="1674583" y="638110"/>
                  <a:pt x="1675575" y="643567"/>
                  <a:pt x="1677063" y="648527"/>
                </a:cubicBezTo>
                <a:cubicBezTo>
                  <a:pt x="1675079" y="653487"/>
                  <a:pt x="1674087" y="658944"/>
                  <a:pt x="1671111" y="661424"/>
                </a:cubicBezTo>
                <a:cubicBezTo>
                  <a:pt x="1667143" y="664400"/>
                  <a:pt x="1662678" y="668368"/>
                  <a:pt x="1657222" y="666880"/>
                </a:cubicBezTo>
                <a:cubicBezTo>
                  <a:pt x="1652758" y="665888"/>
                  <a:pt x="1646806" y="664400"/>
                  <a:pt x="1644325" y="661424"/>
                </a:cubicBezTo>
                <a:cubicBezTo>
                  <a:pt x="1641349" y="657456"/>
                  <a:pt x="1637381" y="652991"/>
                  <a:pt x="1638869" y="647535"/>
                </a:cubicBezTo>
                <a:cubicBezTo>
                  <a:pt x="1639861" y="643071"/>
                  <a:pt x="1641349" y="637118"/>
                  <a:pt x="1644821" y="634638"/>
                </a:cubicBezTo>
                <a:cubicBezTo>
                  <a:pt x="1648294" y="632158"/>
                  <a:pt x="1652758" y="629182"/>
                  <a:pt x="1657718" y="629182"/>
                </a:cubicBezTo>
                <a:close/>
                <a:moveTo>
                  <a:pt x="1590755" y="628686"/>
                </a:moveTo>
                <a:cubicBezTo>
                  <a:pt x="1602164" y="629182"/>
                  <a:pt x="1610100" y="636622"/>
                  <a:pt x="1610100" y="648031"/>
                </a:cubicBezTo>
                <a:cubicBezTo>
                  <a:pt x="1610100" y="659440"/>
                  <a:pt x="1602164" y="667376"/>
                  <a:pt x="1590755" y="666880"/>
                </a:cubicBezTo>
                <a:cubicBezTo>
                  <a:pt x="1579346" y="666880"/>
                  <a:pt x="1571906" y="658944"/>
                  <a:pt x="1571906" y="647039"/>
                </a:cubicBezTo>
                <a:cubicBezTo>
                  <a:pt x="1571906" y="636126"/>
                  <a:pt x="1579842" y="628686"/>
                  <a:pt x="1590755" y="628686"/>
                </a:cubicBezTo>
                <a:close/>
                <a:moveTo>
                  <a:pt x="1523791" y="627694"/>
                </a:moveTo>
                <a:cubicBezTo>
                  <a:pt x="1528751" y="627694"/>
                  <a:pt x="1534704" y="630174"/>
                  <a:pt x="1538672" y="633646"/>
                </a:cubicBezTo>
                <a:cubicBezTo>
                  <a:pt x="1542144" y="636622"/>
                  <a:pt x="1543632" y="642575"/>
                  <a:pt x="1546112" y="648031"/>
                </a:cubicBezTo>
                <a:cubicBezTo>
                  <a:pt x="1544128" y="652991"/>
                  <a:pt x="1542640" y="658944"/>
                  <a:pt x="1539168" y="662912"/>
                </a:cubicBezTo>
                <a:cubicBezTo>
                  <a:pt x="1535696" y="666384"/>
                  <a:pt x="1529743" y="669360"/>
                  <a:pt x="1524287" y="669360"/>
                </a:cubicBezTo>
                <a:cubicBezTo>
                  <a:pt x="1519823" y="669360"/>
                  <a:pt x="1513871" y="666880"/>
                  <a:pt x="1510398" y="663904"/>
                </a:cubicBezTo>
                <a:cubicBezTo>
                  <a:pt x="1506926" y="660432"/>
                  <a:pt x="1503454" y="654479"/>
                  <a:pt x="1503454" y="649519"/>
                </a:cubicBezTo>
                <a:cubicBezTo>
                  <a:pt x="1503454" y="644559"/>
                  <a:pt x="1505934" y="638111"/>
                  <a:pt x="1509406" y="634638"/>
                </a:cubicBezTo>
                <a:cubicBezTo>
                  <a:pt x="1512878" y="630670"/>
                  <a:pt x="1518831" y="627694"/>
                  <a:pt x="1523791" y="627694"/>
                </a:cubicBezTo>
                <a:close/>
                <a:moveTo>
                  <a:pt x="1458812" y="626702"/>
                </a:moveTo>
                <a:cubicBezTo>
                  <a:pt x="1467741" y="627198"/>
                  <a:pt x="1480141" y="639599"/>
                  <a:pt x="1479149" y="649024"/>
                </a:cubicBezTo>
                <a:cubicBezTo>
                  <a:pt x="1478157" y="660432"/>
                  <a:pt x="1468733" y="669857"/>
                  <a:pt x="1456332" y="669857"/>
                </a:cubicBezTo>
                <a:cubicBezTo>
                  <a:pt x="1445419" y="669361"/>
                  <a:pt x="1435995" y="658944"/>
                  <a:pt x="1435995" y="647039"/>
                </a:cubicBezTo>
                <a:cubicBezTo>
                  <a:pt x="1435995" y="637119"/>
                  <a:pt x="1447900" y="625710"/>
                  <a:pt x="1458812" y="626702"/>
                </a:cubicBezTo>
                <a:close/>
                <a:moveTo>
                  <a:pt x="1387880" y="625711"/>
                </a:moveTo>
                <a:cubicBezTo>
                  <a:pt x="1394329" y="626207"/>
                  <a:pt x="1400777" y="627695"/>
                  <a:pt x="1404249" y="632159"/>
                </a:cubicBezTo>
                <a:cubicBezTo>
                  <a:pt x="1407721" y="636127"/>
                  <a:pt x="1412682" y="641087"/>
                  <a:pt x="1409706" y="647536"/>
                </a:cubicBezTo>
                <a:cubicBezTo>
                  <a:pt x="1412186" y="653984"/>
                  <a:pt x="1408714" y="659440"/>
                  <a:pt x="1404745" y="662913"/>
                </a:cubicBezTo>
                <a:cubicBezTo>
                  <a:pt x="1400777" y="666881"/>
                  <a:pt x="1395321" y="669361"/>
                  <a:pt x="1388376" y="669361"/>
                </a:cubicBezTo>
                <a:cubicBezTo>
                  <a:pt x="1381432" y="669361"/>
                  <a:pt x="1375976" y="666385"/>
                  <a:pt x="1372008" y="662913"/>
                </a:cubicBezTo>
                <a:cubicBezTo>
                  <a:pt x="1368535" y="659440"/>
                  <a:pt x="1366551" y="653488"/>
                  <a:pt x="1366551" y="647536"/>
                </a:cubicBezTo>
                <a:cubicBezTo>
                  <a:pt x="1366055" y="641087"/>
                  <a:pt x="1369031" y="635631"/>
                  <a:pt x="1372504" y="632159"/>
                </a:cubicBezTo>
                <a:cubicBezTo>
                  <a:pt x="1375976" y="628687"/>
                  <a:pt x="1380936" y="625214"/>
                  <a:pt x="1387880" y="625711"/>
                </a:cubicBezTo>
                <a:close/>
                <a:moveTo>
                  <a:pt x="1321908" y="624222"/>
                </a:moveTo>
                <a:cubicBezTo>
                  <a:pt x="1326868" y="626206"/>
                  <a:pt x="1331829" y="628190"/>
                  <a:pt x="1336789" y="631166"/>
                </a:cubicBezTo>
                <a:cubicBezTo>
                  <a:pt x="1342741" y="634639"/>
                  <a:pt x="1342245" y="642575"/>
                  <a:pt x="1345717" y="647535"/>
                </a:cubicBezTo>
                <a:cubicBezTo>
                  <a:pt x="1343237" y="652992"/>
                  <a:pt x="1342741" y="658944"/>
                  <a:pt x="1338773" y="663904"/>
                </a:cubicBezTo>
                <a:cubicBezTo>
                  <a:pt x="1334309" y="669360"/>
                  <a:pt x="1327861" y="670848"/>
                  <a:pt x="1321908" y="671841"/>
                </a:cubicBezTo>
                <a:cubicBezTo>
                  <a:pt x="1317444" y="672337"/>
                  <a:pt x="1311492" y="668368"/>
                  <a:pt x="1307027" y="665888"/>
                </a:cubicBezTo>
                <a:cubicBezTo>
                  <a:pt x="1301075" y="662416"/>
                  <a:pt x="1301571" y="654480"/>
                  <a:pt x="1298099" y="649519"/>
                </a:cubicBezTo>
                <a:cubicBezTo>
                  <a:pt x="1300579" y="644063"/>
                  <a:pt x="1301075" y="638111"/>
                  <a:pt x="1305043" y="633150"/>
                </a:cubicBezTo>
                <a:cubicBezTo>
                  <a:pt x="1309011" y="627198"/>
                  <a:pt x="1316452" y="627694"/>
                  <a:pt x="1321908" y="624222"/>
                </a:cubicBezTo>
                <a:close/>
                <a:moveTo>
                  <a:pt x="1255937" y="624222"/>
                </a:moveTo>
                <a:cubicBezTo>
                  <a:pt x="1267346" y="624718"/>
                  <a:pt x="1279251" y="637119"/>
                  <a:pt x="1278755" y="648527"/>
                </a:cubicBezTo>
                <a:cubicBezTo>
                  <a:pt x="1278755" y="660432"/>
                  <a:pt x="1266354" y="672337"/>
                  <a:pt x="1253953" y="671840"/>
                </a:cubicBezTo>
                <a:cubicBezTo>
                  <a:pt x="1243041" y="671840"/>
                  <a:pt x="1231136" y="658944"/>
                  <a:pt x="1231136" y="647535"/>
                </a:cubicBezTo>
                <a:cubicBezTo>
                  <a:pt x="1231136" y="635631"/>
                  <a:pt x="1243537" y="623726"/>
                  <a:pt x="1255937" y="624222"/>
                </a:cubicBezTo>
                <a:close/>
                <a:moveTo>
                  <a:pt x="1185005" y="624222"/>
                </a:moveTo>
                <a:cubicBezTo>
                  <a:pt x="1198894" y="623726"/>
                  <a:pt x="1209310" y="634143"/>
                  <a:pt x="1209806" y="647535"/>
                </a:cubicBezTo>
                <a:cubicBezTo>
                  <a:pt x="1209806" y="661424"/>
                  <a:pt x="1199390" y="671841"/>
                  <a:pt x="1186493" y="671841"/>
                </a:cubicBezTo>
                <a:cubicBezTo>
                  <a:pt x="1173596" y="671841"/>
                  <a:pt x="1162684" y="661424"/>
                  <a:pt x="1162188" y="649023"/>
                </a:cubicBezTo>
                <a:cubicBezTo>
                  <a:pt x="1161692" y="635631"/>
                  <a:pt x="1171116" y="624718"/>
                  <a:pt x="1185005" y="624222"/>
                </a:cubicBezTo>
                <a:close/>
                <a:moveTo>
                  <a:pt x="1119033" y="624222"/>
                </a:moveTo>
                <a:cubicBezTo>
                  <a:pt x="1133914" y="624222"/>
                  <a:pt x="1143339" y="633150"/>
                  <a:pt x="1143339" y="647535"/>
                </a:cubicBezTo>
                <a:cubicBezTo>
                  <a:pt x="1143339" y="662912"/>
                  <a:pt x="1134410" y="671841"/>
                  <a:pt x="1119529" y="671841"/>
                </a:cubicBezTo>
                <a:cubicBezTo>
                  <a:pt x="1104648" y="671841"/>
                  <a:pt x="1095720" y="662912"/>
                  <a:pt x="1095720" y="648031"/>
                </a:cubicBezTo>
                <a:cubicBezTo>
                  <a:pt x="1095720" y="633646"/>
                  <a:pt x="1104648" y="624222"/>
                  <a:pt x="1119033" y="624222"/>
                </a:cubicBezTo>
                <a:close/>
                <a:moveTo>
                  <a:pt x="1053062" y="621742"/>
                </a:moveTo>
                <a:cubicBezTo>
                  <a:pt x="1060007" y="621742"/>
                  <a:pt x="1065463" y="626702"/>
                  <a:pt x="1070919" y="629678"/>
                </a:cubicBezTo>
                <a:cubicBezTo>
                  <a:pt x="1074392" y="631663"/>
                  <a:pt x="1078856" y="645055"/>
                  <a:pt x="1078856" y="649023"/>
                </a:cubicBezTo>
                <a:cubicBezTo>
                  <a:pt x="1078360" y="655472"/>
                  <a:pt x="1074392" y="661424"/>
                  <a:pt x="1070423" y="666880"/>
                </a:cubicBezTo>
                <a:cubicBezTo>
                  <a:pt x="1068439" y="669361"/>
                  <a:pt x="1055047" y="674321"/>
                  <a:pt x="1052070" y="674321"/>
                </a:cubicBezTo>
                <a:cubicBezTo>
                  <a:pt x="1045139" y="674321"/>
                  <a:pt x="1038691" y="670353"/>
                  <a:pt x="1034226" y="665888"/>
                </a:cubicBezTo>
                <a:cubicBezTo>
                  <a:pt x="1029762" y="661424"/>
                  <a:pt x="1026290" y="654976"/>
                  <a:pt x="1026290" y="648031"/>
                </a:cubicBezTo>
                <a:cubicBezTo>
                  <a:pt x="1026290" y="640591"/>
                  <a:pt x="1030754" y="634639"/>
                  <a:pt x="1034723" y="629182"/>
                </a:cubicBezTo>
                <a:cubicBezTo>
                  <a:pt x="1036707" y="626702"/>
                  <a:pt x="1050086" y="621742"/>
                  <a:pt x="1053062" y="621742"/>
                </a:cubicBezTo>
                <a:close/>
                <a:moveTo>
                  <a:pt x="986145" y="621742"/>
                </a:moveTo>
                <a:cubicBezTo>
                  <a:pt x="1000034" y="622238"/>
                  <a:pt x="1011442" y="632655"/>
                  <a:pt x="1012434" y="647535"/>
                </a:cubicBezTo>
                <a:cubicBezTo>
                  <a:pt x="1013425" y="661920"/>
                  <a:pt x="1000034" y="674321"/>
                  <a:pt x="986145" y="674321"/>
                </a:cubicBezTo>
                <a:cubicBezTo>
                  <a:pt x="972753" y="674321"/>
                  <a:pt x="959360" y="661920"/>
                  <a:pt x="959856" y="647535"/>
                </a:cubicBezTo>
                <a:cubicBezTo>
                  <a:pt x="960848" y="633151"/>
                  <a:pt x="972257" y="622734"/>
                  <a:pt x="986145" y="621742"/>
                </a:cubicBezTo>
                <a:close/>
                <a:moveTo>
                  <a:pt x="918677" y="621742"/>
                </a:moveTo>
                <a:cubicBezTo>
                  <a:pt x="925622" y="620750"/>
                  <a:pt x="930582" y="624718"/>
                  <a:pt x="936038" y="629678"/>
                </a:cubicBezTo>
                <a:cubicBezTo>
                  <a:pt x="941990" y="635135"/>
                  <a:pt x="943974" y="641583"/>
                  <a:pt x="943478" y="649024"/>
                </a:cubicBezTo>
                <a:cubicBezTo>
                  <a:pt x="942982" y="663408"/>
                  <a:pt x="931574" y="673825"/>
                  <a:pt x="916693" y="674321"/>
                </a:cubicBezTo>
                <a:cubicBezTo>
                  <a:pt x="909253" y="674321"/>
                  <a:pt x="903798" y="671345"/>
                  <a:pt x="898341" y="666384"/>
                </a:cubicBezTo>
                <a:cubicBezTo>
                  <a:pt x="892389" y="660928"/>
                  <a:pt x="890405" y="654480"/>
                  <a:pt x="890901" y="647039"/>
                </a:cubicBezTo>
                <a:cubicBezTo>
                  <a:pt x="891397" y="632655"/>
                  <a:pt x="902310" y="621742"/>
                  <a:pt x="918677" y="621742"/>
                </a:cubicBezTo>
                <a:close/>
                <a:moveTo>
                  <a:pt x="850706" y="621742"/>
                </a:moveTo>
                <a:cubicBezTo>
                  <a:pt x="865093" y="621742"/>
                  <a:pt x="876501" y="633150"/>
                  <a:pt x="876997" y="647535"/>
                </a:cubicBezTo>
                <a:cubicBezTo>
                  <a:pt x="876997" y="663408"/>
                  <a:pt x="864597" y="675809"/>
                  <a:pt x="850706" y="674321"/>
                </a:cubicBezTo>
                <a:cubicBezTo>
                  <a:pt x="835331" y="675809"/>
                  <a:pt x="823921" y="662912"/>
                  <a:pt x="823921" y="648031"/>
                </a:cubicBezTo>
                <a:cubicBezTo>
                  <a:pt x="823921" y="634143"/>
                  <a:pt x="834835" y="621246"/>
                  <a:pt x="850706" y="621742"/>
                </a:cubicBezTo>
                <a:close/>
                <a:moveTo>
                  <a:pt x="784264" y="619758"/>
                </a:moveTo>
                <a:cubicBezTo>
                  <a:pt x="791704" y="621742"/>
                  <a:pt x="799143" y="623726"/>
                  <a:pt x="805093" y="630175"/>
                </a:cubicBezTo>
                <a:cubicBezTo>
                  <a:pt x="810057" y="635631"/>
                  <a:pt x="809067" y="642575"/>
                  <a:pt x="813529" y="647536"/>
                </a:cubicBezTo>
                <a:cubicBezTo>
                  <a:pt x="810057" y="655472"/>
                  <a:pt x="809067" y="662913"/>
                  <a:pt x="803110" y="668369"/>
                </a:cubicBezTo>
                <a:cubicBezTo>
                  <a:pt x="797655" y="673329"/>
                  <a:pt x="790709" y="676305"/>
                  <a:pt x="783767" y="676305"/>
                </a:cubicBezTo>
                <a:cubicBezTo>
                  <a:pt x="775829" y="676305"/>
                  <a:pt x="768388" y="673329"/>
                  <a:pt x="762932" y="666385"/>
                </a:cubicBezTo>
                <a:cubicBezTo>
                  <a:pt x="758471" y="660928"/>
                  <a:pt x="754995" y="653984"/>
                  <a:pt x="755491" y="647040"/>
                </a:cubicBezTo>
                <a:cubicBezTo>
                  <a:pt x="756483" y="639599"/>
                  <a:pt x="758963" y="631663"/>
                  <a:pt x="765911" y="626703"/>
                </a:cubicBezTo>
                <a:cubicBezTo>
                  <a:pt x="769382" y="624222"/>
                  <a:pt x="780789" y="618766"/>
                  <a:pt x="784264" y="619758"/>
                </a:cubicBezTo>
                <a:close/>
                <a:moveTo>
                  <a:pt x="714297" y="619757"/>
                </a:moveTo>
                <a:cubicBezTo>
                  <a:pt x="728184" y="619757"/>
                  <a:pt x="743064" y="633150"/>
                  <a:pt x="743064" y="648031"/>
                </a:cubicBezTo>
                <a:cubicBezTo>
                  <a:pt x="743064" y="661424"/>
                  <a:pt x="730168" y="676304"/>
                  <a:pt x="715288" y="676800"/>
                </a:cubicBezTo>
                <a:cubicBezTo>
                  <a:pt x="701896" y="677296"/>
                  <a:pt x="687512" y="665392"/>
                  <a:pt x="686024" y="649023"/>
                </a:cubicBezTo>
                <a:cubicBezTo>
                  <a:pt x="685032" y="635134"/>
                  <a:pt x="699912" y="619261"/>
                  <a:pt x="714297" y="619757"/>
                </a:cubicBezTo>
                <a:close/>
                <a:moveTo>
                  <a:pt x="648348" y="619262"/>
                </a:moveTo>
                <a:cubicBezTo>
                  <a:pt x="657275" y="619262"/>
                  <a:pt x="662730" y="623726"/>
                  <a:pt x="668187" y="629183"/>
                </a:cubicBezTo>
                <a:cubicBezTo>
                  <a:pt x="673642" y="634639"/>
                  <a:pt x="676618" y="640095"/>
                  <a:pt x="676618" y="648528"/>
                </a:cubicBezTo>
                <a:cubicBezTo>
                  <a:pt x="676618" y="657456"/>
                  <a:pt x="672651" y="662912"/>
                  <a:pt x="667195" y="668369"/>
                </a:cubicBezTo>
                <a:cubicBezTo>
                  <a:pt x="661739" y="673825"/>
                  <a:pt x="656283" y="678289"/>
                  <a:pt x="648348" y="676305"/>
                </a:cubicBezTo>
                <a:cubicBezTo>
                  <a:pt x="639915" y="677793"/>
                  <a:pt x="634460" y="673825"/>
                  <a:pt x="629004" y="668369"/>
                </a:cubicBezTo>
                <a:cubicBezTo>
                  <a:pt x="623547" y="662912"/>
                  <a:pt x="619084" y="656960"/>
                  <a:pt x="619084" y="648528"/>
                </a:cubicBezTo>
                <a:cubicBezTo>
                  <a:pt x="619084" y="640095"/>
                  <a:pt x="622556" y="634143"/>
                  <a:pt x="628011" y="628190"/>
                </a:cubicBezTo>
                <a:cubicBezTo>
                  <a:pt x="633964" y="622238"/>
                  <a:pt x="639419" y="619262"/>
                  <a:pt x="648348" y="619262"/>
                </a:cubicBezTo>
                <a:close/>
                <a:moveTo>
                  <a:pt x="581853" y="619262"/>
                </a:moveTo>
                <a:cubicBezTo>
                  <a:pt x="596734" y="619262"/>
                  <a:pt x="611615" y="633151"/>
                  <a:pt x="610127" y="648032"/>
                </a:cubicBezTo>
                <a:cubicBezTo>
                  <a:pt x="611615" y="663408"/>
                  <a:pt x="597230" y="676801"/>
                  <a:pt x="582349" y="677297"/>
                </a:cubicBezTo>
                <a:cubicBezTo>
                  <a:pt x="565980" y="677793"/>
                  <a:pt x="552587" y="663408"/>
                  <a:pt x="552587" y="648528"/>
                </a:cubicBezTo>
                <a:cubicBezTo>
                  <a:pt x="552587" y="633151"/>
                  <a:pt x="565980" y="619262"/>
                  <a:pt x="581853" y="619262"/>
                </a:cubicBezTo>
                <a:close/>
                <a:moveTo>
                  <a:pt x="514883" y="618766"/>
                </a:moveTo>
                <a:cubicBezTo>
                  <a:pt x="523315" y="618766"/>
                  <a:pt x="529764" y="620750"/>
                  <a:pt x="535717" y="626702"/>
                </a:cubicBezTo>
                <a:cubicBezTo>
                  <a:pt x="541669" y="633151"/>
                  <a:pt x="544645" y="639599"/>
                  <a:pt x="543157" y="647536"/>
                </a:cubicBezTo>
                <a:cubicBezTo>
                  <a:pt x="544149" y="655968"/>
                  <a:pt x="542165" y="662416"/>
                  <a:pt x="536213" y="668369"/>
                </a:cubicBezTo>
                <a:cubicBezTo>
                  <a:pt x="529764" y="674817"/>
                  <a:pt x="522819" y="676305"/>
                  <a:pt x="514387" y="676305"/>
                </a:cubicBezTo>
                <a:cubicBezTo>
                  <a:pt x="505954" y="676305"/>
                  <a:pt x="500002" y="674321"/>
                  <a:pt x="493553" y="668369"/>
                </a:cubicBezTo>
                <a:cubicBezTo>
                  <a:pt x="487105" y="661920"/>
                  <a:pt x="485617" y="654976"/>
                  <a:pt x="485617" y="646544"/>
                </a:cubicBezTo>
                <a:cubicBezTo>
                  <a:pt x="485617" y="639103"/>
                  <a:pt x="487601" y="632655"/>
                  <a:pt x="493057" y="626702"/>
                </a:cubicBezTo>
                <a:cubicBezTo>
                  <a:pt x="499506" y="620254"/>
                  <a:pt x="506450" y="618766"/>
                  <a:pt x="514883" y="618766"/>
                </a:cubicBezTo>
                <a:close/>
                <a:moveTo>
                  <a:pt x="379976" y="617774"/>
                </a:moveTo>
                <a:cubicBezTo>
                  <a:pt x="388904" y="617774"/>
                  <a:pt x="396346" y="622734"/>
                  <a:pt x="402298" y="629678"/>
                </a:cubicBezTo>
                <a:cubicBezTo>
                  <a:pt x="407258" y="635134"/>
                  <a:pt x="410235" y="642079"/>
                  <a:pt x="409738" y="649023"/>
                </a:cubicBezTo>
                <a:cubicBezTo>
                  <a:pt x="409242" y="657456"/>
                  <a:pt x="405274" y="665392"/>
                  <a:pt x="398330" y="671344"/>
                </a:cubicBezTo>
                <a:cubicBezTo>
                  <a:pt x="392376" y="676305"/>
                  <a:pt x="385432" y="676801"/>
                  <a:pt x="378984" y="679281"/>
                </a:cubicBezTo>
                <a:cubicBezTo>
                  <a:pt x="370550" y="676801"/>
                  <a:pt x="363110" y="674817"/>
                  <a:pt x="357156" y="667872"/>
                </a:cubicBezTo>
                <a:cubicBezTo>
                  <a:pt x="351700" y="661920"/>
                  <a:pt x="348228" y="654976"/>
                  <a:pt x="348228" y="648031"/>
                </a:cubicBezTo>
                <a:cubicBezTo>
                  <a:pt x="348228" y="639103"/>
                  <a:pt x="352692" y="631662"/>
                  <a:pt x="359638" y="625710"/>
                </a:cubicBezTo>
                <a:cubicBezTo>
                  <a:pt x="365590" y="620254"/>
                  <a:pt x="372534" y="617277"/>
                  <a:pt x="379976" y="617774"/>
                </a:cubicBezTo>
                <a:close/>
                <a:moveTo>
                  <a:pt x="42189" y="617774"/>
                </a:moveTo>
                <a:cubicBezTo>
                  <a:pt x="62029" y="618270"/>
                  <a:pt x="73933" y="628687"/>
                  <a:pt x="73437" y="648528"/>
                </a:cubicBezTo>
                <a:cubicBezTo>
                  <a:pt x="73437" y="667873"/>
                  <a:pt x="63021" y="676801"/>
                  <a:pt x="43677" y="679281"/>
                </a:cubicBezTo>
                <a:cubicBezTo>
                  <a:pt x="22844" y="677297"/>
                  <a:pt x="14411" y="667873"/>
                  <a:pt x="12427" y="649024"/>
                </a:cubicBezTo>
                <a:cubicBezTo>
                  <a:pt x="11435" y="640591"/>
                  <a:pt x="14907" y="632655"/>
                  <a:pt x="20860" y="626702"/>
                </a:cubicBezTo>
                <a:cubicBezTo>
                  <a:pt x="26812" y="620750"/>
                  <a:pt x="34252" y="617774"/>
                  <a:pt x="42189" y="617774"/>
                </a:cubicBezTo>
                <a:close/>
                <a:moveTo>
                  <a:pt x="312526" y="617402"/>
                </a:moveTo>
                <a:cubicBezTo>
                  <a:pt x="318354" y="617402"/>
                  <a:pt x="324183" y="619510"/>
                  <a:pt x="329392" y="623726"/>
                </a:cubicBezTo>
                <a:cubicBezTo>
                  <a:pt x="331872" y="625710"/>
                  <a:pt x="333857" y="628191"/>
                  <a:pt x="336337" y="630175"/>
                </a:cubicBezTo>
                <a:cubicBezTo>
                  <a:pt x="340801" y="635135"/>
                  <a:pt x="343282" y="641583"/>
                  <a:pt x="343282" y="649520"/>
                </a:cubicBezTo>
                <a:cubicBezTo>
                  <a:pt x="342289" y="654976"/>
                  <a:pt x="341297" y="661424"/>
                  <a:pt x="335841" y="666385"/>
                </a:cubicBezTo>
                <a:cubicBezTo>
                  <a:pt x="333857" y="668369"/>
                  <a:pt x="331872" y="670353"/>
                  <a:pt x="329888" y="672337"/>
                </a:cubicBezTo>
                <a:cubicBezTo>
                  <a:pt x="321950" y="681265"/>
                  <a:pt x="302604" y="681265"/>
                  <a:pt x="295165" y="672337"/>
                </a:cubicBezTo>
                <a:cubicBezTo>
                  <a:pt x="292685" y="669857"/>
                  <a:pt x="290204" y="667377"/>
                  <a:pt x="287724" y="664897"/>
                </a:cubicBezTo>
                <a:cubicBezTo>
                  <a:pt x="279788" y="655472"/>
                  <a:pt x="279292" y="641087"/>
                  <a:pt x="288220" y="631167"/>
                </a:cubicBezTo>
                <a:cubicBezTo>
                  <a:pt x="290700" y="628687"/>
                  <a:pt x="293181" y="625710"/>
                  <a:pt x="295661" y="623726"/>
                </a:cubicBezTo>
                <a:cubicBezTo>
                  <a:pt x="300868" y="619510"/>
                  <a:pt x="306697" y="617402"/>
                  <a:pt x="312526" y="617402"/>
                </a:cubicBezTo>
                <a:close/>
                <a:moveTo>
                  <a:pt x="176588" y="617278"/>
                </a:moveTo>
                <a:cubicBezTo>
                  <a:pt x="193949" y="617774"/>
                  <a:pt x="206845" y="631167"/>
                  <a:pt x="207341" y="648032"/>
                </a:cubicBezTo>
                <a:cubicBezTo>
                  <a:pt x="206349" y="665393"/>
                  <a:pt x="193949" y="678289"/>
                  <a:pt x="176588" y="678785"/>
                </a:cubicBezTo>
                <a:cubicBezTo>
                  <a:pt x="159723" y="679281"/>
                  <a:pt x="144842" y="664897"/>
                  <a:pt x="145338" y="647536"/>
                </a:cubicBezTo>
                <a:cubicBezTo>
                  <a:pt x="145834" y="629679"/>
                  <a:pt x="159723" y="617278"/>
                  <a:pt x="176588" y="617278"/>
                </a:cubicBezTo>
                <a:close/>
                <a:moveTo>
                  <a:pt x="109637" y="617278"/>
                </a:moveTo>
                <a:cubicBezTo>
                  <a:pt x="130470" y="619262"/>
                  <a:pt x="138902" y="628687"/>
                  <a:pt x="140886" y="647536"/>
                </a:cubicBezTo>
                <a:cubicBezTo>
                  <a:pt x="141879" y="655968"/>
                  <a:pt x="138406" y="663905"/>
                  <a:pt x="132454" y="669857"/>
                </a:cubicBezTo>
                <a:cubicBezTo>
                  <a:pt x="126502" y="675809"/>
                  <a:pt x="119061" y="678785"/>
                  <a:pt x="111125" y="678785"/>
                </a:cubicBezTo>
                <a:cubicBezTo>
                  <a:pt x="91284" y="678289"/>
                  <a:pt x="79379" y="667873"/>
                  <a:pt x="79875" y="648032"/>
                </a:cubicBezTo>
                <a:cubicBezTo>
                  <a:pt x="79379" y="628191"/>
                  <a:pt x="90292" y="619262"/>
                  <a:pt x="109637" y="617278"/>
                </a:cubicBezTo>
                <a:close/>
                <a:moveTo>
                  <a:pt x="244570" y="617277"/>
                </a:moveTo>
                <a:cubicBezTo>
                  <a:pt x="260939" y="617773"/>
                  <a:pt x="273339" y="630670"/>
                  <a:pt x="274331" y="648527"/>
                </a:cubicBezTo>
                <a:cubicBezTo>
                  <a:pt x="272843" y="665888"/>
                  <a:pt x="259947" y="678785"/>
                  <a:pt x="243082" y="678785"/>
                </a:cubicBezTo>
                <a:cubicBezTo>
                  <a:pt x="225721" y="678785"/>
                  <a:pt x="211832" y="664400"/>
                  <a:pt x="212824" y="647039"/>
                </a:cubicBezTo>
                <a:cubicBezTo>
                  <a:pt x="213816" y="630174"/>
                  <a:pt x="226713" y="616781"/>
                  <a:pt x="244570" y="617277"/>
                </a:cubicBezTo>
                <a:close/>
                <a:moveTo>
                  <a:pt x="443948" y="616286"/>
                </a:moveTo>
                <a:cubicBezTo>
                  <a:pt x="449900" y="619262"/>
                  <a:pt x="456844" y="618766"/>
                  <a:pt x="462797" y="622734"/>
                </a:cubicBezTo>
                <a:cubicBezTo>
                  <a:pt x="471229" y="628687"/>
                  <a:pt x="473213" y="638111"/>
                  <a:pt x="476189" y="647040"/>
                </a:cubicBezTo>
                <a:cubicBezTo>
                  <a:pt x="471725" y="650512"/>
                  <a:pt x="474701" y="655968"/>
                  <a:pt x="471725" y="660928"/>
                </a:cubicBezTo>
                <a:cubicBezTo>
                  <a:pt x="468749" y="665889"/>
                  <a:pt x="465277" y="669857"/>
                  <a:pt x="460813" y="672833"/>
                </a:cubicBezTo>
                <a:cubicBezTo>
                  <a:pt x="457340" y="676305"/>
                  <a:pt x="451388" y="677297"/>
                  <a:pt x="446924" y="678289"/>
                </a:cubicBezTo>
                <a:cubicBezTo>
                  <a:pt x="442460" y="677793"/>
                  <a:pt x="438491" y="677297"/>
                  <a:pt x="435019" y="676305"/>
                </a:cubicBezTo>
                <a:cubicBezTo>
                  <a:pt x="432539" y="675809"/>
                  <a:pt x="430059" y="674321"/>
                  <a:pt x="428571" y="672337"/>
                </a:cubicBezTo>
                <a:cubicBezTo>
                  <a:pt x="425098" y="668865"/>
                  <a:pt x="421626" y="665393"/>
                  <a:pt x="418650" y="660928"/>
                </a:cubicBezTo>
                <a:cubicBezTo>
                  <a:pt x="415673" y="656960"/>
                  <a:pt x="419146" y="651008"/>
                  <a:pt x="414185" y="648528"/>
                </a:cubicBezTo>
                <a:cubicBezTo>
                  <a:pt x="415177" y="644064"/>
                  <a:pt x="416665" y="640095"/>
                  <a:pt x="417658" y="635631"/>
                </a:cubicBezTo>
                <a:cubicBezTo>
                  <a:pt x="419642" y="629679"/>
                  <a:pt x="424602" y="626703"/>
                  <a:pt x="428571" y="622238"/>
                </a:cubicBezTo>
                <a:cubicBezTo>
                  <a:pt x="432539" y="617774"/>
                  <a:pt x="439483" y="620750"/>
                  <a:pt x="443948" y="616286"/>
                </a:cubicBezTo>
                <a:close/>
                <a:moveTo>
                  <a:pt x="2332315" y="579084"/>
                </a:moveTo>
                <a:cubicBezTo>
                  <a:pt x="2332315" y="579084"/>
                  <a:pt x="2333307" y="580572"/>
                  <a:pt x="2334795" y="582060"/>
                </a:cubicBezTo>
                <a:cubicBezTo>
                  <a:pt x="2332811" y="583052"/>
                  <a:pt x="2331819" y="583548"/>
                  <a:pt x="2330827" y="583548"/>
                </a:cubicBezTo>
                <a:cubicBezTo>
                  <a:pt x="2330331" y="583548"/>
                  <a:pt x="2328843" y="581564"/>
                  <a:pt x="2329339" y="581564"/>
                </a:cubicBezTo>
                <a:cubicBezTo>
                  <a:pt x="2329835" y="580572"/>
                  <a:pt x="2331323" y="579580"/>
                  <a:pt x="2332315" y="579084"/>
                </a:cubicBezTo>
                <a:close/>
                <a:moveTo>
                  <a:pt x="2261197" y="576479"/>
                </a:moveTo>
                <a:cubicBezTo>
                  <a:pt x="2262251" y="576231"/>
                  <a:pt x="2263615" y="576603"/>
                  <a:pt x="2264855" y="576603"/>
                </a:cubicBezTo>
                <a:cubicBezTo>
                  <a:pt x="2269816" y="576603"/>
                  <a:pt x="2269816" y="577099"/>
                  <a:pt x="2269320" y="582556"/>
                </a:cubicBezTo>
                <a:cubicBezTo>
                  <a:pt x="2269816" y="587516"/>
                  <a:pt x="2266343" y="586028"/>
                  <a:pt x="2263863" y="586028"/>
                </a:cubicBezTo>
                <a:cubicBezTo>
                  <a:pt x="2259399" y="586028"/>
                  <a:pt x="2259895" y="586028"/>
                  <a:pt x="2259399" y="580075"/>
                </a:cubicBezTo>
                <a:cubicBezTo>
                  <a:pt x="2259399" y="577595"/>
                  <a:pt x="2260143" y="576727"/>
                  <a:pt x="2261197" y="576479"/>
                </a:cubicBezTo>
                <a:close/>
                <a:moveTo>
                  <a:pt x="2128448" y="572139"/>
                </a:moveTo>
                <a:cubicBezTo>
                  <a:pt x="2133408" y="572139"/>
                  <a:pt x="2138368" y="576107"/>
                  <a:pt x="2138368" y="581067"/>
                </a:cubicBezTo>
                <a:cubicBezTo>
                  <a:pt x="2138864" y="586524"/>
                  <a:pt x="2134400" y="591484"/>
                  <a:pt x="2128944" y="591484"/>
                </a:cubicBezTo>
                <a:cubicBezTo>
                  <a:pt x="2123983" y="591484"/>
                  <a:pt x="2119519" y="587020"/>
                  <a:pt x="2119519" y="582060"/>
                </a:cubicBezTo>
                <a:cubicBezTo>
                  <a:pt x="2119519" y="576603"/>
                  <a:pt x="2123487" y="572139"/>
                  <a:pt x="2128448" y="572139"/>
                </a:cubicBezTo>
                <a:close/>
                <a:moveTo>
                  <a:pt x="2197396" y="571643"/>
                </a:moveTo>
                <a:cubicBezTo>
                  <a:pt x="2198884" y="572139"/>
                  <a:pt x="2199876" y="572635"/>
                  <a:pt x="2200372" y="572635"/>
                </a:cubicBezTo>
                <a:cubicBezTo>
                  <a:pt x="2202852" y="574619"/>
                  <a:pt x="2204836" y="577099"/>
                  <a:pt x="2206820" y="579579"/>
                </a:cubicBezTo>
                <a:cubicBezTo>
                  <a:pt x="2207316" y="580571"/>
                  <a:pt x="2207316" y="582060"/>
                  <a:pt x="2206820" y="583548"/>
                </a:cubicBezTo>
                <a:cubicBezTo>
                  <a:pt x="2206324" y="584540"/>
                  <a:pt x="2205332" y="585036"/>
                  <a:pt x="2204340" y="586028"/>
                </a:cubicBezTo>
                <a:cubicBezTo>
                  <a:pt x="2197396" y="592972"/>
                  <a:pt x="2198884" y="592972"/>
                  <a:pt x="2191940" y="586028"/>
                </a:cubicBezTo>
                <a:cubicBezTo>
                  <a:pt x="2187475" y="582060"/>
                  <a:pt x="2186979" y="581564"/>
                  <a:pt x="2191940" y="577099"/>
                </a:cubicBezTo>
                <a:cubicBezTo>
                  <a:pt x="2193924" y="575115"/>
                  <a:pt x="2195412" y="573131"/>
                  <a:pt x="2197396" y="571643"/>
                </a:cubicBezTo>
                <a:close/>
                <a:moveTo>
                  <a:pt x="2061980" y="569659"/>
                </a:moveTo>
                <a:cubicBezTo>
                  <a:pt x="2068429" y="569659"/>
                  <a:pt x="2073885" y="574619"/>
                  <a:pt x="2074381" y="581068"/>
                </a:cubicBezTo>
                <a:cubicBezTo>
                  <a:pt x="2074381" y="588508"/>
                  <a:pt x="2070413" y="592972"/>
                  <a:pt x="2063468" y="593468"/>
                </a:cubicBezTo>
                <a:cubicBezTo>
                  <a:pt x="2057020" y="593964"/>
                  <a:pt x="2052060" y="590492"/>
                  <a:pt x="2050572" y="582556"/>
                </a:cubicBezTo>
                <a:cubicBezTo>
                  <a:pt x="2049580" y="575115"/>
                  <a:pt x="2055532" y="569659"/>
                  <a:pt x="2061980" y="569659"/>
                </a:cubicBezTo>
                <a:close/>
                <a:moveTo>
                  <a:pt x="1003" y="567675"/>
                </a:moveTo>
                <a:cubicBezTo>
                  <a:pt x="1995" y="569163"/>
                  <a:pt x="3979" y="570651"/>
                  <a:pt x="3979" y="572635"/>
                </a:cubicBezTo>
                <a:cubicBezTo>
                  <a:pt x="4475" y="578588"/>
                  <a:pt x="4475" y="584540"/>
                  <a:pt x="3979" y="590988"/>
                </a:cubicBezTo>
                <a:cubicBezTo>
                  <a:pt x="3979" y="592476"/>
                  <a:pt x="2491" y="594460"/>
                  <a:pt x="1499" y="595949"/>
                </a:cubicBezTo>
                <a:cubicBezTo>
                  <a:pt x="1003" y="594460"/>
                  <a:pt x="11" y="592972"/>
                  <a:pt x="11" y="591484"/>
                </a:cubicBezTo>
                <a:cubicBezTo>
                  <a:pt x="507" y="587516"/>
                  <a:pt x="507" y="583548"/>
                  <a:pt x="507" y="580076"/>
                </a:cubicBezTo>
                <a:cubicBezTo>
                  <a:pt x="507" y="577596"/>
                  <a:pt x="507" y="575611"/>
                  <a:pt x="507" y="573131"/>
                </a:cubicBezTo>
                <a:cubicBezTo>
                  <a:pt x="507" y="571147"/>
                  <a:pt x="1003" y="569659"/>
                  <a:pt x="1003" y="567675"/>
                </a:cubicBezTo>
                <a:close/>
                <a:moveTo>
                  <a:pt x="1996009" y="567179"/>
                </a:moveTo>
                <a:cubicBezTo>
                  <a:pt x="2000473" y="567675"/>
                  <a:pt x="2009402" y="576603"/>
                  <a:pt x="2009402" y="581068"/>
                </a:cubicBezTo>
                <a:cubicBezTo>
                  <a:pt x="2010394" y="586028"/>
                  <a:pt x="2000473" y="595948"/>
                  <a:pt x="1995513" y="595948"/>
                </a:cubicBezTo>
                <a:cubicBezTo>
                  <a:pt x="1990552" y="595948"/>
                  <a:pt x="1981128" y="586028"/>
                  <a:pt x="1981128" y="581068"/>
                </a:cubicBezTo>
                <a:cubicBezTo>
                  <a:pt x="1981624" y="576107"/>
                  <a:pt x="1991545" y="566683"/>
                  <a:pt x="1996009" y="567179"/>
                </a:cubicBezTo>
                <a:close/>
                <a:moveTo>
                  <a:pt x="1929045" y="567179"/>
                </a:moveTo>
                <a:cubicBezTo>
                  <a:pt x="1937477" y="567179"/>
                  <a:pt x="1943429" y="572635"/>
                  <a:pt x="1943429" y="581068"/>
                </a:cubicBezTo>
                <a:cubicBezTo>
                  <a:pt x="1943429" y="589996"/>
                  <a:pt x="1937973" y="595453"/>
                  <a:pt x="1929541" y="595453"/>
                </a:cubicBezTo>
                <a:cubicBezTo>
                  <a:pt x="1920612" y="595453"/>
                  <a:pt x="1915156" y="589996"/>
                  <a:pt x="1915156" y="581564"/>
                </a:cubicBezTo>
                <a:cubicBezTo>
                  <a:pt x="1915156" y="572635"/>
                  <a:pt x="1920612" y="567179"/>
                  <a:pt x="1929045" y="567179"/>
                </a:cubicBezTo>
                <a:close/>
                <a:moveTo>
                  <a:pt x="1859602" y="564699"/>
                </a:moveTo>
                <a:cubicBezTo>
                  <a:pt x="1862578" y="567675"/>
                  <a:pt x="1867538" y="566683"/>
                  <a:pt x="1871011" y="569163"/>
                </a:cubicBezTo>
                <a:cubicBezTo>
                  <a:pt x="1874979" y="573131"/>
                  <a:pt x="1872995" y="578588"/>
                  <a:pt x="1876963" y="581564"/>
                </a:cubicBezTo>
                <a:cubicBezTo>
                  <a:pt x="1873491" y="585036"/>
                  <a:pt x="1875475" y="590988"/>
                  <a:pt x="1870514" y="593469"/>
                </a:cubicBezTo>
                <a:cubicBezTo>
                  <a:pt x="1867042" y="595453"/>
                  <a:pt x="1862578" y="598429"/>
                  <a:pt x="1859602" y="597933"/>
                </a:cubicBezTo>
                <a:cubicBezTo>
                  <a:pt x="1855634" y="596941"/>
                  <a:pt x="1850177" y="596941"/>
                  <a:pt x="1847697" y="591980"/>
                </a:cubicBezTo>
                <a:cubicBezTo>
                  <a:pt x="1845713" y="588508"/>
                  <a:pt x="1844721" y="584540"/>
                  <a:pt x="1843233" y="580572"/>
                </a:cubicBezTo>
                <a:cubicBezTo>
                  <a:pt x="1847201" y="578092"/>
                  <a:pt x="1844721" y="572635"/>
                  <a:pt x="1848689" y="569659"/>
                </a:cubicBezTo>
                <a:cubicBezTo>
                  <a:pt x="1852161" y="566683"/>
                  <a:pt x="1857122" y="568171"/>
                  <a:pt x="1859602" y="564699"/>
                </a:cubicBezTo>
                <a:close/>
                <a:moveTo>
                  <a:pt x="1792142" y="564203"/>
                </a:moveTo>
                <a:cubicBezTo>
                  <a:pt x="1796606" y="564699"/>
                  <a:pt x="1800574" y="565195"/>
                  <a:pt x="1803551" y="569163"/>
                </a:cubicBezTo>
                <a:cubicBezTo>
                  <a:pt x="1806527" y="573132"/>
                  <a:pt x="1811487" y="575116"/>
                  <a:pt x="1809503" y="581068"/>
                </a:cubicBezTo>
                <a:cubicBezTo>
                  <a:pt x="1810991" y="586028"/>
                  <a:pt x="1808511" y="589004"/>
                  <a:pt x="1805039" y="591981"/>
                </a:cubicBezTo>
                <a:cubicBezTo>
                  <a:pt x="1801567" y="594957"/>
                  <a:pt x="1799086" y="598925"/>
                  <a:pt x="1793134" y="597933"/>
                </a:cubicBezTo>
                <a:cubicBezTo>
                  <a:pt x="1789166" y="597437"/>
                  <a:pt x="1785694" y="596941"/>
                  <a:pt x="1782717" y="593469"/>
                </a:cubicBezTo>
                <a:cubicBezTo>
                  <a:pt x="1779741" y="589997"/>
                  <a:pt x="1775277" y="588012"/>
                  <a:pt x="1775773" y="582060"/>
                </a:cubicBezTo>
                <a:cubicBezTo>
                  <a:pt x="1776269" y="577596"/>
                  <a:pt x="1776269" y="573628"/>
                  <a:pt x="1780237" y="570651"/>
                </a:cubicBezTo>
                <a:cubicBezTo>
                  <a:pt x="1783710" y="568171"/>
                  <a:pt x="1786190" y="563707"/>
                  <a:pt x="1792142" y="564203"/>
                </a:cubicBezTo>
                <a:close/>
                <a:moveTo>
                  <a:pt x="1726170" y="562715"/>
                </a:moveTo>
                <a:cubicBezTo>
                  <a:pt x="1730138" y="565691"/>
                  <a:pt x="1735098" y="565195"/>
                  <a:pt x="1739067" y="569163"/>
                </a:cubicBezTo>
                <a:cubicBezTo>
                  <a:pt x="1743531" y="572636"/>
                  <a:pt x="1742539" y="578092"/>
                  <a:pt x="1745515" y="581564"/>
                </a:cubicBezTo>
                <a:cubicBezTo>
                  <a:pt x="1743035" y="586524"/>
                  <a:pt x="1742539" y="592973"/>
                  <a:pt x="1737083" y="595949"/>
                </a:cubicBezTo>
                <a:cubicBezTo>
                  <a:pt x="1733610" y="597933"/>
                  <a:pt x="1729146" y="600909"/>
                  <a:pt x="1726170" y="600413"/>
                </a:cubicBezTo>
                <a:cubicBezTo>
                  <a:pt x="1721210" y="598925"/>
                  <a:pt x="1714762" y="597933"/>
                  <a:pt x="1711785" y="591981"/>
                </a:cubicBezTo>
                <a:cubicBezTo>
                  <a:pt x="1709801" y="588508"/>
                  <a:pt x="1706825" y="584044"/>
                  <a:pt x="1707817" y="581068"/>
                </a:cubicBezTo>
                <a:cubicBezTo>
                  <a:pt x="1709305" y="576604"/>
                  <a:pt x="1710297" y="572140"/>
                  <a:pt x="1714265" y="568171"/>
                </a:cubicBezTo>
                <a:cubicBezTo>
                  <a:pt x="1718234" y="564699"/>
                  <a:pt x="1722698" y="565691"/>
                  <a:pt x="1726170" y="562715"/>
                </a:cubicBezTo>
                <a:close/>
                <a:moveTo>
                  <a:pt x="1657222" y="562219"/>
                </a:moveTo>
                <a:cubicBezTo>
                  <a:pt x="1668631" y="562219"/>
                  <a:pt x="1676071" y="569659"/>
                  <a:pt x="1677063" y="581068"/>
                </a:cubicBezTo>
                <a:cubicBezTo>
                  <a:pt x="1677559" y="590493"/>
                  <a:pt x="1668135" y="600413"/>
                  <a:pt x="1658710" y="600413"/>
                </a:cubicBezTo>
                <a:cubicBezTo>
                  <a:pt x="1646806" y="600413"/>
                  <a:pt x="1638869" y="592973"/>
                  <a:pt x="1638373" y="582060"/>
                </a:cubicBezTo>
                <a:cubicBezTo>
                  <a:pt x="1638373" y="570651"/>
                  <a:pt x="1645813" y="562715"/>
                  <a:pt x="1657222" y="562219"/>
                </a:cubicBezTo>
                <a:close/>
                <a:moveTo>
                  <a:pt x="1590755" y="562219"/>
                </a:moveTo>
                <a:cubicBezTo>
                  <a:pt x="1596212" y="562219"/>
                  <a:pt x="1600180" y="563211"/>
                  <a:pt x="1604148" y="567675"/>
                </a:cubicBezTo>
                <a:cubicBezTo>
                  <a:pt x="1608612" y="571643"/>
                  <a:pt x="1612085" y="575612"/>
                  <a:pt x="1609604" y="581564"/>
                </a:cubicBezTo>
                <a:cubicBezTo>
                  <a:pt x="1611588" y="588012"/>
                  <a:pt x="1608116" y="591485"/>
                  <a:pt x="1604644" y="595453"/>
                </a:cubicBezTo>
                <a:cubicBezTo>
                  <a:pt x="1600676" y="600909"/>
                  <a:pt x="1595220" y="600413"/>
                  <a:pt x="1589763" y="600909"/>
                </a:cubicBezTo>
                <a:cubicBezTo>
                  <a:pt x="1583811" y="601405"/>
                  <a:pt x="1580835" y="598429"/>
                  <a:pt x="1576371" y="595453"/>
                </a:cubicBezTo>
                <a:cubicBezTo>
                  <a:pt x="1570914" y="590989"/>
                  <a:pt x="1571906" y="586028"/>
                  <a:pt x="1571410" y="580572"/>
                </a:cubicBezTo>
                <a:cubicBezTo>
                  <a:pt x="1570914" y="574620"/>
                  <a:pt x="1573890" y="571147"/>
                  <a:pt x="1577363" y="567179"/>
                </a:cubicBezTo>
                <a:cubicBezTo>
                  <a:pt x="1581331" y="562715"/>
                  <a:pt x="1585795" y="562715"/>
                  <a:pt x="1590755" y="562219"/>
                </a:cubicBezTo>
                <a:close/>
                <a:moveTo>
                  <a:pt x="1457324" y="560235"/>
                </a:moveTo>
                <a:cubicBezTo>
                  <a:pt x="1468733" y="560235"/>
                  <a:pt x="1478653" y="570156"/>
                  <a:pt x="1478653" y="582060"/>
                </a:cubicBezTo>
                <a:cubicBezTo>
                  <a:pt x="1478653" y="593469"/>
                  <a:pt x="1468237" y="603389"/>
                  <a:pt x="1456828" y="603389"/>
                </a:cubicBezTo>
                <a:cubicBezTo>
                  <a:pt x="1445916" y="603389"/>
                  <a:pt x="1435995" y="593469"/>
                  <a:pt x="1435995" y="582060"/>
                </a:cubicBezTo>
                <a:cubicBezTo>
                  <a:pt x="1435995" y="570156"/>
                  <a:pt x="1445916" y="560235"/>
                  <a:pt x="1457324" y="560235"/>
                </a:cubicBezTo>
                <a:close/>
                <a:moveTo>
                  <a:pt x="1389368" y="560235"/>
                </a:moveTo>
                <a:cubicBezTo>
                  <a:pt x="1403257" y="560235"/>
                  <a:pt x="1410201" y="567179"/>
                  <a:pt x="1410201" y="581564"/>
                </a:cubicBezTo>
                <a:cubicBezTo>
                  <a:pt x="1410201" y="595949"/>
                  <a:pt x="1403257" y="602893"/>
                  <a:pt x="1388376" y="602893"/>
                </a:cubicBezTo>
                <a:cubicBezTo>
                  <a:pt x="1373991" y="602893"/>
                  <a:pt x="1367047" y="595949"/>
                  <a:pt x="1367047" y="581068"/>
                </a:cubicBezTo>
                <a:cubicBezTo>
                  <a:pt x="1367047" y="566683"/>
                  <a:pt x="1373991" y="559739"/>
                  <a:pt x="1389368" y="560235"/>
                </a:cubicBezTo>
                <a:close/>
                <a:moveTo>
                  <a:pt x="1524287" y="559739"/>
                </a:moveTo>
                <a:cubicBezTo>
                  <a:pt x="1533712" y="559739"/>
                  <a:pt x="1545616" y="572140"/>
                  <a:pt x="1545616" y="581564"/>
                </a:cubicBezTo>
                <a:cubicBezTo>
                  <a:pt x="1545616" y="590989"/>
                  <a:pt x="1533216" y="603389"/>
                  <a:pt x="1523791" y="602893"/>
                </a:cubicBezTo>
                <a:cubicBezTo>
                  <a:pt x="1514367" y="602397"/>
                  <a:pt x="1502462" y="589997"/>
                  <a:pt x="1502958" y="580572"/>
                </a:cubicBezTo>
                <a:cubicBezTo>
                  <a:pt x="1503454" y="571644"/>
                  <a:pt x="1515359" y="560235"/>
                  <a:pt x="1524287" y="559739"/>
                </a:cubicBezTo>
                <a:close/>
                <a:moveTo>
                  <a:pt x="1320916" y="557755"/>
                </a:moveTo>
                <a:cubicBezTo>
                  <a:pt x="1332325" y="556763"/>
                  <a:pt x="1345222" y="569163"/>
                  <a:pt x="1345717" y="581068"/>
                </a:cubicBezTo>
                <a:cubicBezTo>
                  <a:pt x="1346213" y="591981"/>
                  <a:pt x="1334309" y="604381"/>
                  <a:pt x="1322900" y="605373"/>
                </a:cubicBezTo>
                <a:cubicBezTo>
                  <a:pt x="1311492" y="605869"/>
                  <a:pt x="1298595" y="593965"/>
                  <a:pt x="1298099" y="582060"/>
                </a:cubicBezTo>
                <a:cubicBezTo>
                  <a:pt x="1297603" y="571148"/>
                  <a:pt x="1309508" y="558747"/>
                  <a:pt x="1320916" y="557755"/>
                </a:cubicBezTo>
                <a:close/>
                <a:moveTo>
                  <a:pt x="1254449" y="557755"/>
                </a:moveTo>
                <a:cubicBezTo>
                  <a:pt x="1268834" y="557259"/>
                  <a:pt x="1278754" y="568667"/>
                  <a:pt x="1278754" y="581068"/>
                </a:cubicBezTo>
                <a:cubicBezTo>
                  <a:pt x="1278754" y="594957"/>
                  <a:pt x="1267842" y="605373"/>
                  <a:pt x="1254945" y="604877"/>
                </a:cubicBezTo>
                <a:cubicBezTo>
                  <a:pt x="1241552" y="604381"/>
                  <a:pt x="1232128" y="595949"/>
                  <a:pt x="1231136" y="582060"/>
                </a:cubicBezTo>
                <a:cubicBezTo>
                  <a:pt x="1230144" y="568171"/>
                  <a:pt x="1241056" y="557755"/>
                  <a:pt x="1254449" y="557755"/>
                </a:cubicBezTo>
                <a:close/>
                <a:moveTo>
                  <a:pt x="1185501" y="557754"/>
                </a:moveTo>
                <a:cubicBezTo>
                  <a:pt x="1200878" y="557754"/>
                  <a:pt x="1209807" y="566186"/>
                  <a:pt x="1209807" y="581067"/>
                </a:cubicBezTo>
                <a:cubicBezTo>
                  <a:pt x="1209807" y="596444"/>
                  <a:pt x="1200878" y="605373"/>
                  <a:pt x="1185997" y="605373"/>
                </a:cubicBezTo>
                <a:cubicBezTo>
                  <a:pt x="1171116" y="605373"/>
                  <a:pt x="1162188" y="596444"/>
                  <a:pt x="1162188" y="581067"/>
                </a:cubicBezTo>
                <a:cubicBezTo>
                  <a:pt x="1162188" y="566682"/>
                  <a:pt x="1171116" y="557754"/>
                  <a:pt x="1185501" y="557754"/>
                </a:cubicBezTo>
                <a:close/>
                <a:moveTo>
                  <a:pt x="1119033" y="555770"/>
                </a:moveTo>
                <a:cubicBezTo>
                  <a:pt x="1127962" y="556762"/>
                  <a:pt x="1133914" y="560730"/>
                  <a:pt x="1139867" y="566683"/>
                </a:cubicBezTo>
                <a:cubicBezTo>
                  <a:pt x="1144331" y="571147"/>
                  <a:pt x="1141355" y="577099"/>
                  <a:pt x="1145323" y="581067"/>
                </a:cubicBezTo>
                <a:cubicBezTo>
                  <a:pt x="1142347" y="584540"/>
                  <a:pt x="1144331" y="589500"/>
                  <a:pt x="1141851" y="592476"/>
                </a:cubicBezTo>
                <a:cubicBezTo>
                  <a:pt x="1138378" y="596940"/>
                  <a:pt x="1134906" y="601404"/>
                  <a:pt x="1129946" y="603885"/>
                </a:cubicBezTo>
                <a:cubicBezTo>
                  <a:pt x="1126970" y="605373"/>
                  <a:pt x="1122010" y="605373"/>
                  <a:pt x="1118041" y="606861"/>
                </a:cubicBezTo>
                <a:cubicBezTo>
                  <a:pt x="1115561" y="601900"/>
                  <a:pt x="1109609" y="606365"/>
                  <a:pt x="1106633" y="602893"/>
                </a:cubicBezTo>
                <a:cubicBezTo>
                  <a:pt x="1103161" y="598924"/>
                  <a:pt x="1097704" y="595452"/>
                  <a:pt x="1095720" y="590988"/>
                </a:cubicBezTo>
                <a:cubicBezTo>
                  <a:pt x="1094232" y="588012"/>
                  <a:pt x="1094232" y="583547"/>
                  <a:pt x="1092744" y="580075"/>
                </a:cubicBezTo>
                <a:cubicBezTo>
                  <a:pt x="1096712" y="577099"/>
                  <a:pt x="1093736" y="572635"/>
                  <a:pt x="1095720" y="569659"/>
                </a:cubicBezTo>
                <a:cubicBezTo>
                  <a:pt x="1098696" y="565691"/>
                  <a:pt x="1102168" y="562714"/>
                  <a:pt x="1105641" y="559738"/>
                </a:cubicBezTo>
                <a:cubicBezTo>
                  <a:pt x="1106633" y="558746"/>
                  <a:pt x="1108121" y="557754"/>
                  <a:pt x="1109609" y="557258"/>
                </a:cubicBezTo>
                <a:cubicBezTo>
                  <a:pt x="1113081" y="556762"/>
                  <a:pt x="1116553" y="556266"/>
                  <a:pt x="1119033" y="555770"/>
                </a:cubicBezTo>
                <a:close/>
                <a:moveTo>
                  <a:pt x="1051574" y="555770"/>
                </a:moveTo>
                <a:cubicBezTo>
                  <a:pt x="1065463" y="554282"/>
                  <a:pt x="1078360" y="566186"/>
                  <a:pt x="1078856" y="581067"/>
                </a:cubicBezTo>
                <a:cubicBezTo>
                  <a:pt x="1078360" y="597436"/>
                  <a:pt x="1067447" y="606365"/>
                  <a:pt x="1054054" y="607853"/>
                </a:cubicBezTo>
                <a:cubicBezTo>
                  <a:pt x="1040213" y="608845"/>
                  <a:pt x="1026820" y="597436"/>
                  <a:pt x="1026820" y="582555"/>
                </a:cubicBezTo>
                <a:cubicBezTo>
                  <a:pt x="1026820" y="566186"/>
                  <a:pt x="1038229" y="557258"/>
                  <a:pt x="1051574" y="555770"/>
                </a:cubicBezTo>
                <a:close/>
                <a:moveTo>
                  <a:pt x="986101" y="555274"/>
                </a:moveTo>
                <a:cubicBezTo>
                  <a:pt x="993541" y="555274"/>
                  <a:pt x="998998" y="557754"/>
                  <a:pt x="1004454" y="562714"/>
                </a:cubicBezTo>
                <a:cubicBezTo>
                  <a:pt x="1009910" y="568171"/>
                  <a:pt x="1012390" y="574123"/>
                  <a:pt x="1012390" y="582059"/>
                </a:cubicBezTo>
                <a:cubicBezTo>
                  <a:pt x="1012390" y="589500"/>
                  <a:pt x="1009414" y="594956"/>
                  <a:pt x="1004454" y="600412"/>
                </a:cubicBezTo>
                <a:cubicBezTo>
                  <a:pt x="997510" y="606861"/>
                  <a:pt x="995525" y="607853"/>
                  <a:pt x="985109" y="607853"/>
                </a:cubicBezTo>
                <a:cubicBezTo>
                  <a:pt x="978164" y="609341"/>
                  <a:pt x="973204" y="605373"/>
                  <a:pt x="967748" y="600412"/>
                </a:cubicBezTo>
                <a:cubicBezTo>
                  <a:pt x="962292" y="594956"/>
                  <a:pt x="959315" y="589004"/>
                  <a:pt x="959812" y="581067"/>
                </a:cubicBezTo>
                <a:cubicBezTo>
                  <a:pt x="959812" y="573627"/>
                  <a:pt x="962788" y="568171"/>
                  <a:pt x="967748" y="562714"/>
                </a:cubicBezTo>
                <a:cubicBezTo>
                  <a:pt x="972708" y="557258"/>
                  <a:pt x="978661" y="555274"/>
                  <a:pt x="986101" y="555274"/>
                </a:cubicBezTo>
                <a:close/>
                <a:moveTo>
                  <a:pt x="917172" y="554778"/>
                </a:moveTo>
                <a:cubicBezTo>
                  <a:pt x="924612" y="554778"/>
                  <a:pt x="930069" y="557258"/>
                  <a:pt x="935525" y="562218"/>
                </a:cubicBezTo>
                <a:cubicBezTo>
                  <a:pt x="940981" y="567675"/>
                  <a:pt x="943461" y="573627"/>
                  <a:pt x="943461" y="581563"/>
                </a:cubicBezTo>
                <a:cubicBezTo>
                  <a:pt x="943461" y="589004"/>
                  <a:pt x="940485" y="594460"/>
                  <a:pt x="935525" y="599916"/>
                </a:cubicBezTo>
                <a:cubicBezTo>
                  <a:pt x="930069" y="605373"/>
                  <a:pt x="924612" y="608845"/>
                  <a:pt x="917172" y="607357"/>
                </a:cubicBezTo>
                <a:cubicBezTo>
                  <a:pt x="909731" y="608845"/>
                  <a:pt x="904275" y="605373"/>
                  <a:pt x="898819" y="599916"/>
                </a:cubicBezTo>
                <a:cubicBezTo>
                  <a:pt x="893363" y="594460"/>
                  <a:pt x="890386" y="588508"/>
                  <a:pt x="890883" y="580571"/>
                </a:cubicBezTo>
                <a:cubicBezTo>
                  <a:pt x="890883" y="573131"/>
                  <a:pt x="893859" y="567675"/>
                  <a:pt x="898819" y="562218"/>
                </a:cubicBezTo>
                <a:cubicBezTo>
                  <a:pt x="903779" y="556762"/>
                  <a:pt x="909731" y="554778"/>
                  <a:pt x="917172" y="554778"/>
                </a:cubicBezTo>
                <a:close/>
                <a:moveTo>
                  <a:pt x="851223" y="553290"/>
                </a:moveTo>
                <a:cubicBezTo>
                  <a:pt x="855192" y="556762"/>
                  <a:pt x="862136" y="554778"/>
                  <a:pt x="867593" y="558746"/>
                </a:cubicBezTo>
                <a:cubicBezTo>
                  <a:pt x="875034" y="564203"/>
                  <a:pt x="875530" y="573131"/>
                  <a:pt x="879000" y="580075"/>
                </a:cubicBezTo>
                <a:cubicBezTo>
                  <a:pt x="875530" y="586028"/>
                  <a:pt x="876522" y="593468"/>
                  <a:pt x="871563" y="599420"/>
                </a:cubicBezTo>
                <a:cubicBezTo>
                  <a:pt x="865610" y="606365"/>
                  <a:pt x="857672" y="605869"/>
                  <a:pt x="850728" y="609341"/>
                </a:cubicBezTo>
                <a:cubicBezTo>
                  <a:pt x="844770" y="605869"/>
                  <a:pt x="837334" y="606365"/>
                  <a:pt x="831385" y="601405"/>
                </a:cubicBezTo>
                <a:cubicBezTo>
                  <a:pt x="824934" y="595948"/>
                  <a:pt x="825926" y="587516"/>
                  <a:pt x="821957" y="581067"/>
                </a:cubicBezTo>
                <a:cubicBezTo>
                  <a:pt x="825430" y="575611"/>
                  <a:pt x="823942" y="568171"/>
                  <a:pt x="828903" y="562715"/>
                </a:cubicBezTo>
                <a:cubicBezTo>
                  <a:pt x="834857" y="556762"/>
                  <a:pt x="842791" y="555770"/>
                  <a:pt x="851223" y="553290"/>
                </a:cubicBezTo>
                <a:close/>
                <a:moveTo>
                  <a:pt x="784254" y="552794"/>
                </a:moveTo>
                <a:cubicBezTo>
                  <a:pt x="799134" y="553290"/>
                  <a:pt x="812528" y="568171"/>
                  <a:pt x="812528" y="581563"/>
                </a:cubicBezTo>
                <a:cubicBezTo>
                  <a:pt x="812528" y="595452"/>
                  <a:pt x="798141" y="609837"/>
                  <a:pt x="784254" y="609837"/>
                </a:cubicBezTo>
                <a:cubicBezTo>
                  <a:pt x="769867" y="609837"/>
                  <a:pt x="754491" y="594460"/>
                  <a:pt x="755482" y="580571"/>
                </a:cubicBezTo>
                <a:cubicBezTo>
                  <a:pt x="756474" y="565195"/>
                  <a:pt x="770859" y="552298"/>
                  <a:pt x="784254" y="552794"/>
                </a:cubicBezTo>
                <a:close/>
                <a:moveTo>
                  <a:pt x="714806" y="552794"/>
                </a:moveTo>
                <a:cubicBezTo>
                  <a:pt x="729686" y="552298"/>
                  <a:pt x="743574" y="566683"/>
                  <a:pt x="743574" y="581068"/>
                </a:cubicBezTo>
                <a:cubicBezTo>
                  <a:pt x="743574" y="595949"/>
                  <a:pt x="730182" y="609342"/>
                  <a:pt x="715798" y="610334"/>
                </a:cubicBezTo>
                <a:cubicBezTo>
                  <a:pt x="701414" y="610830"/>
                  <a:pt x="686534" y="596445"/>
                  <a:pt x="686534" y="581564"/>
                </a:cubicBezTo>
                <a:cubicBezTo>
                  <a:pt x="686038" y="567179"/>
                  <a:pt x="700422" y="552298"/>
                  <a:pt x="714806" y="552794"/>
                </a:cubicBezTo>
                <a:close/>
                <a:moveTo>
                  <a:pt x="648336" y="552298"/>
                </a:moveTo>
                <a:cubicBezTo>
                  <a:pt x="663216" y="552298"/>
                  <a:pt x="677601" y="565691"/>
                  <a:pt x="677105" y="582060"/>
                </a:cubicBezTo>
                <a:cubicBezTo>
                  <a:pt x="676609" y="597436"/>
                  <a:pt x="663216" y="611821"/>
                  <a:pt x="647840" y="609837"/>
                </a:cubicBezTo>
                <a:cubicBezTo>
                  <a:pt x="632960" y="611325"/>
                  <a:pt x="618576" y="596940"/>
                  <a:pt x="619072" y="580572"/>
                </a:cubicBezTo>
                <a:cubicBezTo>
                  <a:pt x="619568" y="565691"/>
                  <a:pt x="632960" y="552298"/>
                  <a:pt x="648336" y="552298"/>
                </a:cubicBezTo>
                <a:close/>
                <a:moveTo>
                  <a:pt x="582347" y="552298"/>
                </a:moveTo>
                <a:cubicBezTo>
                  <a:pt x="589787" y="552298"/>
                  <a:pt x="596236" y="553786"/>
                  <a:pt x="602189" y="559738"/>
                </a:cubicBezTo>
                <a:cubicBezTo>
                  <a:pt x="608141" y="566187"/>
                  <a:pt x="611613" y="573131"/>
                  <a:pt x="609629" y="581068"/>
                </a:cubicBezTo>
                <a:cubicBezTo>
                  <a:pt x="611117" y="589996"/>
                  <a:pt x="608141" y="596444"/>
                  <a:pt x="602189" y="602397"/>
                </a:cubicBezTo>
                <a:cubicBezTo>
                  <a:pt x="595740" y="608845"/>
                  <a:pt x="588795" y="610333"/>
                  <a:pt x="580362" y="610333"/>
                </a:cubicBezTo>
                <a:cubicBezTo>
                  <a:pt x="572922" y="610333"/>
                  <a:pt x="566474" y="608349"/>
                  <a:pt x="560521" y="602893"/>
                </a:cubicBezTo>
                <a:cubicBezTo>
                  <a:pt x="554073" y="596444"/>
                  <a:pt x="552584" y="589500"/>
                  <a:pt x="552584" y="581068"/>
                </a:cubicBezTo>
                <a:cubicBezTo>
                  <a:pt x="552584" y="572635"/>
                  <a:pt x="554569" y="566683"/>
                  <a:pt x="560521" y="560234"/>
                </a:cubicBezTo>
                <a:cubicBezTo>
                  <a:pt x="566970" y="553786"/>
                  <a:pt x="573914" y="552298"/>
                  <a:pt x="582347" y="552298"/>
                </a:cubicBezTo>
                <a:close/>
                <a:moveTo>
                  <a:pt x="445944" y="551306"/>
                </a:moveTo>
                <a:cubicBezTo>
                  <a:pt x="453880" y="551802"/>
                  <a:pt x="461320" y="555274"/>
                  <a:pt x="467770" y="561722"/>
                </a:cubicBezTo>
                <a:cubicBezTo>
                  <a:pt x="473226" y="567179"/>
                  <a:pt x="474218" y="574619"/>
                  <a:pt x="477194" y="581563"/>
                </a:cubicBezTo>
                <a:cubicBezTo>
                  <a:pt x="474218" y="588508"/>
                  <a:pt x="473226" y="595948"/>
                  <a:pt x="467770" y="601404"/>
                </a:cubicBezTo>
                <a:cubicBezTo>
                  <a:pt x="461816" y="607853"/>
                  <a:pt x="454376" y="611821"/>
                  <a:pt x="445944" y="611821"/>
                </a:cubicBezTo>
                <a:cubicBezTo>
                  <a:pt x="438007" y="611821"/>
                  <a:pt x="430566" y="607853"/>
                  <a:pt x="424117" y="601900"/>
                </a:cubicBezTo>
                <a:cubicBezTo>
                  <a:pt x="418165" y="595948"/>
                  <a:pt x="414693" y="588508"/>
                  <a:pt x="415189" y="581067"/>
                </a:cubicBezTo>
                <a:cubicBezTo>
                  <a:pt x="415685" y="572635"/>
                  <a:pt x="419653" y="564698"/>
                  <a:pt x="426597" y="558746"/>
                </a:cubicBezTo>
                <a:cubicBezTo>
                  <a:pt x="432055" y="553786"/>
                  <a:pt x="438999" y="550810"/>
                  <a:pt x="445944" y="551306"/>
                </a:cubicBezTo>
                <a:close/>
                <a:moveTo>
                  <a:pt x="378476" y="550810"/>
                </a:moveTo>
                <a:cubicBezTo>
                  <a:pt x="395837" y="550810"/>
                  <a:pt x="408734" y="563707"/>
                  <a:pt x="409727" y="581068"/>
                </a:cubicBezTo>
                <a:cubicBezTo>
                  <a:pt x="409231" y="598925"/>
                  <a:pt x="396829" y="611821"/>
                  <a:pt x="379468" y="612317"/>
                </a:cubicBezTo>
                <a:cubicBezTo>
                  <a:pt x="361610" y="612813"/>
                  <a:pt x="348714" y="599917"/>
                  <a:pt x="347721" y="582556"/>
                </a:cubicBezTo>
                <a:cubicBezTo>
                  <a:pt x="346729" y="565195"/>
                  <a:pt x="361114" y="550810"/>
                  <a:pt x="378476" y="550810"/>
                </a:cubicBezTo>
                <a:close/>
                <a:moveTo>
                  <a:pt x="515866" y="550314"/>
                </a:moveTo>
                <a:cubicBezTo>
                  <a:pt x="520330" y="554778"/>
                  <a:pt x="527274" y="551306"/>
                  <a:pt x="531243" y="555770"/>
                </a:cubicBezTo>
                <a:cubicBezTo>
                  <a:pt x="535211" y="560235"/>
                  <a:pt x="540171" y="563211"/>
                  <a:pt x="542155" y="569163"/>
                </a:cubicBezTo>
                <a:cubicBezTo>
                  <a:pt x="543643" y="573131"/>
                  <a:pt x="546123" y="578091"/>
                  <a:pt x="545627" y="581564"/>
                </a:cubicBezTo>
                <a:cubicBezTo>
                  <a:pt x="543643" y="590492"/>
                  <a:pt x="540667" y="598429"/>
                  <a:pt x="533227" y="604877"/>
                </a:cubicBezTo>
                <a:cubicBezTo>
                  <a:pt x="527274" y="610333"/>
                  <a:pt x="519834" y="608845"/>
                  <a:pt x="515370" y="611821"/>
                </a:cubicBezTo>
                <a:cubicBezTo>
                  <a:pt x="506441" y="609837"/>
                  <a:pt x="498505" y="607357"/>
                  <a:pt x="492056" y="600413"/>
                </a:cubicBezTo>
                <a:cubicBezTo>
                  <a:pt x="486600" y="594460"/>
                  <a:pt x="487592" y="587020"/>
                  <a:pt x="484120" y="581068"/>
                </a:cubicBezTo>
                <a:cubicBezTo>
                  <a:pt x="487096" y="572635"/>
                  <a:pt x="488584" y="564203"/>
                  <a:pt x="496521" y="557754"/>
                </a:cubicBezTo>
                <a:cubicBezTo>
                  <a:pt x="502473" y="552794"/>
                  <a:pt x="509913" y="553786"/>
                  <a:pt x="515866" y="550314"/>
                </a:cubicBezTo>
                <a:close/>
                <a:moveTo>
                  <a:pt x="312993" y="550314"/>
                </a:moveTo>
                <a:cubicBezTo>
                  <a:pt x="331842" y="552794"/>
                  <a:pt x="341267" y="561226"/>
                  <a:pt x="343251" y="581564"/>
                </a:cubicBezTo>
                <a:cubicBezTo>
                  <a:pt x="341267" y="601405"/>
                  <a:pt x="332338" y="611821"/>
                  <a:pt x="312497" y="611821"/>
                </a:cubicBezTo>
                <a:cubicBezTo>
                  <a:pt x="292656" y="612317"/>
                  <a:pt x="282240" y="599917"/>
                  <a:pt x="281744" y="580572"/>
                </a:cubicBezTo>
                <a:cubicBezTo>
                  <a:pt x="281248" y="572139"/>
                  <a:pt x="284720" y="564203"/>
                  <a:pt x="291168" y="558250"/>
                </a:cubicBezTo>
                <a:cubicBezTo>
                  <a:pt x="297121" y="552794"/>
                  <a:pt x="304561" y="549322"/>
                  <a:pt x="312993" y="550314"/>
                </a:cubicBezTo>
                <a:close/>
                <a:moveTo>
                  <a:pt x="176596" y="550314"/>
                </a:moveTo>
                <a:cubicBezTo>
                  <a:pt x="192965" y="548330"/>
                  <a:pt x="207845" y="566683"/>
                  <a:pt x="208341" y="580572"/>
                </a:cubicBezTo>
                <a:cubicBezTo>
                  <a:pt x="208837" y="596445"/>
                  <a:pt x="192469" y="612814"/>
                  <a:pt x="176596" y="612318"/>
                </a:cubicBezTo>
                <a:cubicBezTo>
                  <a:pt x="161715" y="612318"/>
                  <a:pt x="145346" y="596445"/>
                  <a:pt x="145346" y="581068"/>
                </a:cubicBezTo>
                <a:cubicBezTo>
                  <a:pt x="145346" y="566187"/>
                  <a:pt x="161715" y="548826"/>
                  <a:pt x="176596" y="550314"/>
                </a:cubicBezTo>
                <a:close/>
                <a:moveTo>
                  <a:pt x="110130" y="550314"/>
                </a:moveTo>
                <a:cubicBezTo>
                  <a:pt x="125010" y="550314"/>
                  <a:pt x="142866" y="566187"/>
                  <a:pt x="140882" y="581564"/>
                </a:cubicBezTo>
                <a:cubicBezTo>
                  <a:pt x="142866" y="596941"/>
                  <a:pt x="125010" y="612813"/>
                  <a:pt x="110130" y="612813"/>
                </a:cubicBezTo>
                <a:cubicBezTo>
                  <a:pt x="94257" y="612813"/>
                  <a:pt x="77888" y="596444"/>
                  <a:pt x="78384" y="581068"/>
                </a:cubicBezTo>
                <a:cubicBezTo>
                  <a:pt x="78880" y="567179"/>
                  <a:pt x="93761" y="550314"/>
                  <a:pt x="110130" y="550314"/>
                </a:cubicBezTo>
                <a:close/>
                <a:moveTo>
                  <a:pt x="44642" y="550314"/>
                </a:moveTo>
                <a:cubicBezTo>
                  <a:pt x="58035" y="549818"/>
                  <a:pt x="76388" y="565194"/>
                  <a:pt x="74404" y="582555"/>
                </a:cubicBezTo>
                <a:cubicBezTo>
                  <a:pt x="75892" y="595948"/>
                  <a:pt x="59523" y="613309"/>
                  <a:pt x="42658" y="612813"/>
                </a:cubicBezTo>
                <a:cubicBezTo>
                  <a:pt x="28273" y="612317"/>
                  <a:pt x="10912" y="596940"/>
                  <a:pt x="12401" y="581067"/>
                </a:cubicBezTo>
                <a:cubicBezTo>
                  <a:pt x="12897" y="572635"/>
                  <a:pt x="15873" y="565690"/>
                  <a:pt x="21329" y="559738"/>
                </a:cubicBezTo>
                <a:cubicBezTo>
                  <a:pt x="27777" y="553290"/>
                  <a:pt x="35218" y="550810"/>
                  <a:pt x="44642" y="550314"/>
                </a:cubicBezTo>
                <a:close/>
                <a:moveTo>
                  <a:pt x="244542" y="549818"/>
                </a:moveTo>
                <a:cubicBezTo>
                  <a:pt x="258927" y="550314"/>
                  <a:pt x="275296" y="565691"/>
                  <a:pt x="274800" y="582060"/>
                </a:cubicBezTo>
                <a:cubicBezTo>
                  <a:pt x="274304" y="595949"/>
                  <a:pt x="259423" y="614302"/>
                  <a:pt x="243054" y="612318"/>
                </a:cubicBezTo>
                <a:cubicBezTo>
                  <a:pt x="228670" y="614302"/>
                  <a:pt x="211805" y="596941"/>
                  <a:pt x="212301" y="581068"/>
                </a:cubicBezTo>
                <a:cubicBezTo>
                  <a:pt x="212301" y="566683"/>
                  <a:pt x="227678" y="549322"/>
                  <a:pt x="244542" y="549818"/>
                </a:cubicBezTo>
                <a:close/>
                <a:moveTo>
                  <a:pt x="2331323" y="512617"/>
                </a:moveTo>
                <a:cubicBezTo>
                  <a:pt x="2331819" y="512120"/>
                  <a:pt x="2333307" y="513609"/>
                  <a:pt x="2334795" y="514601"/>
                </a:cubicBezTo>
                <a:cubicBezTo>
                  <a:pt x="2333307" y="516089"/>
                  <a:pt x="2332315" y="517081"/>
                  <a:pt x="2331323" y="517081"/>
                </a:cubicBezTo>
                <a:cubicBezTo>
                  <a:pt x="2330827" y="517081"/>
                  <a:pt x="2329835" y="516089"/>
                  <a:pt x="2328843" y="515593"/>
                </a:cubicBezTo>
                <a:cubicBezTo>
                  <a:pt x="2329835" y="514601"/>
                  <a:pt x="2330331" y="513609"/>
                  <a:pt x="2331323" y="512617"/>
                </a:cubicBezTo>
                <a:close/>
                <a:moveTo>
                  <a:pt x="2264855" y="508152"/>
                </a:moveTo>
                <a:cubicBezTo>
                  <a:pt x="2267335" y="508152"/>
                  <a:pt x="2269815" y="511624"/>
                  <a:pt x="2273287" y="514600"/>
                </a:cubicBezTo>
                <a:cubicBezTo>
                  <a:pt x="2270311" y="517577"/>
                  <a:pt x="2267831" y="520057"/>
                  <a:pt x="2265351" y="522041"/>
                </a:cubicBezTo>
                <a:cubicBezTo>
                  <a:pt x="2263863" y="523033"/>
                  <a:pt x="2256918" y="516584"/>
                  <a:pt x="2257911" y="514600"/>
                </a:cubicBezTo>
                <a:cubicBezTo>
                  <a:pt x="2259895" y="512120"/>
                  <a:pt x="2262375" y="508152"/>
                  <a:pt x="2264855" y="508152"/>
                </a:cubicBezTo>
                <a:close/>
                <a:moveTo>
                  <a:pt x="2197395" y="505176"/>
                </a:moveTo>
                <a:cubicBezTo>
                  <a:pt x="2199876" y="504680"/>
                  <a:pt x="2207316" y="511128"/>
                  <a:pt x="2207812" y="513609"/>
                </a:cubicBezTo>
                <a:cubicBezTo>
                  <a:pt x="2208308" y="516585"/>
                  <a:pt x="2201860" y="524025"/>
                  <a:pt x="2198388" y="524025"/>
                </a:cubicBezTo>
                <a:cubicBezTo>
                  <a:pt x="2195907" y="524521"/>
                  <a:pt x="2188467" y="518073"/>
                  <a:pt x="2188467" y="515097"/>
                </a:cubicBezTo>
                <a:cubicBezTo>
                  <a:pt x="2188467" y="512616"/>
                  <a:pt x="2194419" y="505672"/>
                  <a:pt x="2197395" y="505176"/>
                </a:cubicBezTo>
                <a:close/>
                <a:moveTo>
                  <a:pt x="2128944" y="502696"/>
                </a:moveTo>
                <a:cubicBezTo>
                  <a:pt x="2132912" y="502696"/>
                  <a:pt x="2140848" y="511128"/>
                  <a:pt x="2140848" y="514601"/>
                </a:cubicBezTo>
                <a:cubicBezTo>
                  <a:pt x="2140848" y="518569"/>
                  <a:pt x="2132912" y="526505"/>
                  <a:pt x="2128944" y="526505"/>
                </a:cubicBezTo>
                <a:cubicBezTo>
                  <a:pt x="2124975" y="526505"/>
                  <a:pt x="2117039" y="518569"/>
                  <a:pt x="2117039" y="514601"/>
                </a:cubicBezTo>
                <a:cubicBezTo>
                  <a:pt x="2117039" y="510632"/>
                  <a:pt x="2124975" y="502696"/>
                  <a:pt x="2128944" y="502696"/>
                </a:cubicBezTo>
                <a:close/>
                <a:moveTo>
                  <a:pt x="2061981" y="502696"/>
                </a:moveTo>
                <a:cubicBezTo>
                  <a:pt x="2070909" y="502696"/>
                  <a:pt x="2074381" y="505672"/>
                  <a:pt x="2074381" y="514105"/>
                </a:cubicBezTo>
                <a:cubicBezTo>
                  <a:pt x="2074381" y="523033"/>
                  <a:pt x="2071405" y="526505"/>
                  <a:pt x="2063469" y="526505"/>
                </a:cubicBezTo>
                <a:cubicBezTo>
                  <a:pt x="2054044" y="526505"/>
                  <a:pt x="2050572" y="523529"/>
                  <a:pt x="2050572" y="514601"/>
                </a:cubicBezTo>
                <a:cubicBezTo>
                  <a:pt x="2050572" y="506168"/>
                  <a:pt x="2053548" y="503192"/>
                  <a:pt x="2061981" y="502696"/>
                </a:cubicBezTo>
                <a:close/>
                <a:moveTo>
                  <a:pt x="1929542" y="500712"/>
                </a:moveTo>
                <a:cubicBezTo>
                  <a:pt x="1937974" y="500712"/>
                  <a:pt x="1943926" y="506664"/>
                  <a:pt x="1943430" y="515097"/>
                </a:cubicBezTo>
                <a:cubicBezTo>
                  <a:pt x="1943430" y="523529"/>
                  <a:pt x="1937478" y="528985"/>
                  <a:pt x="1929046" y="528985"/>
                </a:cubicBezTo>
                <a:cubicBezTo>
                  <a:pt x="1920613" y="528985"/>
                  <a:pt x="1914661" y="523033"/>
                  <a:pt x="1915157" y="514601"/>
                </a:cubicBezTo>
                <a:cubicBezTo>
                  <a:pt x="1915157" y="506168"/>
                  <a:pt x="1921109" y="500216"/>
                  <a:pt x="1929542" y="500712"/>
                </a:cubicBezTo>
                <a:close/>
                <a:moveTo>
                  <a:pt x="1996009" y="500711"/>
                </a:moveTo>
                <a:cubicBezTo>
                  <a:pt x="2003449" y="500711"/>
                  <a:pt x="2009898" y="507655"/>
                  <a:pt x="2009898" y="515096"/>
                </a:cubicBezTo>
                <a:cubicBezTo>
                  <a:pt x="2009898" y="522536"/>
                  <a:pt x="2002953" y="529481"/>
                  <a:pt x="1995513" y="528985"/>
                </a:cubicBezTo>
                <a:cubicBezTo>
                  <a:pt x="1988072" y="528985"/>
                  <a:pt x="1981128" y="522040"/>
                  <a:pt x="1981624" y="514600"/>
                </a:cubicBezTo>
                <a:cubicBezTo>
                  <a:pt x="1981624" y="507159"/>
                  <a:pt x="1988568" y="500215"/>
                  <a:pt x="1996009" y="500711"/>
                </a:cubicBezTo>
                <a:close/>
                <a:moveTo>
                  <a:pt x="1859602" y="498231"/>
                </a:moveTo>
                <a:cubicBezTo>
                  <a:pt x="1866546" y="497735"/>
                  <a:pt x="1876467" y="505671"/>
                  <a:pt x="1876467" y="514600"/>
                </a:cubicBezTo>
                <a:cubicBezTo>
                  <a:pt x="1876467" y="523528"/>
                  <a:pt x="1866050" y="531465"/>
                  <a:pt x="1859602" y="531465"/>
                </a:cubicBezTo>
                <a:cubicBezTo>
                  <a:pt x="1851169" y="530969"/>
                  <a:pt x="1842737" y="522040"/>
                  <a:pt x="1843233" y="514104"/>
                </a:cubicBezTo>
                <a:cubicBezTo>
                  <a:pt x="1843729" y="506167"/>
                  <a:pt x="1851665" y="498231"/>
                  <a:pt x="1859602" y="498231"/>
                </a:cubicBezTo>
                <a:close/>
                <a:moveTo>
                  <a:pt x="1793134" y="498231"/>
                </a:moveTo>
                <a:cubicBezTo>
                  <a:pt x="1804542" y="498231"/>
                  <a:pt x="1809999" y="503687"/>
                  <a:pt x="1809999" y="515096"/>
                </a:cubicBezTo>
                <a:cubicBezTo>
                  <a:pt x="1809999" y="526505"/>
                  <a:pt x="1804542" y="531961"/>
                  <a:pt x="1793134" y="531961"/>
                </a:cubicBezTo>
                <a:cubicBezTo>
                  <a:pt x="1781725" y="531961"/>
                  <a:pt x="1776269" y="526505"/>
                  <a:pt x="1776269" y="515096"/>
                </a:cubicBezTo>
                <a:cubicBezTo>
                  <a:pt x="1776765" y="503687"/>
                  <a:pt x="1782221" y="498231"/>
                  <a:pt x="1793134" y="498231"/>
                </a:cubicBezTo>
                <a:close/>
                <a:moveTo>
                  <a:pt x="2013" y="498231"/>
                </a:moveTo>
                <a:cubicBezTo>
                  <a:pt x="3005" y="499719"/>
                  <a:pt x="3997" y="501207"/>
                  <a:pt x="4493" y="503191"/>
                </a:cubicBezTo>
                <a:cubicBezTo>
                  <a:pt x="4989" y="507159"/>
                  <a:pt x="4989" y="511128"/>
                  <a:pt x="4989" y="514600"/>
                </a:cubicBezTo>
                <a:cubicBezTo>
                  <a:pt x="4989" y="518072"/>
                  <a:pt x="5485" y="521544"/>
                  <a:pt x="4989" y="525016"/>
                </a:cubicBezTo>
                <a:cubicBezTo>
                  <a:pt x="4493" y="527001"/>
                  <a:pt x="2509" y="528985"/>
                  <a:pt x="1021" y="530969"/>
                </a:cubicBezTo>
                <a:cubicBezTo>
                  <a:pt x="525" y="528985"/>
                  <a:pt x="525" y="527497"/>
                  <a:pt x="525" y="525512"/>
                </a:cubicBezTo>
                <a:cubicBezTo>
                  <a:pt x="525" y="518072"/>
                  <a:pt x="525" y="510632"/>
                  <a:pt x="525" y="503191"/>
                </a:cubicBezTo>
                <a:cubicBezTo>
                  <a:pt x="525" y="501703"/>
                  <a:pt x="1517" y="500215"/>
                  <a:pt x="2013" y="498231"/>
                </a:cubicBezTo>
                <a:close/>
                <a:moveTo>
                  <a:pt x="1727162" y="496247"/>
                </a:moveTo>
                <a:cubicBezTo>
                  <a:pt x="1732122" y="497735"/>
                  <a:pt x="1738571" y="498727"/>
                  <a:pt x="1741547" y="504184"/>
                </a:cubicBezTo>
                <a:cubicBezTo>
                  <a:pt x="1743035" y="507656"/>
                  <a:pt x="1744523" y="511624"/>
                  <a:pt x="1746011" y="515096"/>
                </a:cubicBezTo>
                <a:cubicBezTo>
                  <a:pt x="1742539" y="520056"/>
                  <a:pt x="1743035" y="526505"/>
                  <a:pt x="1737083" y="529481"/>
                </a:cubicBezTo>
                <a:cubicBezTo>
                  <a:pt x="1733610" y="531465"/>
                  <a:pt x="1729146" y="534441"/>
                  <a:pt x="1726170" y="533449"/>
                </a:cubicBezTo>
                <a:cubicBezTo>
                  <a:pt x="1721210" y="531961"/>
                  <a:pt x="1714761" y="530473"/>
                  <a:pt x="1712281" y="525017"/>
                </a:cubicBezTo>
                <a:cubicBezTo>
                  <a:pt x="1710297" y="521545"/>
                  <a:pt x="1707321" y="517080"/>
                  <a:pt x="1708313" y="514104"/>
                </a:cubicBezTo>
                <a:cubicBezTo>
                  <a:pt x="1709801" y="509144"/>
                  <a:pt x="1711785" y="503192"/>
                  <a:pt x="1717242" y="500215"/>
                </a:cubicBezTo>
                <a:cubicBezTo>
                  <a:pt x="1720218" y="498231"/>
                  <a:pt x="1724186" y="495751"/>
                  <a:pt x="1727162" y="496247"/>
                </a:cubicBezTo>
                <a:close/>
                <a:moveTo>
                  <a:pt x="1658214" y="495751"/>
                </a:moveTo>
                <a:cubicBezTo>
                  <a:pt x="1668631" y="495751"/>
                  <a:pt x="1676567" y="503688"/>
                  <a:pt x="1676567" y="514600"/>
                </a:cubicBezTo>
                <a:cubicBezTo>
                  <a:pt x="1676567" y="526009"/>
                  <a:pt x="1668631" y="533945"/>
                  <a:pt x="1657222" y="533945"/>
                </a:cubicBezTo>
                <a:cubicBezTo>
                  <a:pt x="1645813" y="533945"/>
                  <a:pt x="1638373" y="526009"/>
                  <a:pt x="1638373" y="514104"/>
                </a:cubicBezTo>
                <a:cubicBezTo>
                  <a:pt x="1638373" y="502696"/>
                  <a:pt x="1646309" y="495255"/>
                  <a:pt x="1658214" y="495751"/>
                </a:cubicBezTo>
                <a:close/>
                <a:moveTo>
                  <a:pt x="1590755" y="495751"/>
                </a:moveTo>
                <a:cubicBezTo>
                  <a:pt x="1596212" y="495751"/>
                  <a:pt x="1600180" y="497239"/>
                  <a:pt x="1604148" y="500711"/>
                </a:cubicBezTo>
                <a:cubicBezTo>
                  <a:pt x="1609604" y="505176"/>
                  <a:pt x="1610596" y="509640"/>
                  <a:pt x="1609604" y="516088"/>
                </a:cubicBezTo>
                <a:cubicBezTo>
                  <a:pt x="1611588" y="521544"/>
                  <a:pt x="1607620" y="525017"/>
                  <a:pt x="1604644" y="528985"/>
                </a:cubicBezTo>
                <a:cubicBezTo>
                  <a:pt x="1600676" y="534441"/>
                  <a:pt x="1595220" y="533449"/>
                  <a:pt x="1589763" y="534441"/>
                </a:cubicBezTo>
                <a:cubicBezTo>
                  <a:pt x="1583811" y="534937"/>
                  <a:pt x="1580835" y="531961"/>
                  <a:pt x="1576371" y="528985"/>
                </a:cubicBezTo>
                <a:cubicBezTo>
                  <a:pt x="1570914" y="524521"/>
                  <a:pt x="1571906" y="519560"/>
                  <a:pt x="1571410" y="514104"/>
                </a:cubicBezTo>
                <a:cubicBezTo>
                  <a:pt x="1570914" y="508152"/>
                  <a:pt x="1573890" y="504679"/>
                  <a:pt x="1577363" y="500711"/>
                </a:cubicBezTo>
                <a:cubicBezTo>
                  <a:pt x="1581331" y="496247"/>
                  <a:pt x="1585795" y="496247"/>
                  <a:pt x="1590755" y="495751"/>
                </a:cubicBezTo>
                <a:close/>
                <a:moveTo>
                  <a:pt x="1523295" y="493767"/>
                </a:moveTo>
                <a:cubicBezTo>
                  <a:pt x="1534208" y="492279"/>
                  <a:pt x="1545121" y="502696"/>
                  <a:pt x="1545617" y="514104"/>
                </a:cubicBezTo>
                <a:cubicBezTo>
                  <a:pt x="1546113" y="525513"/>
                  <a:pt x="1536192" y="535930"/>
                  <a:pt x="1523792" y="536426"/>
                </a:cubicBezTo>
                <a:cubicBezTo>
                  <a:pt x="1519823" y="534938"/>
                  <a:pt x="1514863" y="534938"/>
                  <a:pt x="1510399" y="530969"/>
                </a:cubicBezTo>
                <a:cubicBezTo>
                  <a:pt x="1505438" y="526505"/>
                  <a:pt x="1503950" y="521049"/>
                  <a:pt x="1502958" y="515096"/>
                </a:cubicBezTo>
                <a:cubicBezTo>
                  <a:pt x="1502462" y="513608"/>
                  <a:pt x="1506926" y="502696"/>
                  <a:pt x="1507919" y="501704"/>
                </a:cubicBezTo>
                <a:cubicBezTo>
                  <a:pt x="1511887" y="496247"/>
                  <a:pt x="1517839" y="494263"/>
                  <a:pt x="1523295" y="493767"/>
                </a:cubicBezTo>
                <a:close/>
                <a:moveTo>
                  <a:pt x="1456828" y="493271"/>
                </a:moveTo>
                <a:cubicBezTo>
                  <a:pt x="1468733" y="492775"/>
                  <a:pt x="1479149" y="502695"/>
                  <a:pt x="1479149" y="514104"/>
                </a:cubicBezTo>
                <a:cubicBezTo>
                  <a:pt x="1479149" y="526009"/>
                  <a:pt x="1469725" y="535929"/>
                  <a:pt x="1458316" y="536425"/>
                </a:cubicBezTo>
                <a:cubicBezTo>
                  <a:pt x="1446412" y="536425"/>
                  <a:pt x="1436491" y="527001"/>
                  <a:pt x="1436491" y="515096"/>
                </a:cubicBezTo>
                <a:cubicBezTo>
                  <a:pt x="1436491" y="504183"/>
                  <a:pt x="1445915" y="493767"/>
                  <a:pt x="1456828" y="493271"/>
                </a:cubicBezTo>
                <a:close/>
                <a:moveTo>
                  <a:pt x="1386888" y="493271"/>
                </a:moveTo>
                <a:cubicBezTo>
                  <a:pt x="1402761" y="493271"/>
                  <a:pt x="1409705" y="499719"/>
                  <a:pt x="1409705" y="514104"/>
                </a:cubicBezTo>
                <a:cubicBezTo>
                  <a:pt x="1409705" y="528985"/>
                  <a:pt x="1403257" y="535929"/>
                  <a:pt x="1388376" y="535929"/>
                </a:cubicBezTo>
                <a:cubicBezTo>
                  <a:pt x="1373495" y="535929"/>
                  <a:pt x="1366551" y="528985"/>
                  <a:pt x="1366551" y="514600"/>
                </a:cubicBezTo>
                <a:cubicBezTo>
                  <a:pt x="1366551" y="500215"/>
                  <a:pt x="1373495" y="493271"/>
                  <a:pt x="1386888" y="493271"/>
                </a:cubicBezTo>
                <a:close/>
                <a:moveTo>
                  <a:pt x="1322900" y="490791"/>
                </a:moveTo>
                <a:cubicBezTo>
                  <a:pt x="1334309" y="491783"/>
                  <a:pt x="1346213" y="504184"/>
                  <a:pt x="1345717" y="515096"/>
                </a:cubicBezTo>
                <a:cubicBezTo>
                  <a:pt x="1345222" y="527001"/>
                  <a:pt x="1331829" y="539402"/>
                  <a:pt x="1320916" y="538410"/>
                </a:cubicBezTo>
                <a:cubicBezTo>
                  <a:pt x="1309508" y="537417"/>
                  <a:pt x="1297603" y="525017"/>
                  <a:pt x="1298099" y="514104"/>
                </a:cubicBezTo>
                <a:cubicBezTo>
                  <a:pt x="1298595" y="502200"/>
                  <a:pt x="1311988" y="490295"/>
                  <a:pt x="1322900" y="490791"/>
                </a:cubicBezTo>
                <a:close/>
                <a:moveTo>
                  <a:pt x="1253953" y="490791"/>
                </a:moveTo>
                <a:cubicBezTo>
                  <a:pt x="1267842" y="490295"/>
                  <a:pt x="1278258" y="500712"/>
                  <a:pt x="1278754" y="514104"/>
                </a:cubicBezTo>
                <a:cubicBezTo>
                  <a:pt x="1278754" y="527993"/>
                  <a:pt x="1267842" y="538410"/>
                  <a:pt x="1254945" y="538410"/>
                </a:cubicBezTo>
                <a:cubicBezTo>
                  <a:pt x="1242048" y="538410"/>
                  <a:pt x="1231136" y="527993"/>
                  <a:pt x="1231136" y="515592"/>
                </a:cubicBezTo>
                <a:cubicBezTo>
                  <a:pt x="1230640" y="502200"/>
                  <a:pt x="1240064" y="491287"/>
                  <a:pt x="1253953" y="490791"/>
                </a:cubicBezTo>
                <a:close/>
                <a:moveTo>
                  <a:pt x="1186493" y="490791"/>
                </a:moveTo>
                <a:cubicBezTo>
                  <a:pt x="1201374" y="490791"/>
                  <a:pt x="1209807" y="500216"/>
                  <a:pt x="1209807" y="515096"/>
                </a:cubicBezTo>
                <a:cubicBezTo>
                  <a:pt x="1209807" y="521545"/>
                  <a:pt x="1207822" y="527001"/>
                  <a:pt x="1203358" y="531465"/>
                </a:cubicBezTo>
                <a:cubicBezTo>
                  <a:pt x="1198398" y="536921"/>
                  <a:pt x="1191950" y="538410"/>
                  <a:pt x="1185005" y="538410"/>
                </a:cubicBezTo>
                <a:cubicBezTo>
                  <a:pt x="1171116" y="537914"/>
                  <a:pt x="1162188" y="528985"/>
                  <a:pt x="1162188" y="514600"/>
                </a:cubicBezTo>
                <a:cubicBezTo>
                  <a:pt x="1162188" y="499719"/>
                  <a:pt x="1171612" y="490791"/>
                  <a:pt x="1186493" y="490791"/>
                </a:cubicBezTo>
                <a:close/>
                <a:moveTo>
                  <a:pt x="913186" y="489303"/>
                </a:moveTo>
                <a:cubicBezTo>
                  <a:pt x="915666" y="489799"/>
                  <a:pt x="918643" y="489799"/>
                  <a:pt x="921619" y="489303"/>
                </a:cubicBezTo>
                <a:cubicBezTo>
                  <a:pt x="929555" y="488311"/>
                  <a:pt x="934515" y="493271"/>
                  <a:pt x="938980" y="498231"/>
                </a:cubicBezTo>
                <a:cubicBezTo>
                  <a:pt x="942452" y="502199"/>
                  <a:pt x="944932" y="508152"/>
                  <a:pt x="943444" y="514104"/>
                </a:cubicBezTo>
                <a:cubicBezTo>
                  <a:pt x="945428" y="527993"/>
                  <a:pt x="937492" y="533945"/>
                  <a:pt x="928563" y="540393"/>
                </a:cubicBezTo>
                <a:cubicBezTo>
                  <a:pt x="927571" y="541385"/>
                  <a:pt x="925587" y="541385"/>
                  <a:pt x="924099" y="541385"/>
                </a:cubicBezTo>
                <a:cubicBezTo>
                  <a:pt x="920627" y="541385"/>
                  <a:pt x="917154" y="540889"/>
                  <a:pt x="913682" y="541385"/>
                </a:cubicBezTo>
                <a:cubicBezTo>
                  <a:pt x="906738" y="542378"/>
                  <a:pt x="901778" y="538409"/>
                  <a:pt x="897809" y="534441"/>
                </a:cubicBezTo>
                <a:cubicBezTo>
                  <a:pt x="893841" y="530473"/>
                  <a:pt x="889377" y="525513"/>
                  <a:pt x="890865" y="518568"/>
                </a:cubicBezTo>
                <a:cubicBezTo>
                  <a:pt x="891361" y="516088"/>
                  <a:pt x="891361" y="513608"/>
                  <a:pt x="890865" y="511624"/>
                </a:cubicBezTo>
                <a:cubicBezTo>
                  <a:pt x="889377" y="504679"/>
                  <a:pt x="894337" y="499719"/>
                  <a:pt x="898306" y="495751"/>
                </a:cubicBezTo>
                <a:cubicBezTo>
                  <a:pt x="901778" y="492279"/>
                  <a:pt x="906242" y="487319"/>
                  <a:pt x="913186" y="489303"/>
                </a:cubicBezTo>
                <a:close/>
                <a:moveTo>
                  <a:pt x="1053062" y="488807"/>
                </a:moveTo>
                <a:cubicBezTo>
                  <a:pt x="1066951" y="488311"/>
                  <a:pt x="1079848" y="501208"/>
                  <a:pt x="1079352" y="515592"/>
                </a:cubicBezTo>
                <a:cubicBezTo>
                  <a:pt x="1078360" y="529977"/>
                  <a:pt x="1066455" y="540394"/>
                  <a:pt x="1053062" y="540890"/>
                </a:cubicBezTo>
                <a:cubicBezTo>
                  <a:pt x="1039179" y="540890"/>
                  <a:pt x="1026282" y="528489"/>
                  <a:pt x="1026778" y="514104"/>
                </a:cubicBezTo>
                <a:cubicBezTo>
                  <a:pt x="1027770" y="499223"/>
                  <a:pt x="1039179" y="488807"/>
                  <a:pt x="1053062" y="488807"/>
                </a:cubicBezTo>
                <a:close/>
                <a:moveTo>
                  <a:pt x="987628" y="488807"/>
                </a:moveTo>
                <a:cubicBezTo>
                  <a:pt x="994572" y="487815"/>
                  <a:pt x="999532" y="491783"/>
                  <a:pt x="1004987" y="496743"/>
                </a:cubicBezTo>
                <a:cubicBezTo>
                  <a:pt x="1010940" y="502200"/>
                  <a:pt x="1012924" y="508648"/>
                  <a:pt x="1012428" y="516088"/>
                </a:cubicBezTo>
                <a:cubicBezTo>
                  <a:pt x="1011932" y="530473"/>
                  <a:pt x="1000524" y="540890"/>
                  <a:pt x="985643" y="541386"/>
                </a:cubicBezTo>
                <a:cubicBezTo>
                  <a:pt x="978203" y="541386"/>
                  <a:pt x="972747" y="538410"/>
                  <a:pt x="967290" y="533449"/>
                </a:cubicBezTo>
                <a:cubicBezTo>
                  <a:pt x="961339" y="527993"/>
                  <a:pt x="959355" y="521545"/>
                  <a:pt x="959851" y="514104"/>
                </a:cubicBezTo>
                <a:cubicBezTo>
                  <a:pt x="960347" y="499224"/>
                  <a:pt x="971755" y="488807"/>
                  <a:pt x="987628" y="488807"/>
                </a:cubicBezTo>
                <a:close/>
                <a:moveTo>
                  <a:pt x="1120025" y="488311"/>
                </a:moveTo>
                <a:cubicBezTo>
                  <a:pt x="1126970" y="489303"/>
                  <a:pt x="1132922" y="492775"/>
                  <a:pt x="1138378" y="496743"/>
                </a:cubicBezTo>
                <a:cubicBezTo>
                  <a:pt x="1141355" y="498728"/>
                  <a:pt x="1145819" y="512120"/>
                  <a:pt x="1145819" y="515096"/>
                </a:cubicBezTo>
                <a:cubicBezTo>
                  <a:pt x="1145819" y="522041"/>
                  <a:pt x="1141851" y="528489"/>
                  <a:pt x="1137386" y="532953"/>
                </a:cubicBezTo>
                <a:cubicBezTo>
                  <a:pt x="1132922" y="537418"/>
                  <a:pt x="1126474" y="540890"/>
                  <a:pt x="1119529" y="540890"/>
                </a:cubicBezTo>
                <a:cubicBezTo>
                  <a:pt x="1112089" y="540890"/>
                  <a:pt x="1106137" y="536426"/>
                  <a:pt x="1100680" y="532457"/>
                </a:cubicBezTo>
                <a:cubicBezTo>
                  <a:pt x="1097704" y="530473"/>
                  <a:pt x="1093240" y="517081"/>
                  <a:pt x="1093240" y="514104"/>
                </a:cubicBezTo>
                <a:cubicBezTo>
                  <a:pt x="1093240" y="507160"/>
                  <a:pt x="1097208" y="500712"/>
                  <a:pt x="1101673" y="496247"/>
                </a:cubicBezTo>
                <a:cubicBezTo>
                  <a:pt x="1106137" y="492279"/>
                  <a:pt x="1112585" y="488807"/>
                  <a:pt x="1120025" y="488311"/>
                </a:cubicBezTo>
                <a:close/>
                <a:moveTo>
                  <a:pt x="782266" y="486327"/>
                </a:moveTo>
                <a:cubicBezTo>
                  <a:pt x="797643" y="485335"/>
                  <a:pt x="812028" y="500216"/>
                  <a:pt x="812028" y="514601"/>
                </a:cubicBezTo>
                <a:cubicBezTo>
                  <a:pt x="812524" y="529481"/>
                  <a:pt x="798138" y="543370"/>
                  <a:pt x="784251" y="543370"/>
                </a:cubicBezTo>
                <a:cubicBezTo>
                  <a:pt x="769370" y="543866"/>
                  <a:pt x="755975" y="530473"/>
                  <a:pt x="754983" y="515593"/>
                </a:cubicBezTo>
                <a:cubicBezTo>
                  <a:pt x="754487" y="500712"/>
                  <a:pt x="767880" y="487319"/>
                  <a:pt x="782266" y="486327"/>
                </a:cubicBezTo>
                <a:close/>
                <a:moveTo>
                  <a:pt x="648321" y="486327"/>
                </a:moveTo>
                <a:cubicBezTo>
                  <a:pt x="656256" y="485335"/>
                  <a:pt x="662704" y="487815"/>
                  <a:pt x="669153" y="493767"/>
                </a:cubicBezTo>
                <a:cubicBezTo>
                  <a:pt x="675601" y="500215"/>
                  <a:pt x="677089" y="507160"/>
                  <a:pt x="677089" y="515592"/>
                </a:cubicBezTo>
                <a:cubicBezTo>
                  <a:pt x="677089" y="524025"/>
                  <a:pt x="675105" y="529977"/>
                  <a:pt x="669153" y="535929"/>
                </a:cubicBezTo>
                <a:cubicBezTo>
                  <a:pt x="662704" y="542378"/>
                  <a:pt x="655760" y="543370"/>
                  <a:pt x="647328" y="543370"/>
                </a:cubicBezTo>
                <a:cubicBezTo>
                  <a:pt x="639392" y="543370"/>
                  <a:pt x="633440" y="541386"/>
                  <a:pt x="627983" y="535929"/>
                </a:cubicBezTo>
                <a:cubicBezTo>
                  <a:pt x="621535" y="529481"/>
                  <a:pt x="620047" y="522537"/>
                  <a:pt x="620047" y="514104"/>
                </a:cubicBezTo>
                <a:cubicBezTo>
                  <a:pt x="620047" y="505672"/>
                  <a:pt x="622031" y="499223"/>
                  <a:pt x="627983" y="493767"/>
                </a:cubicBezTo>
                <a:cubicBezTo>
                  <a:pt x="633440" y="487815"/>
                  <a:pt x="639888" y="485335"/>
                  <a:pt x="648321" y="486327"/>
                </a:cubicBezTo>
                <a:close/>
                <a:moveTo>
                  <a:pt x="851678" y="486326"/>
                </a:moveTo>
                <a:cubicBezTo>
                  <a:pt x="859118" y="487318"/>
                  <a:pt x="867054" y="489798"/>
                  <a:pt x="872511" y="496743"/>
                </a:cubicBezTo>
                <a:cubicBezTo>
                  <a:pt x="874991" y="500215"/>
                  <a:pt x="880447" y="511624"/>
                  <a:pt x="879455" y="515096"/>
                </a:cubicBezTo>
                <a:cubicBezTo>
                  <a:pt x="877471" y="522536"/>
                  <a:pt x="875487" y="530473"/>
                  <a:pt x="869039" y="535929"/>
                </a:cubicBezTo>
                <a:cubicBezTo>
                  <a:pt x="863087" y="540393"/>
                  <a:pt x="856143" y="541385"/>
                  <a:pt x="850189" y="543865"/>
                </a:cubicBezTo>
                <a:cubicBezTo>
                  <a:pt x="843245" y="540889"/>
                  <a:pt x="835805" y="539897"/>
                  <a:pt x="830348" y="533945"/>
                </a:cubicBezTo>
                <a:cubicBezTo>
                  <a:pt x="825388" y="528489"/>
                  <a:pt x="822412" y="521544"/>
                  <a:pt x="822412" y="514600"/>
                </a:cubicBezTo>
                <a:cubicBezTo>
                  <a:pt x="822412" y="506663"/>
                  <a:pt x="825388" y="499223"/>
                  <a:pt x="832333" y="493767"/>
                </a:cubicBezTo>
                <a:cubicBezTo>
                  <a:pt x="837789" y="489302"/>
                  <a:pt x="844733" y="485830"/>
                  <a:pt x="851678" y="486326"/>
                </a:cubicBezTo>
                <a:close/>
                <a:moveTo>
                  <a:pt x="714317" y="486326"/>
                </a:moveTo>
                <a:cubicBezTo>
                  <a:pt x="729692" y="484838"/>
                  <a:pt x="743084" y="499223"/>
                  <a:pt x="743580" y="514104"/>
                </a:cubicBezTo>
                <a:cubicBezTo>
                  <a:pt x="744076" y="530473"/>
                  <a:pt x="729692" y="543865"/>
                  <a:pt x="714813" y="543865"/>
                </a:cubicBezTo>
                <a:cubicBezTo>
                  <a:pt x="699934" y="543865"/>
                  <a:pt x="685550" y="530969"/>
                  <a:pt x="685550" y="514600"/>
                </a:cubicBezTo>
                <a:cubicBezTo>
                  <a:pt x="686046" y="499719"/>
                  <a:pt x="699438" y="484838"/>
                  <a:pt x="714317" y="486326"/>
                </a:cubicBezTo>
                <a:close/>
                <a:moveTo>
                  <a:pt x="581888" y="484342"/>
                </a:moveTo>
                <a:cubicBezTo>
                  <a:pt x="590817" y="486326"/>
                  <a:pt x="598755" y="489303"/>
                  <a:pt x="605203" y="496743"/>
                </a:cubicBezTo>
                <a:cubicBezTo>
                  <a:pt x="610164" y="502199"/>
                  <a:pt x="608676" y="509144"/>
                  <a:pt x="612148" y="514600"/>
                </a:cubicBezTo>
                <a:cubicBezTo>
                  <a:pt x="609668" y="522536"/>
                  <a:pt x="608179" y="530473"/>
                  <a:pt x="601731" y="536921"/>
                </a:cubicBezTo>
                <a:cubicBezTo>
                  <a:pt x="595778" y="542377"/>
                  <a:pt x="587841" y="542377"/>
                  <a:pt x="581392" y="545850"/>
                </a:cubicBezTo>
                <a:cubicBezTo>
                  <a:pt x="572959" y="542873"/>
                  <a:pt x="564030" y="541385"/>
                  <a:pt x="558076" y="533449"/>
                </a:cubicBezTo>
                <a:cubicBezTo>
                  <a:pt x="553116" y="527497"/>
                  <a:pt x="553612" y="520056"/>
                  <a:pt x="550636" y="514104"/>
                </a:cubicBezTo>
                <a:cubicBezTo>
                  <a:pt x="555100" y="509640"/>
                  <a:pt x="551628" y="502695"/>
                  <a:pt x="556092" y="498727"/>
                </a:cubicBezTo>
                <a:cubicBezTo>
                  <a:pt x="560558" y="494759"/>
                  <a:pt x="563534" y="489799"/>
                  <a:pt x="569487" y="487815"/>
                </a:cubicBezTo>
                <a:cubicBezTo>
                  <a:pt x="573455" y="486326"/>
                  <a:pt x="578415" y="483350"/>
                  <a:pt x="581888" y="484342"/>
                </a:cubicBezTo>
                <a:close/>
                <a:moveTo>
                  <a:pt x="514409" y="483908"/>
                </a:moveTo>
                <a:cubicBezTo>
                  <a:pt x="521478" y="483846"/>
                  <a:pt x="528547" y="486078"/>
                  <a:pt x="532267" y="490791"/>
                </a:cubicBezTo>
                <a:cubicBezTo>
                  <a:pt x="533755" y="492775"/>
                  <a:pt x="536235" y="494759"/>
                  <a:pt x="538219" y="496743"/>
                </a:cubicBezTo>
                <a:cubicBezTo>
                  <a:pt x="543676" y="501703"/>
                  <a:pt x="546157" y="508152"/>
                  <a:pt x="545661" y="516584"/>
                </a:cubicBezTo>
                <a:cubicBezTo>
                  <a:pt x="544668" y="521544"/>
                  <a:pt x="544172" y="527993"/>
                  <a:pt x="538715" y="532457"/>
                </a:cubicBezTo>
                <a:cubicBezTo>
                  <a:pt x="536731" y="534441"/>
                  <a:pt x="534747" y="535929"/>
                  <a:pt x="532763" y="538409"/>
                </a:cubicBezTo>
                <a:cubicBezTo>
                  <a:pt x="525323" y="547834"/>
                  <a:pt x="503992" y="547834"/>
                  <a:pt x="496054" y="538409"/>
                </a:cubicBezTo>
                <a:cubicBezTo>
                  <a:pt x="492086" y="532953"/>
                  <a:pt x="486134" y="529481"/>
                  <a:pt x="484148" y="522040"/>
                </a:cubicBezTo>
                <a:cubicBezTo>
                  <a:pt x="482164" y="513112"/>
                  <a:pt x="483652" y="504679"/>
                  <a:pt x="490102" y="497735"/>
                </a:cubicBezTo>
                <a:cubicBezTo>
                  <a:pt x="492086" y="495255"/>
                  <a:pt x="494566" y="493271"/>
                  <a:pt x="496551" y="490791"/>
                </a:cubicBezTo>
                <a:cubicBezTo>
                  <a:pt x="500271" y="486326"/>
                  <a:pt x="507340" y="483970"/>
                  <a:pt x="514409" y="483908"/>
                </a:cubicBezTo>
                <a:close/>
                <a:moveTo>
                  <a:pt x="44649" y="483847"/>
                </a:moveTo>
                <a:cubicBezTo>
                  <a:pt x="53577" y="481862"/>
                  <a:pt x="59530" y="487319"/>
                  <a:pt x="65978" y="492775"/>
                </a:cubicBezTo>
                <a:cubicBezTo>
                  <a:pt x="72922" y="499223"/>
                  <a:pt x="74410" y="506664"/>
                  <a:pt x="74906" y="515592"/>
                </a:cubicBezTo>
                <a:cubicBezTo>
                  <a:pt x="74906" y="524521"/>
                  <a:pt x="71434" y="530969"/>
                  <a:pt x="65978" y="536921"/>
                </a:cubicBezTo>
                <a:cubicBezTo>
                  <a:pt x="59530" y="543866"/>
                  <a:pt x="52585" y="545850"/>
                  <a:pt x="43161" y="545850"/>
                </a:cubicBezTo>
                <a:cubicBezTo>
                  <a:pt x="34232" y="545850"/>
                  <a:pt x="27784" y="542874"/>
                  <a:pt x="21831" y="536921"/>
                </a:cubicBezTo>
                <a:cubicBezTo>
                  <a:pt x="14391" y="529977"/>
                  <a:pt x="12903" y="522537"/>
                  <a:pt x="12903" y="513112"/>
                </a:cubicBezTo>
                <a:cubicBezTo>
                  <a:pt x="12903" y="504184"/>
                  <a:pt x="16375" y="498231"/>
                  <a:pt x="22328" y="491783"/>
                </a:cubicBezTo>
                <a:cubicBezTo>
                  <a:pt x="28280" y="485335"/>
                  <a:pt x="35224" y="482854"/>
                  <a:pt x="44649" y="483847"/>
                </a:cubicBezTo>
                <a:close/>
                <a:moveTo>
                  <a:pt x="446457" y="483846"/>
                </a:moveTo>
                <a:cubicBezTo>
                  <a:pt x="453402" y="484342"/>
                  <a:pt x="460842" y="486326"/>
                  <a:pt x="466796" y="492278"/>
                </a:cubicBezTo>
                <a:cubicBezTo>
                  <a:pt x="473245" y="498231"/>
                  <a:pt x="476221" y="506167"/>
                  <a:pt x="476221" y="514600"/>
                </a:cubicBezTo>
                <a:cubicBezTo>
                  <a:pt x="476221" y="523032"/>
                  <a:pt x="473740" y="530969"/>
                  <a:pt x="467788" y="536921"/>
                </a:cubicBezTo>
                <a:cubicBezTo>
                  <a:pt x="461835" y="542873"/>
                  <a:pt x="454394" y="546345"/>
                  <a:pt x="446457" y="545849"/>
                </a:cubicBezTo>
                <a:cubicBezTo>
                  <a:pt x="426615" y="545353"/>
                  <a:pt x="414709" y="534937"/>
                  <a:pt x="414709" y="515096"/>
                </a:cubicBezTo>
                <a:cubicBezTo>
                  <a:pt x="415205" y="494759"/>
                  <a:pt x="426119" y="486326"/>
                  <a:pt x="446457" y="483846"/>
                </a:cubicBezTo>
                <a:close/>
                <a:moveTo>
                  <a:pt x="177594" y="483846"/>
                </a:moveTo>
                <a:cubicBezTo>
                  <a:pt x="186522" y="483846"/>
                  <a:pt x="192970" y="487318"/>
                  <a:pt x="198923" y="493271"/>
                </a:cubicBezTo>
                <a:cubicBezTo>
                  <a:pt x="205371" y="499223"/>
                  <a:pt x="208843" y="505671"/>
                  <a:pt x="207355" y="514600"/>
                </a:cubicBezTo>
                <a:cubicBezTo>
                  <a:pt x="209339" y="524024"/>
                  <a:pt x="204875" y="530473"/>
                  <a:pt x="198427" y="537417"/>
                </a:cubicBezTo>
                <a:cubicBezTo>
                  <a:pt x="191978" y="544361"/>
                  <a:pt x="185034" y="546345"/>
                  <a:pt x="175609" y="546345"/>
                </a:cubicBezTo>
                <a:cubicBezTo>
                  <a:pt x="166681" y="546345"/>
                  <a:pt x="160233" y="543369"/>
                  <a:pt x="154280" y="537417"/>
                </a:cubicBezTo>
                <a:cubicBezTo>
                  <a:pt x="147336" y="530969"/>
                  <a:pt x="145352" y="524024"/>
                  <a:pt x="145352" y="514600"/>
                </a:cubicBezTo>
                <a:cubicBezTo>
                  <a:pt x="144856" y="505175"/>
                  <a:pt x="148824" y="498727"/>
                  <a:pt x="154776" y="492278"/>
                </a:cubicBezTo>
                <a:cubicBezTo>
                  <a:pt x="161225" y="485334"/>
                  <a:pt x="168665" y="483846"/>
                  <a:pt x="177594" y="483846"/>
                </a:cubicBezTo>
                <a:close/>
                <a:moveTo>
                  <a:pt x="111632" y="483846"/>
                </a:moveTo>
                <a:cubicBezTo>
                  <a:pt x="120560" y="483846"/>
                  <a:pt x="127009" y="487318"/>
                  <a:pt x="132961" y="493271"/>
                </a:cubicBezTo>
                <a:cubicBezTo>
                  <a:pt x="138913" y="499223"/>
                  <a:pt x="142385" y="505671"/>
                  <a:pt x="140897" y="514600"/>
                </a:cubicBezTo>
                <a:cubicBezTo>
                  <a:pt x="142881" y="524024"/>
                  <a:pt x="138417" y="530473"/>
                  <a:pt x="132465" y="537417"/>
                </a:cubicBezTo>
                <a:cubicBezTo>
                  <a:pt x="126017" y="544361"/>
                  <a:pt x="119072" y="546345"/>
                  <a:pt x="109648" y="546345"/>
                </a:cubicBezTo>
                <a:cubicBezTo>
                  <a:pt x="100719" y="546345"/>
                  <a:pt x="94271" y="543369"/>
                  <a:pt x="88318" y="537417"/>
                </a:cubicBezTo>
                <a:cubicBezTo>
                  <a:pt x="81374" y="530969"/>
                  <a:pt x="79390" y="524024"/>
                  <a:pt x="79390" y="514600"/>
                </a:cubicBezTo>
                <a:cubicBezTo>
                  <a:pt x="79390" y="505175"/>
                  <a:pt x="82366" y="498727"/>
                  <a:pt x="88815" y="492278"/>
                </a:cubicBezTo>
                <a:cubicBezTo>
                  <a:pt x="95263" y="485334"/>
                  <a:pt x="102703" y="483846"/>
                  <a:pt x="111632" y="483846"/>
                </a:cubicBezTo>
                <a:close/>
                <a:moveTo>
                  <a:pt x="378990" y="483350"/>
                </a:moveTo>
                <a:cubicBezTo>
                  <a:pt x="393872" y="483350"/>
                  <a:pt x="411730" y="499223"/>
                  <a:pt x="409745" y="514600"/>
                </a:cubicBezTo>
                <a:cubicBezTo>
                  <a:pt x="411730" y="529977"/>
                  <a:pt x="393872" y="545849"/>
                  <a:pt x="378990" y="545849"/>
                </a:cubicBezTo>
                <a:cubicBezTo>
                  <a:pt x="363116" y="545849"/>
                  <a:pt x="346746" y="529480"/>
                  <a:pt x="347242" y="514104"/>
                </a:cubicBezTo>
                <a:cubicBezTo>
                  <a:pt x="347738" y="500215"/>
                  <a:pt x="362620" y="483350"/>
                  <a:pt x="378990" y="483350"/>
                </a:cubicBezTo>
                <a:close/>
                <a:moveTo>
                  <a:pt x="312525" y="483350"/>
                </a:moveTo>
                <a:cubicBezTo>
                  <a:pt x="327407" y="483350"/>
                  <a:pt x="345265" y="499223"/>
                  <a:pt x="343280" y="514600"/>
                </a:cubicBezTo>
                <a:cubicBezTo>
                  <a:pt x="345265" y="529977"/>
                  <a:pt x="327407" y="545849"/>
                  <a:pt x="312525" y="545849"/>
                </a:cubicBezTo>
                <a:cubicBezTo>
                  <a:pt x="296651" y="545849"/>
                  <a:pt x="280283" y="529480"/>
                  <a:pt x="280779" y="514104"/>
                </a:cubicBezTo>
                <a:cubicBezTo>
                  <a:pt x="281275" y="500215"/>
                  <a:pt x="296155" y="483350"/>
                  <a:pt x="312525" y="483350"/>
                </a:cubicBezTo>
                <a:close/>
                <a:moveTo>
                  <a:pt x="244548" y="483350"/>
                </a:moveTo>
                <a:cubicBezTo>
                  <a:pt x="253476" y="483350"/>
                  <a:pt x="259925" y="486326"/>
                  <a:pt x="265877" y="492278"/>
                </a:cubicBezTo>
                <a:cubicBezTo>
                  <a:pt x="271829" y="499223"/>
                  <a:pt x="276293" y="505671"/>
                  <a:pt x="273813" y="514600"/>
                </a:cubicBezTo>
                <a:cubicBezTo>
                  <a:pt x="275797" y="524520"/>
                  <a:pt x="270837" y="530969"/>
                  <a:pt x="264885" y="537417"/>
                </a:cubicBezTo>
                <a:cubicBezTo>
                  <a:pt x="258436" y="544361"/>
                  <a:pt x="250996" y="545849"/>
                  <a:pt x="242068" y="545849"/>
                </a:cubicBezTo>
                <a:cubicBezTo>
                  <a:pt x="233139" y="545849"/>
                  <a:pt x="227187" y="542377"/>
                  <a:pt x="220738" y="536425"/>
                </a:cubicBezTo>
                <a:cubicBezTo>
                  <a:pt x="213794" y="529977"/>
                  <a:pt x="212306" y="522536"/>
                  <a:pt x="212306" y="513608"/>
                </a:cubicBezTo>
                <a:cubicBezTo>
                  <a:pt x="212306" y="504679"/>
                  <a:pt x="215778" y="498231"/>
                  <a:pt x="221731" y="492278"/>
                </a:cubicBezTo>
                <a:cubicBezTo>
                  <a:pt x="228179" y="485334"/>
                  <a:pt x="235123" y="483350"/>
                  <a:pt x="244548" y="483350"/>
                </a:cubicBezTo>
                <a:close/>
                <a:moveTo>
                  <a:pt x="2331323" y="441188"/>
                </a:moveTo>
                <a:cubicBezTo>
                  <a:pt x="2332811" y="441188"/>
                  <a:pt x="2334795" y="443668"/>
                  <a:pt x="2337275" y="445652"/>
                </a:cubicBezTo>
                <a:cubicBezTo>
                  <a:pt x="2334795" y="447636"/>
                  <a:pt x="2333803" y="449620"/>
                  <a:pt x="2331819" y="450613"/>
                </a:cubicBezTo>
                <a:cubicBezTo>
                  <a:pt x="2329835" y="451605"/>
                  <a:pt x="2325867" y="447636"/>
                  <a:pt x="2326859" y="445652"/>
                </a:cubicBezTo>
                <a:cubicBezTo>
                  <a:pt x="2327851" y="443668"/>
                  <a:pt x="2329835" y="441684"/>
                  <a:pt x="2331323" y="441188"/>
                </a:cubicBezTo>
                <a:close/>
                <a:moveTo>
                  <a:pt x="2264855" y="439204"/>
                </a:moveTo>
                <a:cubicBezTo>
                  <a:pt x="2267335" y="439204"/>
                  <a:pt x="2269815" y="442676"/>
                  <a:pt x="2273287" y="445652"/>
                </a:cubicBezTo>
                <a:cubicBezTo>
                  <a:pt x="2270311" y="448629"/>
                  <a:pt x="2267831" y="451109"/>
                  <a:pt x="2265351" y="453093"/>
                </a:cubicBezTo>
                <a:cubicBezTo>
                  <a:pt x="2263863" y="454085"/>
                  <a:pt x="2256918" y="447140"/>
                  <a:pt x="2257911" y="445652"/>
                </a:cubicBezTo>
                <a:cubicBezTo>
                  <a:pt x="2259895" y="443172"/>
                  <a:pt x="2262375" y="439204"/>
                  <a:pt x="2264855" y="439204"/>
                </a:cubicBezTo>
                <a:close/>
                <a:moveTo>
                  <a:pt x="2198388" y="436228"/>
                </a:moveTo>
                <a:cubicBezTo>
                  <a:pt x="2203348" y="436228"/>
                  <a:pt x="2207812" y="441188"/>
                  <a:pt x="2207316" y="446149"/>
                </a:cubicBezTo>
                <a:cubicBezTo>
                  <a:pt x="2207316" y="451109"/>
                  <a:pt x="2202852" y="455573"/>
                  <a:pt x="2197891" y="455573"/>
                </a:cubicBezTo>
                <a:cubicBezTo>
                  <a:pt x="2192931" y="455573"/>
                  <a:pt x="2188467" y="451109"/>
                  <a:pt x="2188467" y="446149"/>
                </a:cubicBezTo>
                <a:cubicBezTo>
                  <a:pt x="2188467" y="440692"/>
                  <a:pt x="2192931" y="436228"/>
                  <a:pt x="2198388" y="436228"/>
                </a:cubicBezTo>
                <a:close/>
                <a:moveTo>
                  <a:pt x="2128944" y="433748"/>
                </a:moveTo>
                <a:cubicBezTo>
                  <a:pt x="2132912" y="433748"/>
                  <a:pt x="2140848" y="441684"/>
                  <a:pt x="2140848" y="445653"/>
                </a:cubicBezTo>
                <a:cubicBezTo>
                  <a:pt x="2140848" y="449621"/>
                  <a:pt x="2132912" y="457557"/>
                  <a:pt x="2128944" y="457557"/>
                </a:cubicBezTo>
                <a:cubicBezTo>
                  <a:pt x="2124975" y="457557"/>
                  <a:pt x="2117039" y="449621"/>
                  <a:pt x="2117039" y="445653"/>
                </a:cubicBezTo>
                <a:cubicBezTo>
                  <a:pt x="2117039" y="441684"/>
                  <a:pt x="2124975" y="433748"/>
                  <a:pt x="2128944" y="433748"/>
                </a:cubicBezTo>
                <a:close/>
                <a:moveTo>
                  <a:pt x="2061485" y="433748"/>
                </a:moveTo>
                <a:cubicBezTo>
                  <a:pt x="2070909" y="433748"/>
                  <a:pt x="2074381" y="436724"/>
                  <a:pt x="2074381" y="445653"/>
                </a:cubicBezTo>
                <a:cubicBezTo>
                  <a:pt x="2074381" y="454085"/>
                  <a:pt x="2070909" y="457557"/>
                  <a:pt x="2062973" y="457557"/>
                </a:cubicBezTo>
                <a:cubicBezTo>
                  <a:pt x="2054044" y="457557"/>
                  <a:pt x="2050572" y="454581"/>
                  <a:pt x="2050572" y="446149"/>
                </a:cubicBezTo>
                <a:cubicBezTo>
                  <a:pt x="2050572" y="437220"/>
                  <a:pt x="2053548" y="433748"/>
                  <a:pt x="2061485" y="433748"/>
                </a:cubicBezTo>
                <a:close/>
                <a:moveTo>
                  <a:pt x="1996009" y="431764"/>
                </a:moveTo>
                <a:cubicBezTo>
                  <a:pt x="2003449" y="431764"/>
                  <a:pt x="2009898" y="438212"/>
                  <a:pt x="2009898" y="446149"/>
                </a:cubicBezTo>
                <a:cubicBezTo>
                  <a:pt x="2009898" y="453589"/>
                  <a:pt x="2002953" y="460534"/>
                  <a:pt x="1995513" y="460038"/>
                </a:cubicBezTo>
                <a:cubicBezTo>
                  <a:pt x="1988072" y="460038"/>
                  <a:pt x="1981128" y="453093"/>
                  <a:pt x="1981624" y="445653"/>
                </a:cubicBezTo>
                <a:cubicBezTo>
                  <a:pt x="1981624" y="438212"/>
                  <a:pt x="1988568" y="431268"/>
                  <a:pt x="1996009" y="431764"/>
                </a:cubicBezTo>
                <a:close/>
                <a:moveTo>
                  <a:pt x="1929045" y="431268"/>
                </a:moveTo>
                <a:cubicBezTo>
                  <a:pt x="1938965" y="431268"/>
                  <a:pt x="1943429" y="435236"/>
                  <a:pt x="1943429" y="445157"/>
                </a:cubicBezTo>
                <a:cubicBezTo>
                  <a:pt x="1943429" y="455573"/>
                  <a:pt x="1939461" y="459542"/>
                  <a:pt x="1930037" y="460038"/>
                </a:cubicBezTo>
                <a:cubicBezTo>
                  <a:pt x="1919124" y="460038"/>
                  <a:pt x="1915156" y="456069"/>
                  <a:pt x="1915156" y="445653"/>
                </a:cubicBezTo>
                <a:cubicBezTo>
                  <a:pt x="1914660" y="435732"/>
                  <a:pt x="1918628" y="431764"/>
                  <a:pt x="1929045" y="431268"/>
                </a:cubicBezTo>
                <a:close/>
                <a:moveTo>
                  <a:pt x="1793630" y="429284"/>
                </a:moveTo>
                <a:cubicBezTo>
                  <a:pt x="1804542" y="429284"/>
                  <a:pt x="1809999" y="434740"/>
                  <a:pt x="1809999" y="446149"/>
                </a:cubicBezTo>
                <a:cubicBezTo>
                  <a:pt x="1809999" y="457061"/>
                  <a:pt x="1804542" y="462518"/>
                  <a:pt x="1793134" y="462518"/>
                </a:cubicBezTo>
                <a:cubicBezTo>
                  <a:pt x="1782221" y="462518"/>
                  <a:pt x="1776765" y="457061"/>
                  <a:pt x="1776765" y="445653"/>
                </a:cubicBezTo>
                <a:cubicBezTo>
                  <a:pt x="1776765" y="434740"/>
                  <a:pt x="1782221" y="429284"/>
                  <a:pt x="1793630" y="429284"/>
                </a:cubicBezTo>
                <a:close/>
                <a:moveTo>
                  <a:pt x="1492" y="429284"/>
                </a:moveTo>
                <a:cubicBezTo>
                  <a:pt x="1988" y="429780"/>
                  <a:pt x="2484" y="430276"/>
                  <a:pt x="2980" y="430772"/>
                </a:cubicBezTo>
                <a:cubicBezTo>
                  <a:pt x="4468" y="435732"/>
                  <a:pt x="7444" y="440693"/>
                  <a:pt x="7444" y="445653"/>
                </a:cubicBezTo>
                <a:cubicBezTo>
                  <a:pt x="7444" y="449621"/>
                  <a:pt x="4964" y="454085"/>
                  <a:pt x="3972" y="458054"/>
                </a:cubicBezTo>
                <a:cubicBezTo>
                  <a:pt x="3476" y="459542"/>
                  <a:pt x="2980" y="460534"/>
                  <a:pt x="2484" y="462022"/>
                </a:cubicBezTo>
                <a:cubicBezTo>
                  <a:pt x="1988" y="460534"/>
                  <a:pt x="996" y="459046"/>
                  <a:pt x="996" y="457061"/>
                </a:cubicBezTo>
                <a:cubicBezTo>
                  <a:pt x="500" y="453589"/>
                  <a:pt x="500" y="449621"/>
                  <a:pt x="500" y="445653"/>
                </a:cubicBezTo>
                <a:cubicBezTo>
                  <a:pt x="500" y="440693"/>
                  <a:pt x="500" y="436228"/>
                  <a:pt x="500" y="431268"/>
                </a:cubicBezTo>
                <a:cubicBezTo>
                  <a:pt x="500" y="430772"/>
                  <a:pt x="996" y="429780"/>
                  <a:pt x="1492" y="429284"/>
                </a:cubicBezTo>
                <a:close/>
                <a:moveTo>
                  <a:pt x="1858610" y="429283"/>
                </a:moveTo>
                <a:cubicBezTo>
                  <a:pt x="1866546" y="428787"/>
                  <a:pt x="1875971" y="436723"/>
                  <a:pt x="1876467" y="445156"/>
                </a:cubicBezTo>
                <a:cubicBezTo>
                  <a:pt x="1876963" y="453092"/>
                  <a:pt x="1868530" y="462021"/>
                  <a:pt x="1860594" y="462517"/>
                </a:cubicBezTo>
                <a:cubicBezTo>
                  <a:pt x="1852657" y="463013"/>
                  <a:pt x="1843729" y="454580"/>
                  <a:pt x="1843233" y="446148"/>
                </a:cubicBezTo>
                <a:cubicBezTo>
                  <a:pt x="1843233" y="438708"/>
                  <a:pt x="1851169" y="429779"/>
                  <a:pt x="1858610" y="429283"/>
                </a:cubicBezTo>
                <a:close/>
                <a:moveTo>
                  <a:pt x="1656726" y="427299"/>
                </a:moveTo>
                <a:cubicBezTo>
                  <a:pt x="1668631" y="427299"/>
                  <a:pt x="1676567" y="434739"/>
                  <a:pt x="1676567" y="445652"/>
                </a:cubicBezTo>
                <a:cubicBezTo>
                  <a:pt x="1676567" y="457061"/>
                  <a:pt x="1669127" y="464501"/>
                  <a:pt x="1657718" y="464997"/>
                </a:cubicBezTo>
                <a:cubicBezTo>
                  <a:pt x="1646309" y="464997"/>
                  <a:pt x="1638373" y="457557"/>
                  <a:pt x="1638373" y="446148"/>
                </a:cubicBezTo>
                <a:cubicBezTo>
                  <a:pt x="1638373" y="435235"/>
                  <a:pt x="1645813" y="427299"/>
                  <a:pt x="1656726" y="427299"/>
                </a:cubicBezTo>
                <a:close/>
                <a:moveTo>
                  <a:pt x="1726666" y="426803"/>
                </a:moveTo>
                <a:cubicBezTo>
                  <a:pt x="1734107" y="426307"/>
                  <a:pt x="1746011" y="438212"/>
                  <a:pt x="1745515" y="446148"/>
                </a:cubicBezTo>
                <a:cubicBezTo>
                  <a:pt x="1745515" y="454580"/>
                  <a:pt x="1734107" y="465493"/>
                  <a:pt x="1726170" y="464997"/>
                </a:cubicBezTo>
                <a:cubicBezTo>
                  <a:pt x="1717738" y="464501"/>
                  <a:pt x="1706825" y="453092"/>
                  <a:pt x="1707817" y="445156"/>
                </a:cubicBezTo>
                <a:cubicBezTo>
                  <a:pt x="1708809" y="436228"/>
                  <a:pt x="1718730" y="427299"/>
                  <a:pt x="1726666" y="426803"/>
                </a:cubicBezTo>
                <a:close/>
                <a:moveTo>
                  <a:pt x="1589763" y="424323"/>
                </a:moveTo>
                <a:cubicBezTo>
                  <a:pt x="1594723" y="424323"/>
                  <a:pt x="1601172" y="426803"/>
                  <a:pt x="1604644" y="430275"/>
                </a:cubicBezTo>
                <a:cubicBezTo>
                  <a:pt x="1608612" y="434244"/>
                  <a:pt x="1610100" y="440196"/>
                  <a:pt x="1612580" y="445652"/>
                </a:cubicBezTo>
                <a:cubicBezTo>
                  <a:pt x="1610596" y="450612"/>
                  <a:pt x="1609604" y="456565"/>
                  <a:pt x="1605636" y="460037"/>
                </a:cubicBezTo>
                <a:cubicBezTo>
                  <a:pt x="1602164" y="463509"/>
                  <a:pt x="1596211" y="466485"/>
                  <a:pt x="1591251" y="466485"/>
                </a:cubicBezTo>
                <a:cubicBezTo>
                  <a:pt x="1586291" y="466485"/>
                  <a:pt x="1580339" y="464005"/>
                  <a:pt x="1576370" y="460037"/>
                </a:cubicBezTo>
                <a:cubicBezTo>
                  <a:pt x="1572898" y="456565"/>
                  <a:pt x="1569922" y="450612"/>
                  <a:pt x="1569922" y="445156"/>
                </a:cubicBezTo>
                <a:cubicBezTo>
                  <a:pt x="1569922" y="440692"/>
                  <a:pt x="1572402" y="434740"/>
                  <a:pt x="1575378" y="431267"/>
                </a:cubicBezTo>
                <a:cubicBezTo>
                  <a:pt x="1578850" y="427795"/>
                  <a:pt x="1584803" y="424323"/>
                  <a:pt x="1589763" y="424323"/>
                </a:cubicBezTo>
                <a:close/>
                <a:moveTo>
                  <a:pt x="1524783" y="424323"/>
                </a:moveTo>
                <a:cubicBezTo>
                  <a:pt x="1536192" y="424323"/>
                  <a:pt x="1546112" y="434740"/>
                  <a:pt x="1545616" y="446644"/>
                </a:cubicBezTo>
                <a:cubicBezTo>
                  <a:pt x="1545616" y="458053"/>
                  <a:pt x="1535200" y="467477"/>
                  <a:pt x="1523295" y="467477"/>
                </a:cubicBezTo>
                <a:cubicBezTo>
                  <a:pt x="1512382" y="467477"/>
                  <a:pt x="1502958" y="457061"/>
                  <a:pt x="1502958" y="446148"/>
                </a:cubicBezTo>
                <a:cubicBezTo>
                  <a:pt x="1502958" y="434244"/>
                  <a:pt x="1512879" y="424323"/>
                  <a:pt x="1524783" y="424323"/>
                </a:cubicBezTo>
                <a:close/>
                <a:moveTo>
                  <a:pt x="1456828" y="423332"/>
                </a:moveTo>
                <a:cubicBezTo>
                  <a:pt x="1463276" y="423828"/>
                  <a:pt x="1469724" y="425316"/>
                  <a:pt x="1473196" y="429780"/>
                </a:cubicBezTo>
                <a:cubicBezTo>
                  <a:pt x="1476669" y="433748"/>
                  <a:pt x="1481629" y="438708"/>
                  <a:pt x="1478653" y="445157"/>
                </a:cubicBezTo>
                <a:cubicBezTo>
                  <a:pt x="1481133" y="451605"/>
                  <a:pt x="1477661" y="457061"/>
                  <a:pt x="1473692" y="460534"/>
                </a:cubicBezTo>
                <a:cubicBezTo>
                  <a:pt x="1469724" y="464502"/>
                  <a:pt x="1464268" y="466982"/>
                  <a:pt x="1457323" y="466982"/>
                </a:cubicBezTo>
                <a:cubicBezTo>
                  <a:pt x="1450379" y="466982"/>
                  <a:pt x="1444923" y="464006"/>
                  <a:pt x="1440955" y="460534"/>
                </a:cubicBezTo>
                <a:cubicBezTo>
                  <a:pt x="1437482" y="457061"/>
                  <a:pt x="1435498" y="451109"/>
                  <a:pt x="1435498" y="445157"/>
                </a:cubicBezTo>
                <a:cubicBezTo>
                  <a:pt x="1435002" y="438708"/>
                  <a:pt x="1437978" y="433252"/>
                  <a:pt x="1441451" y="429780"/>
                </a:cubicBezTo>
                <a:cubicBezTo>
                  <a:pt x="1444923" y="426308"/>
                  <a:pt x="1449883" y="422835"/>
                  <a:pt x="1456828" y="423332"/>
                </a:cubicBezTo>
                <a:close/>
                <a:moveTo>
                  <a:pt x="1388872" y="422835"/>
                </a:moveTo>
                <a:cubicBezTo>
                  <a:pt x="1394825" y="423331"/>
                  <a:pt x="1401273" y="425315"/>
                  <a:pt x="1405737" y="430772"/>
                </a:cubicBezTo>
                <a:cubicBezTo>
                  <a:pt x="1409705" y="435236"/>
                  <a:pt x="1410201" y="441684"/>
                  <a:pt x="1412681" y="446645"/>
                </a:cubicBezTo>
                <a:cubicBezTo>
                  <a:pt x="1409209" y="451605"/>
                  <a:pt x="1409705" y="459541"/>
                  <a:pt x="1403753" y="463014"/>
                </a:cubicBezTo>
                <a:cubicBezTo>
                  <a:pt x="1398793" y="465494"/>
                  <a:pt x="1393336" y="467478"/>
                  <a:pt x="1388872" y="469958"/>
                </a:cubicBezTo>
                <a:cubicBezTo>
                  <a:pt x="1382920" y="466982"/>
                  <a:pt x="1376472" y="466486"/>
                  <a:pt x="1372007" y="461525"/>
                </a:cubicBezTo>
                <a:cubicBezTo>
                  <a:pt x="1368039" y="456565"/>
                  <a:pt x="1367543" y="450613"/>
                  <a:pt x="1365063" y="445653"/>
                </a:cubicBezTo>
                <a:cubicBezTo>
                  <a:pt x="1368535" y="440692"/>
                  <a:pt x="1368039" y="432756"/>
                  <a:pt x="1373991" y="429284"/>
                </a:cubicBezTo>
                <a:cubicBezTo>
                  <a:pt x="1378456" y="426308"/>
                  <a:pt x="1384408" y="422339"/>
                  <a:pt x="1388872" y="422835"/>
                </a:cubicBezTo>
                <a:close/>
                <a:moveTo>
                  <a:pt x="1321908" y="421843"/>
                </a:moveTo>
                <a:cubicBezTo>
                  <a:pt x="1333813" y="421843"/>
                  <a:pt x="1345717" y="434244"/>
                  <a:pt x="1345717" y="446148"/>
                </a:cubicBezTo>
                <a:cubicBezTo>
                  <a:pt x="1345717" y="457557"/>
                  <a:pt x="1333317" y="469462"/>
                  <a:pt x="1321908" y="469462"/>
                </a:cubicBezTo>
                <a:cubicBezTo>
                  <a:pt x="1310004" y="469462"/>
                  <a:pt x="1298099" y="457061"/>
                  <a:pt x="1298099" y="445156"/>
                </a:cubicBezTo>
                <a:cubicBezTo>
                  <a:pt x="1298099" y="433748"/>
                  <a:pt x="1310500" y="421843"/>
                  <a:pt x="1321908" y="421843"/>
                </a:cubicBezTo>
                <a:close/>
                <a:moveTo>
                  <a:pt x="1254449" y="421843"/>
                </a:moveTo>
                <a:cubicBezTo>
                  <a:pt x="1269826" y="421843"/>
                  <a:pt x="1278755" y="430771"/>
                  <a:pt x="1278755" y="445652"/>
                </a:cubicBezTo>
                <a:cubicBezTo>
                  <a:pt x="1278755" y="461029"/>
                  <a:pt x="1269826" y="469462"/>
                  <a:pt x="1254945" y="469462"/>
                </a:cubicBezTo>
                <a:cubicBezTo>
                  <a:pt x="1240064" y="469462"/>
                  <a:pt x="1231136" y="460533"/>
                  <a:pt x="1231136" y="445156"/>
                </a:cubicBezTo>
                <a:cubicBezTo>
                  <a:pt x="1231136" y="430771"/>
                  <a:pt x="1240064" y="421843"/>
                  <a:pt x="1254449" y="421843"/>
                </a:cubicBezTo>
                <a:close/>
                <a:moveTo>
                  <a:pt x="1186989" y="419363"/>
                </a:moveTo>
                <a:cubicBezTo>
                  <a:pt x="1193438" y="422835"/>
                  <a:pt x="1201870" y="423827"/>
                  <a:pt x="1205838" y="430772"/>
                </a:cubicBezTo>
                <a:cubicBezTo>
                  <a:pt x="1208319" y="435732"/>
                  <a:pt x="1210303" y="441188"/>
                  <a:pt x="1212287" y="445652"/>
                </a:cubicBezTo>
                <a:cubicBezTo>
                  <a:pt x="1208815" y="452597"/>
                  <a:pt x="1207823" y="459541"/>
                  <a:pt x="1201870" y="464501"/>
                </a:cubicBezTo>
                <a:cubicBezTo>
                  <a:pt x="1196910" y="468470"/>
                  <a:pt x="1190958" y="468966"/>
                  <a:pt x="1185997" y="471942"/>
                </a:cubicBezTo>
                <a:cubicBezTo>
                  <a:pt x="1179053" y="468966"/>
                  <a:pt x="1171613" y="467478"/>
                  <a:pt x="1166652" y="461029"/>
                </a:cubicBezTo>
                <a:cubicBezTo>
                  <a:pt x="1162684" y="456069"/>
                  <a:pt x="1162188" y="450117"/>
                  <a:pt x="1159708" y="444660"/>
                </a:cubicBezTo>
                <a:cubicBezTo>
                  <a:pt x="1163676" y="438212"/>
                  <a:pt x="1164172" y="429780"/>
                  <a:pt x="1171613" y="425811"/>
                </a:cubicBezTo>
                <a:cubicBezTo>
                  <a:pt x="1176573" y="423331"/>
                  <a:pt x="1181533" y="421347"/>
                  <a:pt x="1186989" y="419363"/>
                </a:cubicBezTo>
                <a:close/>
                <a:moveTo>
                  <a:pt x="1120025" y="419363"/>
                </a:moveTo>
                <a:cubicBezTo>
                  <a:pt x="1134906" y="420355"/>
                  <a:pt x="1145323" y="431764"/>
                  <a:pt x="1145819" y="445653"/>
                </a:cubicBezTo>
                <a:cubicBezTo>
                  <a:pt x="1145323" y="459542"/>
                  <a:pt x="1134906" y="470950"/>
                  <a:pt x="1120025" y="471942"/>
                </a:cubicBezTo>
                <a:cubicBezTo>
                  <a:pt x="1105641" y="472934"/>
                  <a:pt x="1093240" y="459542"/>
                  <a:pt x="1093240" y="445653"/>
                </a:cubicBezTo>
                <a:cubicBezTo>
                  <a:pt x="1093240" y="432260"/>
                  <a:pt x="1105641" y="418867"/>
                  <a:pt x="1120025" y="419363"/>
                </a:cubicBezTo>
                <a:close/>
                <a:moveTo>
                  <a:pt x="1053062" y="419363"/>
                </a:moveTo>
                <a:cubicBezTo>
                  <a:pt x="1060503" y="419363"/>
                  <a:pt x="1065959" y="422339"/>
                  <a:pt x="1071415" y="427299"/>
                </a:cubicBezTo>
                <a:cubicBezTo>
                  <a:pt x="1076872" y="432756"/>
                  <a:pt x="1080344" y="438212"/>
                  <a:pt x="1078856" y="445652"/>
                </a:cubicBezTo>
                <a:cubicBezTo>
                  <a:pt x="1080344" y="453093"/>
                  <a:pt x="1076376" y="458549"/>
                  <a:pt x="1071415" y="464005"/>
                </a:cubicBezTo>
                <a:cubicBezTo>
                  <a:pt x="1065959" y="469462"/>
                  <a:pt x="1060007" y="471942"/>
                  <a:pt x="1052070" y="471942"/>
                </a:cubicBezTo>
                <a:cubicBezTo>
                  <a:pt x="1044643" y="471942"/>
                  <a:pt x="1039187" y="468966"/>
                  <a:pt x="1033730" y="464005"/>
                </a:cubicBezTo>
                <a:cubicBezTo>
                  <a:pt x="1028274" y="459045"/>
                  <a:pt x="1026290" y="453093"/>
                  <a:pt x="1026290" y="445652"/>
                </a:cubicBezTo>
                <a:cubicBezTo>
                  <a:pt x="1026290" y="438212"/>
                  <a:pt x="1028770" y="432756"/>
                  <a:pt x="1033730" y="427299"/>
                </a:cubicBezTo>
                <a:cubicBezTo>
                  <a:pt x="1039187" y="421843"/>
                  <a:pt x="1045139" y="419363"/>
                  <a:pt x="1053062" y="419363"/>
                </a:cubicBezTo>
                <a:close/>
                <a:moveTo>
                  <a:pt x="986131" y="419363"/>
                </a:moveTo>
                <a:cubicBezTo>
                  <a:pt x="993572" y="419363"/>
                  <a:pt x="999524" y="421843"/>
                  <a:pt x="1004484" y="427299"/>
                </a:cubicBezTo>
                <a:cubicBezTo>
                  <a:pt x="1011429" y="434244"/>
                  <a:pt x="1012421" y="436228"/>
                  <a:pt x="1012421" y="445652"/>
                </a:cubicBezTo>
                <a:cubicBezTo>
                  <a:pt x="1012421" y="461525"/>
                  <a:pt x="1001508" y="471942"/>
                  <a:pt x="985635" y="471942"/>
                </a:cubicBezTo>
                <a:cubicBezTo>
                  <a:pt x="978196" y="471942"/>
                  <a:pt x="972740" y="469462"/>
                  <a:pt x="967283" y="464005"/>
                </a:cubicBezTo>
                <a:cubicBezTo>
                  <a:pt x="962323" y="459045"/>
                  <a:pt x="959347" y="453093"/>
                  <a:pt x="959347" y="445652"/>
                </a:cubicBezTo>
                <a:cubicBezTo>
                  <a:pt x="959843" y="429780"/>
                  <a:pt x="970260" y="419363"/>
                  <a:pt x="986131" y="419363"/>
                </a:cubicBezTo>
                <a:close/>
                <a:moveTo>
                  <a:pt x="849720" y="417379"/>
                </a:moveTo>
                <a:cubicBezTo>
                  <a:pt x="863610" y="416387"/>
                  <a:pt x="878986" y="431268"/>
                  <a:pt x="878986" y="446149"/>
                </a:cubicBezTo>
                <a:cubicBezTo>
                  <a:pt x="878986" y="459541"/>
                  <a:pt x="864602" y="474422"/>
                  <a:pt x="850713" y="474422"/>
                </a:cubicBezTo>
                <a:cubicBezTo>
                  <a:pt x="837319" y="474422"/>
                  <a:pt x="822439" y="461525"/>
                  <a:pt x="821942" y="446149"/>
                </a:cubicBezTo>
                <a:cubicBezTo>
                  <a:pt x="821446" y="432756"/>
                  <a:pt x="833354" y="418371"/>
                  <a:pt x="849720" y="417379"/>
                </a:cubicBezTo>
                <a:close/>
                <a:moveTo>
                  <a:pt x="783266" y="417379"/>
                </a:moveTo>
                <a:cubicBezTo>
                  <a:pt x="800130" y="417379"/>
                  <a:pt x="811540" y="430771"/>
                  <a:pt x="812531" y="446644"/>
                </a:cubicBezTo>
                <a:cubicBezTo>
                  <a:pt x="813028" y="455573"/>
                  <a:pt x="808567" y="462021"/>
                  <a:pt x="804097" y="466485"/>
                </a:cubicBezTo>
                <a:cubicBezTo>
                  <a:pt x="799139" y="471445"/>
                  <a:pt x="791699" y="475414"/>
                  <a:pt x="782770" y="474918"/>
                </a:cubicBezTo>
                <a:cubicBezTo>
                  <a:pt x="767390" y="473926"/>
                  <a:pt x="755982" y="461525"/>
                  <a:pt x="754991" y="445652"/>
                </a:cubicBezTo>
                <a:cubicBezTo>
                  <a:pt x="754494" y="436724"/>
                  <a:pt x="760446" y="431763"/>
                  <a:pt x="763424" y="425315"/>
                </a:cubicBezTo>
                <a:cubicBezTo>
                  <a:pt x="770367" y="422339"/>
                  <a:pt x="775824" y="413410"/>
                  <a:pt x="783266" y="417379"/>
                </a:cubicBezTo>
                <a:close/>
                <a:moveTo>
                  <a:pt x="917195" y="416883"/>
                </a:moveTo>
                <a:cubicBezTo>
                  <a:pt x="924635" y="418867"/>
                  <a:pt x="932571" y="420851"/>
                  <a:pt x="938027" y="427300"/>
                </a:cubicBezTo>
                <a:cubicBezTo>
                  <a:pt x="942987" y="433252"/>
                  <a:pt x="943483" y="439700"/>
                  <a:pt x="945963" y="446149"/>
                </a:cubicBezTo>
                <a:cubicBezTo>
                  <a:pt x="942987" y="453093"/>
                  <a:pt x="941995" y="460534"/>
                  <a:pt x="936043" y="465990"/>
                </a:cubicBezTo>
                <a:cubicBezTo>
                  <a:pt x="930587" y="470950"/>
                  <a:pt x="923643" y="473926"/>
                  <a:pt x="916699" y="473926"/>
                </a:cubicBezTo>
                <a:cubicBezTo>
                  <a:pt x="908762" y="473926"/>
                  <a:pt x="901322" y="470950"/>
                  <a:pt x="895866" y="464006"/>
                </a:cubicBezTo>
                <a:cubicBezTo>
                  <a:pt x="891401" y="458549"/>
                  <a:pt x="887929" y="451605"/>
                  <a:pt x="888425" y="444661"/>
                </a:cubicBezTo>
                <a:cubicBezTo>
                  <a:pt x="889417" y="437220"/>
                  <a:pt x="891897" y="429284"/>
                  <a:pt x="898842" y="423828"/>
                </a:cubicBezTo>
                <a:cubicBezTo>
                  <a:pt x="902314" y="421347"/>
                  <a:pt x="913723" y="415891"/>
                  <a:pt x="917195" y="416883"/>
                </a:cubicBezTo>
                <a:close/>
                <a:moveTo>
                  <a:pt x="715293" y="416882"/>
                </a:moveTo>
                <a:cubicBezTo>
                  <a:pt x="730668" y="417378"/>
                  <a:pt x="745053" y="430771"/>
                  <a:pt x="743069" y="446148"/>
                </a:cubicBezTo>
                <a:cubicBezTo>
                  <a:pt x="744557" y="461029"/>
                  <a:pt x="730172" y="475414"/>
                  <a:pt x="713805" y="474918"/>
                </a:cubicBezTo>
                <a:cubicBezTo>
                  <a:pt x="698925" y="474422"/>
                  <a:pt x="685532" y="461029"/>
                  <a:pt x="685532" y="445652"/>
                </a:cubicBezTo>
                <a:cubicBezTo>
                  <a:pt x="685532" y="430771"/>
                  <a:pt x="698925" y="416386"/>
                  <a:pt x="715293" y="416882"/>
                </a:cubicBezTo>
                <a:close/>
                <a:moveTo>
                  <a:pt x="514886" y="415891"/>
                </a:moveTo>
                <a:cubicBezTo>
                  <a:pt x="534727" y="415395"/>
                  <a:pt x="543159" y="425811"/>
                  <a:pt x="545640" y="445653"/>
                </a:cubicBezTo>
                <a:cubicBezTo>
                  <a:pt x="543655" y="466486"/>
                  <a:pt x="534231" y="474918"/>
                  <a:pt x="515382" y="476902"/>
                </a:cubicBezTo>
                <a:cubicBezTo>
                  <a:pt x="506948" y="477894"/>
                  <a:pt x="499012" y="474422"/>
                  <a:pt x="493059" y="468470"/>
                </a:cubicBezTo>
                <a:cubicBezTo>
                  <a:pt x="487107" y="462517"/>
                  <a:pt x="484131" y="455077"/>
                  <a:pt x="484131" y="447141"/>
                </a:cubicBezTo>
                <a:cubicBezTo>
                  <a:pt x="484627" y="427300"/>
                  <a:pt x="495044" y="415395"/>
                  <a:pt x="514886" y="415891"/>
                </a:cubicBezTo>
                <a:close/>
                <a:moveTo>
                  <a:pt x="581344" y="415395"/>
                </a:moveTo>
                <a:cubicBezTo>
                  <a:pt x="590272" y="415395"/>
                  <a:pt x="597713" y="419859"/>
                  <a:pt x="603665" y="426804"/>
                </a:cubicBezTo>
                <a:cubicBezTo>
                  <a:pt x="609121" y="432756"/>
                  <a:pt x="612097" y="439700"/>
                  <a:pt x="611601" y="447141"/>
                </a:cubicBezTo>
                <a:cubicBezTo>
                  <a:pt x="611601" y="456069"/>
                  <a:pt x="606641" y="463510"/>
                  <a:pt x="599697" y="469462"/>
                </a:cubicBezTo>
                <a:cubicBezTo>
                  <a:pt x="594240" y="474422"/>
                  <a:pt x="587296" y="477398"/>
                  <a:pt x="580352" y="476902"/>
                </a:cubicBezTo>
                <a:cubicBezTo>
                  <a:pt x="571919" y="476406"/>
                  <a:pt x="563983" y="471942"/>
                  <a:pt x="558030" y="464998"/>
                </a:cubicBezTo>
                <a:cubicBezTo>
                  <a:pt x="553566" y="459045"/>
                  <a:pt x="552574" y="452101"/>
                  <a:pt x="550094" y="445653"/>
                </a:cubicBezTo>
                <a:cubicBezTo>
                  <a:pt x="552574" y="437220"/>
                  <a:pt x="554558" y="429780"/>
                  <a:pt x="561503" y="423827"/>
                </a:cubicBezTo>
                <a:cubicBezTo>
                  <a:pt x="567455" y="418371"/>
                  <a:pt x="574399" y="414899"/>
                  <a:pt x="581344" y="415395"/>
                </a:cubicBezTo>
                <a:close/>
                <a:moveTo>
                  <a:pt x="648355" y="415394"/>
                </a:moveTo>
                <a:cubicBezTo>
                  <a:pt x="656786" y="417378"/>
                  <a:pt x="665218" y="419859"/>
                  <a:pt x="671666" y="427795"/>
                </a:cubicBezTo>
                <a:cubicBezTo>
                  <a:pt x="676625" y="433251"/>
                  <a:pt x="675633" y="440196"/>
                  <a:pt x="678609" y="445652"/>
                </a:cubicBezTo>
                <a:cubicBezTo>
                  <a:pt x="676129" y="453588"/>
                  <a:pt x="674641" y="461525"/>
                  <a:pt x="668194" y="467973"/>
                </a:cubicBezTo>
                <a:cubicBezTo>
                  <a:pt x="662241" y="473429"/>
                  <a:pt x="654802" y="473429"/>
                  <a:pt x="647859" y="476902"/>
                </a:cubicBezTo>
                <a:cubicBezTo>
                  <a:pt x="639427" y="473925"/>
                  <a:pt x="630499" y="472437"/>
                  <a:pt x="624547" y="464501"/>
                </a:cubicBezTo>
                <a:cubicBezTo>
                  <a:pt x="619587" y="458549"/>
                  <a:pt x="620579" y="451108"/>
                  <a:pt x="617107" y="445156"/>
                </a:cubicBezTo>
                <a:cubicBezTo>
                  <a:pt x="621571" y="440692"/>
                  <a:pt x="618099" y="433747"/>
                  <a:pt x="622563" y="429779"/>
                </a:cubicBezTo>
                <a:cubicBezTo>
                  <a:pt x="627028" y="425811"/>
                  <a:pt x="630003" y="420851"/>
                  <a:pt x="635955" y="418867"/>
                </a:cubicBezTo>
                <a:cubicBezTo>
                  <a:pt x="639922" y="417378"/>
                  <a:pt x="644882" y="414402"/>
                  <a:pt x="648355" y="415394"/>
                </a:cubicBezTo>
                <a:close/>
                <a:moveTo>
                  <a:pt x="445964" y="414899"/>
                </a:moveTo>
                <a:cubicBezTo>
                  <a:pt x="460349" y="412914"/>
                  <a:pt x="477215" y="430275"/>
                  <a:pt x="476719" y="446148"/>
                </a:cubicBezTo>
                <a:cubicBezTo>
                  <a:pt x="476719" y="460533"/>
                  <a:pt x="461342" y="477894"/>
                  <a:pt x="444476" y="477398"/>
                </a:cubicBezTo>
                <a:cubicBezTo>
                  <a:pt x="430089" y="476902"/>
                  <a:pt x="413719" y="461525"/>
                  <a:pt x="414215" y="445156"/>
                </a:cubicBezTo>
                <a:cubicBezTo>
                  <a:pt x="414711" y="431267"/>
                  <a:pt x="429593" y="412914"/>
                  <a:pt x="445964" y="414899"/>
                </a:cubicBezTo>
                <a:close/>
                <a:moveTo>
                  <a:pt x="378980" y="414899"/>
                </a:moveTo>
                <a:cubicBezTo>
                  <a:pt x="395350" y="413411"/>
                  <a:pt x="410231" y="429283"/>
                  <a:pt x="410231" y="445652"/>
                </a:cubicBezTo>
                <a:cubicBezTo>
                  <a:pt x="410231" y="463013"/>
                  <a:pt x="394854" y="477398"/>
                  <a:pt x="377988" y="477398"/>
                </a:cubicBezTo>
                <a:cubicBezTo>
                  <a:pt x="362115" y="476902"/>
                  <a:pt x="347233" y="462517"/>
                  <a:pt x="347233" y="445652"/>
                </a:cubicBezTo>
                <a:cubicBezTo>
                  <a:pt x="347729" y="429779"/>
                  <a:pt x="362115" y="412915"/>
                  <a:pt x="378980" y="414899"/>
                </a:cubicBezTo>
                <a:close/>
                <a:moveTo>
                  <a:pt x="312992" y="414403"/>
                </a:moveTo>
                <a:cubicBezTo>
                  <a:pt x="321920" y="414403"/>
                  <a:pt x="328369" y="416883"/>
                  <a:pt x="334321" y="423331"/>
                </a:cubicBezTo>
                <a:cubicBezTo>
                  <a:pt x="340769" y="429780"/>
                  <a:pt x="344737" y="436724"/>
                  <a:pt x="343249" y="446149"/>
                </a:cubicBezTo>
                <a:cubicBezTo>
                  <a:pt x="345233" y="455573"/>
                  <a:pt x="340769" y="462022"/>
                  <a:pt x="334321" y="468470"/>
                </a:cubicBezTo>
                <a:cubicBezTo>
                  <a:pt x="327872" y="475414"/>
                  <a:pt x="320432" y="476902"/>
                  <a:pt x="311504" y="476902"/>
                </a:cubicBezTo>
                <a:cubicBezTo>
                  <a:pt x="302575" y="476902"/>
                  <a:pt x="296127" y="473430"/>
                  <a:pt x="290174" y="467478"/>
                </a:cubicBezTo>
                <a:cubicBezTo>
                  <a:pt x="283230" y="461030"/>
                  <a:pt x="281246" y="454085"/>
                  <a:pt x="281246" y="444661"/>
                </a:cubicBezTo>
                <a:cubicBezTo>
                  <a:pt x="281246" y="435732"/>
                  <a:pt x="284222" y="429284"/>
                  <a:pt x="290174" y="423331"/>
                </a:cubicBezTo>
                <a:cubicBezTo>
                  <a:pt x="296623" y="416387"/>
                  <a:pt x="303567" y="414403"/>
                  <a:pt x="312992" y="414403"/>
                </a:cubicBezTo>
                <a:close/>
                <a:moveTo>
                  <a:pt x="210344" y="386129"/>
                </a:moveTo>
                <a:cubicBezTo>
                  <a:pt x="209352" y="387121"/>
                  <a:pt x="207864" y="387617"/>
                  <a:pt x="207368" y="388609"/>
                </a:cubicBezTo>
                <a:cubicBezTo>
                  <a:pt x="203895" y="400018"/>
                  <a:pt x="197943" y="405970"/>
                  <a:pt x="186534" y="409938"/>
                </a:cubicBezTo>
                <a:cubicBezTo>
                  <a:pt x="185542" y="410434"/>
                  <a:pt x="184550" y="410434"/>
                  <a:pt x="183558" y="411426"/>
                </a:cubicBezTo>
                <a:cubicBezTo>
                  <a:pt x="182566" y="411922"/>
                  <a:pt x="182070" y="412914"/>
                  <a:pt x="181574" y="413906"/>
                </a:cubicBezTo>
                <a:cubicBezTo>
                  <a:pt x="182070" y="414402"/>
                  <a:pt x="183062" y="414402"/>
                  <a:pt x="183558" y="414898"/>
                </a:cubicBezTo>
                <a:cubicBezTo>
                  <a:pt x="201415" y="420851"/>
                  <a:pt x="201415" y="421843"/>
                  <a:pt x="207368" y="438212"/>
                </a:cubicBezTo>
                <a:cubicBezTo>
                  <a:pt x="207864" y="439700"/>
                  <a:pt x="208856" y="440692"/>
                  <a:pt x="209352" y="442180"/>
                </a:cubicBezTo>
                <a:cubicBezTo>
                  <a:pt x="209848" y="442676"/>
                  <a:pt x="210344" y="443172"/>
                  <a:pt x="210840" y="443668"/>
                </a:cubicBezTo>
                <a:cubicBezTo>
                  <a:pt x="211336" y="443172"/>
                  <a:pt x="211832" y="442180"/>
                  <a:pt x="211832" y="441684"/>
                </a:cubicBezTo>
                <a:cubicBezTo>
                  <a:pt x="215304" y="422339"/>
                  <a:pt x="221752" y="418371"/>
                  <a:pt x="238121" y="414898"/>
                </a:cubicBezTo>
                <a:cubicBezTo>
                  <a:pt x="239609" y="414898"/>
                  <a:pt x="240105" y="414402"/>
                  <a:pt x="240601" y="413906"/>
                </a:cubicBezTo>
                <a:cubicBezTo>
                  <a:pt x="240105" y="413410"/>
                  <a:pt x="239609" y="412914"/>
                  <a:pt x="239113" y="412418"/>
                </a:cubicBezTo>
                <a:cubicBezTo>
                  <a:pt x="237129" y="411426"/>
                  <a:pt x="235145" y="410434"/>
                  <a:pt x="233161" y="409938"/>
                </a:cubicBezTo>
                <a:cubicBezTo>
                  <a:pt x="222248" y="406466"/>
                  <a:pt x="214808" y="400018"/>
                  <a:pt x="212328" y="388609"/>
                </a:cubicBezTo>
                <a:cubicBezTo>
                  <a:pt x="212328" y="387617"/>
                  <a:pt x="211336" y="387121"/>
                  <a:pt x="210344" y="386129"/>
                </a:cubicBezTo>
                <a:close/>
                <a:moveTo>
                  <a:pt x="142389" y="385633"/>
                </a:moveTo>
                <a:cubicBezTo>
                  <a:pt x="141893" y="386625"/>
                  <a:pt x="140405" y="387121"/>
                  <a:pt x="140405" y="388113"/>
                </a:cubicBezTo>
                <a:cubicBezTo>
                  <a:pt x="140405" y="393569"/>
                  <a:pt x="137429" y="397041"/>
                  <a:pt x="133957" y="401010"/>
                </a:cubicBezTo>
                <a:cubicBezTo>
                  <a:pt x="129492" y="405970"/>
                  <a:pt x="124532" y="409938"/>
                  <a:pt x="117588" y="410434"/>
                </a:cubicBezTo>
                <a:cubicBezTo>
                  <a:pt x="116596" y="410434"/>
                  <a:pt x="115604" y="412418"/>
                  <a:pt x="114612" y="413410"/>
                </a:cubicBezTo>
                <a:cubicBezTo>
                  <a:pt x="115604" y="413906"/>
                  <a:pt x="116596" y="413906"/>
                  <a:pt x="117588" y="414402"/>
                </a:cubicBezTo>
                <a:cubicBezTo>
                  <a:pt x="127012" y="417379"/>
                  <a:pt x="135941" y="420851"/>
                  <a:pt x="138421" y="432259"/>
                </a:cubicBezTo>
                <a:cubicBezTo>
                  <a:pt x="138917" y="434243"/>
                  <a:pt x="140405" y="436228"/>
                  <a:pt x="140405" y="438708"/>
                </a:cubicBezTo>
                <a:cubicBezTo>
                  <a:pt x="140901" y="439700"/>
                  <a:pt x="142389" y="440692"/>
                  <a:pt x="143381" y="442180"/>
                </a:cubicBezTo>
                <a:cubicBezTo>
                  <a:pt x="144373" y="440196"/>
                  <a:pt x="145365" y="439204"/>
                  <a:pt x="145365" y="437716"/>
                </a:cubicBezTo>
                <a:cubicBezTo>
                  <a:pt x="148341" y="424819"/>
                  <a:pt x="155782" y="416883"/>
                  <a:pt x="169175" y="414402"/>
                </a:cubicBezTo>
                <a:cubicBezTo>
                  <a:pt x="169671" y="414402"/>
                  <a:pt x="170662" y="413906"/>
                  <a:pt x="171158" y="413410"/>
                </a:cubicBezTo>
                <a:cubicBezTo>
                  <a:pt x="170662" y="412418"/>
                  <a:pt x="170167" y="411426"/>
                  <a:pt x="169175" y="410930"/>
                </a:cubicBezTo>
                <a:cubicBezTo>
                  <a:pt x="168183" y="410434"/>
                  <a:pt x="167190" y="409938"/>
                  <a:pt x="166198" y="409442"/>
                </a:cubicBezTo>
                <a:cubicBezTo>
                  <a:pt x="154790" y="406466"/>
                  <a:pt x="147845" y="399522"/>
                  <a:pt x="144869" y="388113"/>
                </a:cubicBezTo>
                <a:cubicBezTo>
                  <a:pt x="144373" y="387121"/>
                  <a:pt x="142885" y="386129"/>
                  <a:pt x="142389" y="385633"/>
                </a:cubicBezTo>
                <a:close/>
                <a:moveTo>
                  <a:pt x="76915" y="385137"/>
                </a:moveTo>
                <a:cubicBezTo>
                  <a:pt x="75427" y="387121"/>
                  <a:pt x="74434" y="388113"/>
                  <a:pt x="74434" y="389105"/>
                </a:cubicBezTo>
                <a:cubicBezTo>
                  <a:pt x="70962" y="401010"/>
                  <a:pt x="65506" y="406466"/>
                  <a:pt x="53601" y="410434"/>
                </a:cubicBezTo>
                <a:cubicBezTo>
                  <a:pt x="53105" y="410434"/>
                  <a:pt x="52113" y="410434"/>
                  <a:pt x="51617" y="410930"/>
                </a:cubicBezTo>
                <a:cubicBezTo>
                  <a:pt x="50625" y="411922"/>
                  <a:pt x="49633" y="412914"/>
                  <a:pt x="48641" y="414402"/>
                </a:cubicBezTo>
                <a:cubicBezTo>
                  <a:pt x="49633" y="414898"/>
                  <a:pt x="50625" y="414898"/>
                  <a:pt x="51617" y="415394"/>
                </a:cubicBezTo>
                <a:cubicBezTo>
                  <a:pt x="60546" y="418867"/>
                  <a:pt x="69474" y="421843"/>
                  <a:pt x="71954" y="432259"/>
                </a:cubicBezTo>
                <a:cubicBezTo>
                  <a:pt x="72450" y="434739"/>
                  <a:pt x="73442" y="437220"/>
                  <a:pt x="74434" y="439700"/>
                </a:cubicBezTo>
                <a:cubicBezTo>
                  <a:pt x="74930" y="440692"/>
                  <a:pt x="75923" y="441188"/>
                  <a:pt x="76915" y="441188"/>
                </a:cubicBezTo>
                <a:cubicBezTo>
                  <a:pt x="77907" y="441188"/>
                  <a:pt x="78899" y="440196"/>
                  <a:pt x="79395" y="439204"/>
                </a:cubicBezTo>
                <a:cubicBezTo>
                  <a:pt x="84851" y="422835"/>
                  <a:pt x="85347" y="420851"/>
                  <a:pt x="103203" y="414898"/>
                </a:cubicBezTo>
                <a:cubicBezTo>
                  <a:pt x="103699" y="414898"/>
                  <a:pt x="104691" y="414402"/>
                  <a:pt x="105187" y="413906"/>
                </a:cubicBezTo>
                <a:cubicBezTo>
                  <a:pt x="104691" y="412914"/>
                  <a:pt x="104195" y="411922"/>
                  <a:pt x="103203" y="411426"/>
                </a:cubicBezTo>
                <a:cubicBezTo>
                  <a:pt x="102211" y="410930"/>
                  <a:pt x="101219" y="410434"/>
                  <a:pt x="100227" y="409938"/>
                </a:cubicBezTo>
                <a:cubicBezTo>
                  <a:pt x="89315" y="406962"/>
                  <a:pt x="81875" y="400018"/>
                  <a:pt x="79395" y="388609"/>
                </a:cubicBezTo>
                <a:cubicBezTo>
                  <a:pt x="78899" y="387617"/>
                  <a:pt x="77907" y="387121"/>
                  <a:pt x="76915" y="385137"/>
                </a:cubicBezTo>
                <a:close/>
                <a:moveTo>
                  <a:pt x="2398286" y="376705"/>
                </a:moveTo>
                <a:cubicBezTo>
                  <a:pt x="2398782" y="376705"/>
                  <a:pt x="2399774" y="377697"/>
                  <a:pt x="2401758" y="378689"/>
                </a:cubicBezTo>
                <a:cubicBezTo>
                  <a:pt x="2400270" y="380177"/>
                  <a:pt x="2399278" y="381169"/>
                  <a:pt x="2398286" y="381169"/>
                </a:cubicBezTo>
                <a:cubicBezTo>
                  <a:pt x="2397790" y="381169"/>
                  <a:pt x="2396798" y="380177"/>
                  <a:pt x="2395806" y="379681"/>
                </a:cubicBezTo>
                <a:cubicBezTo>
                  <a:pt x="2396798" y="378689"/>
                  <a:pt x="2397294" y="377697"/>
                  <a:pt x="2398286" y="376705"/>
                </a:cubicBezTo>
                <a:close/>
                <a:moveTo>
                  <a:pt x="2331819" y="373233"/>
                </a:moveTo>
                <a:cubicBezTo>
                  <a:pt x="2333803" y="375713"/>
                  <a:pt x="2335787" y="377697"/>
                  <a:pt x="2335787" y="379185"/>
                </a:cubicBezTo>
                <a:cubicBezTo>
                  <a:pt x="2335787" y="380673"/>
                  <a:pt x="2333307" y="382658"/>
                  <a:pt x="2331323" y="383650"/>
                </a:cubicBezTo>
                <a:cubicBezTo>
                  <a:pt x="2329339" y="384642"/>
                  <a:pt x="2325371" y="380177"/>
                  <a:pt x="2326363" y="378193"/>
                </a:cubicBezTo>
                <a:cubicBezTo>
                  <a:pt x="2327851" y="376705"/>
                  <a:pt x="2329835" y="375217"/>
                  <a:pt x="2331819" y="373233"/>
                </a:cubicBezTo>
                <a:close/>
                <a:moveTo>
                  <a:pt x="2264359" y="371744"/>
                </a:moveTo>
                <a:cubicBezTo>
                  <a:pt x="2269815" y="371744"/>
                  <a:pt x="2271799" y="373728"/>
                  <a:pt x="2271799" y="378688"/>
                </a:cubicBezTo>
                <a:cubicBezTo>
                  <a:pt x="2271799" y="383649"/>
                  <a:pt x="2269815" y="386129"/>
                  <a:pt x="2265351" y="386129"/>
                </a:cubicBezTo>
                <a:cubicBezTo>
                  <a:pt x="2260391" y="386129"/>
                  <a:pt x="2257911" y="384641"/>
                  <a:pt x="2257414" y="379680"/>
                </a:cubicBezTo>
                <a:cubicBezTo>
                  <a:pt x="2256918" y="374224"/>
                  <a:pt x="2258902" y="371744"/>
                  <a:pt x="2264359" y="371744"/>
                </a:cubicBezTo>
                <a:close/>
                <a:moveTo>
                  <a:pt x="2197892" y="369760"/>
                </a:moveTo>
                <a:cubicBezTo>
                  <a:pt x="2203348" y="369760"/>
                  <a:pt x="2207316" y="374224"/>
                  <a:pt x="2207316" y="379185"/>
                </a:cubicBezTo>
                <a:cubicBezTo>
                  <a:pt x="2207316" y="384145"/>
                  <a:pt x="2202852" y="388609"/>
                  <a:pt x="2197892" y="388609"/>
                </a:cubicBezTo>
                <a:cubicBezTo>
                  <a:pt x="2192435" y="388609"/>
                  <a:pt x="2187971" y="384145"/>
                  <a:pt x="2187971" y="378688"/>
                </a:cubicBezTo>
                <a:cubicBezTo>
                  <a:pt x="2187971" y="373728"/>
                  <a:pt x="2192931" y="369760"/>
                  <a:pt x="2197892" y="369760"/>
                </a:cubicBezTo>
                <a:close/>
                <a:moveTo>
                  <a:pt x="2129440" y="367280"/>
                </a:moveTo>
                <a:cubicBezTo>
                  <a:pt x="2134400" y="367280"/>
                  <a:pt x="2141345" y="374224"/>
                  <a:pt x="2140849" y="379681"/>
                </a:cubicBezTo>
                <a:cubicBezTo>
                  <a:pt x="2140849" y="384641"/>
                  <a:pt x="2133904" y="391585"/>
                  <a:pt x="2128448" y="391089"/>
                </a:cubicBezTo>
                <a:cubicBezTo>
                  <a:pt x="2123488" y="391089"/>
                  <a:pt x="2116543" y="384145"/>
                  <a:pt x="2117039" y="378689"/>
                </a:cubicBezTo>
                <a:cubicBezTo>
                  <a:pt x="2117039" y="373728"/>
                  <a:pt x="2123984" y="367280"/>
                  <a:pt x="2129440" y="367280"/>
                </a:cubicBezTo>
                <a:close/>
                <a:moveTo>
                  <a:pt x="2062973" y="367280"/>
                </a:moveTo>
                <a:cubicBezTo>
                  <a:pt x="2071405" y="367280"/>
                  <a:pt x="2074381" y="370752"/>
                  <a:pt x="2074381" y="379185"/>
                </a:cubicBezTo>
                <a:cubicBezTo>
                  <a:pt x="2074381" y="387617"/>
                  <a:pt x="2070909" y="391089"/>
                  <a:pt x="2062477" y="391089"/>
                </a:cubicBezTo>
                <a:cubicBezTo>
                  <a:pt x="2054044" y="391089"/>
                  <a:pt x="2050572" y="388113"/>
                  <a:pt x="2050572" y="379681"/>
                </a:cubicBezTo>
                <a:cubicBezTo>
                  <a:pt x="2050572" y="370752"/>
                  <a:pt x="2053548" y="367280"/>
                  <a:pt x="2062973" y="367280"/>
                </a:cubicBezTo>
                <a:close/>
                <a:moveTo>
                  <a:pt x="1995513" y="365296"/>
                </a:moveTo>
                <a:cubicBezTo>
                  <a:pt x="2002953" y="365296"/>
                  <a:pt x="2009898" y="371744"/>
                  <a:pt x="2009898" y="379185"/>
                </a:cubicBezTo>
                <a:cubicBezTo>
                  <a:pt x="2009898" y="386625"/>
                  <a:pt x="2003449" y="393073"/>
                  <a:pt x="1996009" y="393570"/>
                </a:cubicBezTo>
                <a:cubicBezTo>
                  <a:pt x="1988568" y="393570"/>
                  <a:pt x="1981624" y="387121"/>
                  <a:pt x="1981624" y="379681"/>
                </a:cubicBezTo>
                <a:cubicBezTo>
                  <a:pt x="1981624" y="372240"/>
                  <a:pt x="1988072" y="365296"/>
                  <a:pt x="1995513" y="365296"/>
                </a:cubicBezTo>
                <a:close/>
                <a:moveTo>
                  <a:pt x="1922597" y="365296"/>
                </a:moveTo>
                <a:cubicBezTo>
                  <a:pt x="1927061" y="364304"/>
                  <a:pt x="1931525" y="364800"/>
                  <a:pt x="1935989" y="365792"/>
                </a:cubicBezTo>
                <a:cubicBezTo>
                  <a:pt x="1941446" y="367280"/>
                  <a:pt x="1943430" y="371744"/>
                  <a:pt x="1943430" y="380177"/>
                </a:cubicBezTo>
                <a:cubicBezTo>
                  <a:pt x="1943430" y="389105"/>
                  <a:pt x="1938966" y="393073"/>
                  <a:pt x="1929541" y="393073"/>
                </a:cubicBezTo>
                <a:cubicBezTo>
                  <a:pt x="1920117" y="393073"/>
                  <a:pt x="1915156" y="389105"/>
                  <a:pt x="1915156" y="380673"/>
                </a:cubicBezTo>
                <a:cubicBezTo>
                  <a:pt x="1915156" y="378192"/>
                  <a:pt x="1914660" y="375712"/>
                  <a:pt x="1915156" y="373728"/>
                </a:cubicBezTo>
                <a:cubicBezTo>
                  <a:pt x="1916148" y="369760"/>
                  <a:pt x="1919125" y="366288"/>
                  <a:pt x="1922597" y="365296"/>
                </a:cubicBezTo>
                <a:close/>
                <a:moveTo>
                  <a:pt x="1859105" y="362320"/>
                </a:moveTo>
                <a:cubicBezTo>
                  <a:pt x="1868530" y="362320"/>
                  <a:pt x="1875971" y="370752"/>
                  <a:pt x="1876466" y="379681"/>
                </a:cubicBezTo>
                <a:cubicBezTo>
                  <a:pt x="1876962" y="385633"/>
                  <a:pt x="1872994" y="387617"/>
                  <a:pt x="1870018" y="391585"/>
                </a:cubicBezTo>
                <a:cubicBezTo>
                  <a:pt x="1867042" y="395554"/>
                  <a:pt x="1863074" y="395554"/>
                  <a:pt x="1858610" y="396050"/>
                </a:cubicBezTo>
                <a:cubicBezTo>
                  <a:pt x="1852657" y="396546"/>
                  <a:pt x="1850673" y="392081"/>
                  <a:pt x="1847201" y="389601"/>
                </a:cubicBezTo>
                <a:cubicBezTo>
                  <a:pt x="1843729" y="387121"/>
                  <a:pt x="1843233" y="383649"/>
                  <a:pt x="1842737" y="379185"/>
                </a:cubicBezTo>
                <a:cubicBezTo>
                  <a:pt x="1842241" y="373232"/>
                  <a:pt x="1845713" y="370752"/>
                  <a:pt x="1848689" y="367280"/>
                </a:cubicBezTo>
                <a:cubicBezTo>
                  <a:pt x="1852161" y="363808"/>
                  <a:pt x="1855137" y="360832"/>
                  <a:pt x="1859105" y="362320"/>
                </a:cubicBezTo>
                <a:close/>
                <a:moveTo>
                  <a:pt x="1786685" y="361824"/>
                </a:moveTo>
                <a:cubicBezTo>
                  <a:pt x="1791646" y="361328"/>
                  <a:pt x="1797598" y="359840"/>
                  <a:pt x="1802062" y="361824"/>
                </a:cubicBezTo>
                <a:cubicBezTo>
                  <a:pt x="1806030" y="363808"/>
                  <a:pt x="1811983" y="367280"/>
                  <a:pt x="1810495" y="374720"/>
                </a:cubicBezTo>
                <a:cubicBezTo>
                  <a:pt x="1809998" y="376705"/>
                  <a:pt x="1809998" y="378689"/>
                  <a:pt x="1810495" y="380673"/>
                </a:cubicBezTo>
                <a:cubicBezTo>
                  <a:pt x="1810991" y="385137"/>
                  <a:pt x="1809502" y="388113"/>
                  <a:pt x="1806526" y="391089"/>
                </a:cubicBezTo>
                <a:cubicBezTo>
                  <a:pt x="1803550" y="394065"/>
                  <a:pt x="1800574" y="396050"/>
                  <a:pt x="1796110" y="395058"/>
                </a:cubicBezTo>
                <a:cubicBezTo>
                  <a:pt x="1794622" y="395554"/>
                  <a:pt x="1794126" y="395554"/>
                  <a:pt x="1792141" y="395554"/>
                </a:cubicBezTo>
                <a:cubicBezTo>
                  <a:pt x="1787677" y="396546"/>
                  <a:pt x="1783213" y="395058"/>
                  <a:pt x="1779741" y="390593"/>
                </a:cubicBezTo>
                <a:cubicBezTo>
                  <a:pt x="1777261" y="388113"/>
                  <a:pt x="1775773" y="385633"/>
                  <a:pt x="1776765" y="382161"/>
                </a:cubicBezTo>
                <a:cubicBezTo>
                  <a:pt x="1777757" y="377201"/>
                  <a:pt x="1774285" y="371248"/>
                  <a:pt x="1780237" y="366784"/>
                </a:cubicBezTo>
                <a:cubicBezTo>
                  <a:pt x="1782221" y="365296"/>
                  <a:pt x="1784205" y="362320"/>
                  <a:pt x="1786685" y="361824"/>
                </a:cubicBezTo>
                <a:close/>
                <a:moveTo>
                  <a:pt x="1725674" y="360832"/>
                </a:moveTo>
                <a:cubicBezTo>
                  <a:pt x="1731130" y="359344"/>
                  <a:pt x="1736090" y="363808"/>
                  <a:pt x="1739563" y="366288"/>
                </a:cubicBezTo>
                <a:cubicBezTo>
                  <a:pt x="1743035" y="368768"/>
                  <a:pt x="1744523" y="374721"/>
                  <a:pt x="1745019" y="379185"/>
                </a:cubicBezTo>
                <a:cubicBezTo>
                  <a:pt x="1745019" y="383649"/>
                  <a:pt x="1743531" y="389105"/>
                  <a:pt x="1740555" y="392578"/>
                </a:cubicBezTo>
                <a:cubicBezTo>
                  <a:pt x="1737083" y="395554"/>
                  <a:pt x="1731626" y="396546"/>
                  <a:pt x="1726666" y="399026"/>
                </a:cubicBezTo>
                <a:cubicBezTo>
                  <a:pt x="1721706" y="396546"/>
                  <a:pt x="1715257" y="395554"/>
                  <a:pt x="1712777" y="392082"/>
                </a:cubicBezTo>
                <a:cubicBezTo>
                  <a:pt x="1710297" y="388609"/>
                  <a:pt x="1706329" y="384145"/>
                  <a:pt x="1707321" y="379185"/>
                </a:cubicBezTo>
                <a:cubicBezTo>
                  <a:pt x="1708313" y="374721"/>
                  <a:pt x="1709801" y="369264"/>
                  <a:pt x="1712777" y="366288"/>
                </a:cubicBezTo>
                <a:cubicBezTo>
                  <a:pt x="1715753" y="363312"/>
                  <a:pt x="1721210" y="361824"/>
                  <a:pt x="1725674" y="360832"/>
                </a:cubicBezTo>
                <a:close/>
                <a:moveTo>
                  <a:pt x="1490" y="360336"/>
                </a:moveTo>
                <a:cubicBezTo>
                  <a:pt x="3970" y="363312"/>
                  <a:pt x="4466" y="367776"/>
                  <a:pt x="5954" y="370753"/>
                </a:cubicBezTo>
                <a:cubicBezTo>
                  <a:pt x="10915" y="380673"/>
                  <a:pt x="4962" y="388113"/>
                  <a:pt x="2978" y="396546"/>
                </a:cubicBezTo>
                <a:cubicBezTo>
                  <a:pt x="2978" y="397042"/>
                  <a:pt x="1986" y="397042"/>
                  <a:pt x="1490" y="397538"/>
                </a:cubicBezTo>
                <a:cubicBezTo>
                  <a:pt x="994" y="397042"/>
                  <a:pt x="498" y="396050"/>
                  <a:pt x="498" y="395554"/>
                </a:cubicBezTo>
                <a:cubicBezTo>
                  <a:pt x="498" y="389602"/>
                  <a:pt x="498" y="383649"/>
                  <a:pt x="498" y="377697"/>
                </a:cubicBezTo>
                <a:cubicBezTo>
                  <a:pt x="498" y="375713"/>
                  <a:pt x="498" y="373729"/>
                  <a:pt x="498" y="371745"/>
                </a:cubicBezTo>
                <a:cubicBezTo>
                  <a:pt x="498" y="367776"/>
                  <a:pt x="994" y="363808"/>
                  <a:pt x="1490" y="360336"/>
                </a:cubicBezTo>
                <a:close/>
                <a:moveTo>
                  <a:pt x="1657222" y="359840"/>
                </a:moveTo>
                <a:cubicBezTo>
                  <a:pt x="1668631" y="359840"/>
                  <a:pt x="1676567" y="367776"/>
                  <a:pt x="1676567" y="379185"/>
                </a:cubicBezTo>
                <a:cubicBezTo>
                  <a:pt x="1676567" y="390594"/>
                  <a:pt x="1668631" y="398530"/>
                  <a:pt x="1657222" y="398034"/>
                </a:cubicBezTo>
                <a:cubicBezTo>
                  <a:pt x="1645813" y="398034"/>
                  <a:pt x="1638373" y="390098"/>
                  <a:pt x="1638373" y="378193"/>
                </a:cubicBezTo>
                <a:cubicBezTo>
                  <a:pt x="1638373" y="367280"/>
                  <a:pt x="1646309" y="359840"/>
                  <a:pt x="1657222" y="359840"/>
                </a:cubicBezTo>
                <a:close/>
                <a:moveTo>
                  <a:pt x="1590259" y="358848"/>
                </a:moveTo>
                <a:cubicBezTo>
                  <a:pt x="1595219" y="358848"/>
                  <a:pt x="1601172" y="361328"/>
                  <a:pt x="1605140" y="365296"/>
                </a:cubicBezTo>
                <a:cubicBezTo>
                  <a:pt x="1609108" y="367776"/>
                  <a:pt x="1610100" y="374225"/>
                  <a:pt x="1612580" y="379185"/>
                </a:cubicBezTo>
                <a:cubicBezTo>
                  <a:pt x="1610100" y="384145"/>
                  <a:pt x="1609108" y="390098"/>
                  <a:pt x="1605140" y="394066"/>
                </a:cubicBezTo>
                <a:cubicBezTo>
                  <a:pt x="1601668" y="397538"/>
                  <a:pt x="1595219" y="400514"/>
                  <a:pt x="1590259" y="400514"/>
                </a:cubicBezTo>
                <a:cubicBezTo>
                  <a:pt x="1585299" y="400514"/>
                  <a:pt x="1579346" y="397538"/>
                  <a:pt x="1575874" y="394066"/>
                </a:cubicBezTo>
                <a:cubicBezTo>
                  <a:pt x="1572402" y="390594"/>
                  <a:pt x="1569922" y="384145"/>
                  <a:pt x="1569922" y="379185"/>
                </a:cubicBezTo>
                <a:cubicBezTo>
                  <a:pt x="1569922" y="374721"/>
                  <a:pt x="1572402" y="368769"/>
                  <a:pt x="1575874" y="365296"/>
                </a:cubicBezTo>
                <a:cubicBezTo>
                  <a:pt x="1579843" y="361824"/>
                  <a:pt x="1585299" y="358848"/>
                  <a:pt x="1590259" y="358848"/>
                </a:cubicBezTo>
                <a:close/>
                <a:moveTo>
                  <a:pt x="1524287" y="357360"/>
                </a:moveTo>
                <a:cubicBezTo>
                  <a:pt x="1535696" y="357856"/>
                  <a:pt x="1545616" y="367777"/>
                  <a:pt x="1545616" y="379185"/>
                </a:cubicBezTo>
                <a:cubicBezTo>
                  <a:pt x="1545616" y="390594"/>
                  <a:pt x="1535696" y="400514"/>
                  <a:pt x="1523791" y="400514"/>
                </a:cubicBezTo>
                <a:cubicBezTo>
                  <a:pt x="1512382" y="400514"/>
                  <a:pt x="1502462" y="390098"/>
                  <a:pt x="1502958" y="378193"/>
                </a:cubicBezTo>
                <a:cubicBezTo>
                  <a:pt x="1502958" y="367281"/>
                  <a:pt x="1513374" y="357360"/>
                  <a:pt x="1524287" y="357360"/>
                </a:cubicBezTo>
                <a:close/>
                <a:moveTo>
                  <a:pt x="1458316" y="356864"/>
                </a:moveTo>
                <a:cubicBezTo>
                  <a:pt x="1464765" y="357360"/>
                  <a:pt x="1469725" y="359840"/>
                  <a:pt x="1473197" y="363312"/>
                </a:cubicBezTo>
                <a:cubicBezTo>
                  <a:pt x="1476669" y="366785"/>
                  <a:pt x="1478653" y="372737"/>
                  <a:pt x="1478653" y="378689"/>
                </a:cubicBezTo>
                <a:cubicBezTo>
                  <a:pt x="1479149" y="385138"/>
                  <a:pt x="1476173" y="390594"/>
                  <a:pt x="1472701" y="394066"/>
                </a:cubicBezTo>
                <a:cubicBezTo>
                  <a:pt x="1469725" y="398530"/>
                  <a:pt x="1463773" y="402994"/>
                  <a:pt x="1456828" y="400018"/>
                </a:cubicBezTo>
                <a:cubicBezTo>
                  <a:pt x="1449884" y="403491"/>
                  <a:pt x="1445420" y="398034"/>
                  <a:pt x="1441451" y="394562"/>
                </a:cubicBezTo>
                <a:cubicBezTo>
                  <a:pt x="1437483" y="391090"/>
                  <a:pt x="1435499" y="384641"/>
                  <a:pt x="1435499" y="378193"/>
                </a:cubicBezTo>
                <a:cubicBezTo>
                  <a:pt x="1435499" y="371745"/>
                  <a:pt x="1438475" y="366289"/>
                  <a:pt x="1441947" y="362816"/>
                </a:cubicBezTo>
                <a:cubicBezTo>
                  <a:pt x="1445916" y="358848"/>
                  <a:pt x="1451868" y="356864"/>
                  <a:pt x="1458316" y="356864"/>
                </a:cubicBezTo>
                <a:close/>
                <a:moveTo>
                  <a:pt x="1321412" y="355872"/>
                </a:moveTo>
                <a:cubicBezTo>
                  <a:pt x="1335301" y="354880"/>
                  <a:pt x="1345717" y="365792"/>
                  <a:pt x="1345717" y="379185"/>
                </a:cubicBezTo>
                <a:cubicBezTo>
                  <a:pt x="1345717" y="392082"/>
                  <a:pt x="1335797" y="402994"/>
                  <a:pt x="1321412" y="402994"/>
                </a:cubicBezTo>
                <a:cubicBezTo>
                  <a:pt x="1308020" y="402498"/>
                  <a:pt x="1297603" y="392082"/>
                  <a:pt x="1298099" y="378689"/>
                </a:cubicBezTo>
                <a:cubicBezTo>
                  <a:pt x="1299091" y="364800"/>
                  <a:pt x="1308020" y="355872"/>
                  <a:pt x="1321412" y="355872"/>
                </a:cubicBezTo>
                <a:close/>
                <a:moveTo>
                  <a:pt x="1387880" y="355375"/>
                </a:moveTo>
                <a:cubicBezTo>
                  <a:pt x="1399289" y="354879"/>
                  <a:pt x="1412186" y="367280"/>
                  <a:pt x="1412186" y="379185"/>
                </a:cubicBezTo>
                <a:cubicBezTo>
                  <a:pt x="1412186" y="390097"/>
                  <a:pt x="1400281" y="402498"/>
                  <a:pt x="1388872" y="402994"/>
                </a:cubicBezTo>
                <a:cubicBezTo>
                  <a:pt x="1377464" y="403490"/>
                  <a:pt x="1364567" y="391089"/>
                  <a:pt x="1364567" y="379185"/>
                </a:cubicBezTo>
                <a:cubicBezTo>
                  <a:pt x="1364567" y="368272"/>
                  <a:pt x="1376472" y="355871"/>
                  <a:pt x="1387880" y="355375"/>
                </a:cubicBezTo>
                <a:close/>
                <a:moveTo>
                  <a:pt x="1254945" y="354384"/>
                </a:moveTo>
                <a:cubicBezTo>
                  <a:pt x="1270322" y="355376"/>
                  <a:pt x="1279251" y="364305"/>
                  <a:pt x="1278755" y="379185"/>
                </a:cubicBezTo>
                <a:cubicBezTo>
                  <a:pt x="1278755" y="394066"/>
                  <a:pt x="1269826" y="402995"/>
                  <a:pt x="1254449" y="402499"/>
                </a:cubicBezTo>
                <a:cubicBezTo>
                  <a:pt x="1239568" y="402499"/>
                  <a:pt x="1231136" y="393074"/>
                  <a:pt x="1231136" y="377697"/>
                </a:cubicBezTo>
                <a:cubicBezTo>
                  <a:pt x="1231136" y="371249"/>
                  <a:pt x="1233120" y="365793"/>
                  <a:pt x="1237584" y="361328"/>
                </a:cubicBezTo>
                <a:cubicBezTo>
                  <a:pt x="1242545" y="356368"/>
                  <a:pt x="1248001" y="354384"/>
                  <a:pt x="1254945" y="354384"/>
                </a:cubicBezTo>
                <a:close/>
                <a:moveTo>
                  <a:pt x="1186989" y="353392"/>
                </a:moveTo>
                <a:cubicBezTo>
                  <a:pt x="1200382" y="353888"/>
                  <a:pt x="1211295" y="366785"/>
                  <a:pt x="1212287" y="379681"/>
                </a:cubicBezTo>
                <a:cubicBezTo>
                  <a:pt x="1210799" y="392578"/>
                  <a:pt x="1198894" y="405475"/>
                  <a:pt x="1185997" y="404979"/>
                </a:cubicBezTo>
                <a:cubicBezTo>
                  <a:pt x="1172605" y="404979"/>
                  <a:pt x="1159212" y="390594"/>
                  <a:pt x="1160204" y="378193"/>
                </a:cubicBezTo>
                <a:cubicBezTo>
                  <a:pt x="1161196" y="364304"/>
                  <a:pt x="1174589" y="352400"/>
                  <a:pt x="1186989" y="353392"/>
                </a:cubicBezTo>
                <a:close/>
                <a:moveTo>
                  <a:pt x="1120026" y="353391"/>
                </a:moveTo>
                <a:cubicBezTo>
                  <a:pt x="1133915" y="353391"/>
                  <a:pt x="1146812" y="366288"/>
                  <a:pt x="1145820" y="380176"/>
                </a:cubicBezTo>
                <a:cubicBezTo>
                  <a:pt x="1144828" y="395057"/>
                  <a:pt x="1132923" y="404978"/>
                  <a:pt x="1119530" y="405474"/>
                </a:cubicBezTo>
                <a:cubicBezTo>
                  <a:pt x="1105641" y="405474"/>
                  <a:pt x="1092745" y="392577"/>
                  <a:pt x="1093737" y="378688"/>
                </a:cubicBezTo>
                <a:cubicBezTo>
                  <a:pt x="1094729" y="363808"/>
                  <a:pt x="1106137" y="353391"/>
                  <a:pt x="1120026" y="353391"/>
                </a:cubicBezTo>
                <a:close/>
                <a:moveTo>
                  <a:pt x="1052070" y="353391"/>
                </a:moveTo>
                <a:cubicBezTo>
                  <a:pt x="1060007" y="353391"/>
                  <a:pt x="1065959" y="355871"/>
                  <a:pt x="1071415" y="361327"/>
                </a:cubicBezTo>
                <a:cubicBezTo>
                  <a:pt x="1076376" y="366784"/>
                  <a:pt x="1078856" y="372240"/>
                  <a:pt x="1078856" y="379680"/>
                </a:cubicBezTo>
                <a:cubicBezTo>
                  <a:pt x="1078856" y="387121"/>
                  <a:pt x="1076376" y="393073"/>
                  <a:pt x="1071415" y="398033"/>
                </a:cubicBezTo>
                <a:cubicBezTo>
                  <a:pt x="1066455" y="402498"/>
                  <a:pt x="1060999" y="406466"/>
                  <a:pt x="1054055" y="405474"/>
                </a:cubicBezTo>
                <a:cubicBezTo>
                  <a:pt x="1038207" y="405474"/>
                  <a:pt x="1026798" y="394561"/>
                  <a:pt x="1026302" y="380672"/>
                </a:cubicBezTo>
                <a:cubicBezTo>
                  <a:pt x="1026302" y="372736"/>
                  <a:pt x="1028286" y="366784"/>
                  <a:pt x="1033742" y="361327"/>
                </a:cubicBezTo>
                <a:cubicBezTo>
                  <a:pt x="1039199" y="356367"/>
                  <a:pt x="1044158" y="353391"/>
                  <a:pt x="1052070" y="353391"/>
                </a:cubicBezTo>
                <a:close/>
                <a:moveTo>
                  <a:pt x="984160" y="352895"/>
                </a:moveTo>
                <a:cubicBezTo>
                  <a:pt x="985152" y="353391"/>
                  <a:pt x="986640" y="352895"/>
                  <a:pt x="987632" y="352895"/>
                </a:cubicBezTo>
                <a:cubicBezTo>
                  <a:pt x="995073" y="351407"/>
                  <a:pt x="1001521" y="354879"/>
                  <a:pt x="1005985" y="359839"/>
                </a:cubicBezTo>
                <a:cubicBezTo>
                  <a:pt x="1009953" y="364304"/>
                  <a:pt x="1013921" y="370256"/>
                  <a:pt x="1012433" y="377200"/>
                </a:cubicBezTo>
                <a:cubicBezTo>
                  <a:pt x="1012433" y="378192"/>
                  <a:pt x="1012433" y="378688"/>
                  <a:pt x="1012433" y="379681"/>
                </a:cubicBezTo>
                <a:cubicBezTo>
                  <a:pt x="1014417" y="390593"/>
                  <a:pt x="1007969" y="397537"/>
                  <a:pt x="998049" y="403986"/>
                </a:cubicBezTo>
                <a:cubicBezTo>
                  <a:pt x="997057" y="404978"/>
                  <a:pt x="995073" y="404978"/>
                  <a:pt x="993585" y="404978"/>
                </a:cubicBezTo>
                <a:cubicBezTo>
                  <a:pt x="989616" y="404978"/>
                  <a:pt x="985648" y="404482"/>
                  <a:pt x="981680" y="404978"/>
                </a:cubicBezTo>
                <a:cubicBezTo>
                  <a:pt x="974736" y="405970"/>
                  <a:pt x="970272" y="401506"/>
                  <a:pt x="965808" y="397537"/>
                </a:cubicBezTo>
                <a:cubicBezTo>
                  <a:pt x="957376" y="389601"/>
                  <a:pt x="959360" y="378192"/>
                  <a:pt x="960352" y="368272"/>
                </a:cubicBezTo>
                <a:cubicBezTo>
                  <a:pt x="960848" y="364304"/>
                  <a:pt x="964816" y="360335"/>
                  <a:pt x="968288" y="357855"/>
                </a:cubicBezTo>
                <a:cubicBezTo>
                  <a:pt x="972753" y="354879"/>
                  <a:pt x="977712" y="350911"/>
                  <a:pt x="984160" y="352895"/>
                </a:cubicBezTo>
                <a:close/>
                <a:moveTo>
                  <a:pt x="917177" y="350911"/>
                </a:moveTo>
                <a:cubicBezTo>
                  <a:pt x="925113" y="350911"/>
                  <a:pt x="932553" y="353887"/>
                  <a:pt x="938010" y="360832"/>
                </a:cubicBezTo>
                <a:cubicBezTo>
                  <a:pt x="942474" y="366288"/>
                  <a:pt x="945946" y="373232"/>
                  <a:pt x="945450" y="380177"/>
                </a:cubicBezTo>
                <a:cubicBezTo>
                  <a:pt x="944458" y="387617"/>
                  <a:pt x="941978" y="395553"/>
                  <a:pt x="935034" y="401010"/>
                </a:cubicBezTo>
                <a:cubicBezTo>
                  <a:pt x="931561" y="403490"/>
                  <a:pt x="920153" y="408946"/>
                  <a:pt x="916681" y="407954"/>
                </a:cubicBezTo>
                <a:cubicBezTo>
                  <a:pt x="909240" y="405970"/>
                  <a:pt x="901304" y="403986"/>
                  <a:pt x="895848" y="397538"/>
                </a:cubicBezTo>
                <a:cubicBezTo>
                  <a:pt x="891384" y="391585"/>
                  <a:pt x="890888" y="385137"/>
                  <a:pt x="887911" y="378689"/>
                </a:cubicBezTo>
                <a:cubicBezTo>
                  <a:pt x="890888" y="371744"/>
                  <a:pt x="891879" y="364304"/>
                  <a:pt x="897833" y="358847"/>
                </a:cubicBezTo>
                <a:cubicBezTo>
                  <a:pt x="903288" y="353887"/>
                  <a:pt x="910232" y="350911"/>
                  <a:pt x="917177" y="350911"/>
                </a:cubicBezTo>
                <a:close/>
                <a:moveTo>
                  <a:pt x="849204" y="350415"/>
                </a:moveTo>
                <a:cubicBezTo>
                  <a:pt x="864085" y="349423"/>
                  <a:pt x="878964" y="364304"/>
                  <a:pt x="878964" y="378689"/>
                </a:cubicBezTo>
                <a:cubicBezTo>
                  <a:pt x="878964" y="394065"/>
                  <a:pt x="865077" y="407954"/>
                  <a:pt x="850691" y="407458"/>
                </a:cubicBezTo>
                <a:cubicBezTo>
                  <a:pt x="835810" y="407954"/>
                  <a:pt x="821921" y="394065"/>
                  <a:pt x="821425" y="379681"/>
                </a:cubicBezTo>
                <a:cubicBezTo>
                  <a:pt x="820929" y="364800"/>
                  <a:pt x="834323" y="351407"/>
                  <a:pt x="849204" y="350415"/>
                </a:cubicBezTo>
                <a:close/>
                <a:moveTo>
                  <a:pt x="784739" y="350415"/>
                </a:moveTo>
                <a:cubicBezTo>
                  <a:pt x="799122" y="350415"/>
                  <a:pt x="814003" y="364304"/>
                  <a:pt x="812516" y="379185"/>
                </a:cubicBezTo>
                <a:cubicBezTo>
                  <a:pt x="814003" y="394066"/>
                  <a:pt x="799618" y="408451"/>
                  <a:pt x="783250" y="407955"/>
                </a:cubicBezTo>
                <a:cubicBezTo>
                  <a:pt x="768368" y="407459"/>
                  <a:pt x="754975" y="394066"/>
                  <a:pt x="754975" y="379185"/>
                </a:cubicBezTo>
                <a:cubicBezTo>
                  <a:pt x="754975" y="364304"/>
                  <a:pt x="768368" y="349919"/>
                  <a:pt x="784739" y="350415"/>
                </a:cubicBezTo>
                <a:close/>
                <a:moveTo>
                  <a:pt x="715795" y="350415"/>
                </a:moveTo>
                <a:cubicBezTo>
                  <a:pt x="723731" y="350415"/>
                  <a:pt x="729683" y="352399"/>
                  <a:pt x="735635" y="357855"/>
                </a:cubicBezTo>
                <a:cubicBezTo>
                  <a:pt x="742083" y="364304"/>
                  <a:pt x="743570" y="371248"/>
                  <a:pt x="743570" y="379681"/>
                </a:cubicBezTo>
                <a:cubicBezTo>
                  <a:pt x="743570" y="388113"/>
                  <a:pt x="741587" y="394561"/>
                  <a:pt x="735635" y="400514"/>
                </a:cubicBezTo>
                <a:cubicBezTo>
                  <a:pt x="729683" y="405970"/>
                  <a:pt x="723235" y="408946"/>
                  <a:pt x="714803" y="407458"/>
                </a:cubicBezTo>
                <a:cubicBezTo>
                  <a:pt x="706867" y="408450"/>
                  <a:pt x="699923" y="405970"/>
                  <a:pt x="693971" y="400514"/>
                </a:cubicBezTo>
                <a:cubicBezTo>
                  <a:pt x="687523" y="394065"/>
                  <a:pt x="686035" y="387121"/>
                  <a:pt x="686035" y="378689"/>
                </a:cubicBezTo>
                <a:cubicBezTo>
                  <a:pt x="686035" y="370256"/>
                  <a:pt x="688019" y="364304"/>
                  <a:pt x="693971" y="357855"/>
                </a:cubicBezTo>
                <a:cubicBezTo>
                  <a:pt x="700419" y="351407"/>
                  <a:pt x="707363" y="350415"/>
                  <a:pt x="715795" y="350415"/>
                </a:cubicBezTo>
                <a:close/>
                <a:moveTo>
                  <a:pt x="648351" y="348927"/>
                </a:moveTo>
                <a:cubicBezTo>
                  <a:pt x="655790" y="349423"/>
                  <a:pt x="663230" y="352399"/>
                  <a:pt x="669182" y="358351"/>
                </a:cubicBezTo>
                <a:cubicBezTo>
                  <a:pt x="675134" y="364304"/>
                  <a:pt x="676622" y="371744"/>
                  <a:pt x="679597" y="379185"/>
                </a:cubicBezTo>
                <a:cubicBezTo>
                  <a:pt x="676622" y="385633"/>
                  <a:pt x="676126" y="392577"/>
                  <a:pt x="671166" y="398530"/>
                </a:cubicBezTo>
                <a:cubicBezTo>
                  <a:pt x="665213" y="405474"/>
                  <a:pt x="657278" y="409442"/>
                  <a:pt x="648847" y="409938"/>
                </a:cubicBezTo>
                <a:cubicBezTo>
                  <a:pt x="641903" y="410434"/>
                  <a:pt x="635455" y="407458"/>
                  <a:pt x="629504" y="402498"/>
                </a:cubicBezTo>
                <a:cubicBezTo>
                  <a:pt x="622559" y="396546"/>
                  <a:pt x="618096" y="388609"/>
                  <a:pt x="617600" y="380177"/>
                </a:cubicBezTo>
                <a:cubicBezTo>
                  <a:pt x="617104" y="372736"/>
                  <a:pt x="620575" y="365296"/>
                  <a:pt x="626527" y="359344"/>
                </a:cubicBezTo>
                <a:cubicBezTo>
                  <a:pt x="632479" y="352895"/>
                  <a:pt x="639919" y="348927"/>
                  <a:pt x="648351" y="348927"/>
                </a:cubicBezTo>
                <a:close/>
                <a:moveTo>
                  <a:pt x="580366" y="348431"/>
                </a:moveTo>
                <a:cubicBezTo>
                  <a:pt x="597727" y="347439"/>
                  <a:pt x="612113" y="361824"/>
                  <a:pt x="612113" y="379185"/>
                </a:cubicBezTo>
                <a:cubicBezTo>
                  <a:pt x="612113" y="396050"/>
                  <a:pt x="598719" y="408947"/>
                  <a:pt x="581854" y="409939"/>
                </a:cubicBezTo>
                <a:cubicBezTo>
                  <a:pt x="564988" y="409443"/>
                  <a:pt x="551099" y="397042"/>
                  <a:pt x="550603" y="379681"/>
                </a:cubicBezTo>
                <a:cubicBezTo>
                  <a:pt x="550107" y="361824"/>
                  <a:pt x="563500" y="348927"/>
                  <a:pt x="580366" y="348431"/>
                </a:cubicBezTo>
                <a:close/>
                <a:moveTo>
                  <a:pt x="378502" y="348431"/>
                </a:moveTo>
                <a:cubicBezTo>
                  <a:pt x="387927" y="345455"/>
                  <a:pt x="395369" y="350415"/>
                  <a:pt x="401322" y="355871"/>
                </a:cubicBezTo>
                <a:cubicBezTo>
                  <a:pt x="407274" y="361328"/>
                  <a:pt x="410250" y="369760"/>
                  <a:pt x="410250" y="379185"/>
                </a:cubicBezTo>
                <a:cubicBezTo>
                  <a:pt x="410250" y="388609"/>
                  <a:pt x="407274" y="396050"/>
                  <a:pt x="401817" y="402002"/>
                </a:cubicBezTo>
                <a:cubicBezTo>
                  <a:pt x="395865" y="407954"/>
                  <a:pt x="387927" y="410930"/>
                  <a:pt x="378006" y="410930"/>
                </a:cubicBezTo>
                <a:cubicBezTo>
                  <a:pt x="369076" y="410930"/>
                  <a:pt x="361635" y="407954"/>
                  <a:pt x="356674" y="402994"/>
                </a:cubicBezTo>
                <a:cubicBezTo>
                  <a:pt x="350721" y="397042"/>
                  <a:pt x="347745" y="389105"/>
                  <a:pt x="347745" y="379681"/>
                </a:cubicBezTo>
                <a:cubicBezTo>
                  <a:pt x="347745" y="370256"/>
                  <a:pt x="350721" y="362320"/>
                  <a:pt x="356178" y="357359"/>
                </a:cubicBezTo>
                <a:cubicBezTo>
                  <a:pt x="361635" y="350911"/>
                  <a:pt x="369076" y="345455"/>
                  <a:pt x="378502" y="348431"/>
                </a:cubicBezTo>
                <a:close/>
                <a:moveTo>
                  <a:pt x="515914" y="347935"/>
                </a:moveTo>
                <a:cubicBezTo>
                  <a:pt x="529309" y="346447"/>
                  <a:pt x="546671" y="362816"/>
                  <a:pt x="546176" y="379681"/>
                </a:cubicBezTo>
                <a:cubicBezTo>
                  <a:pt x="545679" y="394066"/>
                  <a:pt x="530301" y="411427"/>
                  <a:pt x="514426" y="409939"/>
                </a:cubicBezTo>
                <a:cubicBezTo>
                  <a:pt x="505993" y="409443"/>
                  <a:pt x="499048" y="406466"/>
                  <a:pt x="493095" y="401010"/>
                </a:cubicBezTo>
                <a:cubicBezTo>
                  <a:pt x="486646" y="394562"/>
                  <a:pt x="484166" y="387121"/>
                  <a:pt x="483670" y="377697"/>
                </a:cubicBezTo>
                <a:cubicBezTo>
                  <a:pt x="483174" y="364304"/>
                  <a:pt x="498551" y="345951"/>
                  <a:pt x="515914" y="347935"/>
                </a:cubicBezTo>
                <a:close/>
                <a:moveTo>
                  <a:pt x="446459" y="347935"/>
                </a:moveTo>
                <a:cubicBezTo>
                  <a:pt x="461837" y="346447"/>
                  <a:pt x="477216" y="361824"/>
                  <a:pt x="477216" y="379184"/>
                </a:cubicBezTo>
                <a:cubicBezTo>
                  <a:pt x="477216" y="395057"/>
                  <a:pt x="462830" y="410930"/>
                  <a:pt x="444475" y="410434"/>
                </a:cubicBezTo>
                <a:cubicBezTo>
                  <a:pt x="429097" y="409938"/>
                  <a:pt x="413720" y="395553"/>
                  <a:pt x="414215" y="378192"/>
                </a:cubicBezTo>
                <a:cubicBezTo>
                  <a:pt x="414711" y="362320"/>
                  <a:pt x="429594" y="346447"/>
                  <a:pt x="446459" y="347935"/>
                </a:cubicBezTo>
                <a:close/>
                <a:moveTo>
                  <a:pt x="142885" y="321645"/>
                </a:moveTo>
                <a:cubicBezTo>
                  <a:pt x="141893" y="322637"/>
                  <a:pt x="140901" y="323630"/>
                  <a:pt x="140405" y="324622"/>
                </a:cubicBezTo>
                <a:cubicBezTo>
                  <a:pt x="139413" y="326110"/>
                  <a:pt x="139413" y="328590"/>
                  <a:pt x="138421" y="329582"/>
                </a:cubicBezTo>
                <a:cubicBezTo>
                  <a:pt x="132469" y="334542"/>
                  <a:pt x="128500" y="342975"/>
                  <a:pt x="119572" y="343967"/>
                </a:cubicBezTo>
                <a:cubicBezTo>
                  <a:pt x="118580" y="343967"/>
                  <a:pt x="118084" y="345455"/>
                  <a:pt x="117092" y="346447"/>
                </a:cubicBezTo>
                <a:cubicBezTo>
                  <a:pt x="118084" y="346943"/>
                  <a:pt x="118580" y="347439"/>
                  <a:pt x="119572" y="347935"/>
                </a:cubicBezTo>
                <a:cubicBezTo>
                  <a:pt x="121060" y="348431"/>
                  <a:pt x="122548" y="348431"/>
                  <a:pt x="124036" y="348927"/>
                </a:cubicBezTo>
                <a:cubicBezTo>
                  <a:pt x="132469" y="353391"/>
                  <a:pt x="138917" y="359343"/>
                  <a:pt x="140901" y="368768"/>
                </a:cubicBezTo>
                <a:cubicBezTo>
                  <a:pt x="141397" y="370752"/>
                  <a:pt x="142389" y="371248"/>
                  <a:pt x="143381" y="373232"/>
                </a:cubicBezTo>
                <a:cubicBezTo>
                  <a:pt x="144373" y="371248"/>
                  <a:pt x="145365" y="370256"/>
                  <a:pt x="145365" y="369264"/>
                </a:cubicBezTo>
                <a:cubicBezTo>
                  <a:pt x="147845" y="357855"/>
                  <a:pt x="155286" y="350911"/>
                  <a:pt x="166198" y="347935"/>
                </a:cubicBezTo>
                <a:cubicBezTo>
                  <a:pt x="167190" y="347439"/>
                  <a:pt x="168183" y="346943"/>
                  <a:pt x="169175" y="346447"/>
                </a:cubicBezTo>
                <a:cubicBezTo>
                  <a:pt x="168183" y="345455"/>
                  <a:pt x="167686" y="344463"/>
                  <a:pt x="166694" y="343967"/>
                </a:cubicBezTo>
                <a:cubicBezTo>
                  <a:pt x="166198" y="343471"/>
                  <a:pt x="165206" y="343471"/>
                  <a:pt x="164710" y="342975"/>
                </a:cubicBezTo>
                <a:cubicBezTo>
                  <a:pt x="155286" y="339006"/>
                  <a:pt x="148837" y="333054"/>
                  <a:pt x="145365" y="323630"/>
                </a:cubicBezTo>
                <a:cubicBezTo>
                  <a:pt x="144869" y="322637"/>
                  <a:pt x="143877" y="322141"/>
                  <a:pt x="142885" y="321645"/>
                </a:cubicBezTo>
                <a:close/>
                <a:moveTo>
                  <a:pt x="76915" y="321645"/>
                </a:moveTo>
                <a:cubicBezTo>
                  <a:pt x="76419" y="321645"/>
                  <a:pt x="74930" y="322141"/>
                  <a:pt x="74930" y="322637"/>
                </a:cubicBezTo>
                <a:cubicBezTo>
                  <a:pt x="75427" y="330078"/>
                  <a:pt x="68482" y="333054"/>
                  <a:pt x="64514" y="337518"/>
                </a:cubicBezTo>
                <a:cubicBezTo>
                  <a:pt x="62530" y="339998"/>
                  <a:pt x="60050" y="342479"/>
                  <a:pt x="57570" y="342975"/>
                </a:cubicBezTo>
                <a:cubicBezTo>
                  <a:pt x="54593" y="343471"/>
                  <a:pt x="52609" y="344463"/>
                  <a:pt x="50625" y="346943"/>
                </a:cubicBezTo>
                <a:cubicBezTo>
                  <a:pt x="52609" y="347439"/>
                  <a:pt x="54593" y="347935"/>
                  <a:pt x="56577" y="348431"/>
                </a:cubicBezTo>
                <a:cubicBezTo>
                  <a:pt x="57074" y="348431"/>
                  <a:pt x="57074" y="348927"/>
                  <a:pt x="57570" y="349423"/>
                </a:cubicBezTo>
                <a:cubicBezTo>
                  <a:pt x="66002" y="353887"/>
                  <a:pt x="72450" y="359839"/>
                  <a:pt x="74434" y="369760"/>
                </a:cubicBezTo>
                <a:cubicBezTo>
                  <a:pt x="74434" y="370752"/>
                  <a:pt x="76419" y="371248"/>
                  <a:pt x="77411" y="372240"/>
                </a:cubicBezTo>
                <a:cubicBezTo>
                  <a:pt x="77907" y="371248"/>
                  <a:pt x="78899" y="370752"/>
                  <a:pt x="79395" y="369760"/>
                </a:cubicBezTo>
                <a:cubicBezTo>
                  <a:pt x="81875" y="358351"/>
                  <a:pt x="89315" y="351407"/>
                  <a:pt x="100227" y="348431"/>
                </a:cubicBezTo>
                <a:cubicBezTo>
                  <a:pt x="100723" y="347935"/>
                  <a:pt x="101715" y="347439"/>
                  <a:pt x="103203" y="346943"/>
                </a:cubicBezTo>
                <a:cubicBezTo>
                  <a:pt x="102211" y="345951"/>
                  <a:pt x="101219" y="344463"/>
                  <a:pt x="100227" y="343967"/>
                </a:cubicBezTo>
                <a:cubicBezTo>
                  <a:pt x="97748" y="342975"/>
                  <a:pt x="94772" y="342975"/>
                  <a:pt x="93283" y="341486"/>
                </a:cubicBezTo>
                <a:cubicBezTo>
                  <a:pt x="88323" y="335534"/>
                  <a:pt x="79395" y="332062"/>
                  <a:pt x="78899" y="322637"/>
                </a:cubicBezTo>
                <a:cubicBezTo>
                  <a:pt x="78899" y="322141"/>
                  <a:pt x="77411" y="321645"/>
                  <a:pt x="76915" y="321645"/>
                </a:cubicBezTo>
                <a:close/>
                <a:moveTo>
                  <a:pt x="210840" y="320157"/>
                </a:moveTo>
                <a:cubicBezTo>
                  <a:pt x="210344" y="320653"/>
                  <a:pt x="209352" y="321149"/>
                  <a:pt x="209352" y="321645"/>
                </a:cubicBezTo>
                <a:cubicBezTo>
                  <a:pt x="208360" y="322637"/>
                  <a:pt x="208360" y="324126"/>
                  <a:pt x="207368" y="325614"/>
                </a:cubicBezTo>
                <a:cubicBezTo>
                  <a:pt x="203399" y="333054"/>
                  <a:pt x="197447" y="339006"/>
                  <a:pt x="190007" y="342975"/>
                </a:cubicBezTo>
                <a:cubicBezTo>
                  <a:pt x="188519" y="343967"/>
                  <a:pt x="186534" y="344463"/>
                  <a:pt x="185046" y="345455"/>
                </a:cubicBezTo>
                <a:cubicBezTo>
                  <a:pt x="184550" y="345951"/>
                  <a:pt x="184054" y="346447"/>
                  <a:pt x="184054" y="346943"/>
                </a:cubicBezTo>
                <a:cubicBezTo>
                  <a:pt x="184550" y="347439"/>
                  <a:pt x="185542" y="347439"/>
                  <a:pt x="186038" y="347935"/>
                </a:cubicBezTo>
                <a:cubicBezTo>
                  <a:pt x="197943" y="350415"/>
                  <a:pt x="204887" y="357855"/>
                  <a:pt x="207864" y="369760"/>
                </a:cubicBezTo>
                <a:cubicBezTo>
                  <a:pt x="207864" y="370752"/>
                  <a:pt x="208856" y="371744"/>
                  <a:pt x="209848" y="372736"/>
                </a:cubicBezTo>
                <a:cubicBezTo>
                  <a:pt x="210840" y="371744"/>
                  <a:pt x="212328" y="370752"/>
                  <a:pt x="212328" y="370256"/>
                </a:cubicBezTo>
                <a:cubicBezTo>
                  <a:pt x="212328" y="363808"/>
                  <a:pt x="216296" y="359839"/>
                  <a:pt x="220264" y="355871"/>
                </a:cubicBezTo>
                <a:cubicBezTo>
                  <a:pt x="224233" y="351903"/>
                  <a:pt x="227705" y="348431"/>
                  <a:pt x="233657" y="348431"/>
                </a:cubicBezTo>
                <a:cubicBezTo>
                  <a:pt x="234649" y="348431"/>
                  <a:pt x="235145" y="347439"/>
                  <a:pt x="236137" y="346447"/>
                </a:cubicBezTo>
                <a:cubicBezTo>
                  <a:pt x="235145" y="345455"/>
                  <a:pt x="234649" y="344463"/>
                  <a:pt x="233657" y="343967"/>
                </a:cubicBezTo>
                <a:cubicBezTo>
                  <a:pt x="232665" y="343471"/>
                  <a:pt x="231177" y="343967"/>
                  <a:pt x="230185" y="343471"/>
                </a:cubicBezTo>
                <a:cubicBezTo>
                  <a:pt x="222248" y="338510"/>
                  <a:pt x="214312" y="333054"/>
                  <a:pt x="212328" y="322637"/>
                </a:cubicBezTo>
                <a:cubicBezTo>
                  <a:pt x="212328" y="321645"/>
                  <a:pt x="211336" y="321149"/>
                  <a:pt x="210840" y="320157"/>
                </a:cubicBezTo>
                <a:close/>
                <a:moveTo>
                  <a:pt x="2398286" y="310238"/>
                </a:moveTo>
                <a:cubicBezTo>
                  <a:pt x="2398782" y="309742"/>
                  <a:pt x="2399774" y="311230"/>
                  <a:pt x="2401758" y="312222"/>
                </a:cubicBezTo>
                <a:cubicBezTo>
                  <a:pt x="2400270" y="313710"/>
                  <a:pt x="2399278" y="314702"/>
                  <a:pt x="2398286" y="314702"/>
                </a:cubicBezTo>
                <a:cubicBezTo>
                  <a:pt x="2397790" y="314702"/>
                  <a:pt x="2396798" y="313710"/>
                  <a:pt x="2395806" y="313214"/>
                </a:cubicBezTo>
                <a:cubicBezTo>
                  <a:pt x="2396798" y="312222"/>
                  <a:pt x="2397294" y="311230"/>
                  <a:pt x="2398286" y="310238"/>
                </a:cubicBezTo>
                <a:close/>
                <a:moveTo>
                  <a:pt x="2332315" y="308253"/>
                </a:moveTo>
                <a:cubicBezTo>
                  <a:pt x="2332811" y="307757"/>
                  <a:pt x="2335291" y="310733"/>
                  <a:pt x="2337771" y="312717"/>
                </a:cubicBezTo>
                <a:cubicBezTo>
                  <a:pt x="2335291" y="314701"/>
                  <a:pt x="2333307" y="317181"/>
                  <a:pt x="2331819" y="317181"/>
                </a:cubicBezTo>
                <a:cubicBezTo>
                  <a:pt x="2330331" y="317181"/>
                  <a:pt x="2328347" y="314701"/>
                  <a:pt x="2326859" y="313213"/>
                </a:cubicBezTo>
                <a:cubicBezTo>
                  <a:pt x="2328843" y="311725"/>
                  <a:pt x="2330331" y="309245"/>
                  <a:pt x="2332315" y="308253"/>
                </a:cubicBezTo>
                <a:close/>
                <a:moveTo>
                  <a:pt x="2264359" y="305277"/>
                </a:moveTo>
                <a:cubicBezTo>
                  <a:pt x="2269319" y="305277"/>
                  <a:pt x="2271304" y="307261"/>
                  <a:pt x="2271800" y="312221"/>
                </a:cubicBezTo>
                <a:cubicBezTo>
                  <a:pt x="2271800" y="318174"/>
                  <a:pt x="2269816" y="320158"/>
                  <a:pt x="2264359" y="319662"/>
                </a:cubicBezTo>
                <a:cubicBezTo>
                  <a:pt x="2259399" y="319662"/>
                  <a:pt x="2257415" y="317182"/>
                  <a:pt x="2257911" y="312221"/>
                </a:cubicBezTo>
                <a:cubicBezTo>
                  <a:pt x="2257415" y="307261"/>
                  <a:pt x="2259895" y="305277"/>
                  <a:pt x="2264359" y="305277"/>
                </a:cubicBezTo>
                <a:close/>
                <a:moveTo>
                  <a:pt x="2197395" y="302797"/>
                </a:moveTo>
                <a:cubicBezTo>
                  <a:pt x="2202356" y="302797"/>
                  <a:pt x="2207316" y="306765"/>
                  <a:pt x="2207316" y="311725"/>
                </a:cubicBezTo>
                <a:cubicBezTo>
                  <a:pt x="2207812" y="317182"/>
                  <a:pt x="2203348" y="322142"/>
                  <a:pt x="2197891" y="322142"/>
                </a:cubicBezTo>
                <a:cubicBezTo>
                  <a:pt x="2192931" y="322142"/>
                  <a:pt x="2188467" y="317678"/>
                  <a:pt x="2188467" y="312718"/>
                </a:cubicBezTo>
                <a:cubicBezTo>
                  <a:pt x="2188467" y="307757"/>
                  <a:pt x="2192435" y="303293"/>
                  <a:pt x="2197395" y="302797"/>
                </a:cubicBezTo>
                <a:close/>
                <a:moveTo>
                  <a:pt x="2128448" y="300317"/>
                </a:moveTo>
                <a:cubicBezTo>
                  <a:pt x="2133408" y="300317"/>
                  <a:pt x="2140352" y="306765"/>
                  <a:pt x="2140848" y="311726"/>
                </a:cubicBezTo>
                <a:cubicBezTo>
                  <a:pt x="2140848" y="316686"/>
                  <a:pt x="2134400" y="323630"/>
                  <a:pt x="2129440" y="324126"/>
                </a:cubicBezTo>
                <a:cubicBezTo>
                  <a:pt x="2124479" y="324126"/>
                  <a:pt x="2117535" y="317678"/>
                  <a:pt x="2117039" y="312718"/>
                </a:cubicBezTo>
                <a:cubicBezTo>
                  <a:pt x="2117039" y="307757"/>
                  <a:pt x="2123487" y="300813"/>
                  <a:pt x="2128448" y="300317"/>
                </a:cubicBezTo>
                <a:close/>
                <a:moveTo>
                  <a:pt x="2062477" y="300317"/>
                </a:moveTo>
                <a:cubicBezTo>
                  <a:pt x="2070909" y="300813"/>
                  <a:pt x="2074381" y="303789"/>
                  <a:pt x="2074381" y="312222"/>
                </a:cubicBezTo>
                <a:cubicBezTo>
                  <a:pt x="2074381" y="320654"/>
                  <a:pt x="2071405" y="324126"/>
                  <a:pt x="2062973" y="324126"/>
                </a:cubicBezTo>
                <a:cubicBezTo>
                  <a:pt x="2054044" y="324126"/>
                  <a:pt x="2050572" y="321150"/>
                  <a:pt x="2050572" y="311726"/>
                </a:cubicBezTo>
                <a:cubicBezTo>
                  <a:pt x="2050572" y="303293"/>
                  <a:pt x="2054044" y="300317"/>
                  <a:pt x="2062477" y="300317"/>
                </a:cubicBezTo>
                <a:close/>
                <a:moveTo>
                  <a:pt x="1995513" y="297836"/>
                </a:moveTo>
                <a:cubicBezTo>
                  <a:pt x="2004441" y="298332"/>
                  <a:pt x="2009898" y="303788"/>
                  <a:pt x="2009898" y="312221"/>
                </a:cubicBezTo>
                <a:cubicBezTo>
                  <a:pt x="2009898" y="321149"/>
                  <a:pt x="2004441" y="326606"/>
                  <a:pt x="1995513" y="326606"/>
                </a:cubicBezTo>
                <a:cubicBezTo>
                  <a:pt x="1986584" y="326606"/>
                  <a:pt x="1981128" y="321149"/>
                  <a:pt x="1981128" y="312221"/>
                </a:cubicBezTo>
                <a:cubicBezTo>
                  <a:pt x="1981128" y="303292"/>
                  <a:pt x="1986584" y="297836"/>
                  <a:pt x="1995513" y="297836"/>
                </a:cubicBezTo>
                <a:close/>
                <a:moveTo>
                  <a:pt x="1860593" y="295852"/>
                </a:moveTo>
                <a:cubicBezTo>
                  <a:pt x="1866050" y="295356"/>
                  <a:pt x="1868530" y="298333"/>
                  <a:pt x="1871506" y="301309"/>
                </a:cubicBezTo>
                <a:cubicBezTo>
                  <a:pt x="1874482" y="304285"/>
                  <a:pt x="1877458" y="306765"/>
                  <a:pt x="1876962" y="312221"/>
                </a:cubicBezTo>
                <a:cubicBezTo>
                  <a:pt x="1876962" y="317182"/>
                  <a:pt x="1875474" y="320158"/>
                  <a:pt x="1872002" y="323134"/>
                </a:cubicBezTo>
                <a:cubicBezTo>
                  <a:pt x="1868530" y="326110"/>
                  <a:pt x="1866050" y="331070"/>
                  <a:pt x="1860097" y="328590"/>
                </a:cubicBezTo>
                <a:cubicBezTo>
                  <a:pt x="1854145" y="331070"/>
                  <a:pt x="1851665" y="326110"/>
                  <a:pt x="1848193" y="323134"/>
                </a:cubicBezTo>
                <a:cubicBezTo>
                  <a:pt x="1844720" y="320158"/>
                  <a:pt x="1842736" y="317182"/>
                  <a:pt x="1843232" y="312221"/>
                </a:cubicBezTo>
                <a:cubicBezTo>
                  <a:pt x="1843728" y="303789"/>
                  <a:pt x="1851665" y="296349"/>
                  <a:pt x="1860593" y="295852"/>
                </a:cubicBezTo>
                <a:close/>
                <a:moveTo>
                  <a:pt x="1793134" y="295852"/>
                </a:moveTo>
                <a:cubicBezTo>
                  <a:pt x="1805534" y="295852"/>
                  <a:pt x="1809999" y="300316"/>
                  <a:pt x="1809999" y="312221"/>
                </a:cubicBezTo>
                <a:cubicBezTo>
                  <a:pt x="1809999" y="324126"/>
                  <a:pt x="1805534" y="329086"/>
                  <a:pt x="1793630" y="329086"/>
                </a:cubicBezTo>
                <a:cubicBezTo>
                  <a:pt x="1781229" y="329086"/>
                  <a:pt x="1776765" y="324622"/>
                  <a:pt x="1776765" y="312717"/>
                </a:cubicBezTo>
                <a:cubicBezTo>
                  <a:pt x="1776765" y="300316"/>
                  <a:pt x="1781229" y="295852"/>
                  <a:pt x="1793134" y="295852"/>
                </a:cubicBezTo>
                <a:close/>
                <a:moveTo>
                  <a:pt x="1929045" y="295356"/>
                </a:moveTo>
                <a:cubicBezTo>
                  <a:pt x="1932517" y="298828"/>
                  <a:pt x="1937477" y="297340"/>
                  <a:pt x="1940949" y="300812"/>
                </a:cubicBezTo>
                <a:cubicBezTo>
                  <a:pt x="1943926" y="304781"/>
                  <a:pt x="1941942" y="309741"/>
                  <a:pt x="1945910" y="312221"/>
                </a:cubicBezTo>
                <a:cubicBezTo>
                  <a:pt x="1942438" y="316189"/>
                  <a:pt x="1944422" y="322141"/>
                  <a:pt x="1939461" y="324126"/>
                </a:cubicBezTo>
                <a:cubicBezTo>
                  <a:pt x="1935989" y="326110"/>
                  <a:pt x="1931525" y="329086"/>
                  <a:pt x="1928549" y="328590"/>
                </a:cubicBezTo>
                <a:cubicBezTo>
                  <a:pt x="1924581" y="327598"/>
                  <a:pt x="1919124" y="327598"/>
                  <a:pt x="1916644" y="322637"/>
                </a:cubicBezTo>
                <a:cubicBezTo>
                  <a:pt x="1914660" y="319165"/>
                  <a:pt x="1913668" y="315197"/>
                  <a:pt x="1912180" y="311229"/>
                </a:cubicBezTo>
                <a:cubicBezTo>
                  <a:pt x="1916148" y="308749"/>
                  <a:pt x="1913668" y="303292"/>
                  <a:pt x="1917636" y="300316"/>
                </a:cubicBezTo>
                <a:cubicBezTo>
                  <a:pt x="1921108" y="297340"/>
                  <a:pt x="1926069" y="298828"/>
                  <a:pt x="1929045" y="295356"/>
                </a:cubicBezTo>
                <a:close/>
                <a:moveTo>
                  <a:pt x="1725675" y="293372"/>
                </a:moveTo>
                <a:cubicBezTo>
                  <a:pt x="1731131" y="291884"/>
                  <a:pt x="1736091" y="295852"/>
                  <a:pt x="1740059" y="298828"/>
                </a:cubicBezTo>
                <a:cubicBezTo>
                  <a:pt x="1743532" y="301309"/>
                  <a:pt x="1744524" y="307261"/>
                  <a:pt x="1745516" y="311725"/>
                </a:cubicBezTo>
                <a:cubicBezTo>
                  <a:pt x="1747004" y="317181"/>
                  <a:pt x="1742540" y="322142"/>
                  <a:pt x="1740059" y="325614"/>
                </a:cubicBezTo>
                <a:cubicBezTo>
                  <a:pt x="1737579" y="329086"/>
                  <a:pt x="1731627" y="330078"/>
                  <a:pt x="1726667" y="332062"/>
                </a:cubicBezTo>
                <a:cubicBezTo>
                  <a:pt x="1722203" y="330078"/>
                  <a:pt x="1716250" y="329582"/>
                  <a:pt x="1713770" y="326110"/>
                </a:cubicBezTo>
                <a:cubicBezTo>
                  <a:pt x="1710794" y="322638"/>
                  <a:pt x="1707818" y="317677"/>
                  <a:pt x="1707322" y="312221"/>
                </a:cubicBezTo>
                <a:cubicBezTo>
                  <a:pt x="1706826" y="306765"/>
                  <a:pt x="1710298" y="302797"/>
                  <a:pt x="1712778" y="299324"/>
                </a:cubicBezTo>
                <a:cubicBezTo>
                  <a:pt x="1715258" y="295852"/>
                  <a:pt x="1720714" y="294364"/>
                  <a:pt x="1725675" y="293372"/>
                </a:cubicBezTo>
                <a:close/>
                <a:moveTo>
                  <a:pt x="1488" y="293372"/>
                </a:moveTo>
                <a:cubicBezTo>
                  <a:pt x="1984" y="294364"/>
                  <a:pt x="1984" y="295852"/>
                  <a:pt x="2480" y="296348"/>
                </a:cubicBezTo>
                <a:cubicBezTo>
                  <a:pt x="8432" y="302797"/>
                  <a:pt x="7440" y="310733"/>
                  <a:pt x="6944" y="318173"/>
                </a:cubicBezTo>
                <a:cubicBezTo>
                  <a:pt x="6448" y="322142"/>
                  <a:pt x="3968" y="326110"/>
                  <a:pt x="1984" y="330574"/>
                </a:cubicBezTo>
                <a:cubicBezTo>
                  <a:pt x="1984" y="331070"/>
                  <a:pt x="1488" y="331070"/>
                  <a:pt x="992" y="331566"/>
                </a:cubicBezTo>
                <a:cubicBezTo>
                  <a:pt x="496" y="331070"/>
                  <a:pt x="0" y="330574"/>
                  <a:pt x="0" y="330078"/>
                </a:cubicBezTo>
                <a:cubicBezTo>
                  <a:pt x="496" y="323630"/>
                  <a:pt x="496" y="317677"/>
                  <a:pt x="496" y="311725"/>
                </a:cubicBezTo>
                <a:cubicBezTo>
                  <a:pt x="496" y="306765"/>
                  <a:pt x="496" y="301308"/>
                  <a:pt x="496" y="296348"/>
                </a:cubicBezTo>
                <a:cubicBezTo>
                  <a:pt x="496" y="295356"/>
                  <a:pt x="1488" y="294364"/>
                  <a:pt x="1488" y="293372"/>
                </a:cubicBezTo>
                <a:close/>
                <a:moveTo>
                  <a:pt x="1658710" y="292876"/>
                </a:moveTo>
                <a:cubicBezTo>
                  <a:pt x="1664662" y="292380"/>
                  <a:pt x="1667639" y="295357"/>
                  <a:pt x="1672103" y="298333"/>
                </a:cubicBezTo>
                <a:cubicBezTo>
                  <a:pt x="1677559" y="302797"/>
                  <a:pt x="1676567" y="307757"/>
                  <a:pt x="1677063" y="313214"/>
                </a:cubicBezTo>
                <a:cubicBezTo>
                  <a:pt x="1677559" y="319166"/>
                  <a:pt x="1674583" y="322638"/>
                  <a:pt x="1671111" y="326606"/>
                </a:cubicBezTo>
                <a:cubicBezTo>
                  <a:pt x="1667143" y="331071"/>
                  <a:pt x="1662678" y="331071"/>
                  <a:pt x="1657718" y="331567"/>
                </a:cubicBezTo>
                <a:cubicBezTo>
                  <a:pt x="1652262" y="331567"/>
                  <a:pt x="1648294" y="330078"/>
                  <a:pt x="1644325" y="326606"/>
                </a:cubicBezTo>
                <a:cubicBezTo>
                  <a:pt x="1638869" y="322142"/>
                  <a:pt x="1637877" y="317678"/>
                  <a:pt x="1638869" y="311229"/>
                </a:cubicBezTo>
                <a:cubicBezTo>
                  <a:pt x="1636885" y="305773"/>
                  <a:pt x="1640853" y="302301"/>
                  <a:pt x="1643829" y="298333"/>
                </a:cubicBezTo>
                <a:cubicBezTo>
                  <a:pt x="1647798" y="292876"/>
                  <a:pt x="1653254" y="293373"/>
                  <a:pt x="1658710" y="292876"/>
                </a:cubicBezTo>
                <a:close/>
                <a:moveTo>
                  <a:pt x="1458316" y="291388"/>
                </a:moveTo>
                <a:cubicBezTo>
                  <a:pt x="1472205" y="291388"/>
                  <a:pt x="1478653" y="298828"/>
                  <a:pt x="1478653" y="312717"/>
                </a:cubicBezTo>
                <a:cubicBezTo>
                  <a:pt x="1479149" y="327102"/>
                  <a:pt x="1472205" y="334046"/>
                  <a:pt x="1457324" y="334046"/>
                </a:cubicBezTo>
                <a:cubicBezTo>
                  <a:pt x="1442939" y="334046"/>
                  <a:pt x="1435995" y="327102"/>
                  <a:pt x="1435995" y="312221"/>
                </a:cubicBezTo>
                <a:cubicBezTo>
                  <a:pt x="1435995" y="297836"/>
                  <a:pt x="1442939" y="291388"/>
                  <a:pt x="1458316" y="291388"/>
                </a:cubicBezTo>
                <a:close/>
                <a:moveTo>
                  <a:pt x="1590259" y="290892"/>
                </a:moveTo>
                <a:cubicBezTo>
                  <a:pt x="1600179" y="290892"/>
                  <a:pt x="1612084" y="302797"/>
                  <a:pt x="1612084" y="312221"/>
                </a:cubicBezTo>
                <a:cubicBezTo>
                  <a:pt x="1612084" y="321646"/>
                  <a:pt x="1599683" y="334046"/>
                  <a:pt x="1590259" y="333550"/>
                </a:cubicBezTo>
                <a:cubicBezTo>
                  <a:pt x="1580834" y="333550"/>
                  <a:pt x="1568434" y="320654"/>
                  <a:pt x="1568929" y="311725"/>
                </a:cubicBezTo>
                <a:cubicBezTo>
                  <a:pt x="1569425" y="302797"/>
                  <a:pt x="1581330" y="290892"/>
                  <a:pt x="1590259" y="290892"/>
                </a:cubicBezTo>
                <a:close/>
                <a:moveTo>
                  <a:pt x="1523791" y="290892"/>
                </a:moveTo>
                <a:cubicBezTo>
                  <a:pt x="1535696" y="290892"/>
                  <a:pt x="1545616" y="300813"/>
                  <a:pt x="1545616" y="312221"/>
                </a:cubicBezTo>
                <a:cubicBezTo>
                  <a:pt x="1545616" y="323630"/>
                  <a:pt x="1535696" y="334046"/>
                  <a:pt x="1524287" y="334046"/>
                </a:cubicBezTo>
                <a:cubicBezTo>
                  <a:pt x="1513375" y="334046"/>
                  <a:pt x="1502958" y="324126"/>
                  <a:pt x="1502958" y="313213"/>
                </a:cubicBezTo>
                <a:cubicBezTo>
                  <a:pt x="1502958" y="301309"/>
                  <a:pt x="1512382" y="290892"/>
                  <a:pt x="1523791" y="290892"/>
                </a:cubicBezTo>
                <a:close/>
                <a:moveTo>
                  <a:pt x="1320917" y="288908"/>
                </a:moveTo>
                <a:cubicBezTo>
                  <a:pt x="1334805" y="287916"/>
                  <a:pt x="1345222" y="298828"/>
                  <a:pt x="1345718" y="312221"/>
                </a:cubicBezTo>
                <a:cubicBezTo>
                  <a:pt x="1345718" y="326606"/>
                  <a:pt x="1334309" y="336526"/>
                  <a:pt x="1321909" y="336526"/>
                </a:cubicBezTo>
                <a:cubicBezTo>
                  <a:pt x="1308020" y="336030"/>
                  <a:pt x="1299091" y="327598"/>
                  <a:pt x="1298099" y="313709"/>
                </a:cubicBezTo>
                <a:cubicBezTo>
                  <a:pt x="1297107" y="299820"/>
                  <a:pt x="1307524" y="289404"/>
                  <a:pt x="1320917" y="288908"/>
                </a:cubicBezTo>
                <a:close/>
                <a:moveTo>
                  <a:pt x="1388376" y="288412"/>
                </a:moveTo>
                <a:cubicBezTo>
                  <a:pt x="1399785" y="288412"/>
                  <a:pt x="1412681" y="301309"/>
                  <a:pt x="1412185" y="312717"/>
                </a:cubicBezTo>
                <a:cubicBezTo>
                  <a:pt x="1411689" y="324622"/>
                  <a:pt x="1399785" y="336527"/>
                  <a:pt x="1388376" y="336031"/>
                </a:cubicBezTo>
                <a:cubicBezTo>
                  <a:pt x="1376968" y="336031"/>
                  <a:pt x="1364071" y="323134"/>
                  <a:pt x="1364567" y="311725"/>
                </a:cubicBezTo>
                <a:cubicBezTo>
                  <a:pt x="1365063" y="300317"/>
                  <a:pt x="1377464" y="288412"/>
                  <a:pt x="1388376" y="288412"/>
                </a:cubicBezTo>
                <a:close/>
                <a:moveTo>
                  <a:pt x="1254945" y="288412"/>
                </a:moveTo>
                <a:cubicBezTo>
                  <a:pt x="1270322" y="288908"/>
                  <a:pt x="1279251" y="297340"/>
                  <a:pt x="1278755" y="312717"/>
                </a:cubicBezTo>
                <a:cubicBezTo>
                  <a:pt x="1278755" y="327598"/>
                  <a:pt x="1269826" y="336527"/>
                  <a:pt x="1254449" y="336527"/>
                </a:cubicBezTo>
                <a:cubicBezTo>
                  <a:pt x="1239568" y="336527"/>
                  <a:pt x="1231136" y="327102"/>
                  <a:pt x="1231136" y="311725"/>
                </a:cubicBezTo>
                <a:cubicBezTo>
                  <a:pt x="1231136" y="305277"/>
                  <a:pt x="1233120" y="299821"/>
                  <a:pt x="1237584" y="295356"/>
                </a:cubicBezTo>
                <a:cubicBezTo>
                  <a:pt x="1242545" y="290396"/>
                  <a:pt x="1248001" y="288412"/>
                  <a:pt x="1254945" y="288412"/>
                </a:cubicBezTo>
                <a:close/>
                <a:moveTo>
                  <a:pt x="1186493" y="286428"/>
                </a:moveTo>
                <a:cubicBezTo>
                  <a:pt x="1198894" y="286428"/>
                  <a:pt x="1213279" y="301309"/>
                  <a:pt x="1212287" y="313213"/>
                </a:cubicBezTo>
                <a:cubicBezTo>
                  <a:pt x="1212287" y="316190"/>
                  <a:pt x="1206334" y="330078"/>
                  <a:pt x="1204350" y="331070"/>
                </a:cubicBezTo>
                <a:cubicBezTo>
                  <a:pt x="1198398" y="334047"/>
                  <a:pt x="1192942" y="338511"/>
                  <a:pt x="1187485" y="338511"/>
                </a:cubicBezTo>
                <a:cubicBezTo>
                  <a:pt x="1173597" y="338511"/>
                  <a:pt x="1159708" y="323630"/>
                  <a:pt x="1160204" y="311725"/>
                </a:cubicBezTo>
                <a:cubicBezTo>
                  <a:pt x="1160204" y="308749"/>
                  <a:pt x="1166156" y="294860"/>
                  <a:pt x="1168140" y="293868"/>
                </a:cubicBezTo>
                <a:cubicBezTo>
                  <a:pt x="1174093" y="290892"/>
                  <a:pt x="1179549" y="286428"/>
                  <a:pt x="1186493" y="286428"/>
                </a:cubicBezTo>
                <a:close/>
                <a:moveTo>
                  <a:pt x="1121017" y="286428"/>
                </a:moveTo>
                <a:cubicBezTo>
                  <a:pt x="1133914" y="287420"/>
                  <a:pt x="1144827" y="296844"/>
                  <a:pt x="1145819" y="312717"/>
                </a:cubicBezTo>
                <a:cubicBezTo>
                  <a:pt x="1145323" y="327102"/>
                  <a:pt x="1132426" y="339503"/>
                  <a:pt x="1118537" y="338510"/>
                </a:cubicBezTo>
                <a:cubicBezTo>
                  <a:pt x="1104649" y="337518"/>
                  <a:pt x="1093736" y="328094"/>
                  <a:pt x="1093736" y="312221"/>
                </a:cubicBezTo>
                <a:cubicBezTo>
                  <a:pt x="1093736" y="297836"/>
                  <a:pt x="1107129" y="285436"/>
                  <a:pt x="1121017" y="286428"/>
                </a:cubicBezTo>
                <a:close/>
                <a:moveTo>
                  <a:pt x="1053062" y="285436"/>
                </a:moveTo>
                <a:cubicBezTo>
                  <a:pt x="1060502" y="285436"/>
                  <a:pt x="1065959" y="287916"/>
                  <a:pt x="1071415" y="292876"/>
                </a:cubicBezTo>
                <a:cubicBezTo>
                  <a:pt x="1076871" y="298333"/>
                  <a:pt x="1079847" y="304285"/>
                  <a:pt x="1079351" y="312221"/>
                </a:cubicBezTo>
                <a:cubicBezTo>
                  <a:pt x="1079351" y="319662"/>
                  <a:pt x="1076375" y="325118"/>
                  <a:pt x="1071415" y="330574"/>
                </a:cubicBezTo>
                <a:cubicBezTo>
                  <a:pt x="1063975" y="337519"/>
                  <a:pt x="1062486" y="338511"/>
                  <a:pt x="1052070" y="338511"/>
                </a:cubicBezTo>
                <a:cubicBezTo>
                  <a:pt x="1045630" y="339999"/>
                  <a:pt x="1040173" y="336031"/>
                  <a:pt x="1034717" y="331070"/>
                </a:cubicBezTo>
                <a:cubicBezTo>
                  <a:pt x="1029261" y="325614"/>
                  <a:pt x="1026284" y="319662"/>
                  <a:pt x="1026781" y="311725"/>
                </a:cubicBezTo>
                <a:cubicBezTo>
                  <a:pt x="1026781" y="304285"/>
                  <a:pt x="1029757" y="298829"/>
                  <a:pt x="1034717" y="293372"/>
                </a:cubicBezTo>
                <a:cubicBezTo>
                  <a:pt x="1039677" y="288412"/>
                  <a:pt x="1045630" y="285436"/>
                  <a:pt x="1053062" y="285436"/>
                </a:cubicBezTo>
                <a:close/>
                <a:moveTo>
                  <a:pt x="986598" y="284444"/>
                </a:moveTo>
                <a:cubicBezTo>
                  <a:pt x="989574" y="288412"/>
                  <a:pt x="994038" y="285436"/>
                  <a:pt x="997014" y="287420"/>
                </a:cubicBezTo>
                <a:cubicBezTo>
                  <a:pt x="1000486" y="289404"/>
                  <a:pt x="1003462" y="291388"/>
                  <a:pt x="1005943" y="294365"/>
                </a:cubicBezTo>
                <a:cubicBezTo>
                  <a:pt x="1008423" y="296845"/>
                  <a:pt x="1010407" y="299325"/>
                  <a:pt x="1011895" y="302797"/>
                </a:cubicBezTo>
                <a:cubicBezTo>
                  <a:pt x="1013383" y="305277"/>
                  <a:pt x="1013383" y="309245"/>
                  <a:pt x="1013879" y="313710"/>
                </a:cubicBezTo>
                <a:cubicBezTo>
                  <a:pt x="1012391" y="319662"/>
                  <a:pt x="1010903" y="327102"/>
                  <a:pt x="1004951" y="332559"/>
                </a:cubicBezTo>
                <a:cubicBezTo>
                  <a:pt x="999494" y="337519"/>
                  <a:pt x="992550" y="340495"/>
                  <a:pt x="986102" y="340495"/>
                </a:cubicBezTo>
                <a:cubicBezTo>
                  <a:pt x="979157" y="340495"/>
                  <a:pt x="971717" y="337519"/>
                  <a:pt x="966260" y="332063"/>
                </a:cubicBezTo>
                <a:cubicBezTo>
                  <a:pt x="960804" y="326606"/>
                  <a:pt x="960308" y="318670"/>
                  <a:pt x="957332" y="311725"/>
                </a:cubicBezTo>
                <a:cubicBezTo>
                  <a:pt x="961300" y="309245"/>
                  <a:pt x="958324" y="304285"/>
                  <a:pt x="960308" y="301309"/>
                </a:cubicBezTo>
                <a:cubicBezTo>
                  <a:pt x="962292" y="298333"/>
                  <a:pt x="964276" y="294861"/>
                  <a:pt x="967253" y="292380"/>
                </a:cubicBezTo>
                <a:cubicBezTo>
                  <a:pt x="969733" y="289900"/>
                  <a:pt x="972709" y="287420"/>
                  <a:pt x="975685" y="286924"/>
                </a:cubicBezTo>
                <a:cubicBezTo>
                  <a:pt x="979653" y="286428"/>
                  <a:pt x="983125" y="285932"/>
                  <a:pt x="986598" y="284444"/>
                </a:cubicBezTo>
                <a:close/>
                <a:moveTo>
                  <a:pt x="916685" y="283948"/>
                </a:moveTo>
                <a:cubicBezTo>
                  <a:pt x="930078" y="283948"/>
                  <a:pt x="944958" y="296845"/>
                  <a:pt x="945454" y="311725"/>
                </a:cubicBezTo>
                <a:cubicBezTo>
                  <a:pt x="945950" y="325118"/>
                  <a:pt x="934046" y="339503"/>
                  <a:pt x="917677" y="340991"/>
                </a:cubicBezTo>
                <a:cubicBezTo>
                  <a:pt x="903789" y="341983"/>
                  <a:pt x="887916" y="327102"/>
                  <a:pt x="888412" y="312718"/>
                </a:cubicBezTo>
                <a:cubicBezTo>
                  <a:pt x="888412" y="298829"/>
                  <a:pt x="902301" y="284444"/>
                  <a:pt x="916685" y="283948"/>
                </a:cubicBezTo>
                <a:close/>
                <a:moveTo>
                  <a:pt x="783265" y="283948"/>
                </a:moveTo>
                <a:cubicBezTo>
                  <a:pt x="799632" y="282460"/>
                  <a:pt x="812034" y="297837"/>
                  <a:pt x="812530" y="311726"/>
                </a:cubicBezTo>
                <a:cubicBezTo>
                  <a:pt x="813026" y="328094"/>
                  <a:pt x="798639" y="341487"/>
                  <a:pt x="784257" y="341487"/>
                </a:cubicBezTo>
                <a:cubicBezTo>
                  <a:pt x="767886" y="341487"/>
                  <a:pt x="754989" y="327102"/>
                  <a:pt x="754989" y="312222"/>
                </a:cubicBezTo>
                <a:cubicBezTo>
                  <a:pt x="754989" y="297341"/>
                  <a:pt x="768382" y="282460"/>
                  <a:pt x="783265" y="283948"/>
                </a:cubicBezTo>
                <a:close/>
                <a:moveTo>
                  <a:pt x="851227" y="283452"/>
                </a:moveTo>
                <a:cubicBezTo>
                  <a:pt x="866607" y="284940"/>
                  <a:pt x="879006" y="296845"/>
                  <a:pt x="879006" y="313710"/>
                </a:cubicBezTo>
                <a:cubicBezTo>
                  <a:pt x="881488" y="321646"/>
                  <a:pt x="873551" y="326110"/>
                  <a:pt x="871072" y="333055"/>
                </a:cubicBezTo>
                <a:cubicBezTo>
                  <a:pt x="864127" y="336031"/>
                  <a:pt x="858175" y="341487"/>
                  <a:pt x="849245" y="340991"/>
                </a:cubicBezTo>
                <a:cubicBezTo>
                  <a:pt x="833871" y="339999"/>
                  <a:pt x="822459" y="327598"/>
                  <a:pt x="821466" y="311725"/>
                </a:cubicBezTo>
                <a:cubicBezTo>
                  <a:pt x="820972" y="302797"/>
                  <a:pt x="825435" y="296349"/>
                  <a:pt x="829901" y="291884"/>
                </a:cubicBezTo>
                <a:cubicBezTo>
                  <a:pt x="834862" y="286924"/>
                  <a:pt x="842299" y="282956"/>
                  <a:pt x="851227" y="283452"/>
                </a:cubicBezTo>
                <a:close/>
                <a:moveTo>
                  <a:pt x="714292" y="282460"/>
                </a:moveTo>
                <a:cubicBezTo>
                  <a:pt x="717764" y="282956"/>
                  <a:pt x="721732" y="282956"/>
                  <a:pt x="725204" y="283948"/>
                </a:cubicBezTo>
                <a:cubicBezTo>
                  <a:pt x="727684" y="284444"/>
                  <a:pt x="730163" y="285932"/>
                  <a:pt x="731652" y="287916"/>
                </a:cubicBezTo>
                <a:cubicBezTo>
                  <a:pt x="735124" y="291388"/>
                  <a:pt x="738596" y="294861"/>
                  <a:pt x="741572" y="299325"/>
                </a:cubicBezTo>
                <a:cubicBezTo>
                  <a:pt x="744548" y="303293"/>
                  <a:pt x="741076" y="309245"/>
                  <a:pt x="746036" y="311726"/>
                </a:cubicBezTo>
                <a:cubicBezTo>
                  <a:pt x="745044" y="316190"/>
                  <a:pt x="743556" y="320158"/>
                  <a:pt x="742564" y="324622"/>
                </a:cubicBezTo>
                <a:cubicBezTo>
                  <a:pt x="740580" y="330575"/>
                  <a:pt x="735620" y="333551"/>
                  <a:pt x="731652" y="338015"/>
                </a:cubicBezTo>
                <a:cubicBezTo>
                  <a:pt x="727684" y="342479"/>
                  <a:pt x="720740" y="339503"/>
                  <a:pt x="716276" y="343967"/>
                </a:cubicBezTo>
                <a:cubicBezTo>
                  <a:pt x="710323" y="340991"/>
                  <a:pt x="703379" y="341487"/>
                  <a:pt x="697427" y="337519"/>
                </a:cubicBezTo>
                <a:cubicBezTo>
                  <a:pt x="688995" y="331071"/>
                  <a:pt x="687011" y="322142"/>
                  <a:pt x="684035" y="313214"/>
                </a:cubicBezTo>
                <a:cubicBezTo>
                  <a:pt x="687507" y="307757"/>
                  <a:pt x="686515" y="300317"/>
                  <a:pt x="691475" y="294861"/>
                </a:cubicBezTo>
                <a:cubicBezTo>
                  <a:pt x="697427" y="286924"/>
                  <a:pt x="705363" y="283948"/>
                  <a:pt x="714292" y="282460"/>
                </a:cubicBezTo>
                <a:close/>
                <a:moveTo>
                  <a:pt x="648346" y="281468"/>
                </a:moveTo>
                <a:cubicBezTo>
                  <a:pt x="665706" y="281964"/>
                  <a:pt x="678105" y="295357"/>
                  <a:pt x="679097" y="312222"/>
                </a:cubicBezTo>
                <a:cubicBezTo>
                  <a:pt x="678105" y="329583"/>
                  <a:pt x="665706" y="342479"/>
                  <a:pt x="648346" y="342975"/>
                </a:cubicBezTo>
                <a:cubicBezTo>
                  <a:pt x="631482" y="343471"/>
                  <a:pt x="616603" y="329087"/>
                  <a:pt x="617099" y="311726"/>
                </a:cubicBezTo>
                <a:cubicBezTo>
                  <a:pt x="617595" y="293869"/>
                  <a:pt x="631482" y="281468"/>
                  <a:pt x="648346" y="281468"/>
                </a:cubicBezTo>
                <a:close/>
                <a:moveTo>
                  <a:pt x="581378" y="281468"/>
                </a:moveTo>
                <a:cubicBezTo>
                  <a:pt x="596756" y="279484"/>
                  <a:pt x="612629" y="297341"/>
                  <a:pt x="612629" y="312221"/>
                </a:cubicBezTo>
                <a:cubicBezTo>
                  <a:pt x="612629" y="327598"/>
                  <a:pt x="596756" y="343967"/>
                  <a:pt x="580386" y="343967"/>
                </a:cubicBezTo>
                <a:cubicBezTo>
                  <a:pt x="566496" y="343471"/>
                  <a:pt x="549630" y="328590"/>
                  <a:pt x="549630" y="312221"/>
                </a:cubicBezTo>
                <a:cubicBezTo>
                  <a:pt x="550126" y="297341"/>
                  <a:pt x="565504" y="279484"/>
                  <a:pt x="581378" y="281468"/>
                </a:cubicBezTo>
                <a:close/>
                <a:moveTo>
                  <a:pt x="515402" y="281468"/>
                </a:moveTo>
                <a:cubicBezTo>
                  <a:pt x="530781" y="279979"/>
                  <a:pt x="546159" y="295356"/>
                  <a:pt x="546159" y="312717"/>
                </a:cubicBezTo>
                <a:cubicBezTo>
                  <a:pt x="546159" y="328590"/>
                  <a:pt x="531773" y="344463"/>
                  <a:pt x="513418" y="343471"/>
                </a:cubicBezTo>
                <a:cubicBezTo>
                  <a:pt x="498040" y="342975"/>
                  <a:pt x="482663" y="328590"/>
                  <a:pt x="483159" y="311229"/>
                </a:cubicBezTo>
                <a:cubicBezTo>
                  <a:pt x="483655" y="295356"/>
                  <a:pt x="498537" y="279483"/>
                  <a:pt x="515402" y="281468"/>
                </a:cubicBezTo>
                <a:close/>
                <a:moveTo>
                  <a:pt x="445443" y="281468"/>
                </a:moveTo>
                <a:cubicBezTo>
                  <a:pt x="454867" y="279483"/>
                  <a:pt x="461316" y="283948"/>
                  <a:pt x="467765" y="290396"/>
                </a:cubicBezTo>
                <a:cubicBezTo>
                  <a:pt x="474709" y="296844"/>
                  <a:pt x="476197" y="304285"/>
                  <a:pt x="476693" y="313213"/>
                </a:cubicBezTo>
                <a:cubicBezTo>
                  <a:pt x="476693" y="322142"/>
                  <a:pt x="473717" y="328590"/>
                  <a:pt x="467765" y="334542"/>
                </a:cubicBezTo>
                <a:cubicBezTo>
                  <a:pt x="461316" y="341487"/>
                  <a:pt x="454371" y="343471"/>
                  <a:pt x="444947" y="343471"/>
                </a:cubicBezTo>
                <a:cubicBezTo>
                  <a:pt x="436018" y="343471"/>
                  <a:pt x="429569" y="340495"/>
                  <a:pt x="423617" y="334542"/>
                </a:cubicBezTo>
                <a:cubicBezTo>
                  <a:pt x="416672" y="328094"/>
                  <a:pt x="414688" y="321150"/>
                  <a:pt x="414192" y="312221"/>
                </a:cubicBezTo>
                <a:cubicBezTo>
                  <a:pt x="414192" y="302797"/>
                  <a:pt x="417168" y="296348"/>
                  <a:pt x="423617" y="289900"/>
                </a:cubicBezTo>
                <a:cubicBezTo>
                  <a:pt x="430065" y="283452"/>
                  <a:pt x="436514" y="279980"/>
                  <a:pt x="445443" y="281468"/>
                </a:cubicBezTo>
                <a:close/>
                <a:moveTo>
                  <a:pt x="310021" y="278987"/>
                </a:moveTo>
                <a:cubicBezTo>
                  <a:pt x="323911" y="278987"/>
                  <a:pt x="341767" y="288412"/>
                  <a:pt x="343256" y="302796"/>
                </a:cubicBezTo>
                <a:cubicBezTo>
                  <a:pt x="343256" y="304284"/>
                  <a:pt x="344744" y="305277"/>
                  <a:pt x="345736" y="306269"/>
                </a:cubicBezTo>
                <a:cubicBezTo>
                  <a:pt x="346232" y="306765"/>
                  <a:pt x="347720" y="306269"/>
                  <a:pt x="347720" y="306269"/>
                </a:cubicBezTo>
                <a:cubicBezTo>
                  <a:pt x="348216" y="304284"/>
                  <a:pt x="348216" y="302796"/>
                  <a:pt x="348712" y="300812"/>
                </a:cubicBezTo>
                <a:cubicBezTo>
                  <a:pt x="352680" y="286924"/>
                  <a:pt x="364585" y="283451"/>
                  <a:pt x="375994" y="278987"/>
                </a:cubicBezTo>
                <a:cubicBezTo>
                  <a:pt x="379963" y="277499"/>
                  <a:pt x="383435" y="280475"/>
                  <a:pt x="386907" y="281467"/>
                </a:cubicBezTo>
                <a:cubicBezTo>
                  <a:pt x="392859" y="282955"/>
                  <a:pt x="399308" y="285435"/>
                  <a:pt x="403277" y="290892"/>
                </a:cubicBezTo>
                <a:cubicBezTo>
                  <a:pt x="407741" y="296844"/>
                  <a:pt x="410221" y="303788"/>
                  <a:pt x="411709" y="311229"/>
                </a:cubicBezTo>
                <a:cubicBezTo>
                  <a:pt x="412205" y="315197"/>
                  <a:pt x="410717" y="319165"/>
                  <a:pt x="409725" y="323133"/>
                </a:cubicBezTo>
                <a:cubicBezTo>
                  <a:pt x="406253" y="333054"/>
                  <a:pt x="399308" y="339502"/>
                  <a:pt x="388891" y="343471"/>
                </a:cubicBezTo>
                <a:cubicBezTo>
                  <a:pt x="373514" y="349423"/>
                  <a:pt x="352184" y="339006"/>
                  <a:pt x="347720" y="321645"/>
                </a:cubicBezTo>
                <a:cubicBezTo>
                  <a:pt x="347224" y="320157"/>
                  <a:pt x="346728" y="318669"/>
                  <a:pt x="346232" y="317677"/>
                </a:cubicBezTo>
                <a:cubicBezTo>
                  <a:pt x="345240" y="319165"/>
                  <a:pt x="342760" y="320653"/>
                  <a:pt x="342760" y="322141"/>
                </a:cubicBezTo>
                <a:cubicBezTo>
                  <a:pt x="342263" y="331070"/>
                  <a:pt x="335815" y="335534"/>
                  <a:pt x="329863" y="340494"/>
                </a:cubicBezTo>
                <a:cubicBezTo>
                  <a:pt x="327383" y="342479"/>
                  <a:pt x="322918" y="342975"/>
                  <a:pt x="319446" y="343967"/>
                </a:cubicBezTo>
                <a:cubicBezTo>
                  <a:pt x="317958" y="344463"/>
                  <a:pt x="317462" y="345951"/>
                  <a:pt x="316470" y="347439"/>
                </a:cubicBezTo>
                <a:cubicBezTo>
                  <a:pt x="317462" y="347935"/>
                  <a:pt x="318454" y="348431"/>
                  <a:pt x="319446" y="348431"/>
                </a:cubicBezTo>
                <a:cubicBezTo>
                  <a:pt x="331351" y="350911"/>
                  <a:pt x="338295" y="358847"/>
                  <a:pt x="342263" y="370256"/>
                </a:cubicBezTo>
                <a:cubicBezTo>
                  <a:pt x="348216" y="385633"/>
                  <a:pt x="336807" y="405474"/>
                  <a:pt x="320438" y="410434"/>
                </a:cubicBezTo>
                <a:cubicBezTo>
                  <a:pt x="304564" y="415394"/>
                  <a:pt x="285219" y="404978"/>
                  <a:pt x="279764" y="388609"/>
                </a:cubicBezTo>
                <a:cubicBezTo>
                  <a:pt x="274308" y="372240"/>
                  <a:pt x="286211" y="351407"/>
                  <a:pt x="302580" y="348431"/>
                </a:cubicBezTo>
                <a:cubicBezTo>
                  <a:pt x="303572" y="348431"/>
                  <a:pt x="304564" y="347935"/>
                  <a:pt x="305557" y="347439"/>
                </a:cubicBezTo>
                <a:cubicBezTo>
                  <a:pt x="304564" y="346447"/>
                  <a:pt x="303572" y="344463"/>
                  <a:pt x="302580" y="344463"/>
                </a:cubicBezTo>
                <a:cubicBezTo>
                  <a:pt x="295636" y="343967"/>
                  <a:pt x="290676" y="339998"/>
                  <a:pt x="286211" y="335038"/>
                </a:cubicBezTo>
                <a:cubicBezTo>
                  <a:pt x="280260" y="328590"/>
                  <a:pt x="277284" y="321149"/>
                  <a:pt x="277284" y="312717"/>
                </a:cubicBezTo>
                <a:cubicBezTo>
                  <a:pt x="277284" y="300316"/>
                  <a:pt x="287204" y="283947"/>
                  <a:pt x="301092" y="281963"/>
                </a:cubicBezTo>
                <a:cubicBezTo>
                  <a:pt x="306053" y="280971"/>
                  <a:pt x="309029" y="279483"/>
                  <a:pt x="310021" y="278987"/>
                </a:cubicBezTo>
                <a:close/>
                <a:moveTo>
                  <a:pt x="43681" y="278987"/>
                </a:moveTo>
                <a:cubicBezTo>
                  <a:pt x="52113" y="278491"/>
                  <a:pt x="59554" y="280971"/>
                  <a:pt x="65506" y="287916"/>
                </a:cubicBezTo>
                <a:cubicBezTo>
                  <a:pt x="68978" y="292380"/>
                  <a:pt x="74930" y="294860"/>
                  <a:pt x="74930" y="301804"/>
                </a:cubicBezTo>
                <a:cubicBezTo>
                  <a:pt x="74930" y="301804"/>
                  <a:pt x="76419" y="302300"/>
                  <a:pt x="76915" y="302300"/>
                </a:cubicBezTo>
                <a:cubicBezTo>
                  <a:pt x="77411" y="302300"/>
                  <a:pt x="78899" y="301804"/>
                  <a:pt x="78899" y="301308"/>
                </a:cubicBezTo>
                <a:cubicBezTo>
                  <a:pt x="79395" y="291884"/>
                  <a:pt x="88323" y="288412"/>
                  <a:pt x="93283" y="282459"/>
                </a:cubicBezTo>
                <a:cubicBezTo>
                  <a:pt x="94772" y="280971"/>
                  <a:pt x="97748" y="280475"/>
                  <a:pt x="100227" y="279979"/>
                </a:cubicBezTo>
                <a:cubicBezTo>
                  <a:pt x="111635" y="277499"/>
                  <a:pt x="122548" y="277499"/>
                  <a:pt x="130980" y="286924"/>
                </a:cubicBezTo>
                <a:cubicBezTo>
                  <a:pt x="134949" y="291388"/>
                  <a:pt x="141893" y="293868"/>
                  <a:pt x="140901" y="301804"/>
                </a:cubicBezTo>
                <a:cubicBezTo>
                  <a:pt x="142389" y="301804"/>
                  <a:pt x="144373" y="302300"/>
                  <a:pt x="144869" y="301804"/>
                </a:cubicBezTo>
                <a:cubicBezTo>
                  <a:pt x="146853" y="297340"/>
                  <a:pt x="148837" y="293372"/>
                  <a:pt x="152310" y="289404"/>
                </a:cubicBezTo>
                <a:cubicBezTo>
                  <a:pt x="160742" y="280475"/>
                  <a:pt x="171158" y="277003"/>
                  <a:pt x="182566" y="278987"/>
                </a:cubicBezTo>
                <a:cubicBezTo>
                  <a:pt x="191991" y="280971"/>
                  <a:pt x="199927" y="286924"/>
                  <a:pt x="204887" y="295356"/>
                </a:cubicBezTo>
                <a:cubicBezTo>
                  <a:pt x="205880" y="297340"/>
                  <a:pt x="206376" y="299324"/>
                  <a:pt x="207368" y="301308"/>
                </a:cubicBezTo>
                <a:cubicBezTo>
                  <a:pt x="208360" y="302796"/>
                  <a:pt x="209352" y="303788"/>
                  <a:pt x="210840" y="304781"/>
                </a:cubicBezTo>
                <a:cubicBezTo>
                  <a:pt x="211336" y="303292"/>
                  <a:pt x="211832" y="302300"/>
                  <a:pt x="212328" y="300812"/>
                </a:cubicBezTo>
                <a:cubicBezTo>
                  <a:pt x="218776" y="281467"/>
                  <a:pt x="245065" y="270059"/>
                  <a:pt x="264907" y="287420"/>
                </a:cubicBezTo>
                <a:cubicBezTo>
                  <a:pt x="272347" y="293868"/>
                  <a:pt x="276314" y="302300"/>
                  <a:pt x="276314" y="312221"/>
                </a:cubicBezTo>
                <a:cubicBezTo>
                  <a:pt x="276314" y="324622"/>
                  <a:pt x="266395" y="341486"/>
                  <a:pt x="252505" y="342975"/>
                </a:cubicBezTo>
                <a:cubicBezTo>
                  <a:pt x="251513" y="342975"/>
                  <a:pt x="251017" y="343967"/>
                  <a:pt x="250025" y="344959"/>
                </a:cubicBezTo>
                <a:cubicBezTo>
                  <a:pt x="251017" y="345951"/>
                  <a:pt x="251513" y="347439"/>
                  <a:pt x="252505" y="347935"/>
                </a:cubicBezTo>
                <a:cubicBezTo>
                  <a:pt x="266395" y="350415"/>
                  <a:pt x="272843" y="361328"/>
                  <a:pt x="275818" y="373232"/>
                </a:cubicBezTo>
                <a:cubicBezTo>
                  <a:pt x="278298" y="383649"/>
                  <a:pt x="274331" y="394065"/>
                  <a:pt x="266395" y="402498"/>
                </a:cubicBezTo>
                <a:cubicBezTo>
                  <a:pt x="260937" y="408450"/>
                  <a:pt x="253993" y="409442"/>
                  <a:pt x="248041" y="412418"/>
                </a:cubicBezTo>
                <a:cubicBezTo>
                  <a:pt x="247049" y="412914"/>
                  <a:pt x="246553" y="413410"/>
                  <a:pt x="246057" y="413906"/>
                </a:cubicBezTo>
                <a:cubicBezTo>
                  <a:pt x="246553" y="414402"/>
                  <a:pt x="247545" y="414402"/>
                  <a:pt x="248041" y="414898"/>
                </a:cubicBezTo>
                <a:cubicBezTo>
                  <a:pt x="264907" y="417875"/>
                  <a:pt x="271355" y="423827"/>
                  <a:pt x="274331" y="440692"/>
                </a:cubicBezTo>
                <a:cubicBezTo>
                  <a:pt x="277306" y="458053"/>
                  <a:pt x="269371" y="472934"/>
                  <a:pt x="250025" y="477398"/>
                </a:cubicBezTo>
                <a:cubicBezTo>
                  <a:pt x="239609" y="479878"/>
                  <a:pt x="231177" y="476406"/>
                  <a:pt x="223240" y="471941"/>
                </a:cubicBezTo>
                <a:cubicBezTo>
                  <a:pt x="216296" y="467973"/>
                  <a:pt x="212824" y="460037"/>
                  <a:pt x="212328" y="451604"/>
                </a:cubicBezTo>
                <a:cubicBezTo>
                  <a:pt x="212328" y="450612"/>
                  <a:pt x="211336" y="449620"/>
                  <a:pt x="211336" y="448628"/>
                </a:cubicBezTo>
                <a:cubicBezTo>
                  <a:pt x="210344" y="449620"/>
                  <a:pt x="209352" y="450116"/>
                  <a:pt x="208856" y="451108"/>
                </a:cubicBezTo>
                <a:cubicBezTo>
                  <a:pt x="207368" y="454581"/>
                  <a:pt x="206872" y="458053"/>
                  <a:pt x="205384" y="461525"/>
                </a:cubicBezTo>
                <a:cubicBezTo>
                  <a:pt x="202407" y="467477"/>
                  <a:pt x="198439" y="472438"/>
                  <a:pt x="191991" y="474422"/>
                </a:cubicBezTo>
                <a:cubicBezTo>
                  <a:pt x="188023" y="475910"/>
                  <a:pt x="184550" y="477398"/>
                  <a:pt x="180582" y="478886"/>
                </a:cubicBezTo>
                <a:cubicBezTo>
                  <a:pt x="176118" y="480374"/>
                  <a:pt x="172646" y="477894"/>
                  <a:pt x="168679" y="476902"/>
                </a:cubicBezTo>
                <a:cubicBezTo>
                  <a:pt x="154294" y="472438"/>
                  <a:pt x="150326" y="467973"/>
                  <a:pt x="145861" y="453589"/>
                </a:cubicBezTo>
                <a:cubicBezTo>
                  <a:pt x="145365" y="452596"/>
                  <a:pt x="144373" y="451604"/>
                  <a:pt x="143381" y="450612"/>
                </a:cubicBezTo>
                <a:cubicBezTo>
                  <a:pt x="142389" y="451604"/>
                  <a:pt x="141397" y="452596"/>
                  <a:pt x="140901" y="453589"/>
                </a:cubicBezTo>
                <a:cubicBezTo>
                  <a:pt x="137925" y="469461"/>
                  <a:pt x="125524" y="475414"/>
                  <a:pt x="111635" y="478886"/>
                </a:cubicBezTo>
                <a:cubicBezTo>
                  <a:pt x="108659" y="479878"/>
                  <a:pt x="106179" y="477894"/>
                  <a:pt x="103203" y="476902"/>
                </a:cubicBezTo>
                <a:cubicBezTo>
                  <a:pt x="88323" y="471445"/>
                  <a:pt x="85347" y="472934"/>
                  <a:pt x="78899" y="452596"/>
                </a:cubicBezTo>
                <a:cubicBezTo>
                  <a:pt x="78403" y="451604"/>
                  <a:pt x="77411" y="450612"/>
                  <a:pt x="76915" y="450612"/>
                </a:cubicBezTo>
                <a:cubicBezTo>
                  <a:pt x="75923" y="450612"/>
                  <a:pt x="74930" y="451108"/>
                  <a:pt x="74434" y="452100"/>
                </a:cubicBezTo>
                <a:cubicBezTo>
                  <a:pt x="73938" y="453092"/>
                  <a:pt x="74434" y="454581"/>
                  <a:pt x="74434" y="455573"/>
                </a:cubicBezTo>
                <a:cubicBezTo>
                  <a:pt x="70466" y="469957"/>
                  <a:pt x="58562" y="474918"/>
                  <a:pt x="45665" y="478886"/>
                </a:cubicBezTo>
                <a:cubicBezTo>
                  <a:pt x="42193" y="479878"/>
                  <a:pt x="39217" y="477398"/>
                  <a:pt x="35744" y="476902"/>
                </a:cubicBezTo>
                <a:cubicBezTo>
                  <a:pt x="19377" y="473926"/>
                  <a:pt x="14416" y="461525"/>
                  <a:pt x="9952" y="448132"/>
                </a:cubicBezTo>
                <a:cubicBezTo>
                  <a:pt x="8960" y="444660"/>
                  <a:pt x="11440" y="441684"/>
                  <a:pt x="11936" y="438212"/>
                </a:cubicBezTo>
                <a:cubicBezTo>
                  <a:pt x="14912" y="425315"/>
                  <a:pt x="22353" y="417379"/>
                  <a:pt x="35744" y="414898"/>
                </a:cubicBezTo>
                <a:cubicBezTo>
                  <a:pt x="36736" y="414898"/>
                  <a:pt x="37232" y="413906"/>
                  <a:pt x="37728" y="413410"/>
                </a:cubicBezTo>
                <a:cubicBezTo>
                  <a:pt x="37232" y="412914"/>
                  <a:pt x="36736" y="411922"/>
                  <a:pt x="36240" y="411922"/>
                </a:cubicBezTo>
                <a:cubicBezTo>
                  <a:pt x="34752" y="411426"/>
                  <a:pt x="33760" y="410930"/>
                  <a:pt x="32272" y="410434"/>
                </a:cubicBezTo>
                <a:cubicBezTo>
                  <a:pt x="12928" y="404482"/>
                  <a:pt x="527" y="377200"/>
                  <a:pt x="19377" y="357359"/>
                </a:cubicBezTo>
                <a:cubicBezTo>
                  <a:pt x="23345" y="353391"/>
                  <a:pt x="27312" y="348927"/>
                  <a:pt x="33760" y="348431"/>
                </a:cubicBezTo>
                <a:cubicBezTo>
                  <a:pt x="34752" y="348431"/>
                  <a:pt x="35248" y="347439"/>
                  <a:pt x="36240" y="346943"/>
                </a:cubicBezTo>
                <a:cubicBezTo>
                  <a:pt x="35248" y="345951"/>
                  <a:pt x="34752" y="344463"/>
                  <a:pt x="33760" y="344463"/>
                </a:cubicBezTo>
                <a:cubicBezTo>
                  <a:pt x="24337" y="343471"/>
                  <a:pt x="20369" y="335534"/>
                  <a:pt x="14912" y="330078"/>
                </a:cubicBezTo>
                <a:cubicBezTo>
                  <a:pt x="12432" y="327598"/>
                  <a:pt x="11440" y="323630"/>
                  <a:pt x="10448" y="320157"/>
                </a:cubicBezTo>
                <a:cubicBezTo>
                  <a:pt x="9456" y="315197"/>
                  <a:pt x="10448" y="302796"/>
                  <a:pt x="12928" y="298828"/>
                </a:cubicBezTo>
                <a:cubicBezTo>
                  <a:pt x="14912" y="295356"/>
                  <a:pt x="18384" y="292380"/>
                  <a:pt x="21361" y="288908"/>
                </a:cubicBezTo>
                <a:cubicBezTo>
                  <a:pt x="26817" y="281467"/>
                  <a:pt x="34256" y="278491"/>
                  <a:pt x="43681" y="278987"/>
                </a:cubicBezTo>
                <a:close/>
                <a:moveTo>
                  <a:pt x="2397294" y="241289"/>
                </a:moveTo>
                <a:cubicBezTo>
                  <a:pt x="2398286" y="242281"/>
                  <a:pt x="2399278" y="242777"/>
                  <a:pt x="2400270" y="243769"/>
                </a:cubicBezTo>
                <a:cubicBezTo>
                  <a:pt x="2400766" y="243769"/>
                  <a:pt x="2399278" y="245257"/>
                  <a:pt x="2398286" y="247241"/>
                </a:cubicBezTo>
                <a:cubicBezTo>
                  <a:pt x="2396798" y="245753"/>
                  <a:pt x="2395806" y="244761"/>
                  <a:pt x="2395806" y="243769"/>
                </a:cubicBezTo>
                <a:cubicBezTo>
                  <a:pt x="2395806" y="243273"/>
                  <a:pt x="2396798" y="242281"/>
                  <a:pt x="2397294" y="241289"/>
                </a:cubicBezTo>
                <a:close/>
                <a:moveTo>
                  <a:pt x="2331819" y="238313"/>
                </a:moveTo>
                <a:cubicBezTo>
                  <a:pt x="2336780" y="238313"/>
                  <a:pt x="2336283" y="238313"/>
                  <a:pt x="2336780" y="243769"/>
                </a:cubicBezTo>
                <a:cubicBezTo>
                  <a:pt x="2336283" y="247738"/>
                  <a:pt x="2334795" y="248730"/>
                  <a:pt x="2331819" y="248234"/>
                </a:cubicBezTo>
                <a:cubicBezTo>
                  <a:pt x="2326859" y="248234"/>
                  <a:pt x="2326859" y="248234"/>
                  <a:pt x="2326859" y="242777"/>
                </a:cubicBezTo>
                <a:cubicBezTo>
                  <a:pt x="2326859" y="238809"/>
                  <a:pt x="2328347" y="238313"/>
                  <a:pt x="2331819" y="238313"/>
                </a:cubicBezTo>
                <a:close/>
                <a:moveTo>
                  <a:pt x="2264855" y="235833"/>
                </a:moveTo>
                <a:cubicBezTo>
                  <a:pt x="2269816" y="236329"/>
                  <a:pt x="2271800" y="238313"/>
                  <a:pt x="2271800" y="243273"/>
                </a:cubicBezTo>
                <a:cubicBezTo>
                  <a:pt x="2271800" y="248234"/>
                  <a:pt x="2269816" y="250218"/>
                  <a:pt x="2264855" y="250218"/>
                </a:cubicBezTo>
                <a:cubicBezTo>
                  <a:pt x="2259399" y="250218"/>
                  <a:pt x="2256919" y="248234"/>
                  <a:pt x="2257415" y="242281"/>
                </a:cubicBezTo>
                <a:cubicBezTo>
                  <a:pt x="2257415" y="237321"/>
                  <a:pt x="2259895" y="235833"/>
                  <a:pt x="2264855" y="235833"/>
                </a:cubicBezTo>
                <a:close/>
                <a:moveTo>
                  <a:pt x="2198388" y="233849"/>
                </a:moveTo>
                <a:cubicBezTo>
                  <a:pt x="2203844" y="234345"/>
                  <a:pt x="2207812" y="238809"/>
                  <a:pt x="2207316" y="243770"/>
                </a:cubicBezTo>
                <a:cubicBezTo>
                  <a:pt x="2207316" y="248730"/>
                  <a:pt x="2202852" y="253194"/>
                  <a:pt x="2197891" y="253194"/>
                </a:cubicBezTo>
                <a:cubicBezTo>
                  <a:pt x="2192931" y="253194"/>
                  <a:pt x="2188467" y="248730"/>
                  <a:pt x="2188467" y="243770"/>
                </a:cubicBezTo>
                <a:cubicBezTo>
                  <a:pt x="2188467" y="238313"/>
                  <a:pt x="2192931" y="233849"/>
                  <a:pt x="2198388" y="233849"/>
                </a:cubicBezTo>
                <a:close/>
                <a:moveTo>
                  <a:pt x="2128944" y="231369"/>
                </a:moveTo>
                <a:cubicBezTo>
                  <a:pt x="2135392" y="231369"/>
                  <a:pt x="2140849" y="237321"/>
                  <a:pt x="2140849" y="243274"/>
                </a:cubicBezTo>
                <a:cubicBezTo>
                  <a:pt x="2140849" y="249722"/>
                  <a:pt x="2135888" y="255178"/>
                  <a:pt x="2129440" y="255178"/>
                </a:cubicBezTo>
                <a:cubicBezTo>
                  <a:pt x="2123488" y="255178"/>
                  <a:pt x="2117535" y="250218"/>
                  <a:pt x="2117039" y="244266"/>
                </a:cubicBezTo>
                <a:cubicBezTo>
                  <a:pt x="2116543" y="237321"/>
                  <a:pt x="2122000" y="231865"/>
                  <a:pt x="2128944" y="231369"/>
                </a:cubicBezTo>
                <a:close/>
                <a:moveTo>
                  <a:pt x="2062415" y="230563"/>
                </a:moveTo>
                <a:cubicBezTo>
                  <a:pt x="2066445" y="230625"/>
                  <a:pt x="2070413" y="232857"/>
                  <a:pt x="2073389" y="237322"/>
                </a:cubicBezTo>
                <a:cubicBezTo>
                  <a:pt x="2074877" y="238810"/>
                  <a:pt x="2075373" y="240794"/>
                  <a:pt x="2076366" y="243274"/>
                </a:cubicBezTo>
                <a:cubicBezTo>
                  <a:pt x="2075373" y="245258"/>
                  <a:pt x="2074877" y="247738"/>
                  <a:pt x="2073389" y="250218"/>
                </a:cubicBezTo>
                <a:cubicBezTo>
                  <a:pt x="2067437" y="259147"/>
                  <a:pt x="2057516" y="259147"/>
                  <a:pt x="2051068" y="250714"/>
                </a:cubicBezTo>
                <a:cubicBezTo>
                  <a:pt x="2047596" y="245754"/>
                  <a:pt x="2047596" y="241786"/>
                  <a:pt x="2051068" y="236826"/>
                </a:cubicBezTo>
                <a:cubicBezTo>
                  <a:pt x="2054292" y="232609"/>
                  <a:pt x="2058384" y="230501"/>
                  <a:pt x="2062415" y="230563"/>
                </a:cubicBezTo>
                <a:close/>
                <a:moveTo>
                  <a:pt x="1996009" y="229385"/>
                </a:moveTo>
                <a:cubicBezTo>
                  <a:pt x="2004441" y="229385"/>
                  <a:pt x="2010393" y="235337"/>
                  <a:pt x="2009897" y="243770"/>
                </a:cubicBezTo>
                <a:cubicBezTo>
                  <a:pt x="2009897" y="252202"/>
                  <a:pt x="2004441" y="257658"/>
                  <a:pt x="1995513" y="257658"/>
                </a:cubicBezTo>
                <a:cubicBezTo>
                  <a:pt x="1987080" y="257658"/>
                  <a:pt x="1981128" y="251706"/>
                  <a:pt x="1981624" y="243274"/>
                </a:cubicBezTo>
                <a:cubicBezTo>
                  <a:pt x="1981624" y="234841"/>
                  <a:pt x="1987576" y="228889"/>
                  <a:pt x="1996009" y="229385"/>
                </a:cubicBezTo>
                <a:close/>
                <a:moveTo>
                  <a:pt x="1859601" y="226904"/>
                </a:moveTo>
                <a:cubicBezTo>
                  <a:pt x="1869026" y="225416"/>
                  <a:pt x="1876962" y="233849"/>
                  <a:pt x="1876962" y="243273"/>
                </a:cubicBezTo>
                <a:cubicBezTo>
                  <a:pt x="1876962" y="252698"/>
                  <a:pt x="1870018" y="260634"/>
                  <a:pt x="1860593" y="260634"/>
                </a:cubicBezTo>
                <a:cubicBezTo>
                  <a:pt x="1851169" y="260634"/>
                  <a:pt x="1843232" y="253690"/>
                  <a:pt x="1843232" y="244265"/>
                </a:cubicBezTo>
                <a:cubicBezTo>
                  <a:pt x="1842736" y="234841"/>
                  <a:pt x="1850177" y="225416"/>
                  <a:pt x="1859601" y="226904"/>
                </a:cubicBezTo>
                <a:close/>
                <a:moveTo>
                  <a:pt x="1929045" y="225913"/>
                </a:moveTo>
                <a:cubicBezTo>
                  <a:pt x="1932517" y="229385"/>
                  <a:pt x="1938469" y="226905"/>
                  <a:pt x="1940949" y="231865"/>
                </a:cubicBezTo>
                <a:cubicBezTo>
                  <a:pt x="1942438" y="236330"/>
                  <a:pt x="1944422" y="239802"/>
                  <a:pt x="1945910" y="243274"/>
                </a:cubicBezTo>
                <a:cubicBezTo>
                  <a:pt x="1942438" y="246746"/>
                  <a:pt x="1944422" y="252698"/>
                  <a:pt x="1939461" y="255179"/>
                </a:cubicBezTo>
                <a:cubicBezTo>
                  <a:pt x="1935989" y="257163"/>
                  <a:pt x="1931525" y="260139"/>
                  <a:pt x="1928549" y="259147"/>
                </a:cubicBezTo>
                <a:cubicBezTo>
                  <a:pt x="1924581" y="257659"/>
                  <a:pt x="1919124" y="258155"/>
                  <a:pt x="1916644" y="253194"/>
                </a:cubicBezTo>
                <a:cubicBezTo>
                  <a:pt x="1914660" y="249722"/>
                  <a:pt x="1913668" y="245754"/>
                  <a:pt x="1912180" y="241786"/>
                </a:cubicBezTo>
                <a:cubicBezTo>
                  <a:pt x="1916148" y="239306"/>
                  <a:pt x="1913668" y="233849"/>
                  <a:pt x="1917636" y="230873"/>
                </a:cubicBezTo>
                <a:cubicBezTo>
                  <a:pt x="1921108" y="227897"/>
                  <a:pt x="1926069" y="229385"/>
                  <a:pt x="1929045" y="225913"/>
                </a:cubicBezTo>
                <a:close/>
                <a:moveTo>
                  <a:pt x="1793630" y="224425"/>
                </a:moveTo>
                <a:cubicBezTo>
                  <a:pt x="1798590" y="225913"/>
                  <a:pt x="1805039" y="226905"/>
                  <a:pt x="1808015" y="232857"/>
                </a:cubicBezTo>
                <a:cubicBezTo>
                  <a:pt x="1809999" y="236330"/>
                  <a:pt x="1812975" y="240794"/>
                  <a:pt x="1811983" y="243770"/>
                </a:cubicBezTo>
                <a:cubicBezTo>
                  <a:pt x="1810495" y="248234"/>
                  <a:pt x="1809503" y="252698"/>
                  <a:pt x="1805535" y="256667"/>
                </a:cubicBezTo>
                <a:cubicBezTo>
                  <a:pt x="1801566" y="260139"/>
                  <a:pt x="1797102" y="259147"/>
                  <a:pt x="1793630" y="262123"/>
                </a:cubicBezTo>
                <a:cubicBezTo>
                  <a:pt x="1789662" y="259147"/>
                  <a:pt x="1784701" y="259643"/>
                  <a:pt x="1780733" y="255675"/>
                </a:cubicBezTo>
                <a:cubicBezTo>
                  <a:pt x="1776765" y="252202"/>
                  <a:pt x="1777261" y="246746"/>
                  <a:pt x="1774285" y="243274"/>
                </a:cubicBezTo>
                <a:cubicBezTo>
                  <a:pt x="1776765" y="238314"/>
                  <a:pt x="1777261" y="231865"/>
                  <a:pt x="1782717" y="228889"/>
                </a:cubicBezTo>
                <a:cubicBezTo>
                  <a:pt x="1786190" y="226905"/>
                  <a:pt x="1790654" y="223929"/>
                  <a:pt x="1793630" y="224425"/>
                </a:cubicBezTo>
                <a:close/>
                <a:moveTo>
                  <a:pt x="1727162" y="224424"/>
                </a:moveTo>
                <a:cubicBezTo>
                  <a:pt x="1737579" y="224424"/>
                  <a:pt x="1745515" y="232361"/>
                  <a:pt x="1745515" y="243273"/>
                </a:cubicBezTo>
                <a:cubicBezTo>
                  <a:pt x="1745515" y="254682"/>
                  <a:pt x="1737579" y="262618"/>
                  <a:pt x="1726170" y="262618"/>
                </a:cubicBezTo>
                <a:cubicBezTo>
                  <a:pt x="1714761" y="262618"/>
                  <a:pt x="1707321" y="254682"/>
                  <a:pt x="1707321" y="242777"/>
                </a:cubicBezTo>
                <a:cubicBezTo>
                  <a:pt x="1707321" y="231369"/>
                  <a:pt x="1715257" y="223928"/>
                  <a:pt x="1727162" y="224424"/>
                </a:cubicBezTo>
                <a:close/>
                <a:moveTo>
                  <a:pt x="1658710" y="224424"/>
                </a:moveTo>
                <a:cubicBezTo>
                  <a:pt x="1664663" y="223928"/>
                  <a:pt x="1668135" y="226408"/>
                  <a:pt x="1672103" y="229880"/>
                </a:cubicBezTo>
                <a:cubicBezTo>
                  <a:pt x="1676071" y="233849"/>
                  <a:pt x="1677559" y="237817"/>
                  <a:pt x="1677063" y="243273"/>
                </a:cubicBezTo>
                <a:cubicBezTo>
                  <a:pt x="1677063" y="248730"/>
                  <a:pt x="1676567" y="252698"/>
                  <a:pt x="1672103" y="256666"/>
                </a:cubicBezTo>
                <a:cubicBezTo>
                  <a:pt x="1667639" y="260634"/>
                  <a:pt x="1663670" y="264602"/>
                  <a:pt x="1658214" y="262122"/>
                </a:cubicBezTo>
                <a:cubicBezTo>
                  <a:pt x="1651766" y="263610"/>
                  <a:pt x="1648294" y="261130"/>
                  <a:pt x="1643829" y="257658"/>
                </a:cubicBezTo>
                <a:cubicBezTo>
                  <a:pt x="1638869" y="253690"/>
                  <a:pt x="1638373" y="248730"/>
                  <a:pt x="1638373" y="243273"/>
                </a:cubicBezTo>
                <a:cubicBezTo>
                  <a:pt x="1638373" y="237817"/>
                  <a:pt x="1640357" y="233849"/>
                  <a:pt x="1643829" y="229880"/>
                </a:cubicBezTo>
                <a:cubicBezTo>
                  <a:pt x="1648294" y="224920"/>
                  <a:pt x="1652758" y="224920"/>
                  <a:pt x="1658710" y="224424"/>
                </a:cubicBezTo>
                <a:close/>
                <a:moveTo>
                  <a:pt x="1590755" y="222440"/>
                </a:moveTo>
                <a:cubicBezTo>
                  <a:pt x="1600180" y="221944"/>
                  <a:pt x="1612580" y="234345"/>
                  <a:pt x="1612084" y="243770"/>
                </a:cubicBezTo>
                <a:cubicBezTo>
                  <a:pt x="1612084" y="253194"/>
                  <a:pt x="1599188" y="265595"/>
                  <a:pt x="1590259" y="265099"/>
                </a:cubicBezTo>
                <a:cubicBezTo>
                  <a:pt x="1580835" y="264603"/>
                  <a:pt x="1568930" y="251706"/>
                  <a:pt x="1569426" y="242778"/>
                </a:cubicBezTo>
                <a:cubicBezTo>
                  <a:pt x="1569922" y="233849"/>
                  <a:pt x="1582323" y="222440"/>
                  <a:pt x="1590755" y="222440"/>
                </a:cubicBezTo>
                <a:close/>
                <a:moveTo>
                  <a:pt x="1525279" y="221945"/>
                </a:moveTo>
                <a:cubicBezTo>
                  <a:pt x="1536192" y="221945"/>
                  <a:pt x="1546112" y="232361"/>
                  <a:pt x="1546112" y="243274"/>
                </a:cubicBezTo>
                <a:cubicBezTo>
                  <a:pt x="1545616" y="254683"/>
                  <a:pt x="1535696" y="265099"/>
                  <a:pt x="1524287" y="264603"/>
                </a:cubicBezTo>
                <a:cubicBezTo>
                  <a:pt x="1512879" y="264603"/>
                  <a:pt x="1502958" y="254683"/>
                  <a:pt x="1502958" y="242778"/>
                </a:cubicBezTo>
                <a:cubicBezTo>
                  <a:pt x="1502958" y="231369"/>
                  <a:pt x="1513375" y="221449"/>
                  <a:pt x="1525279" y="221945"/>
                </a:cubicBezTo>
                <a:close/>
                <a:moveTo>
                  <a:pt x="1457324" y="221944"/>
                </a:moveTo>
                <a:cubicBezTo>
                  <a:pt x="1472205" y="221944"/>
                  <a:pt x="1479149" y="228888"/>
                  <a:pt x="1479149" y="243273"/>
                </a:cubicBezTo>
                <a:cubicBezTo>
                  <a:pt x="1479149" y="257658"/>
                  <a:pt x="1472205" y="264602"/>
                  <a:pt x="1457324" y="264602"/>
                </a:cubicBezTo>
                <a:cubicBezTo>
                  <a:pt x="1442939" y="264602"/>
                  <a:pt x="1435995" y="257658"/>
                  <a:pt x="1435995" y="242777"/>
                </a:cubicBezTo>
                <a:cubicBezTo>
                  <a:pt x="1435995" y="228888"/>
                  <a:pt x="1442939" y="221944"/>
                  <a:pt x="1457324" y="221944"/>
                </a:cubicBezTo>
                <a:close/>
                <a:moveTo>
                  <a:pt x="1388376" y="219464"/>
                </a:moveTo>
                <a:cubicBezTo>
                  <a:pt x="1399288" y="219464"/>
                  <a:pt x="1411689" y="231369"/>
                  <a:pt x="1412185" y="242281"/>
                </a:cubicBezTo>
                <a:cubicBezTo>
                  <a:pt x="1412681" y="253690"/>
                  <a:pt x="1400280" y="266587"/>
                  <a:pt x="1388376" y="267083"/>
                </a:cubicBezTo>
                <a:cubicBezTo>
                  <a:pt x="1377463" y="267083"/>
                  <a:pt x="1365062" y="255178"/>
                  <a:pt x="1364566" y="244265"/>
                </a:cubicBezTo>
                <a:cubicBezTo>
                  <a:pt x="1364070" y="232857"/>
                  <a:pt x="1376471" y="219960"/>
                  <a:pt x="1388376" y="219464"/>
                </a:cubicBezTo>
                <a:close/>
                <a:moveTo>
                  <a:pt x="1322404" y="219464"/>
                </a:moveTo>
                <a:cubicBezTo>
                  <a:pt x="1335301" y="219464"/>
                  <a:pt x="1346710" y="229881"/>
                  <a:pt x="1345717" y="243769"/>
                </a:cubicBezTo>
                <a:cubicBezTo>
                  <a:pt x="1345222" y="257658"/>
                  <a:pt x="1335797" y="266587"/>
                  <a:pt x="1322404" y="267083"/>
                </a:cubicBezTo>
                <a:cubicBezTo>
                  <a:pt x="1308020" y="267579"/>
                  <a:pt x="1298099" y="255674"/>
                  <a:pt x="1298099" y="243273"/>
                </a:cubicBezTo>
                <a:cubicBezTo>
                  <a:pt x="1298099" y="230873"/>
                  <a:pt x="1308020" y="219464"/>
                  <a:pt x="1322404" y="219464"/>
                </a:cubicBezTo>
                <a:close/>
                <a:moveTo>
                  <a:pt x="1255441" y="219464"/>
                </a:moveTo>
                <a:cubicBezTo>
                  <a:pt x="1270322" y="219464"/>
                  <a:pt x="1279251" y="228392"/>
                  <a:pt x="1278754" y="243769"/>
                </a:cubicBezTo>
                <a:cubicBezTo>
                  <a:pt x="1278754" y="258650"/>
                  <a:pt x="1269330" y="266587"/>
                  <a:pt x="1253953" y="267083"/>
                </a:cubicBezTo>
                <a:cubicBezTo>
                  <a:pt x="1247505" y="267083"/>
                  <a:pt x="1242049" y="265098"/>
                  <a:pt x="1237584" y="260634"/>
                </a:cubicBezTo>
                <a:cubicBezTo>
                  <a:pt x="1232624" y="255674"/>
                  <a:pt x="1230640" y="250218"/>
                  <a:pt x="1230640" y="243273"/>
                </a:cubicBezTo>
                <a:cubicBezTo>
                  <a:pt x="1231632" y="228392"/>
                  <a:pt x="1240561" y="219464"/>
                  <a:pt x="1255441" y="219464"/>
                </a:cubicBezTo>
                <a:close/>
                <a:moveTo>
                  <a:pt x="1186990" y="217480"/>
                </a:moveTo>
                <a:cubicBezTo>
                  <a:pt x="1193438" y="218472"/>
                  <a:pt x="1200382" y="219960"/>
                  <a:pt x="1204847" y="225417"/>
                </a:cubicBezTo>
                <a:cubicBezTo>
                  <a:pt x="1209807" y="230873"/>
                  <a:pt x="1210303" y="237321"/>
                  <a:pt x="1212783" y="243770"/>
                </a:cubicBezTo>
                <a:cubicBezTo>
                  <a:pt x="1209807" y="250218"/>
                  <a:pt x="1209807" y="257658"/>
                  <a:pt x="1203359" y="262619"/>
                </a:cubicBezTo>
                <a:cubicBezTo>
                  <a:pt x="1197902" y="266587"/>
                  <a:pt x="1191454" y="270059"/>
                  <a:pt x="1185005" y="269067"/>
                </a:cubicBezTo>
                <a:cubicBezTo>
                  <a:pt x="1178557" y="268075"/>
                  <a:pt x="1171613" y="266587"/>
                  <a:pt x="1167149" y="261131"/>
                </a:cubicBezTo>
                <a:cubicBezTo>
                  <a:pt x="1164668" y="258154"/>
                  <a:pt x="1159212" y="246250"/>
                  <a:pt x="1160204" y="242778"/>
                </a:cubicBezTo>
                <a:cubicBezTo>
                  <a:pt x="1161692" y="235833"/>
                  <a:pt x="1162684" y="228393"/>
                  <a:pt x="1168637" y="223929"/>
                </a:cubicBezTo>
                <a:cubicBezTo>
                  <a:pt x="1174093" y="219464"/>
                  <a:pt x="1180541" y="216488"/>
                  <a:pt x="1186990" y="217480"/>
                </a:cubicBezTo>
                <a:close/>
                <a:moveTo>
                  <a:pt x="1120026" y="217480"/>
                </a:moveTo>
                <a:cubicBezTo>
                  <a:pt x="1135402" y="217480"/>
                  <a:pt x="1146811" y="229385"/>
                  <a:pt x="1145819" y="244265"/>
                </a:cubicBezTo>
                <a:cubicBezTo>
                  <a:pt x="1144827" y="258650"/>
                  <a:pt x="1134906" y="269067"/>
                  <a:pt x="1119529" y="269563"/>
                </a:cubicBezTo>
                <a:cubicBezTo>
                  <a:pt x="1104153" y="269067"/>
                  <a:pt x="1092744" y="257658"/>
                  <a:pt x="1093736" y="242777"/>
                </a:cubicBezTo>
                <a:cubicBezTo>
                  <a:pt x="1094232" y="227897"/>
                  <a:pt x="1104153" y="217480"/>
                  <a:pt x="1120026" y="217480"/>
                </a:cubicBezTo>
                <a:close/>
                <a:moveTo>
                  <a:pt x="1053062" y="217480"/>
                </a:moveTo>
                <a:cubicBezTo>
                  <a:pt x="1060503" y="217480"/>
                  <a:pt x="1065959" y="219960"/>
                  <a:pt x="1071415" y="225416"/>
                </a:cubicBezTo>
                <a:cubicBezTo>
                  <a:pt x="1076872" y="230873"/>
                  <a:pt x="1079352" y="236825"/>
                  <a:pt x="1079352" y="244761"/>
                </a:cubicBezTo>
                <a:cubicBezTo>
                  <a:pt x="1078856" y="258650"/>
                  <a:pt x="1067447" y="269563"/>
                  <a:pt x="1051574" y="269563"/>
                </a:cubicBezTo>
                <a:cubicBezTo>
                  <a:pt x="1045159" y="270555"/>
                  <a:pt x="1039704" y="267083"/>
                  <a:pt x="1034247" y="262122"/>
                </a:cubicBezTo>
                <a:cubicBezTo>
                  <a:pt x="1028791" y="256666"/>
                  <a:pt x="1026311" y="250714"/>
                  <a:pt x="1026311" y="242777"/>
                </a:cubicBezTo>
                <a:cubicBezTo>
                  <a:pt x="1026807" y="228393"/>
                  <a:pt x="1037720" y="217976"/>
                  <a:pt x="1053062" y="217480"/>
                </a:cubicBezTo>
                <a:close/>
                <a:moveTo>
                  <a:pt x="917194" y="215000"/>
                </a:moveTo>
                <a:cubicBezTo>
                  <a:pt x="932075" y="214504"/>
                  <a:pt x="945963" y="228889"/>
                  <a:pt x="945963" y="243274"/>
                </a:cubicBezTo>
                <a:cubicBezTo>
                  <a:pt x="945963" y="258155"/>
                  <a:pt x="932571" y="271548"/>
                  <a:pt x="918186" y="272540"/>
                </a:cubicBezTo>
                <a:cubicBezTo>
                  <a:pt x="903801" y="273036"/>
                  <a:pt x="888921" y="258651"/>
                  <a:pt x="888921" y="243770"/>
                </a:cubicBezTo>
                <a:cubicBezTo>
                  <a:pt x="888425" y="228889"/>
                  <a:pt x="902809" y="214504"/>
                  <a:pt x="917194" y="215000"/>
                </a:cubicBezTo>
                <a:close/>
                <a:moveTo>
                  <a:pt x="851182" y="214504"/>
                </a:moveTo>
                <a:cubicBezTo>
                  <a:pt x="866063" y="215000"/>
                  <a:pt x="879952" y="227897"/>
                  <a:pt x="879456" y="244762"/>
                </a:cubicBezTo>
                <a:cubicBezTo>
                  <a:pt x="878960" y="258154"/>
                  <a:pt x="866559" y="272539"/>
                  <a:pt x="850190" y="272539"/>
                </a:cubicBezTo>
                <a:cubicBezTo>
                  <a:pt x="835309" y="272043"/>
                  <a:pt x="819932" y="258650"/>
                  <a:pt x="821917" y="242281"/>
                </a:cubicBezTo>
                <a:cubicBezTo>
                  <a:pt x="820925" y="228393"/>
                  <a:pt x="834813" y="214504"/>
                  <a:pt x="851182" y="214504"/>
                </a:cubicBezTo>
                <a:close/>
                <a:moveTo>
                  <a:pt x="986631" y="214008"/>
                </a:moveTo>
                <a:cubicBezTo>
                  <a:pt x="993575" y="217480"/>
                  <a:pt x="1002007" y="217480"/>
                  <a:pt x="1007464" y="224425"/>
                </a:cubicBezTo>
                <a:cubicBezTo>
                  <a:pt x="1012423" y="230873"/>
                  <a:pt x="1011431" y="237817"/>
                  <a:pt x="1014903" y="243274"/>
                </a:cubicBezTo>
                <a:cubicBezTo>
                  <a:pt x="1011431" y="249226"/>
                  <a:pt x="1011927" y="256666"/>
                  <a:pt x="1006472" y="262619"/>
                </a:cubicBezTo>
                <a:cubicBezTo>
                  <a:pt x="1000519" y="269067"/>
                  <a:pt x="992583" y="268075"/>
                  <a:pt x="986135" y="271547"/>
                </a:cubicBezTo>
                <a:cubicBezTo>
                  <a:pt x="979190" y="268075"/>
                  <a:pt x="970758" y="268571"/>
                  <a:pt x="965301" y="261627"/>
                </a:cubicBezTo>
                <a:cubicBezTo>
                  <a:pt x="960342" y="255674"/>
                  <a:pt x="960838" y="248234"/>
                  <a:pt x="957366" y="242282"/>
                </a:cubicBezTo>
                <a:cubicBezTo>
                  <a:pt x="960838" y="234841"/>
                  <a:pt x="960838" y="226409"/>
                  <a:pt x="968774" y="220456"/>
                </a:cubicBezTo>
                <a:cubicBezTo>
                  <a:pt x="974230" y="216488"/>
                  <a:pt x="981174" y="217480"/>
                  <a:pt x="986631" y="214008"/>
                </a:cubicBezTo>
                <a:close/>
                <a:moveTo>
                  <a:pt x="784761" y="214008"/>
                </a:moveTo>
                <a:cubicBezTo>
                  <a:pt x="792698" y="214008"/>
                  <a:pt x="798646" y="215992"/>
                  <a:pt x="804598" y="221448"/>
                </a:cubicBezTo>
                <a:cubicBezTo>
                  <a:pt x="811050" y="228393"/>
                  <a:pt x="813530" y="235337"/>
                  <a:pt x="812041" y="243770"/>
                </a:cubicBezTo>
                <a:cubicBezTo>
                  <a:pt x="813530" y="252202"/>
                  <a:pt x="810059" y="258154"/>
                  <a:pt x="804598" y="264107"/>
                </a:cubicBezTo>
                <a:cubicBezTo>
                  <a:pt x="798150" y="270555"/>
                  <a:pt x="791207" y="271547"/>
                  <a:pt x="782776" y="271547"/>
                </a:cubicBezTo>
                <a:cubicBezTo>
                  <a:pt x="774839" y="271547"/>
                  <a:pt x="768886" y="269563"/>
                  <a:pt x="762932" y="264107"/>
                </a:cubicBezTo>
                <a:cubicBezTo>
                  <a:pt x="756484" y="257658"/>
                  <a:pt x="754997" y="250714"/>
                  <a:pt x="754997" y="242282"/>
                </a:cubicBezTo>
                <a:cubicBezTo>
                  <a:pt x="754997" y="233849"/>
                  <a:pt x="756980" y="227897"/>
                  <a:pt x="762932" y="221448"/>
                </a:cubicBezTo>
                <a:cubicBezTo>
                  <a:pt x="769383" y="215000"/>
                  <a:pt x="776325" y="214008"/>
                  <a:pt x="784761" y="214008"/>
                </a:cubicBezTo>
                <a:close/>
                <a:moveTo>
                  <a:pt x="716274" y="213016"/>
                </a:moveTo>
                <a:cubicBezTo>
                  <a:pt x="724706" y="213512"/>
                  <a:pt x="732643" y="217976"/>
                  <a:pt x="738595" y="224921"/>
                </a:cubicBezTo>
                <a:cubicBezTo>
                  <a:pt x="743554" y="230377"/>
                  <a:pt x="746530" y="237321"/>
                  <a:pt x="746034" y="244266"/>
                </a:cubicBezTo>
                <a:cubicBezTo>
                  <a:pt x="745538" y="252698"/>
                  <a:pt x="741571" y="260635"/>
                  <a:pt x="734627" y="266587"/>
                </a:cubicBezTo>
                <a:cubicBezTo>
                  <a:pt x="728179" y="271051"/>
                  <a:pt x="721234" y="272043"/>
                  <a:pt x="714786" y="275019"/>
                </a:cubicBezTo>
                <a:cubicBezTo>
                  <a:pt x="707345" y="272043"/>
                  <a:pt x="699906" y="270555"/>
                  <a:pt x="693954" y="264603"/>
                </a:cubicBezTo>
                <a:cubicBezTo>
                  <a:pt x="688001" y="258650"/>
                  <a:pt x="684529" y="251210"/>
                  <a:pt x="684529" y="243770"/>
                </a:cubicBezTo>
                <a:cubicBezTo>
                  <a:pt x="684033" y="234841"/>
                  <a:pt x="688993" y="227401"/>
                  <a:pt x="695938" y="221448"/>
                </a:cubicBezTo>
                <a:cubicBezTo>
                  <a:pt x="701890" y="215992"/>
                  <a:pt x="708833" y="213016"/>
                  <a:pt x="716274" y="213016"/>
                </a:cubicBezTo>
                <a:close/>
                <a:moveTo>
                  <a:pt x="647323" y="212520"/>
                </a:moveTo>
                <a:cubicBezTo>
                  <a:pt x="665179" y="213016"/>
                  <a:pt x="678075" y="225417"/>
                  <a:pt x="678571" y="242778"/>
                </a:cubicBezTo>
                <a:cubicBezTo>
                  <a:pt x="679067" y="260635"/>
                  <a:pt x="666171" y="273531"/>
                  <a:pt x="648811" y="274523"/>
                </a:cubicBezTo>
                <a:cubicBezTo>
                  <a:pt x="631450" y="275515"/>
                  <a:pt x="617065" y="261131"/>
                  <a:pt x="617065" y="243770"/>
                </a:cubicBezTo>
                <a:cubicBezTo>
                  <a:pt x="617065" y="226409"/>
                  <a:pt x="629962" y="213512"/>
                  <a:pt x="647323" y="212520"/>
                </a:cubicBezTo>
                <a:close/>
                <a:moveTo>
                  <a:pt x="581370" y="212024"/>
                </a:moveTo>
                <a:cubicBezTo>
                  <a:pt x="596748" y="212024"/>
                  <a:pt x="614108" y="228393"/>
                  <a:pt x="612124" y="243274"/>
                </a:cubicBezTo>
                <a:cubicBezTo>
                  <a:pt x="614108" y="259643"/>
                  <a:pt x="595755" y="274523"/>
                  <a:pt x="581866" y="275019"/>
                </a:cubicBezTo>
                <a:cubicBezTo>
                  <a:pt x="565992" y="275515"/>
                  <a:pt x="549622" y="259147"/>
                  <a:pt x="550118" y="243274"/>
                </a:cubicBezTo>
                <a:cubicBezTo>
                  <a:pt x="550118" y="228393"/>
                  <a:pt x="565992" y="212024"/>
                  <a:pt x="581370" y="212024"/>
                </a:cubicBezTo>
                <a:close/>
                <a:moveTo>
                  <a:pt x="515883" y="212024"/>
                </a:moveTo>
                <a:cubicBezTo>
                  <a:pt x="524812" y="212024"/>
                  <a:pt x="531261" y="215000"/>
                  <a:pt x="537213" y="220952"/>
                </a:cubicBezTo>
                <a:cubicBezTo>
                  <a:pt x="544157" y="227401"/>
                  <a:pt x="546141" y="234345"/>
                  <a:pt x="546141" y="243770"/>
                </a:cubicBezTo>
                <a:cubicBezTo>
                  <a:pt x="546141" y="252698"/>
                  <a:pt x="543165" y="259147"/>
                  <a:pt x="537213" y="265099"/>
                </a:cubicBezTo>
                <a:cubicBezTo>
                  <a:pt x="530765" y="272043"/>
                  <a:pt x="523819" y="276011"/>
                  <a:pt x="514395" y="274027"/>
                </a:cubicBezTo>
                <a:cubicBezTo>
                  <a:pt x="504970" y="276011"/>
                  <a:pt x="498521" y="271051"/>
                  <a:pt x="492072" y="265099"/>
                </a:cubicBezTo>
                <a:cubicBezTo>
                  <a:pt x="485128" y="258650"/>
                  <a:pt x="483640" y="251210"/>
                  <a:pt x="483640" y="242282"/>
                </a:cubicBezTo>
                <a:cubicBezTo>
                  <a:pt x="483640" y="233353"/>
                  <a:pt x="487112" y="227401"/>
                  <a:pt x="493065" y="220952"/>
                </a:cubicBezTo>
                <a:cubicBezTo>
                  <a:pt x="499513" y="214008"/>
                  <a:pt x="506954" y="212520"/>
                  <a:pt x="515883" y="212024"/>
                </a:cubicBezTo>
                <a:close/>
                <a:moveTo>
                  <a:pt x="76387" y="190695"/>
                </a:moveTo>
                <a:cubicBezTo>
                  <a:pt x="75395" y="191191"/>
                  <a:pt x="74403" y="191687"/>
                  <a:pt x="74403" y="192183"/>
                </a:cubicBezTo>
                <a:cubicBezTo>
                  <a:pt x="70931" y="200120"/>
                  <a:pt x="63986" y="205080"/>
                  <a:pt x="57042" y="209544"/>
                </a:cubicBezTo>
                <a:cubicBezTo>
                  <a:pt x="56050" y="210536"/>
                  <a:pt x="54066" y="211528"/>
                  <a:pt x="57042" y="212520"/>
                </a:cubicBezTo>
                <a:cubicBezTo>
                  <a:pt x="65474" y="215001"/>
                  <a:pt x="70931" y="220953"/>
                  <a:pt x="74403" y="228889"/>
                </a:cubicBezTo>
                <a:cubicBezTo>
                  <a:pt x="74899" y="229881"/>
                  <a:pt x="76387" y="230377"/>
                  <a:pt x="77379" y="231369"/>
                </a:cubicBezTo>
                <a:cubicBezTo>
                  <a:pt x="77875" y="230377"/>
                  <a:pt x="78867" y="229881"/>
                  <a:pt x="79363" y="228889"/>
                </a:cubicBezTo>
                <a:cubicBezTo>
                  <a:pt x="82339" y="220953"/>
                  <a:pt x="87796" y="215001"/>
                  <a:pt x="95236" y="212520"/>
                </a:cubicBezTo>
                <a:cubicBezTo>
                  <a:pt x="99700" y="211032"/>
                  <a:pt x="98212" y="210040"/>
                  <a:pt x="96228" y="208552"/>
                </a:cubicBezTo>
                <a:cubicBezTo>
                  <a:pt x="89284" y="204584"/>
                  <a:pt x="83331" y="199624"/>
                  <a:pt x="79363" y="192183"/>
                </a:cubicBezTo>
                <a:cubicBezTo>
                  <a:pt x="78371" y="191687"/>
                  <a:pt x="77379" y="191191"/>
                  <a:pt x="76387" y="190695"/>
                </a:cubicBezTo>
                <a:close/>
                <a:moveTo>
                  <a:pt x="207834" y="190199"/>
                </a:moveTo>
                <a:cubicBezTo>
                  <a:pt x="205354" y="199128"/>
                  <a:pt x="198906" y="204584"/>
                  <a:pt x="190473" y="208056"/>
                </a:cubicBezTo>
                <a:cubicBezTo>
                  <a:pt x="187497" y="209048"/>
                  <a:pt x="187497" y="211528"/>
                  <a:pt x="190473" y="212520"/>
                </a:cubicBezTo>
                <a:cubicBezTo>
                  <a:pt x="198410" y="216489"/>
                  <a:pt x="204362" y="221945"/>
                  <a:pt x="207834" y="229881"/>
                </a:cubicBezTo>
                <a:cubicBezTo>
                  <a:pt x="208330" y="230873"/>
                  <a:pt x="209322" y="231865"/>
                  <a:pt x="210314" y="232361"/>
                </a:cubicBezTo>
                <a:cubicBezTo>
                  <a:pt x="210314" y="232858"/>
                  <a:pt x="210810" y="233354"/>
                  <a:pt x="211306" y="233354"/>
                </a:cubicBezTo>
                <a:cubicBezTo>
                  <a:pt x="211802" y="232858"/>
                  <a:pt x="211802" y="231865"/>
                  <a:pt x="212298" y="231369"/>
                </a:cubicBezTo>
                <a:cubicBezTo>
                  <a:pt x="214282" y="224921"/>
                  <a:pt x="224699" y="214008"/>
                  <a:pt x="230651" y="212520"/>
                </a:cubicBezTo>
                <a:cubicBezTo>
                  <a:pt x="231643" y="212024"/>
                  <a:pt x="232635" y="211528"/>
                  <a:pt x="233628" y="211528"/>
                </a:cubicBezTo>
                <a:cubicBezTo>
                  <a:pt x="232635" y="210536"/>
                  <a:pt x="232139" y="209544"/>
                  <a:pt x="231147" y="209048"/>
                </a:cubicBezTo>
                <a:cubicBezTo>
                  <a:pt x="222715" y="204584"/>
                  <a:pt x="215275" y="199624"/>
                  <a:pt x="212298" y="190199"/>
                </a:cubicBezTo>
                <a:cubicBezTo>
                  <a:pt x="211802" y="188215"/>
                  <a:pt x="208330" y="188215"/>
                  <a:pt x="207834" y="190199"/>
                </a:cubicBezTo>
                <a:close/>
                <a:moveTo>
                  <a:pt x="144343" y="188711"/>
                </a:moveTo>
                <a:cubicBezTo>
                  <a:pt x="143847" y="189207"/>
                  <a:pt x="142855" y="189703"/>
                  <a:pt x="142855" y="190199"/>
                </a:cubicBezTo>
                <a:cubicBezTo>
                  <a:pt x="138390" y="198136"/>
                  <a:pt x="131942" y="204584"/>
                  <a:pt x="124006" y="209544"/>
                </a:cubicBezTo>
                <a:cubicBezTo>
                  <a:pt x="123014" y="210040"/>
                  <a:pt x="121029" y="211528"/>
                  <a:pt x="124006" y="212520"/>
                </a:cubicBezTo>
                <a:cubicBezTo>
                  <a:pt x="132438" y="215001"/>
                  <a:pt x="137894" y="220953"/>
                  <a:pt x="141367" y="228889"/>
                </a:cubicBezTo>
                <a:cubicBezTo>
                  <a:pt x="142855" y="232858"/>
                  <a:pt x="143847" y="232858"/>
                  <a:pt x="145831" y="228889"/>
                </a:cubicBezTo>
                <a:cubicBezTo>
                  <a:pt x="149799" y="221449"/>
                  <a:pt x="155255" y="215993"/>
                  <a:pt x="162696" y="212024"/>
                </a:cubicBezTo>
                <a:cubicBezTo>
                  <a:pt x="165672" y="210536"/>
                  <a:pt x="165672" y="208552"/>
                  <a:pt x="163192" y="207560"/>
                </a:cubicBezTo>
                <a:cubicBezTo>
                  <a:pt x="154263" y="204584"/>
                  <a:pt x="148311" y="199128"/>
                  <a:pt x="145831" y="190199"/>
                </a:cubicBezTo>
                <a:cubicBezTo>
                  <a:pt x="145335" y="189703"/>
                  <a:pt x="144839" y="189207"/>
                  <a:pt x="144343" y="188711"/>
                </a:cubicBezTo>
                <a:close/>
                <a:moveTo>
                  <a:pt x="346231" y="184247"/>
                </a:moveTo>
                <a:cubicBezTo>
                  <a:pt x="345735" y="184743"/>
                  <a:pt x="345239" y="185239"/>
                  <a:pt x="344743" y="185735"/>
                </a:cubicBezTo>
                <a:cubicBezTo>
                  <a:pt x="344247" y="186727"/>
                  <a:pt x="343255" y="187719"/>
                  <a:pt x="342759" y="188711"/>
                </a:cubicBezTo>
                <a:cubicBezTo>
                  <a:pt x="338791" y="198136"/>
                  <a:pt x="332839" y="204584"/>
                  <a:pt x="323414" y="208056"/>
                </a:cubicBezTo>
                <a:cubicBezTo>
                  <a:pt x="322422" y="208552"/>
                  <a:pt x="321430" y="209544"/>
                  <a:pt x="321430" y="210536"/>
                </a:cubicBezTo>
                <a:cubicBezTo>
                  <a:pt x="321430" y="211528"/>
                  <a:pt x="322422" y="212520"/>
                  <a:pt x="322918" y="213016"/>
                </a:cubicBezTo>
                <a:cubicBezTo>
                  <a:pt x="328870" y="214008"/>
                  <a:pt x="332839" y="218969"/>
                  <a:pt x="336807" y="222937"/>
                </a:cubicBezTo>
                <a:cubicBezTo>
                  <a:pt x="339783" y="225913"/>
                  <a:pt x="341767" y="229385"/>
                  <a:pt x="342759" y="233353"/>
                </a:cubicBezTo>
                <a:cubicBezTo>
                  <a:pt x="343255" y="234842"/>
                  <a:pt x="344743" y="235834"/>
                  <a:pt x="346231" y="236826"/>
                </a:cubicBezTo>
                <a:cubicBezTo>
                  <a:pt x="346727" y="235338"/>
                  <a:pt x="347223" y="234345"/>
                  <a:pt x="347719" y="232857"/>
                </a:cubicBezTo>
                <a:cubicBezTo>
                  <a:pt x="348215" y="231865"/>
                  <a:pt x="348215" y="230873"/>
                  <a:pt x="348711" y="229881"/>
                </a:cubicBezTo>
                <a:cubicBezTo>
                  <a:pt x="353176" y="221449"/>
                  <a:pt x="359128" y="215000"/>
                  <a:pt x="369050" y="213016"/>
                </a:cubicBezTo>
                <a:cubicBezTo>
                  <a:pt x="370538" y="212024"/>
                  <a:pt x="371530" y="211032"/>
                  <a:pt x="372522" y="210536"/>
                </a:cubicBezTo>
                <a:cubicBezTo>
                  <a:pt x="371530" y="209048"/>
                  <a:pt x="371530" y="208056"/>
                  <a:pt x="370538" y="208056"/>
                </a:cubicBezTo>
                <a:cubicBezTo>
                  <a:pt x="353176" y="200120"/>
                  <a:pt x="353176" y="200120"/>
                  <a:pt x="347719" y="185735"/>
                </a:cubicBezTo>
                <a:cubicBezTo>
                  <a:pt x="347719" y="185239"/>
                  <a:pt x="346727" y="184743"/>
                  <a:pt x="346231" y="184247"/>
                </a:cubicBezTo>
                <a:close/>
                <a:moveTo>
                  <a:pt x="413693" y="181271"/>
                </a:moveTo>
                <a:cubicBezTo>
                  <a:pt x="413197" y="181767"/>
                  <a:pt x="412205" y="182263"/>
                  <a:pt x="412205" y="182759"/>
                </a:cubicBezTo>
                <a:cubicBezTo>
                  <a:pt x="411213" y="183751"/>
                  <a:pt x="410717" y="185239"/>
                  <a:pt x="410221" y="186727"/>
                </a:cubicBezTo>
                <a:cubicBezTo>
                  <a:pt x="406749" y="197640"/>
                  <a:pt x="400299" y="205080"/>
                  <a:pt x="388891" y="207560"/>
                </a:cubicBezTo>
                <a:cubicBezTo>
                  <a:pt x="387899" y="207560"/>
                  <a:pt x="387403" y="208552"/>
                  <a:pt x="386410" y="209544"/>
                </a:cubicBezTo>
                <a:cubicBezTo>
                  <a:pt x="387403" y="210536"/>
                  <a:pt x="387899" y="212024"/>
                  <a:pt x="388891" y="212024"/>
                </a:cubicBezTo>
                <a:cubicBezTo>
                  <a:pt x="394347" y="212520"/>
                  <a:pt x="397819" y="215992"/>
                  <a:pt x="401291" y="218969"/>
                </a:cubicBezTo>
                <a:cubicBezTo>
                  <a:pt x="407245" y="223929"/>
                  <a:pt x="408733" y="230873"/>
                  <a:pt x="412205" y="237322"/>
                </a:cubicBezTo>
                <a:cubicBezTo>
                  <a:pt x="412701" y="238314"/>
                  <a:pt x="413197" y="239802"/>
                  <a:pt x="413693" y="240794"/>
                </a:cubicBezTo>
                <a:cubicBezTo>
                  <a:pt x="414189" y="239802"/>
                  <a:pt x="414189" y="238810"/>
                  <a:pt x="414685" y="237818"/>
                </a:cubicBezTo>
                <a:cubicBezTo>
                  <a:pt x="416669" y="228393"/>
                  <a:pt x="419645" y="219961"/>
                  <a:pt x="429566" y="215992"/>
                </a:cubicBezTo>
                <a:cubicBezTo>
                  <a:pt x="433534" y="214504"/>
                  <a:pt x="437006" y="212024"/>
                  <a:pt x="441470" y="213016"/>
                </a:cubicBezTo>
                <a:cubicBezTo>
                  <a:pt x="441966" y="212520"/>
                  <a:pt x="442462" y="211528"/>
                  <a:pt x="443455" y="211032"/>
                </a:cubicBezTo>
                <a:cubicBezTo>
                  <a:pt x="441966" y="210040"/>
                  <a:pt x="440478" y="208056"/>
                  <a:pt x="438990" y="207560"/>
                </a:cubicBezTo>
                <a:cubicBezTo>
                  <a:pt x="422621" y="202104"/>
                  <a:pt x="421133" y="202104"/>
                  <a:pt x="414685" y="183255"/>
                </a:cubicBezTo>
                <a:cubicBezTo>
                  <a:pt x="414685" y="182759"/>
                  <a:pt x="414189" y="181767"/>
                  <a:pt x="413693" y="181271"/>
                </a:cubicBezTo>
                <a:close/>
                <a:moveTo>
                  <a:pt x="2398286" y="174822"/>
                </a:moveTo>
                <a:cubicBezTo>
                  <a:pt x="2399278" y="174822"/>
                  <a:pt x="2399774" y="175814"/>
                  <a:pt x="2401758" y="177302"/>
                </a:cubicBezTo>
                <a:cubicBezTo>
                  <a:pt x="2399774" y="178294"/>
                  <a:pt x="2398782" y="179286"/>
                  <a:pt x="2398286" y="179286"/>
                </a:cubicBezTo>
                <a:cubicBezTo>
                  <a:pt x="2397294" y="178790"/>
                  <a:pt x="2396798" y="177302"/>
                  <a:pt x="2395806" y="176310"/>
                </a:cubicBezTo>
                <a:cubicBezTo>
                  <a:pt x="2396798" y="175814"/>
                  <a:pt x="2397294" y="174326"/>
                  <a:pt x="2398286" y="174822"/>
                </a:cubicBezTo>
                <a:close/>
                <a:moveTo>
                  <a:pt x="2327975" y="171721"/>
                </a:moveTo>
                <a:cubicBezTo>
                  <a:pt x="2329091" y="171473"/>
                  <a:pt x="2330579" y="171845"/>
                  <a:pt x="2331819" y="171845"/>
                </a:cubicBezTo>
                <a:cubicBezTo>
                  <a:pt x="2336283" y="171845"/>
                  <a:pt x="2335787" y="171845"/>
                  <a:pt x="2336283" y="177798"/>
                </a:cubicBezTo>
                <a:cubicBezTo>
                  <a:pt x="2336283" y="182758"/>
                  <a:pt x="2333307" y="181270"/>
                  <a:pt x="2330827" y="181270"/>
                </a:cubicBezTo>
                <a:cubicBezTo>
                  <a:pt x="2326363" y="181270"/>
                  <a:pt x="2326363" y="181270"/>
                  <a:pt x="2326363" y="175317"/>
                </a:cubicBezTo>
                <a:cubicBezTo>
                  <a:pt x="2326115" y="172837"/>
                  <a:pt x="2326859" y="171969"/>
                  <a:pt x="2327975" y="171721"/>
                </a:cubicBezTo>
                <a:close/>
                <a:moveTo>
                  <a:pt x="2264359" y="169862"/>
                </a:moveTo>
                <a:cubicBezTo>
                  <a:pt x="2269319" y="169366"/>
                  <a:pt x="2271799" y="171350"/>
                  <a:pt x="2271799" y="176310"/>
                </a:cubicBezTo>
                <a:cubicBezTo>
                  <a:pt x="2271799" y="181271"/>
                  <a:pt x="2270311" y="183751"/>
                  <a:pt x="2265351" y="184247"/>
                </a:cubicBezTo>
                <a:cubicBezTo>
                  <a:pt x="2260391" y="184743"/>
                  <a:pt x="2257911" y="182759"/>
                  <a:pt x="2257414" y="178294"/>
                </a:cubicBezTo>
                <a:cubicBezTo>
                  <a:pt x="2256918" y="172838"/>
                  <a:pt x="2258902" y="169862"/>
                  <a:pt x="2264359" y="169862"/>
                </a:cubicBezTo>
                <a:close/>
                <a:moveTo>
                  <a:pt x="2198387" y="167382"/>
                </a:moveTo>
                <a:cubicBezTo>
                  <a:pt x="2203348" y="167382"/>
                  <a:pt x="2207316" y="171846"/>
                  <a:pt x="2207316" y="177302"/>
                </a:cubicBezTo>
                <a:cubicBezTo>
                  <a:pt x="2207316" y="182263"/>
                  <a:pt x="2202851" y="186727"/>
                  <a:pt x="2197891" y="186727"/>
                </a:cubicBezTo>
                <a:cubicBezTo>
                  <a:pt x="2192435" y="186727"/>
                  <a:pt x="2187971" y="181767"/>
                  <a:pt x="2188467" y="176310"/>
                </a:cubicBezTo>
                <a:cubicBezTo>
                  <a:pt x="2188963" y="170854"/>
                  <a:pt x="2193427" y="166886"/>
                  <a:pt x="2198387" y="167382"/>
                </a:cubicBezTo>
                <a:close/>
                <a:moveTo>
                  <a:pt x="2129440" y="164902"/>
                </a:moveTo>
                <a:cubicBezTo>
                  <a:pt x="2135888" y="164902"/>
                  <a:pt x="2140849" y="170854"/>
                  <a:pt x="2140849" y="177302"/>
                </a:cubicBezTo>
                <a:cubicBezTo>
                  <a:pt x="2140849" y="183751"/>
                  <a:pt x="2135392" y="188711"/>
                  <a:pt x="2128944" y="188711"/>
                </a:cubicBezTo>
                <a:cubicBezTo>
                  <a:pt x="2122000" y="188711"/>
                  <a:pt x="2116543" y="182758"/>
                  <a:pt x="2117039" y="175814"/>
                </a:cubicBezTo>
                <a:cubicBezTo>
                  <a:pt x="2118031" y="168374"/>
                  <a:pt x="2122496" y="164405"/>
                  <a:pt x="2129440" y="164902"/>
                </a:cubicBezTo>
                <a:close/>
                <a:moveTo>
                  <a:pt x="2061981" y="162917"/>
                </a:moveTo>
                <a:cubicBezTo>
                  <a:pt x="2066445" y="161925"/>
                  <a:pt x="2076365" y="171846"/>
                  <a:pt x="2076365" y="176806"/>
                </a:cubicBezTo>
                <a:cubicBezTo>
                  <a:pt x="2076365" y="181766"/>
                  <a:pt x="2066445" y="191687"/>
                  <a:pt x="2061981" y="191191"/>
                </a:cubicBezTo>
                <a:cubicBezTo>
                  <a:pt x="2057516" y="190695"/>
                  <a:pt x="2048588" y="182262"/>
                  <a:pt x="2048092" y="177798"/>
                </a:cubicBezTo>
                <a:cubicBezTo>
                  <a:pt x="2047596" y="173334"/>
                  <a:pt x="2057020" y="163413"/>
                  <a:pt x="2061981" y="162917"/>
                </a:cubicBezTo>
                <a:close/>
                <a:moveTo>
                  <a:pt x="1996009" y="162917"/>
                </a:moveTo>
                <a:cubicBezTo>
                  <a:pt x="2004441" y="162917"/>
                  <a:pt x="2010393" y="168869"/>
                  <a:pt x="2009897" y="177302"/>
                </a:cubicBezTo>
                <a:cubicBezTo>
                  <a:pt x="2009897" y="185238"/>
                  <a:pt x="2004441" y="191190"/>
                  <a:pt x="1995513" y="191190"/>
                </a:cubicBezTo>
                <a:cubicBezTo>
                  <a:pt x="1987080" y="191190"/>
                  <a:pt x="1981128" y="185238"/>
                  <a:pt x="1981624" y="176806"/>
                </a:cubicBezTo>
                <a:cubicBezTo>
                  <a:pt x="1981624" y="168373"/>
                  <a:pt x="1987576" y="162421"/>
                  <a:pt x="1996009" y="162917"/>
                </a:cubicBezTo>
                <a:close/>
                <a:moveTo>
                  <a:pt x="1929045" y="160437"/>
                </a:moveTo>
                <a:cubicBezTo>
                  <a:pt x="1932021" y="159445"/>
                  <a:pt x="1936485" y="162918"/>
                  <a:pt x="1939957" y="164406"/>
                </a:cubicBezTo>
                <a:cubicBezTo>
                  <a:pt x="1944422" y="166886"/>
                  <a:pt x="1942438" y="172838"/>
                  <a:pt x="1945910" y="176310"/>
                </a:cubicBezTo>
                <a:cubicBezTo>
                  <a:pt x="1944422" y="179783"/>
                  <a:pt x="1942934" y="183751"/>
                  <a:pt x="1940949" y="187223"/>
                </a:cubicBezTo>
                <a:cubicBezTo>
                  <a:pt x="1938469" y="192183"/>
                  <a:pt x="1933013" y="191191"/>
                  <a:pt x="1929045" y="192679"/>
                </a:cubicBezTo>
                <a:cubicBezTo>
                  <a:pt x="1926565" y="193671"/>
                  <a:pt x="1922597" y="190199"/>
                  <a:pt x="1919124" y="189207"/>
                </a:cubicBezTo>
                <a:cubicBezTo>
                  <a:pt x="1913668" y="187223"/>
                  <a:pt x="1916148" y="180775"/>
                  <a:pt x="1912676" y="177798"/>
                </a:cubicBezTo>
                <a:cubicBezTo>
                  <a:pt x="1914164" y="173830"/>
                  <a:pt x="1915156" y="170358"/>
                  <a:pt x="1917140" y="166390"/>
                </a:cubicBezTo>
                <a:cubicBezTo>
                  <a:pt x="1919620" y="161430"/>
                  <a:pt x="1925077" y="161926"/>
                  <a:pt x="1929045" y="160437"/>
                </a:cubicBezTo>
                <a:close/>
                <a:moveTo>
                  <a:pt x="1859602" y="159941"/>
                </a:moveTo>
                <a:cubicBezTo>
                  <a:pt x="1869026" y="159941"/>
                  <a:pt x="1877955" y="167877"/>
                  <a:pt x="1876467" y="176806"/>
                </a:cubicBezTo>
                <a:cubicBezTo>
                  <a:pt x="1877955" y="186230"/>
                  <a:pt x="1869026" y="193671"/>
                  <a:pt x="1859602" y="193671"/>
                </a:cubicBezTo>
                <a:cubicBezTo>
                  <a:pt x="1850177" y="193671"/>
                  <a:pt x="1842737" y="185734"/>
                  <a:pt x="1842737" y="176806"/>
                </a:cubicBezTo>
                <a:cubicBezTo>
                  <a:pt x="1842737" y="167381"/>
                  <a:pt x="1850673" y="159941"/>
                  <a:pt x="1859602" y="159941"/>
                </a:cubicBezTo>
                <a:close/>
                <a:moveTo>
                  <a:pt x="1793630" y="157957"/>
                </a:moveTo>
                <a:cubicBezTo>
                  <a:pt x="1798590" y="159445"/>
                  <a:pt x="1805039" y="160437"/>
                  <a:pt x="1808015" y="166389"/>
                </a:cubicBezTo>
                <a:cubicBezTo>
                  <a:pt x="1809999" y="169862"/>
                  <a:pt x="1812975" y="174326"/>
                  <a:pt x="1811983" y="177302"/>
                </a:cubicBezTo>
                <a:cubicBezTo>
                  <a:pt x="1810495" y="181766"/>
                  <a:pt x="1809503" y="187222"/>
                  <a:pt x="1804543" y="190695"/>
                </a:cubicBezTo>
                <a:cubicBezTo>
                  <a:pt x="1801070" y="193671"/>
                  <a:pt x="1796606" y="192679"/>
                  <a:pt x="1793134" y="195159"/>
                </a:cubicBezTo>
                <a:cubicBezTo>
                  <a:pt x="1791646" y="196151"/>
                  <a:pt x="1787678" y="193671"/>
                  <a:pt x="1785197" y="192679"/>
                </a:cubicBezTo>
                <a:cubicBezTo>
                  <a:pt x="1781725" y="191687"/>
                  <a:pt x="1779245" y="187718"/>
                  <a:pt x="1776765" y="184742"/>
                </a:cubicBezTo>
                <a:cubicBezTo>
                  <a:pt x="1775277" y="182758"/>
                  <a:pt x="1775277" y="179286"/>
                  <a:pt x="1774285" y="176310"/>
                </a:cubicBezTo>
                <a:cubicBezTo>
                  <a:pt x="1776765" y="171846"/>
                  <a:pt x="1776765" y="165397"/>
                  <a:pt x="1782717" y="162421"/>
                </a:cubicBezTo>
                <a:cubicBezTo>
                  <a:pt x="1786190" y="160437"/>
                  <a:pt x="1790654" y="157461"/>
                  <a:pt x="1793630" y="157957"/>
                </a:cubicBezTo>
                <a:close/>
                <a:moveTo>
                  <a:pt x="1657223" y="157957"/>
                </a:moveTo>
                <a:cubicBezTo>
                  <a:pt x="1662679" y="156965"/>
                  <a:pt x="1666648" y="158453"/>
                  <a:pt x="1671112" y="162421"/>
                </a:cubicBezTo>
                <a:cubicBezTo>
                  <a:pt x="1675576" y="166885"/>
                  <a:pt x="1677064" y="170853"/>
                  <a:pt x="1677064" y="176806"/>
                </a:cubicBezTo>
                <a:cubicBezTo>
                  <a:pt x="1677064" y="182262"/>
                  <a:pt x="1675576" y="186230"/>
                  <a:pt x="1672104" y="190198"/>
                </a:cubicBezTo>
                <a:cubicBezTo>
                  <a:pt x="1667640" y="195159"/>
                  <a:pt x="1663175" y="195655"/>
                  <a:pt x="1657719" y="195655"/>
                </a:cubicBezTo>
                <a:cubicBezTo>
                  <a:pt x="1652263" y="195655"/>
                  <a:pt x="1648294" y="194167"/>
                  <a:pt x="1644326" y="190198"/>
                </a:cubicBezTo>
                <a:cubicBezTo>
                  <a:pt x="1640358" y="186230"/>
                  <a:pt x="1638870" y="182262"/>
                  <a:pt x="1638870" y="176806"/>
                </a:cubicBezTo>
                <a:cubicBezTo>
                  <a:pt x="1638870" y="170853"/>
                  <a:pt x="1639862" y="166389"/>
                  <a:pt x="1644326" y="162421"/>
                </a:cubicBezTo>
                <a:cubicBezTo>
                  <a:pt x="1648294" y="158949"/>
                  <a:pt x="1651767" y="156468"/>
                  <a:pt x="1657223" y="157957"/>
                </a:cubicBezTo>
                <a:close/>
                <a:moveTo>
                  <a:pt x="1726666" y="157461"/>
                </a:moveTo>
                <a:cubicBezTo>
                  <a:pt x="1738075" y="157461"/>
                  <a:pt x="1745515" y="165397"/>
                  <a:pt x="1745515" y="176806"/>
                </a:cubicBezTo>
                <a:cubicBezTo>
                  <a:pt x="1745515" y="188215"/>
                  <a:pt x="1737579" y="195655"/>
                  <a:pt x="1725674" y="195159"/>
                </a:cubicBezTo>
                <a:cubicBezTo>
                  <a:pt x="1715257" y="195159"/>
                  <a:pt x="1707321" y="187223"/>
                  <a:pt x="1707321" y="176310"/>
                </a:cubicBezTo>
                <a:cubicBezTo>
                  <a:pt x="1707321" y="165397"/>
                  <a:pt x="1715257" y="157461"/>
                  <a:pt x="1726666" y="157461"/>
                </a:cubicBezTo>
                <a:close/>
                <a:moveTo>
                  <a:pt x="1523295" y="155477"/>
                </a:moveTo>
                <a:cubicBezTo>
                  <a:pt x="1535200" y="154981"/>
                  <a:pt x="1545616" y="164901"/>
                  <a:pt x="1545616" y="176310"/>
                </a:cubicBezTo>
                <a:cubicBezTo>
                  <a:pt x="1545616" y="188215"/>
                  <a:pt x="1536192" y="198135"/>
                  <a:pt x="1524287" y="198135"/>
                </a:cubicBezTo>
                <a:cubicBezTo>
                  <a:pt x="1513374" y="198135"/>
                  <a:pt x="1502958" y="188711"/>
                  <a:pt x="1502462" y="177798"/>
                </a:cubicBezTo>
                <a:cubicBezTo>
                  <a:pt x="1501966" y="165893"/>
                  <a:pt x="1511886" y="155477"/>
                  <a:pt x="1523295" y="155477"/>
                </a:cubicBezTo>
                <a:close/>
                <a:moveTo>
                  <a:pt x="1590755" y="154981"/>
                </a:moveTo>
                <a:cubicBezTo>
                  <a:pt x="1594723" y="154981"/>
                  <a:pt x="1602660" y="158949"/>
                  <a:pt x="1605636" y="161429"/>
                </a:cubicBezTo>
                <a:cubicBezTo>
                  <a:pt x="1610596" y="165894"/>
                  <a:pt x="1610596" y="171846"/>
                  <a:pt x="1612580" y="176806"/>
                </a:cubicBezTo>
                <a:cubicBezTo>
                  <a:pt x="1610100" y="182262"/>
                  <a:pt x="1609604" y="188215"/>
                  <a:pt x="1604644" y="192679"/>
                </a:cubicBezTo>
                <a:cubicBezTo>
                  <a:pt x="1600180" y="196151"/>
                  <a:pt x="1595219" y="197639"/>
                  <a:pt x="1590259" y="197639"/>
                </a:cubicBezTo>
                <a:cubicBezTo>
                  <a:pt x="1578850" y="198135"/>
                  <a:pt x="1568930" y="186727"/>
                  <a:pt x="1569426" y="175814"/>
                </a:cubicBezTo>
                <a:cubicBezTo>
                  <a:pt x="1569922" y="164902"/>
                  <a:pt x="1579842" y="155477"/>
                  <a:pt x="1590755" y="154981"/>
                </a:cubicBezTo>
                <a:close/>
                <a:moveTo>
                  <a:pt x="1458812" y="152997"/>
                </a:moveTo>
                <a:cubicBezTo>
                  <a:pt x="1463772" y="156469"/>
                  <a:pt x="1471708" y="155973"/>
                  <a:pt x="1475181" y="161925"/>
                </a:cubicBezTo>
                <a:cubicBezTo>
                  <a:pt x="1477661" y="166390"/>
                  <a:pt x="1479149" y="171846"/>
                  <a:pt x="1481629" y="176806"/>
                </a:cubicBezTo>
                <a:cubicBezTo>
                  <a:pt x="1478157" y="182263"/>
                  <a:pt x="1478157" y="189207"/>
                  <a:pt x="1473197" y="193671"/>
                </a:cubicBezTo>
                <a:cubicBezTo>
                  <a:pt x="1468236" y="197639"/>
                  <a:pt x="1462284" y="198135"/>
                  <a:pt x="1456828" y="200616"/>
                </a:cubicBezTo>
                <a:cubicBezTo>
                  <a:pt x="1451867" y="197143"/>
                  <a:pt x="1443931" y="197639"/>
                  <a:pt x="1440459" y="191687"/>
                </a:cubicBezTo>
                <a:cubicBezTo>
                  <a:pt x="1437979" y="186727"/>
                  <a:pt x="1433514" y="181271"/>
                  <a:pt x="1434506" y="176806"/>
                </a:cubicBezTo>
                <a:cubicBezTo>
                  <a:pt x="1435498" y="171350"/>
                  <a:pt x="1436987" y="164406"/>
                  <a:pt x="1442443" y="159941"/>
                </a:cubicBezTo>
                <a:cubicBezTo>
                  <a:pt x="1447403" y="155973"/>
                  <a:pt x="1453355" y="155477"/>
                  <a:pt x="1458812" y="152997"/>
                </a:cubicBezTo>
                <a:close/>
                <a:moveTo>
                  <a:pt x="1388376" y="152997"/>
                </a:moveTo>
                <a:cubicBezTo>
                  <a:pt x="1400281" y="152997"/>
                  <a:pt x="1412186" y="165398"/>
                  <a:pt x="1412186" y="177302"/>
                </a:cubicBezTo>
                <a:cubicBezTo>
                  <a:pt x="1412186" y="188711"/>
                  <a:pt x="1399785" y="200616"/>
                  <a:pt x="1388376" y="200616"/>
                </a:cubicBezTo>
                <a:cubicBezTo>
                  <a:pt x="1376472" y="200616"/>
                  <a:pt x="1364567" y="188215"/>
                  <a:pt x="1364567" y="176310"/>
                </a:cubicBezTo>
                <a:cubicBezTo>
                  <a:pt x="1365063" y="164902"/>
                  <a:pt x="1376968" y="152997"/>
                  <a:pt x="1388376" y="152997"/>
                </a:cubicBezTo>
                <a:close/>
                <a:moveTo>
                  <a:pt x="1321413" y="152997"/>
                </a:moveTo>
                <a:cubicBezTo>
                  <a:pt x="1336790" y="152997"/>
                  <a:pt x="1345718" y="161925"/>
                  <a:pt x="1345718" y="176806"/>
                </a:cubicBezTo>
                <a:cubicBezTo>
                  <a:pt x="1345718" y="191687"/>
                  <a:pt x="1336790" y="200616"/>
                  <a:pt x="1321413" y="200616"/>
                </a:cubicBezTo>
                <a:cubicBezTo>
                  <a:pt x="1306532" y="200616"/>
                  <a:pt x="1297604" y="191687"/>
                  <a:pt x="1298100" y="176310"/>
                </a:cubicBezTo>
                <a:cubicBezTo>
                  <a:pt x="1298100" y="161925"/>
                  <a:pt x="1307524" y="152997"/>
                  <a:pt x="1321413" y="152997"/>
                </a:cubicBezTo>
                <a:close/>
                <a:moveTo>
                  <a:pt x="1254945" y="152997"/>
                </a:moveTo>
                <a:cubicBezTo>
                  <a:pt x="1270322" y="152997"/>
                  <a:pt x="1279250" y="161925"/>
                  <a:pt x="1279250" y="176806"/>
                </a:cubicBezTo>
                <a:cubicBezTo>
                  <a:pt x="1279250" y="191687"/>
                  <a:pt x="1270322" y="200616"/>
                  <a:pt x="1255441" y="200616"/>
                </a:cubicBezTo>
                <a:cubicBezTo>
                  <a:pt x="1241056" y="200616"/>
                  <a:pt x="1231632" y="191687"/>
                  <a:pt x="1231632" y="177302"/>
                </a:cubicBezTo>
                <a:cubicBezTo>
                  <a:pt x="1231136" y="161925"/>
                  <a:pt x="1240064" y="152997"/>
                  <a:pt x="1254945" y="152997"/>
                </a:cubicBezTo>
                <a:close/>
                <a:moveTo>
                  <a:pt x="1187982" y="150517"/>
                </a:moveTo>
                <a:cubicBezTo>
                  <a:pt x="1193438" y="153493"/>
                  <a:pt x="1200382" y="153493"/>
                  <a:pt x="1205343" y="158949"/>
                </a:cubicBezTo>
                <a:cubicBezTo>
                  <a:pt x="1207823" y="161926"/>
                  <a:pt x="1213279" y="173830"/>
                  <a:pt x="1212287" y="177302"/>
                </a:cubicBezTo>
                <a:cubicBezTo>
                  <a:pt x="1210303" y="184247"/>
                  <a:pt x="1209311" y="191687"/>
                  <a:pt x="1203359" y="196151"/>
                </a:cubicBezTo>
                <a:cubicBezTo>
                  <a:pt x="1197902" y="200616"/>
                  <a:pt x="1191454" y="203592"/>
                  <a:pt x="1185005" y="202600"/>
                </a:cubicBezTo>
                <a:cubicBezTo>
                  <a:pt x="1178557" y="201608"/>
                  <a:pt x="1171613" y="200120"/>
                  <a:pt x="1167149" y="194663"/>
                </a:cubicBezTo>
                <a:cubicBezTo>
                  <a:pt x="1164668" y="191687"/>
                  <a:pt x="1159212" y="179783"/>
                  <a:pt x="1160204" y="176310"/>
                </a:cubicBezTo>
                <a:cubicBezTo>
                  <a:pt x="1162188" y="169366"/>
                  <a:pt x="1163180" y="162422"/>
                  <a:pt x="1169133" y="157461"/>
                </a:cubicBezTo>
                <a:cubicBezTo>
                  <a:pt x="1174093" y="152997"/>
                  <a:pt x="1180541" y="151509"/>
                  <a:pt x="1187982" y="150517"/>
                </a:cubicBezTo>
                <a:close/>
                <a:moveTo>
                  <a:pt x="1121017" y="150517"/>
                </a:moveTo>
                <a:cubicBezTo>
                  <a:pt x="1128458" y="150517"/>
                  <a:pt x="1133914" y="153493"/>
                  <a:pt x="1138874" y="158453"/>
                </a:cubicBezTo>
                <a:cubicBezTo>
                  <a:pt x="1144827" y="165398"/>
                  <a:pt x="1145819" y="166886"/>
                  <a:pt x="1145819" y="176806"/>
                </a:cubicBezTo>
                <a:cubicBezTo>
                  <a:pt x="1145819" y="192183"/>
                  <a:pt x="1134410" y="202600"/>
                  <a:pt x="1119033" y="203096"/>
                </a:cubicBezTo>
                <a:cubicBezTo>
                  <a:pt x="1111593" y="203096"/>
                  <a:pt x="1106137" y="200120"/>
                  <a:pt x="1101176" y="195159"/>
                </a:cubicBezTo>
                <a:cubicBezTo>
                  <a:pt x="1095720" y="190199"/>
                  <a:pt x="1093736" y="184247"/>
                  <a:pt x="1093736" y="176806"/>
                </a:cubicBezTo>
                <a:cubicBezTo>
                  <a:pt x="1094232" y="161430"/>
                  <a:pt x="1105145" y="151013"/>
                  <a:pt x="1121017" y="150517"/>
                </a:cubicBezTo>
                <a:close/>
                <a:moveTo>
                  <a:pt x="1053558" y="150021"/>
                </a:moveTo>
                <a:cubicBezTo>
                  <a:pt x="1068439" y="150517"/>
                  <a:pt x="1080840" y="162422"/>
                  <a:pt x="1078856" y="177798"/>
                </a:cubicBezTo>
                <a:cubicBezTo>
                  <a:pt x="1079848" y="190695"/>
                  <a:pt x="1068439" y="203592"/>
                  <a:pt x="1051078" y="203096"/>
                </a:cubicBezTo>
                <a:cubicBezTo>
                  <a:pt x="1037731" y="202600"/>
                  <a:pt x="1025826" y="191687"/>
                  <a:pt x="1026322" y="175814"/>
                </a:cubicBezTo>
                <a:cubicBezTo>
                  <a:pt x="1026322" y="161430"/>
                  <a:pt x="1038227" y="149525"/>
                  <a:pt x="1053558" y="150021"/>
                </a:cubicBezTo>
                <a:close/>
                <a:moveTo>
                  <a:pt x="916677" y="148533"/>
                </a:moveTo>
                <a:cubicBezTo>
                  <a:pt x="931557" y="148037"/>
                  <a:pt x="945942" y="161926"/>
                  <a:pt x="945446" y="176806"/>
                </a:cubicBezTo>
                <a:cubicBezTo>
                  <a:pt x="945942" y="191687"/>
                  <a:pt x="931557" y="205576"/>
                  <a:pt x="917172" y="205576"/>
                </a:cubicBezTo>
                <a:cubicBezTo>
                  <a:pt x="902292" y="205576"/>
                  <a:pt x="888900" y="192183"/>
                  <a:pt x="887907" y="177798"/>
                </a:cubicBezTo>
                <a:cubicBezTo>
                  <a:pt x="887411" y="163414"/>
                  <a:pt x="901796" y="148533"/>
                  <a:pt x="916677" y="148533"/>
                </a:cubicBezTo>
                <a:close/>
                <a:moveTo>
                  <a:pt x="988130" y="148532"/>
                </a:moveTo>
                <a:cubicBezTo>
                  <a:pt x="995570" y="150020"/>
                  <a:pt x="1003506" y="152500"/>
                  <a:pt x="1008466" y="159445"/>
                </a:cubicBezTo>
                <a:cubicBezTo>
                  <a:pt x="1011938" y="164901"/>
                  <a:pt x="1013922" y="171349"/>
                  <a:pt x="1014914" y="178294"/>
                </a:cubicBezTo>
                <a:cubicBezTo>
                  <a:pt x="1011938" y="185238"/>
                  <a:pt x="1010946" y="193175"/>
                  <a:pt x="1004002" y="198631"/>
                </a:cubicBezTo>
                <a:cubicBezTo>
                  <a:pt x="998545" y="202599"/>
                  <a:pt x="992098" y="206071"/>
                  <a:pt x="985650" y="205079"/>
                </a:cubicBezTo>
                <a:cubicBezTo>
                  <a:pt x="978209" y="204087"/>
                  <a:pt x="970274" y="201607"/>
                  <a:pt x="964818" y="194663"/>
                </a:cubicBezTo>
                <a:cubicBezTo>
                  <a:pt x="962337" y="191191"/>
                  <a:pt x="956881" y="179782"/>
                  <a:pt x="957873" y="176310"/>
                </a:cubicBezTo>
                <a:cubicBezTo>
                  <a:pt x="959857" y="168373"/>
                  <a:pt x="961841" y="159941"/>
                  <a:pt x="969281" y="154981"/>
                </a:cubicBezTo>
                <a:cubicBezTo>
                  <a:pt x="974737" y="151012"/>
                  <a:pt x="981185" y="147540"/>
                  <a:pt x="988130" y="148532"/>
                </a:cubicBezTo>
                <a:close/>
                <a:moveTo>
                  <a:pt x="851695" y="148037"/>
                </a:moveTo>
                <a:cubicBezTo>
                  <a:pt x="865585" y="147045"/>
                  <a:pt x="879473" y="160933"/>
                  <a:pt x="879473" y="177302"/>
                </a:cubicBezTo>
                <a:cubicBezTo>
                  <a:pt x="878976" y="192183"/>
                  <a:pt x="866080" y="206072"/>
                  <a:pt x="849215" y="205576"/>
                </a:cubicBezTo>
                <a:cubicBezTo>
                  <a:pt x="835823" y="205080"/>
                  <a:pt x="821437" y="192679"/>
                  <a:pt x="821437" y="176310"/>
                </a:cubicBezTo>
                <a:cubicBezTo>
                  <a:pt x="821933" y="161429"/>
                  <a:pt x="835327" y="146052"/>
                  <a:pt x="851695" y="148037"/>
                </a:cubicBezTo>
                <a:close/>
                <a:moveTo>
                  <a:pt x="785218" y="147540"/>
                </a:moveTo>
                <a:cubicBezTo>
                  <a:pt x="793154" y="147540"/>
                  <a:pt x="799106" y="149524"/>
                  <a:pt x="804562" y="154980"/>
                </a:cubicBezTo>
                <a:cubicBezTo>
                  <a:pt x="811507" y="161429"/>
                  <a:pt x="812499" y="169365"/>
                  <a:pt x="812499" y="177798"/>
                </a:cubicBezTo>
                <a:cubicBezTo>
                  <a:pt x="812499" y="185734"/>
                  <a:pt x="810019" y="191686"/>
                  <a:pt x="804562" y="197143"/>
                </a:cubicBezTo>
                <a:cubicBezTo>
                  <a:pt x="798114" y="204583"/>
                  <a:pt x="791169" y="206071"/>
                  <a:pt x="782737" y="205079"/>
                </a:cubicBezTo>
                <a:cubicBezTo>
                  <a:pt x="774801" y="206567"/>
                  <a:pt x="768849" y="203095"/>
                  <a:pt x="763391" y="197639"/>
                </a:cubicBezTo>
                <a:cubicBezTo>
                  <a:pt x="756943" y="191686"/>
                  <a:pt x="755456" y="184246"/>
                  <a:pt x="755456" y="175814"/>
                </a:cubicBezTo>
                <a:cubicBezTo>
                  <a:pt x="755456" y="167381"/>
                  <a:pt x="757439" y="161429"/>
                  <a:pt x="763391" y="154980"/>
                </a:cubicBezTo>
                <a:cubicBezTo>
                  <a:pt x="769841" y="148532"/>
                  <a:pt x="776784" y="147540"/>
                  <a:pt x="785218" y="147540"/>
                </a:cubicBezTo>
                <a:close/>
                <a:moveTo>
                  <a:pt x="514886" y="146053"/>
                </a:moveTo>
                <a:cubicBezTo>
                  <a:pt x="524310" y="144068"/>
                  <a:pt x="530760" y="148533"/>
                  <a:pt x="537208" y="154981"/>
                </a:cubicBezTo>
                <a:cubicBezTo>
                  <a:pt x="544152" y="161429"/>
                  <a:pt x="545640" y="168870"/>
                  <a:pt x="546136" y="177798"/>
                </a:cubicBezTo>
                <a:cubicBezTo>
                  <a:pt x="546136" y="186727"/>
                  <a:pt x="542664" y="193175"/>
                  <a:pt x="537208" y="199127"/>
                </a:cubicBezTo>
                <a:cubicBezTo>
                  <a:pt x="530760" y="206072"/>
                  <a:pt x="523814" y="208056"/>
                  <a:pt x="514390" y="208056"/>
                </a:cubicBezTo>
                <a:cubicBezTo>
                  <a:pt x="505461" y="208056"/>
                  <a:pt x="499013" y="205080"/>
                  <a:pt x="493060" y="199127"/>
                </a:cubicBezTo>
                <a:cubicBezTo>
                  <a:pt x="486115" y="192679"/>
                  <a:pt x="484131" y="185735"/>
                  <a:pt x="484131" y="176310"/>
                </a:cubicBezTo>
                <a:cubicBezTo>
                  <a:pt x="484131" y="167382"/>
                  <a:pt x="486611" y="160933"/>
                  <a:pt x="493060" y="154981"/>
                </a:cubicBezTo>
                <a:cubicBezTo>
                  <a:pt x="498517" y="148533"/>
                  <a:pt x="505461" y="144068"/>
                  <a:pt x="514886" y="146053"/>
                </a:cubicBezTo>
                <a:close/>
                <a:moveTo>
                  <a:pt x="714799" y="146052"/>
                </a:moveTo>
                <a:cubicBezTo>
                  <a:pt x="722238" y="146548"/>
                  <a:pt x="729679" y="149524"/>
                  <a:pt x="735631" y="155477"/>
                </a:cubicBezTo>
                <a:cubicBezTo>
                  <a:pt x="741582" y="161925"/>
                  <a:pt x="743566" y="169365"/>
                  <a:pt x="746046" y="176806"/>
                </a:cubicBezTo>
                <a:cubicBezTo>
                  <a:pt x="743070" y="183254"/>
                  <a:pt x="742574" y="190198"/>
                  <a:pt x="737615" y="196151"/>
                </a:cubicBezTo>
                <a:cubicBezTo>
                  <a:pt x="731663" y="203095"/>
                  <a:pt x="723726" y="207063"/>
                  <a:pt x="715295" y="207559"/>
                </a:cubicBezTo>
                <a:cubicBezTo>
                  <a:pt x="708350" y="208055"/>
                  <a:pt x="701902" y="205079"/>
                  <a:pt x="695951" y="200119"/>
                </a:cubicBezTo>
                <a:cubicBezTo>
                  <a:pt x="689006" y="194167"/>
                  <a:pt x="684542" y="186230"/>
                  <a:pt x="684046" y="177798"/>
                </a:cubicBezTo>
                <a:cubicBezTo>
                  <a:pt x="683551" y="170357"/>
                  <a:pt x="687022" y="163413"/>
                  <a:pt x="692479" y="157461"/>
                </a:cubicBezTo>
                <a:cubicBezTo>
                  <a:pt x="698431" y="150516"/>
                  <a:pt x="706366" y="146052"/>
                  <a:pt x="714799" y="146052"/>
                </a:cubicBezTo>
                <a:close/>
                <a:moveTo>
                  <a:pt x="648824" y="145556"/>
                </a:moveTo>
                <a:cubicBezTo>
                  <a:pt x="667673" y="148036"/>
                  <a:pt x="677097" y="156469"/>
                  <a:pt x="679081" y="176806"/>
                </a:cubicBezTo>
                <a:cubicBezTo>
                  <a:pt x="677097" y="196647"/>
                  <a:pt x="668169" y="207063"/>
                  <a:pt x="648328" y="207063"/>
                </a:cubicBezTo>
                <a:cubicBezTo>
                  <a:pt x="628488" y="207559"/>
                  <a:pt x="618073" y="195159"/>
                  <a:pt x="617577" y="175814"/>
                </a:cubicBezTo>
                <a:cubicBezTo>
                  <a:pt x="617081" y="167381"/>
                  <a:pt x="620553" y="159445"/>
                  <a:pt x="627000" y="153492"/>
                </a:cubicBezTo>
                <a:cubicBezTo>
                  <a:pt x="632953" y="148036"/>
                  <a:pt x="640393" y="144564"/>
                  <a:pt x="648824" y="145556"/>
                </a:cubicBezTo>
                <a:close/>
                <a:moveTo>
                  <a:pt x="581859" y="145060"/>
                </a:moveTo>
                <a:cubicBezTo>
                  <a:pt x="596244" y="145556"/>
                  <a:pt x="614101" y="160933"/>
                  <a:pt x="612118" y="176806"/>
                </a:cubicBezTo>
                <a:cubicBezTo>
                  <a:pt x="614101" y="191686"/>
                  <a:pt x="596244" y="208055"/>
                  <a:pt x="581363" y="208055"/>
                </a:cubicBezTo>
                <a:cubicBezTo>
                  <a:pt x="565986" y="208055"/>
                  <a:pt x="549616" y="192183"/>
                  <a:pt x="550112" y="175814"/>
                </a:cubicBezTo>
                <a:cubicBezTo>
                  <a:pt x="550608" y="161429"/>
                  <a:pt x="565986" y="145060"/>
                  <a:pt x="581859" y="145060"/>
                </a:cubicBezTo>
                <a:close/>
                <a:moveTo>
                  <a:pt x="74899" y="126212"/>
                </a:moveTo>
                <a:cubicBezTo>
                  <a:pt x="72419" y="130676"/>
                  <a:pt x="69939" y="135140"/>
                  <a:pt x="65474" y="137620"/>
                </a:cubicBezTo>
                <a:cubicBezTo>
                  <a:pt x="62994" y="139108"/>
                  <a:pt x="59522" y="140597"/>
                  <a:pt x="58530" y="142581"/>
                </a:cubicBezTo>
                <a:cubicBezTo>
                  <a:pt x="57042" y="147541"/>
                  <a:pt x="63986" y="145061"/>
                  <a:pt x="65474" y="149029"/>
                </a:cubicBezTo>
                <a:cubicBezTo>
                  <a:pt x="67459" y="153989"/>
                  <a:pt x="74403" y="155477"/>
                  <a:pt x="75395" y="161430"/>
                </a:cubicBezTo>
                <a:cubicBezTo>
                  <a:pt x="74899" y="161926"/>
                  <a:pt x="75891" y="161926"/>
                  <a:pt x="76883" y="162422"/>
                </a:cubicBezTo>
                <a:cubicBezTo>
                  <a:pt x="77379" y="161926"/>
                  <a:pt x="78371" y="161926"/>
                  <a:pt x="78867" y="161430"/>
                </a:cubicBezTo>
                <a:cubicBezTo>
                  <a:pt x="82339" y="154485"/>
                  <a:pt x="87796" y="149029"/>
                  <a:pt x="94740" y="145557"/>
                </a:cubicBezTo>
                <a:cubicBezTo>
                  <a:pt x="96724" y="144565"/>
                  <a:pt x="96724" y="142085"/>
                  <a:pt x="94740" y="141093"/>
                </a:cubicBezTo>
                <a:cubicBezTo>
                  <a:pt x="87300" y="138116"/>
                  <a:pt x="82835" y="133156"/>
                  <a:pt x="79363" y="126212"/>
                </a:cubicBezTo>
                <a:cubicBezTo>
                  <a:pt x="77875" y="123732"/>
                  <a:pt x="76387" y="123732"/>
                  <a:pt x="74899" y="126212"/>
                </a:cubicBezTo>
                <a:close/>
                <a:moveTo>
                  <a:pt x="142855" y="124228"/>
                </a:moveTo>
                <a:cubicBezTo>
                  <a:pt x="142359" y="124724"/>
                  <a:pt x="141367" y="124724"/>
                  <a:pt x="140871" y="125220"/>
                </a:cubicBezTo>
                <a:cubicBezTo>
                  <a:pt x="137894" y="132660"/>
                  <a:pt x="132934" y="138116"/>
                  <a:pt x="125494" y="141093"/>
                </a:cubicBezTo>
                <a:cubicBezTo>
                  <a:pt x="124998" y="141589"/>
                  <a:pt x="124502" y="144565"/>
                  <a:pt x="124998" y="145061"/>
                </a:cubicBezTo>
                <a:cubicBezTo>
                  <a:pt x="133430" y="149029"/>
                  <a:pt x="138390" y="155973"/>
                  <a:pt x="143351" y="163414"/>
                </a:cubicBezTo>
                <a:cubicBezTo>
                  <a:pt x="144343" y="164902"/>
                  <a:pt x="145335" y="165398"/>
                  <a:pt x="146327" y="162918"/>
                </a:cubicBezTo>
                <a:cubicBezTo>
                  <a:pt x="148807" y="154485"/>
                  <a:pt x="154759" y="149029"/>
                  <a:pt x="163192" y="146053"/>
                </a:cubicBezTo>
                <a:cubicBezTo>
                  <a:pt x="165176" y="145557"/>
                  <a:pt x="166168" y="144565"/>
                  <a:pt x="164184" y="143573"/>
                </a:cubicBezTo>
                <a:cubicBezTo>
                  <a:pt x="156743" y="138612"/>
                  <a:pt x="149799" y="133652"/>
                  <a:pt x="145831" y="125220"/>
                </a:cubicBezTo>
                <a:cubicBezTo>
                  <a:pt x="144839" y="124724"/>
                  <a:pt x="143847" y="124724"/>
                  <a:pt x="142855" y="124228"/>
                </a:cubicBezTo>
                <a:close/>
                <a:moveTo>
                  <a:pt x="210190" y="122367"/>
                </a:moveTo>
                <a:cubicBezTo>
                  <a:pt x="209570" y="122864"/>
                  <a:pt x="209074" y="123980"/>
                  <a:pt x="208826" y="124228"/>
                </a:cubicBezTo>
                <a:cubicBezTo>
                  <a:pt x="206842" y="129684"/>
                  <a:pt x="202378" y="133156"/>
                  <a:pt x="198410" y="136628"/>
                </a:cubicBezTo>
                <a:cubicBezTo>
                  <a:pt x="195433" y="139604"/>
                  <a:pt x="191961" y="141589"/>
                  <a:pt x="188489" y="144069"/>
                </a:cubicBezTo>
                <a:cubicBezTo>
                  <a:pt x="191961" y="146053"/>
                  <a:pt x="195930" y="148037"/>
                  <a:pt x="198906" y="151013"/>
                </a:cubicBezTo>
                <a:cubicBezTo>
                  <a:pt x="202874" y="153989"/>
                  <a:pt x="205850" y="157957"/>
                  <a:pt x="207338" y="162918"/>
                </a:cubicBezTo>
                <a:cubicBezTo>
                  <a:pt x="208330" y="165894"/>
                  <a:pt x="210810" y="165894"/>
                  <a:pt x="211802" y="163414"/>
                </a:cubicBezTo>
                <a:cubicBezTo>
                  <a:pt x="215771" y="155477"/>
                  <a:pt x="221227" y="149525"/>
                  <a:pt x="229163" y="146053"/>
                </a:cubicBezTo>
                <a:cubicBezTo>
                  <a:pt x="229659" y="145557"/>
                  <a:pt x="230155" y="145061"/>
                  <a:pt x="230651" y="144565"/>
                </a:cubicBezTo>
                <a:cubicBezTo>
                  <a:pt x="231643" y="144069"/>
                  <a:pt x="231147" y="143573"/>
                  <a:pt x="231147" y="142581"/>
                </a:cubicBezTo>
                <a:cubicBezTo>
                  <a:pt x="230651" y="142085"/>
                  <a:pt x="229659" y="141589"/>
                  <a:pt x="229163" y="141093"/>
                </a:cubicBezTo>
                <a:cubicBezTo>
                  <a:pt x="220731" y="138116"/>
                  <a:pt x="215275" y="132660"/>
                  <a:pt x="212298" y="124228"/>
                </a:cubicBezTo>
                <a:cubicBezTo>
                  <a:pt x="211554" y="121995"/>
                  <a:pt x="210810" y="121871"/>
                  <a:pt x="210190" y="122367"/>
                </a:cubicBezTo>
                <a:close/>
                <a:moveTo>
                  <a:pt x="346727" y="118275"/>
                </a:moveTo>
                <a:cubicBezTo>
                  <a:pt x="345735" y="119267"/>
                  <a:pt x="344743" y="119763"/>
                  <a:pt x="344247" y="120755"/>
                </a:cubicBezTo>
                <a:cubicBezTo>
                  <a:pt x="343751" y="121747"/>
                  <a:pt x="343751" y="122739"/>
                  <a:pt x="343255" y="123732"/>
                </a:cubicBezTo>
                <a:cubicBezTo>
                  <a:pt x="341271" y="129188"/>
                  <a:pt x="330358" y="139604"/>
                  <a:pt x="324902" y="141588"/>
                </a:cubicBezTo>
                <a:cubicBezTo>
                  <a:pt x="323910" y="142085"/>
                  <a:pt x="322918" y="143077"/>
                  <a:pt x="321926" y="144069"/>
                </a:cubicBezTo>
                <a:cubicBezTo>
                  <a:pt x="322422" y="145061"/>
                  <a:pt x="322918" y="146053"/>
                  <a:pt x="323910" y="146053"/>
                </a:cubicBezTo>
                <a:cubicBezTo>
                  <a:pt x="330358" y="147541"/>
                  <a:pt x="334327" y="152005"/>
                  <a:pt x="338295" y="156965"/>
                </a:cubicBezTo>
                <a:cubicBezTo>
                  <a:pt x="341271" y="160438"/>
                  <a:pt x="342759" y="164406"/>
                  <a:pt x="345239" y="168374"/>
                </a:cubicBezTo>
                <a:cubicBezTo>
                  <a:pt x="345735" y="168870"/>
                  <a:pt x="346231" y="169366"/>
                  <a:pt x="346727" y="169862"/>
                </a:cubicBezTo>
                <a:cubicBezTo>
                  <a:pt x="347223" y="169366"/>
                  <a:pt x="347719" y="168870"/>
                  <a:pt x="347719" y="167878"/>
                </a:cubicBezTo>
                <a:cubicBezTo>
                  <a:pt x="350200" y="155973"/>
                  <a:pt x="357145" y="148533"/>
                  <a:pt x="369050" y="146053"/>
                </a:cubicBezTo>
                <a:cubicBezTo>
                  <a:pt x="370538" y="145557"/>
                  <a:pt x="371034" y="144565"/>
                  <a:pt x="372026" y="144565"/>
                </a:cubicBezTo>
                <a:cubicBezTo>
                  <a:pt x="371530" y="143573"/>
                  <a:pt x="372026" y="142581"/>
                  <a:pt x="371530" y="142085"/>
                </a:cubicBezTo>
                <a:cubicBezTo>
                  <a:pt x="371034" y="141588"/>
                  <a:pt x="370042" y="141588"/>
                  <a:pt x="369546" y="141588"/>
                </a:cubicBezTo>
                <a:cubicBezTo>
                  <a:pt x="358136" y="138612"/>
                  <a:pt x="351192" y="131668"/>
                  <a:pt x="348215" y="120755"/>
                </a:cubicBezTo>
                <a:cubicBezTo>
                  <a:pt x="348215" y="119763"/>
                  <a:pt x="347223" y="119267"/>
                  <a:pt x="346727" y="118275"/>
                </a:cubicBezTo>
                <a:close/>
                <a:moveTo>
                  <a:pt x="413693" y="115299"/>
                </a:moveTo>
                <a:cubicBezTo>
                  <a:pt x="412701" y="116291"/>
                  <a:pt x="410717" y="117283"/>
                  <a:pt x="410717" y="118275"/>
                </a:cubicBezTo>
                <a:cubicBezTo>
                  <a:pt x="409725" y="123732"/>
                  <a:pt x="407741" y="128196"/>
                  <a:pt x="403772" y="132164"/>
                </a:cubicBezTo>
                <a:cubicBezTo>
                  <a:pt x="399307" y="136628"/>
                  <a:pt x="394843" y="141588"/>
                  <a:pt x="387403" y="141588"/>
                </a:cubicBezTo>
                <a:cubicBezTo>
                  <a:pt x="386907" y="141588"/>
                  <a:pt x="386410" y="142581"/>
                  <a:pt x="386410" y="143573"/>
                </a:cubicBezTo>
                <a:cubicBezTo>
                  <a:pt x="386410" y="144565"/>
                  <a:pt x="386907" y="146053"/>
                  <a:pt x="387899" y="146549"/>
                </a:cubicBezTo>
                <a:cubicBezTo>
                  <a:pt x="404268" y="153493"/>
                  <a:pt x="404268" y="153493"/>
                  <a:pt x="410221" y="168870"/>
                </a:cubicBezTo>
                <a:cubicBezTo>
                  <a:pt x="410717" y="169366"/>
                  <a:pt x="412205" y="170358"/>
                  <a:pt x="413693" y="171846"/>
                </a:cubicBezTo>
                <a:cubicBezTo>
                  <a:pt x="414189" y="170854"/>
                  <a:pt x="414685" y="170358"/>
                  <a:pt x="415181" y="169366"/>
                </a:cubicBezTo>
                <a:cubicBezTo>
                  <a:pt x="419149" y="154981"/>
                  <a:pt x="421629" y="152501"/>
                  <a:pt x="434030" y="147045"/>
                </a:cubicBezTo>
                <a:cubicBezTo>
                  <a:pt x="435518" y="146549"/>
                  <a:pt x="437502" y="146549"/>
                  <a:pt x="439486" y="145557"/>
                </a:cubicBezTo>
                <a:cubicBezTo>
                  <a:pt x="440478" y="145061"/>
                  <a:pt x="440974" y="144069"/>
                  <a:pt x="440974" y="143077"/>
                </a:cubicBezTo>
                <a:cubicBezTo>
                  <a:pt x="440974" y="142085"/>
                  <a:pt x="439486" y="140596"/>
                  <a:pt x="438990" y="141092"/>
                </a:cubicBezTo>
                <a:cubicBezTo>
                  <a:pt x="432542" y="143077"/>
                  <a:pt x="428574" y="138116"/>
                  <a:pt x="425102" y="135140"/>
                </a:cubicBezTo>
                <a:cubicBezTo>
                  <a:pt x="420141" y="131172"/>
                  <a:pt x="415181" y="125716"/>
                  <a:pt x="414685" y="118275"/>
                </a:cubicBezTo>
                <a:cubicBezTo>
                  <a:pt x="414685" y="117283"/>
                  <a:pt x="414189" y="116291"/>
                  <a:pt x="413693" y="115299"/>
                </a:cubicBezTo>
                <a:close/>
                <a:moveTo>
                  <a:pt x="2398286" y="106370"/>
                </a:moveTo>
                <a:cubicBezTo>
                  <a:pt x="2399278" y="108354"/>
                  <a:pt x="2400270" y="109346"/>
                  <a:pt x="2400270" y="109842"/>
                </a:cubicBezTo>
                <a:cubicBezTo>
                  <a:pt x="2399774" y="110834"/>
                  <a:pt x="2398286" y="111330"/>
                  <a:pt x="2397294" y="112322"/>
                </a:cubicBezTo>
                <a:cubicBezTo>
                  <a:pt x="2396798" y="111330"/>
                  <a:pt x="2395310" y="110834"/>
                  <a:pt x="2395806" y="109842"/>
                </a:cubicBezTo>
                <a:cubicBezTo>
                  <a:pt x="2396302" y="108850"/>
                  <a:pt x="2397294" y="108354"/>
                  <a:pt x="2398286" y="106370"/>
                </a:cubicBezTo>
                <a:close/>
                <a:moveTo>
                  <a:pt x="2331323" y="104882"/>
                </a:moveTo>
                <a:cubicBezTo>
                  <a:pt x="2336284" y="105378"/>
                  <a:pt x="2336284" y="105378"/>
                  <a:pt x="2336284" y="110834"/>
                </a:cubicBezTo>
                <a:cubicBezTo>
                  <a:pt x="2337276" y="114803"/>
                  <a:pt x="2334796" y="114803"/>
                  <a:pt x="2331323" y="114803"/>
                </a:cubicBezTo>
                <a:cubicBezTo>
                  <a:pt x="2326363" y="114803"/>
                  <a:pt x="2326859" y="114803"/>
                  <a:pt x="2326363" y="109346"/>
                </a:cubicBezTo>
                <a:cubicBezTo>
                  <a:pt x="2326363" y="105378"/>
                  <a:pt x="2327851" y="104882"/>
                  <a:pt x="2331323" y="104882"/>
                </a:cubicBezTo>
                <a:close/>
                <a:moveTo>
                  <a:pt x="2264359" y="100914"/>
                </a:moveTo>
                <a:cubicBezTo>
                  <a:pt x="2265351" y="99426"/>
                  <a:pt x="2274280" y="108354"/>
                  <a:pt x="2274280" y="111331"/>
                </a:cubicBezTo>
                <a:cubicBezTo>
                  <a:pt x="2271799" y="113811"/>
                  <a:pt x="2269319" y="117779"/>
                  <a:pt x="2265847" y="119267"/>
                </a:cubicBezTo>
                <a:cubicBezTo>
                  <a:pt x="2261879" y="120755"/>
                  <a:pt x="2259895" y="115299"/>
                  <a:pt x="2256919" y="112819"/>
                </a:cubicBezTo>
                <a:cubicBezTo>
                  <a:pt x="2255927" y="111827"/>
                  <a:pt x="2255431" y="109346"/>
                  <a:pt x="2255927" y="108850"/>
                </a:cubicBezTo>
                <a:cubicBezTo>
                  <a:pt x="2258407" y="105874"/>
                  <a:pt x="2261383" y="102898"/>
                  <a:pt x="2264359" y="100914"/>
                </a:cubicBezTo>
                <a:close/>
                <a:moveTo>
                  <a:pt x="2198388" y="100418"/>
                </a:moveTo>
                <a:cubicBezTo>
                  <a:pt x="2203348" y="100418"/>
                  <a:pt x="2207316" y="105378"/>
                  <a:pt x="2207316" y="110339"/>
                </a:cubicBezTo>
                <a:cubicBezTo>
                  <a:pt x="2207316" y="115299"/>
                  <a:pt x="2202852" y="119763"/>
                  <a:pt x="2197891" y="119763"/>
                </a:cubicBezTo>
                <a:cubicBezTo>
                  <a:pt x="2192931" y="119763"/>
                  <a:pt x="2188467" y="115299"/>
                  <a:pt x="2188467" y="110339"/>
                </a:cubicBezTo>
                <a:cubicBezTo>
                  <a:pt x="2188467" y="104882"/>
                  <a:pt x="2192931" y="100418"/>
                  <a:pt x="2198388" y="100418"/>
                </a:cubicBezTo>
                <a:close/>
                <a:moveTo>
                  <a:pt x="2129440" y="97938"/>
                </a:moveTo>
                <a:cubicBezTo>
                  <a:pt x="2135889" y="98434"/>
                  <a:pt x="2140849" y="103890"/>
                  <a:pt x="2140849" y="110339"/>
                </a:cubicBezTo>
                <a:cubicBezTo>
                  <a:pt x="2140849" y="116787"/>
                  <a:pt x="2135393" y="121747"/>
                  <a:pt x="2128944" y="121747"/>
                </a:cubicBezTo>
                <a:cubicBezTo>
                  <a:pt x="2122496" y="121747"/>
                  <a:pt x="2117040" y="116787"/>
                  <a:pt x="2117040" y="110339"/>
                </a:cubicBezTo>
                <a:cubicBezTo>
                  <a:pt x="2116544" y="102402"/>
                  <a:pt x="2123984" y="97442"/>
                  <a:pt x="2129440" y="97938"/>
                </a:cubicBezTo>
                <a:close/>
                <a:moveTo>
                  <a:pt x="2061980" y="95954"/>
                </a:moveTo>
                <a:cubicBezTo>
                  <a:pt x="2066444" y="95458"/>
                  <a:pt x="2076365" y="105378"/>
                  <a:pt x="2076365" y="110339"/>
                </a:cubicBezTo>
                <a:cubicBezTo>
                  <a:pt x="2076365" y="114803"/>
                  <a:pt x="2067932" y="123731"/>
                  <a:pt x="2062972" y="124723"/>
                </a:cubicBezTo>
                <a:cubicBezTo>
                  <a:pt x="2058508" y="125220"/>
                  <a:pt x="2048587" y="116291"/>
                  <a:pt x="2047595" y="110835"/>
                </a:cubicBezTo>
                <a:cubicBezTo>
                  <a:pt x="2047595" y="105874"/>
                  <a:pt x="2057020" y="95954"/>
                  <a:pt x="2061980" y="95954"/>
                </a:cubicBezTo>
                <a:close/>
                <a:moveTo>
                  <a:pt x="1995513" y="95458"/>
                </a:moveTo>
                <a:cubicBezTo>
                  <a:pt x="2004441" y="95954"/>
                  <a:pt x="2009898" y="101410"/>
                  <a:pt x="2009898" y="109843"/>
                </a:cubicBezTo>
                <a:cubicBezTo>
                  <a:pt x="2009898" y="118275"/>
                  <a:pt x="2004441" y="124228"/>
                  <a:pt x="1995513" y="124228"/>
                </a:cubicBezTo>
                <a:cubicBezTo>
                  <a:pt x="1987080" y="124228"/>
                  <a:pt x="1981128" y="118771"/>
                  <a:pt x="1981128" y="109843"/>
                </a:cubicBezTo>
                <a:cubicBezTo>
                  <a:pt x="1981128" y="101410"/>
                  <a:pt x="1986584" y="95458"/>
                  <a:pt x="1995513" y="95458"/>
                </a:cubicBezTo>
                <a:close/>
                <a:moveTo>
                  <a:pt x="1860098" y="93474"/>
                </a:moveTo>
                <a:cubicBezTo>
                  <a:pt x="1871506" y="93474"/>
                  <a:pt x="1876963" y="98930"/>
                  <a:pt x="1876467" y="110339"/>
                </a:cubicBezTo>
                <a:cubicBezTo>
                  <a:pt x="1876467" y="121251"/>
                  <a:pt x="1870514" y="126708"/>
                  <a:pt x="1859602" y="126708"/>
                </a:cubicBezTo>
                <a:cubicBezTo>
                  <a:pt x="1848689" y="126708"/>
                  <a:pt x="1843233" y="120755"/>
                  <a:pt x="1843233" y="109843"/>
                </a:cubicBezTo>
                <a:cubicBezTo>
                  <a:pt x="1843233" y="98930"/>
                  <a:pt x="1849185" y="93474"/>
                  <a:pt x="1860098" y="93474"/>
                </a:cubicBezTo>
                <a:close/>
                <a:moveTo>
                  <a:pt x="1929541" y="93473"/>
                </a:moveTo>
                <a:cubicBezTo>
                  <a:pt x="1936981" y="93969"/>
                  <a:pt x="1945414" y="102402"/>
                  <a:pt x="1945414" y="110338"/>
                </a:cubicBezTo>
                <a:cubicBezTo>
                  <a:pt x="1945414" y="119266"/>
                  <a:pt x="1935493" y="127203"/>
                  <a:pt x="1928549" y="126707"/>
                </a:cubicBezTo>
                <a:cubicBezTo>
                  <a:pt x="1920116" y="126707"/>
                  <a:pt x="1911684" y="117282"/>
                  <a:pt x="1912180" y="109346"/>
                </a:cubicBezTo>
                <a:cubicBezTo>
                  <a:pt x="1912676" y="100913"/>
                  <a:pt x="1921604" y="92977"/>
                  <a:pt x="1929541" y="93473"/>
                </a:cubicBezTo>
                <a:close/>
                <a:moveTo>
                  <a:pt x="1792142" y="91489"/>
                </a:moveTo>
                <a:cubicBezTo>
                  <a:pt x="1795118" y="90497"/>
                  <a:pt x="1799582" y="93970"/>
                  <a:pt x="1803054" y="95458"/>
                </a:cubicBezTo>
                <a:cubicBezTo>
                  <a:pt x="1809503" y="98434"/>
                  <a:pt x="1809503" y="104882"/>
                  <a:pt x="1812479" y="109842"/>
                </a:cubicBezTo>
                <a:cubicBezTo>
                  <a:pt x="1810991" y="113315"/>
                  <a:pt x="1809503" y="116787"/>
                  <a:pt x="1807519" y="120755"/>
                </a:cubicBezTo>
                <a:cubicBezTo>
                  <a:pt x="1804542" y="126211"/>
                  <a:pt x="1798590" y="127203"/>
                  <a:pt x="1793134" y="128691"/>
                </a:cubicBezTo>
                <a:cubicBezTo>
                  <a:pt x="1790158" y="129684"/>
                  <a:pt x="1786189" y="126707"/>
                  <a:pt x="1783213" y="125219"/>
                </a:cubicBezTo>
                <a:cubicBezTo>
                  <a:pt x="1777757" y="122243"/>
                  <a:pt x="1775773" y="116291"/>
                  <a:pt x="1774285" y="111331"/>
                </a:cubicBezTo>
                <a:cubicBezTo>
                  <a:pt x="1773293" y="108354"/>
                  <a:pt x="1775773" y="104386"/>
                  <a:pt x="1777261" y="100914"/>
                </a:cubicBezTo>
                <a:cubicBezTo>
                  <a:pt x="1780237" y="94962"/>
                  <a:pt x="1786686" y="92978"/>
                  <a:pt x="1792142" y="91489"/>
                </a:cubicBezTo>
                <a:close/>
                <a:moveTo>
                  <a:pt x="1726666" y="90993"/>
                </a:moveTo>
                <a:cubicBezTo>
                  <a:pt x="1738075" y="90993"/>
                  <a:pt x="1745515" y="98929"/>
                  <a:pt x="1745515" y="110834"/>
                </a:cubicBezTo>
                <a:cubicBezTo>
                  <a:pt x="1745515" y="122243"/>
                  <a:pt x="1737579" y="129683"/>
                  <a:pt x="1725674" y="129187"/>
                </a:cubicBezTo>
                <a:cubicBezTo>
                  <a:pt x="1715257" y="129187"/>
                  <a:pt x="1707321" y="121251"/>
                  <a:pt x="1707321" y="110338"/>
                </a:cubicBezTo>
                <a:cubicBezTo>
                  <a:pt x="1707321" y="98929"/>
                  <a:pt x="1715257" y="90993"/>
                  <a:pt x="1726666" y="90993"/>
                </a:cubicBezTo>
                <a:close/>
                <a:moveTo>
                  <a:pt x="1658710" y="90993"/>
                </a:moveTo>
                <a:cubicBezTo>
                  <a:pt x="1664663" y="90497"/>
                  <a:pt x="1668135" y="92977"/>
                  <a:pt x="1672103" y="96449"/>
                </a:cubicBezTo>
                <a:cubicBezTo>
                  <a:pt x="1676071" y="100418"/>
                  <a:pt x="1677559" y="104386"/>
                  <a:pt x="1677063" y="109842"/>
                </a:cubicBezTo>
                <a:cubicBezTo>
                  <a:pt x="1677063" y="115299"/>
                  <a:pt x="1676567" y="119267"/>
                  <a:pt x="1672103" y="123235"/>
                </a:cubicBezTo>
                <a:cubicBezTo>
                  <a:pt x="1667639" y="127203"/>
                  <a:pt x="1663670" y="131667"/>
                  <a:pt x="1658214" y="128691"/>
                </a:cubicBezTo>
                <a:cubicBezTo>
                  <a:pt x="1651766" y="130179"/>
                  <a:pt x="1648294" y="127699"/>
                  <a:pt x="1643829" y="124227"/>
                </a:cubicBezTo>
                <a:cubicBezTo>
                  <a:pt x="1638869" y="120259"/>
                  <a:pt x="1638373" y="115299"/>
                  <a:pt x="1638373" y="109842"/>
                </a:cubicBezTo>
                <a:cubicBezTo>
                  <a:pt x="1638373" y="104386"/>
                  <a:pt x="1640357" y="100418"/>
                  <a:pt x="1643829" y="96449"/>
                </a:cubicBezTo>
                <a:cubicBezTo>
                  <a:pt x="1648294" y="91489"/>
                  <a:pt x="1652758" y="91489"/>
                  <a:pt x="1658710" y="90993"/>
                </a:cubicBezTo>
                <a:close/>
                <a:moveTo>
                  <a:pt x="1590755" y="89009"/>
                </a:moveTo>
                <a:cubicBezTo>
                  <a:pt x="1596211" y="89009"/>
                  <a:pt x="1601667" y="90497"/>
                  <a:pt x="1605636" y="95457"/>
                </a:cubicBezTo>
                <a:cubicBezTo>
                  <a:pt x="1608612" y="98434"/>
                  <a:pt x="1612580" y="106866"/>
                  <a:pt x="1612084" y="110338"/>
                </a:cubicBezTo>
                <a:cubicBezTo>
                  <a:pt x="1611588" y="121747"/>
                  <a:pt x="1601171" y="132163"/>
                  <a:pt x="1590259" y="131667"/>
                </a:cubicBezTo>
                <a:cubicBezTo>
                  <a:pt x="1578850" y="131171"/>
                  <a:pt x="1568434" y="120259"/>
                  <a:pt x="1569426" y="109346"/>
                </a:cubicBezTo>
                <a:cubicBezTo>
                  <a:pt x="1569922" y="103890"/>
                  <a:pt x="1571410" y="98434"/>
                  <a:pt x="1576370" y="94465"/>
                </a:cubicBezTo>
                <a:cubicBezTo>
                  <a:pt x="1580834" y="90993"/>
                  <a:pt x="1585298" y="89009"/>
                  <a:pt x="1590755" y="89009"/>
                </a:cubicBezTo>
                <a:close/>
                <a:moveTo>
                  <a:pt x="1525279" y="89009"/>
                </a:moveTo>
                <a:cubicBezTo>
                  <a:pt x="1536192" y="89009"/>
                  <a:pt x="1546112" y="99425"/>
                  <a:pt x="1546112" y="110338"/>
                </a:cubicBezTo>
                <a:cubicBezTo>
                  <a:pt x="1545616" y="121251"/>
                  <a:pt x="1535696" y="131667"/>
                  <a:pt x="1524287" y="131667"/>
                </a:cubicBezTo>
                <a:cubicBezTo>
                  <a:pt x="1512879" y="131667"/>
                  <a:pt x="1502958" y="121747"/>
                  <a:pt x="1502958" y="109842"/>
                </a:cubicBezTo>
                <a:cubicBezTo>
                  <a:pt x="1502958" y="98433"/>
                  <a:pt x="1513375" y="88513"/>
                  <a:pt x="1525279" y="89009"/>
                </a:cubicBezTo>
                <a:close/>
                <a:moveTo>
                  <a:pt x="1389368" y="86529"/>
                </a:moveTo>
                <a:cubicBezTo>
                  <a:pt x="1400281" y="86529"/>
                  <a:pt x="1412186" y="98930"/>
                  <a:pt x="1412186" y="110338"/>
                </a:cubicBezTo>
                <a:cubicBezTo>
                  <a:pt x="1412186" y="122243"/>
                  <a:pt x="1399785" y="134148"/>
                  <a:pt x="1387384" y="134148"/>
                </a:cubicBezTo>
                <a:cubicBezTo>
                  <a:pt x="1375976" y="134148"/>
                  <a:pt x="1364567" y="121747"/>
                  <a:pt x="1364567" y="110338"/>
                </a:cubicBezTo>
                <a:cubicBezTo>
                  <a:pt x="1364567" y="98434"/>
                  <a:pt x="1376968" y="86529"/>
                  <a:pt x="1389368" y="86529"/>
                </a:cubicBezTo>
                <a:close/>
                <a:moveTo>
                  <a:pt x="1458316" y="86033"/>
                </a:moveTo>
                <a:cubicBezTo>
                  <a:pt x="1463276" y="89505"/>
                  <a:pt x="1471212" y="89009"/>
                  <a:pt x="1474684" y="94961"/>
                </a:cubicBezTo>
                <a:cubicBezTo>
                  <a:pt x="1477661" y="99922"/>
                  <a:pt x="1479149" y="104882"/>
                  <a:pt x="1481629" y="109842"/>
                </a:cubicBezTo>
                <a:cubicBezTo>
                  <a:pt x="1478653" y="115795"/>
                  <a:pt x="1478157" y="122243"/>
                  <a:pt x="1473196" y="126707"/>
                </a:cubicBezTo>
                <a:cubicBezTo>
                  <a:pt x="1468236" y="130675"/>
                  <a:pt x="1462284" y="131171"/>
                  <a:pt x="1457323" y="133652"/>
                </a:cubicBezTo>
                <a:cubicBezTo>
                  <a:pt x="1452363" y="130179"/>
                  <a:pt x="1444427" y="130675"/>
                  <a:pt x="1440955" y="124723"/>
                </a:cubicBezTo>
                <a:cubicBezTo>
                  <a:pt x="1437978" y="120259"/>
                  <a:pt x="1434010" y="114307"/>
                  <a:pt x="1434506" y="109842"/>
                </a:cubicBezTo>
                <a:cubicBezTo>
                  <a:pt x="1435002" y="103890"/>
                  <a:pt x="1436986" y="97442"/>
                  <a:pt x="1442443" y="92977"/>
                </a:cubicBezTo>
                <a:cubicBezTo>
                  <a:pt x="1446907" y="89009"/>
                  <a:pt x="1453355" y="88513"/>
                  <a:pt x="1458316" y="86033"/>
                </a:cubicBezTo>
                <a:close/>
                <a:moveTo>
                  <a:pt x="1321908" y="86033"/>
                </a:moveTo>
                <a:cubicBezTo>
                  <a:pt x="1336293" y="86033"/>
                  <a:pt x="1345222" y="94961"/>
                  <a:pt x="1345717" y="109346"/>
                </a:cubicBezTo>
                <a:cubicBezTo>
                  <a:pt x="1345717" y="124723"/>
                  <a:pt x="1336789" y="133652"/>
                  <a:pt x="1322404" y="133652"/>
                </a:cubicBezTo>
                <a:cubicBezTo>
                  <a:pt x="1307027" y="133652"/>
                  <a:pt x="1298099" y="124723"/>
                  <a:pt x="1298099" y="109842"/>
                </a:cubicBezTo>
                <a:cubicBezTo>
                  <a:pt x="1298099" y="94961"/>
                  <a:pt x="1307027" y="86033"/>
                  <a:pt x="1321908" y="86033"/>
                </a:cubicBezTo>
                <a:close/>
                <a:moveTo>
                  <a:pt x="1255441" y="86033"/>
                </a:moveTo>
                <a:cubicBezTo>
                  <a:pt x="1270322" y="86033"/>
                  <a:pt x="1278755" y="95458"/>
                  <a:pt x="1278755" y="110338"/>
                </a:cubicBezTo>
                <a:cubicBezTo>
                  <a:pt x="1278755" y="116787"/>
                  <a:pt x="1276770" y="122243"/>
                  <a:pt x="1272306" y="126707"/>
                </a:cubicBezTo>
                <a:cubicBezTo>
                  <a:pt x="1267346" y="132163"/>
                  <a:pt x="1260898" y="133652"/>
                  <a:pt x="1253953" y="133652"/>
                </a:cubicBezTo>
                <a:cubicBezTo>
                  <a:pt x="1240064" y="133156"/>
                  <a:pt x="1231136" y="124227"/>
                  <a:pt x="1231136" y="109842"/>
                </a:cubicBezTo>
                <a:cubicBezTo>
                  <a:pt x="1231632" y="94961"/>
                  <a:pt x="1240561" y="86033"/>
                  <a:pt x="1255441" y="86033"/>
                </a:cubicBezTo>
                <a:close/>
                <a:moveTo>
                  <a:pt x="1052566" y="84049"/>
                </a:moveTo>
                <a:cubicBezTo>
                  <a:pt x="1067943" y="82561"/>
                  <a:pt x="1079352" y="95954"/>
                  <a:pt x="1079352" y="110339"/>
                </a:cubicBezTo>
                <a:cubicBezTo>
                  <a:pt x="1079352" y="124227"/>
                  <a:pt x="1068439" y="137124"/>
                  <a:pt x="1052566" y="136628"/>
                </a:cubicBezTo>
                <a:cubicBezTo>
                  <a:pt x="1038212" y="136628"/>
                  <a:pt x="1026803" y="125219"/>
                  <a:pt x="1026307" y="110835"/>
                </a:cubicBezTo>
                <a:cubicBezTo>
                  <a:pt x="1026307" y="94962"/>
                  <a:pt x="1038708" y="82561"/>
                  <a:pt x="1052566" y="84049"/>
                </a:cubicBezTo>
                <a:close/>
                <a:moveTo>
                  <a:pt x="1186989" y="83553"/>
                </a:moveTo>
                <a:cubicBezTo>
                  <a:pt x="1201374" y="84545"/>
                  <a:pt x="1211791" y="95954"/>
                  <a:pt x="1212287" y="109842"/>
                </a:cubicBezTo>
                <a:cubicBezTo>
                  <a:pt x="1212287" y="123731"/>
                  <a:pt x="1199886" y="136628"/>
                  <a:pt x="1185501" y="136132"/>
                </a:cubicBezTo>
                <a:cubicBezTo>
                  <a:pt x="1170620" y="135140"/>
                  <a:pt x="1160204" y="123731"/>
                  <a:pt x="1160204" y="109842"/>
                </a:cubicBezTo>
                <a:cubicBezTo>
                  <a:pt x="1159708" y="95954"/>
                  <a:pt x="1172605" y="83057"/>
                  <a:pt x="1186989" y="83553"/>
                </a:cubicBezTo>
                <a:close/>
                <a:moveTo>
                  <a:pt x="1118042" y="83553"/>
                </a:moveTo>
                <a:cubicBezTo>
                  <a:pt x="1125978" y="83553"/>
                  <a:pt x="1131931" y="85537"/>
                  <a:pt x="1137387" y="90993"/>
                </a:cubicBezTo>
                <a:cubicBezTo>
                  <a:pt x="1142347" y="96450"/>
                  <a:pt x="1145323" y="101410"/>
                  <a:pt x="1145323" y="109346"/>
                </a:cubicBezTo>
                <a:cubicBezTo>
                  <a:pt x="1145323" y="117283"/>
                  <a:pt x="1142843" y="123235"/>
                  <a:pt x="1137387" y="128691"/>
                </a:cubicBezTo>
                <a:cubicBezTo>
                  <a:pt x="1131931" y="133652"/>
                  <a:pt x="1126474" y="136132"/>
                  <a:pt x="1119034" y="136132"/>
                </a:cubicBezTo>
                <a:cubicBezTo>
                  <a:pt x="1111594" y="136132"/>
                  <a:pt x="1105641" y="133652"/>
                  <a:pt x="1100681" y="128691"/>
                </a:cubicBezTo>
                <a:cubicBezTo>
                  <a:pt x="1096217" y="123731"/>
                  <a:pt x="1092249" y="118275"/>
                  <a:pt x="1093241" y="111330"/>
                </a:cubicBezTo>
                <a:cubicBezTo>
                  <a:pt x="1093241" y="95458"/>
                  <a:pt x="1104153" y="84049"/>
                  <a:pt x="1118042" y="83553"/>
                </a:cubicBezTo>
                <a:close/>
                <a:moveTo>
                  <a:pt x="917660" y="81569"/>
                </a:moveTo>
                <a:cubicBezTo>
                  <a:pt x="932044" y="82065"/>
                  <a:pt x="946429" y="95954"/>
                  <a:pt x="945437" y="111827"/>
                </a:cubicBezTo>
                <a:cubicBezTo>
                  <a:pt x="944941" y="125220"/>
                  <a:pt x="931548" y="139604"/>
                  <a:pt x="915676" y="138612"/>
                </a:cubicBezTo>
                <a:cubicBezTo>
                  <a:pt x="901291" y="137620"/>
                  <a:pt x="887402" y="124228"/>
                  <a:pt x="888394" y="109347"/>
                </a:cubicBezTo>
                <a:cubicBezTo>
                  <a:pt x="888890" y="94466"/>
                  <a:pt x="902779" y="81073"/>
                  <a:pt x="917660" y="81569"/>
                </a:cubicBezTo>
                <a:close/>
                <a:moveTo>
                  <a:pt x="850689" y="81569"/>
                </a:moveTo>
                <a:cubicBezTo>
                  <a:pt x="865569" y="81073"/>
                  <a:pt x="880450" y="94962"/>
                  <a:pt x="878962" y="109842"/>
                </a:cubicBezTo>
                <a:cubicBezTo>
                  <a:pt x="880450" y="126211"/>
                  <a:pt x="865073" y="138612"/>
                  <a:pt x="851185" y="139108"/>
                </a:cubicBezTo>
                <a:cubicBezTo>
                  <a:pt x="834816" y="139604"/>
                  <a:pt x="821423" y="125219"/>
                  <a:pt x="821423" y="110834"/>
                </a:cubicBezTo>
                <a:cubicBezTo>
                  <a:pt x="821423" y="94466"/>
                  <a:pt x="835808" y="81569"/>
                  <a:pt x="850689" y="81569"/>
                </a:cubicBezTo>
                <a:close/>
                <a:moveTo>
                  <a:pt x="986618" y="81073"/>
                </a:moveTo>
                <a:cubicBezTo>
                  <a:pt x="993562" y="84049"/>
                  <a:pt x="1001002" y="85041"/>
                  <a:pt x="1006458" y="90994"/>
                </a:cubicBezTo>
                <a:cubicBezTo>
                  <a:pt x="1011418" y="96450"/>
                  <a:pt x="1014394" y="103394"/>
                  <a:pt x="1014394" y="110339"/>
                </a:cubicBezTo>
                <a:cubicBezTo>
                  <a:pt x="1014394" y="118275"/>
                  <a:pt x="1011418" y="125715"/>
                  <a:pt x="1004474" y="131172"/>
                </a:cubicBezTo>
                <a:cubicBezTo>
                  <a:pt x="999018" y="135636"/>
                  <a:pt x="992074" y="139108"/>
                  <a:pt x="985130" y="138612"/>
                </a:cubicBezTo>
                <a:cubicBezTo>
                  <a:pt x="977689" y="137620"/>
                  <a:pt x="969753" y="135140"/>
                  <a:pt x="964793" y="128196"/>
                </a:cubicBezTo>
                <a:cubicBezTo>
                  <a:pt x="962312" y="124723"/>
                  <a:pt x="956856" y="113315"/>
                  <a:pt x="957848" y="109843"/>
                </a:cubicBezTo>
                <a:cubicBezTo>
                  <a:pt x="959832" y="102402"/>
                  <a:pt x="961816" y="94466"/>
                  <a:pt x="968265" y="89009"/>
                </a:cubicBezTo>
                <a:cubicBezTo>
                  <a:pt x="973721" y="84545"/>
                  <a:pt x="980169" y="83553"/>
                  <a:pt x="986618" y="81073"/>
                </a:cubicBezTo>
                <a:close/>
                <a:moveTo>
                  <a:pt x="784713" y="81073"/>
                </a:moveTo>
                <a:cubicBezTo>
                  <a:pt x="792649" y="81073"/>
                  <a:pt x="798601" y="83057"/>
                  <a:pt x="804555" y="88513"/>
                </a:cubicBezTo>
                <a:cubicBezTo>
                  <a:pt x="811002" y="94962"/>
                  <a:pt x="812490" y="101906"/>
                  <a:pt x="812490" y="110339"/>
                </a:cubicBezTo>
                <a:cubicBezTo>
                  <a:pt x="812490" y="118771"/>
                  <a:pt x="810506" y="125219"/>
                  <a:pt x="804555" y="131172"/>
                </a:cubicBezTo>
                <a:cubicBezTo>
                  <a:pt x="798601" y="137124"/>
                  <a:pt x="792154" y="139604"/>
                  <a:pt x="783721" y="138612"/>
                </a:cubicBezTo>
                <a:cubicBezTo>
                  <a:pt x="775784" y="139604"/>
                  <a:pt x="768840" y="137124"/>
                  <a:pt x="762887" y="131172"/>
                </a:cubicBezTo>
                <a:cubicBezTo>
                  <a:pt x="756439" y="124723"/>
                  <a:pt x="754951" y="117779"/>
                  <a:pt x="754951" y="109347"/>
                </a:cubicBezTo>
                <a:cubicBezTo>
                  <a:pt x="754951" y="100914"/>
                  <a:pt x="756935" y="94962"/>
                  <a:pt x="762887" y="88513"/>
                </a:cubicBezTo>
                <a:cubicBezTo>
                  <a:pt x="769336" y="82065"/>
                  <a:pt x="776280" y="81073"/>
                  <a:pt x="784713" y="81073"/>
                </a:cubicBezTo>
                <a:close/>
                <a:moveTo>
                  <a:pt x="714814" y="79585"/>
                </a:moveTo>
                <a:cubicBezTo>
                  <a:pt x="722749" y="80081"/>
                  <a:pt x="730188" y="83553"/>
                  <a:pt x="736637" y="90001"/>
                </a:cubicBezTo>
                <a:cubicBezTo>
                  <a:pt x="742092" y="95954"/>
                  <a:pt x="743085" y="102898"/>
                  <a:pt x="746060" y="109842"/>
                </a:cubicBezTo>
                <a:cubicBezTo>
                  <a:pt x="743085" y="116787"/>
                  <a:pt x="742092" y="124227"/>
                  <a:pt x="736637" y="129683"/>
                </a:cubicBezTo>
                <a:cubicBezTo>
                  <a:pt x="730684" y="136132"/>
                  <a:pt x="723245" y="140100"/>
                  <a:pt x="714814" y="140100"/>
                </a:cubicBezTo>
                <a:cubicBezTo>
                  <a:pt x="706877" y="140100"/>
                  <a:pt x="699438" y="136132"/>
                  <a:pt x="692990" y="130179"/>
                </a:cubicBezTo>
                <a:cubicBezTo>
                  <a:pt x="687038" y="124227"/>
                  <a:pt x="683566" y="116787"/>
                  <a:pt x="684062" y="109346"/>
                </a:cubicBezTo>
                <a:cubicBezTo>
                  <a:pt x="684558" y="100914"/>
                  <a:pt x="688526" y="92977"/>
                  <a:pt x="695469" y="87025"/>
                </a:cubicBezTo>
                <a:cubicBezTo>
                  <a:pt x="700925" y="82065"/>
                  <a:pt x="707869" y="79089"/>
                  <a:pt x="714814" y="79585"/>
                </a:cubicBezTo>
                <a:close/>
                <a:moveTo>
                  <a:pt x="648834" y="79088"/>
                </a:moveTo>
                <a:cubicBezTo>
                  <a:pt x="656770" y="79584"/>
                  <a:pt x="664209" y="82064"/>
                  <a:pt x="670162" y="88017"/>
                </a:cubicBezTo>
                <a:cubicBezTo>
                  <a:pt x="676609" y="94465"/>
                  <a:pt x="678097" y="102402"/>
                  <a:pt x="679089" y="109346"/>
                </a:cubicBezTo>
                <a:cubicBezTo>
                  <a:pt x="676609" y="129683"/>
                  <a:pt x="668178" y="140596"/>
                  <a:pt x="647842" y="140596"/>
                </a:cubicBezTo>
                <a:cubicBezTo>
                  <a:pt x="628002" y="140596"/>
                  <a:pt x="618082" y="128691"/>
                  <a:pt x="617090" y="108850"/>
                </a:cubicBezTo>
                <a:cubicBezTo>
                  <a:pt x="617090" y="100913"/>
                  <a:pt x="620066" y="93473"/>
                  <a:pt x="626017" y="87521"/>
                </a:cubicBezTo>
                <a:cubicBezTo>
                  <a:pt x="632466" y="81568"/>
                  <a:pt x="639905" y="78592"/>
                  <a:pt x="648834" y="79088"/>
                </a:cubicBezTo>
                <a:close/>
                <a:moveTo>
                  <a:pt x="581848" y="78593"/>
                </a:moveTo>
                <a:cubicBezTo>
                  <a:pt x="598217" y="79089"/>
                  <a:pt x="614090" y="93970"/>
                  <a:pt x="612106" y="110834"/>
                </a:cubicBezTo>
                <a:cubicBezTo>
                  <a:pt x="613594" y="126211"/>
                  <a:pt x="598217" y="141588"/>
                  <a:pt x="580856" y="141588"/>
                </a:cubicBezTo>
                <a:cubicBezTo>
                  <a:pt x="564982" y="141588"/>
                  <a:pt x="549109" y="127203"/>
                  <a:pt x="549605" y="108850"/>
                </a:cubicBezTo>
                <a:cubicBezTo>
                  <a:pt x="550101" y="93473"/>
                  <a:pt x="564486" y="78097"/>
                  <a:pt x="581848" y="78593"/>
                </a:cubicBezTo>
                <a:close/>
                <a:moveTo>
                  <a:pt x="515902" y="78593"/>
                </a:moveTo>
                <a:cubicBezTo>
                  <a:pt x="525328" y="78593"/>
                  <a:pt x="532769" y="82065"/>
                  <a:pt x="538226" y="87521"/>
                </a:cubicBezTo>
                <a:cubicBezTo>
                  <a:pt x="543186" y="93474"/>
                  <a:pt x="548643" y="101410"/>
                  <a:pt x="545170" y="110339"/>
                </a:cubicBezTo>
                <a:cubicBezTo>
                  <a:pt x="548643" y="119763"/>
                  <a:pt x="542690" y="127204"/>
                  <a:pt x="537234" y="132660"/>
                </a:cubicBezTo>
                <a:cubicBezTo>
                  <a:pt x="531281" y="138612"/>
                  <a:pt x="522847" y="141092"/>
                  <a:pt x="513422" y="141092"/>
                </a:cubicBezTo>
                <a:cubicBezTo>
                  <a:pt x="503996" y="141092"/>
                  <a:pt x="496556" y="137620"/>
                  <a:pt x="491099" y="132164"/>
                </a:cubicBezTo>
                <a:cubicBezTo>
                  <a:pt x="485642" y="126212"/>
                  <a:pt x="483162" y="118275"/>
                  <a:pt x="483162" y="109347"/>
                </a:cubicBezTo>
                <a:cubicBezTo>
                  <a:pt x="483162" y="99922"/>
                  <a:pt x="486635" y="92482"/>
                  <a:pt x="492091" y="87025"/>
                </a:cubicBezTo>
                <a:cubicBezTo>
                  <a:pt x="498044" y="81073"/>
                  <a:pt x="506477" y="78593"/>
                  <a:pt x="515902" y="78593"/>
                </a:cubicBezTo>
                <a:close/>
                <a:moveTo>
                  <a:pt x="77131" y="59806"/>
                </a:moveTo>
                <a:cubicBezTo>
                  <a:pt x="75767" y="59744"/>
                  <a:pt x="74403" y="61232"/>
                  <a:pt x="72419" y="64208"/>
                </a:cubicBezTo>
                <a:cubicBezTo>
                  <a:pt x="71923" y="64704"/>
                  <a:pt x="72419" y="65697"/>
                  <a:pt x="71923" y="66193"/>
                </a:cubicBezTo>
                <a:cubicBezTo>
                  <a:pt x="67459" y="70161"/>
                  <a:pt x="62994" y="74129"/>
                  <a:pt x="58530" y="78097"/>
                </a:cubicBezTo>
                <a:cubicBezTo>
                  <a:pt x="63490" y="80577"/>
                  <a:pt x="68947" y="83057"/>
                  <a:pt x="71923" y="89010"/>
                </a:cubicBezTo>
                <a:cubicBezTo>
                  <a:pt x="72915" y="90994"/>
                  <a:pt x="73907" y="92978"/>
                  <a:pt x="75395" y="94466"/>
                </a:cubicBezTo>
                <a:cubicBezTo>
                  <a:pt x="75891" y="94962"/>
                  <a:pt x="78867" y="95458"/>
                  <a:pt x="79363" y="94962"/>
                </a:cubicBezTo>
                <a:cubicBezTo>
                  <a:pt x="82835" y="87522"/>
                  <a:pt x="87796" y="82065"/>
                  <a:pt x="95236" y="79089"/>
                </a:cubicBezTo>
                <a:cubicBezTo>
                  <a:pt x="94740" y="79089"/>
                  <a:pt x="95236" y="78097"/>
                  <a:pt x="95732" y="77601"/>
                </a:cubicBezTo>
                <a:cubicBezTo>
                  <a:pt x="93748" y="75617"/>
                  <a:pt x="91764" y="72641"/>
                  <a:pt x="89780" y="72145"/>
                </a:cubicBezTo>
                <a:cubicBezTo>
                  <a:pt x="85812" y="70657"/>
                  <a:pt x="83827" y="68177"/>
                  <a:pt x="81843" y="64704"/>
                </a:cubicBezTo>
                <a:cubicBezTo>
                  <a:pt x="79859" y="61480"/>
                  <a:pt x="78495" y="59868"/>
                  <a:pt x="77131" y="59806"/>
                </a:cubicBezTo>
                <a:close/>
                <a:moveTo>
                  <a:pt x="142359" y="59744"/>
                </a:moveTo>
                <a:cubicBezTo>
                  <a:pt x="137894" y="63216"/>
                  <a:pt x="137398" y="70161"/>
                  <a:pt x="130950" y="72145"/>
                </a:cubicBezTo>
                <a:cubicBezTo>
                  <a:pt x="128470" y="72641"/>
                  <a:pt x="126982" y="76113"/>
                  <a:pt x="124998" y="78097"/>
                </a:cubicBezTo>
                <a:cubicBezTo>
                  <a:pt x="126982" y="79585"/>
                  <a:pt x="129462" y="81073"/>
                  <a:pt x="131446" y="82065"/>
                </a:cubicBezTo>
                <a:cubicBezTo>
                  <a:pt x="136902" y="84050"/>
                  <a:pt x="138390" y="89010"/>
                  <a:pt x="140871" y="93474"/>
                </a:cubicBezTo>
                <a:cubicBezTo>
                  <a:pt x="142855" y="96450"/>
                  <a:pt x="144343" y="96450"/>
                  <a:pt x="145831" y="93970"/>
                </a:cubicBezTo>
                <a:cubicBezTo>
                  <a:pt x="149303" y="87522"/>
                  <a:pt x="154263" y="82561"/>
                  <a:pt x="161208" y="79089"/>
                </a:cubicBezTo>
                <a:cubicBezTo>
                  <a:pt x="161704" y="78593"/>
                  <a:pt x="162200" y="77601"/>
                  <a:pt x="163192" y="76113"/>
                </a:cubicBezTo>
                <a:cubicBezTo>
                  <a:pt x="162200" y="75121"/>
                  <a:pt x="161208" y="74625"/>
                  <a:pt x="160216" y="74129"/>
                </a:cubicBezTo>
                <a:cubicBezTo>
                  <a:pt x="155255" y="69665"/>
                  <a:pt x="149303" y="65697"/>
                  <a:pt x="146327" y="60736"/>
                </a:cubicBezTo>
                <a:cubicBezTo>
                  <a:pt x="144343" y="57264"/>
                  <a:pt x="144343" y="58256"/>
                  <a:pt x="142359" y="59744"/>
                </a:cubicBezTo>
                <a:close/>
                <a:moveTo>
                  <a:pt x="210376" y="55714"/>
                </a:moveTo>
                <a:cubicBezTo>
                  <a:pt x="209818" y="56024"/>
                  <a:pt x="209322" y="57016"/>
                  <a:pt x="208826" y="57760"/>
                </a:cubicBezTo>
                <a:cubicBezTo>
                  <a:pt x="204362" y="65200"/>
                  <a:pt x="199402" y="71649"/>
                  <a:pt x="191465" y="75121"/>
                </a:cubicBezTo>
                <a:cubicBezTo>
                  <a:pt x="190969" y="75121"/>
                  <a:pt x="190969" y="78593"/>
                  <a:pt x="191465" y="79089"/>
                </a:cubicBezTo>
                <a:cubicBezTo>
                  <a:pt x="199402" y="83057"/>
                  <a:pt x="204362" y="89506"/>
                  <a:pt x="208826" y="96450"/>
                </a:cubicBezTo>
                <a:cubicBezTo>
                  <a:pt x="209818" y="96946"/>
                  <a:pt x="210314" y="97442"/>
                  <a:pt x="211306" y="97938"/>
                </a:cubicBezTo>
                <a:cubicBezTo>
                  <a:pt x="211802" y="97442"/>
                  <a:pt x="212298" y="96946"/>
                  <a:pt x="212298" y="96450"/>
                </a:cubicBezTo>
                <a:cubicBezTo>
                  <a:pt x="214779" y="87522"/>
                  <a:pt x="220731" y="82065"/>
                  <a:pt x="229659" y="79089"/>
                </a:cubicBezTo>
                <a:cubicBezTo>
                  <a:pt x="230651" y="78593"/>
                  <a:pt x="231147" y="77601"/>
                  <a:pt x="231147" y="76609"/>
                </a:cubicBezTo>
                <a:cubicBezTo>
                  <a:pt x="231147" y="75617"/>
                  <a:pt x="230155" y="74625"/>
                  <a:pt x="229163" y="74625"/>
                </a:cubicBezTo>
                <a:cubicBezTo>
                  <a:pt x="220731" y="71649"/>
                  <a:pt x="215275" y="66193"/>
                  <a:pt x="212298" y="57760"/>
                </a:cubicBezTo>
                <a:cubicBezTo>
                  <a:pt x="211554" y="55776"/>
                  <a:pt x="210934" y="55404"/>
                  <a:pt x="210376" y="55714"/>
                </a:cubicBezTo>
                <a:close/>
                <a:moveTo>
                  <a:pt x="346727" y="50816"/>
                </a:moveTo>
                <a:cubicBezTo>
                  <a:pt x="345735" y="51312"/>
                  <a:pt x="344743" y="51808"/>
                  <a:pt x="344247" y="52800"/>
                </a:cubicBezTo>
                <a:cubicBezTo>
                  <a:pt x="343751" y="54288"/>
                  <a:pt x="343255" y="55776"/>
                  <a:pt x="342759" y="56768"/>
                </a:cubicBezTo>
                <a:cubicBezTo>
                  <a:pt x="339783" y="64704"/>
                  <a:pt x="332839" y="71649"/>
                  <a:pt x="323910" y="74129"/>
                </a:cubicBezTo>
                <a:cubicBezTo>
                  <a:pt x="322918" y="74625"/>
                  <a:pt x="321926" y="76113"/>
                  <a:pt x="321430" y="76609"/>
                </a:cubicBezTo>
                <a:cubicBezTo>
                  <a:pt x="322422" y="77105"/>
                  <a:pt x="322918" y="78593"/>
                  <a:pt x="323910" y="78593"/>
                </a:cubicBezTo>
                <a:cubicBezTo>
                  <a:pt x="327382" y="78097"/>
                  <a:pt x="328870" y="80081"/>
                  <a:pt x="330854" y="82065"/>
                </a:cubicBezTo>
                <a:cubicBezTo>
                  <a:pt x="335815" y="87522"/>
                  <a:pt x="343255" y="91986"/>
                  <a:pt x="344247" y="100418"/>
                </a:cubicBezTo>
                <a:cubicBezTo>
                  <a:pt x="344247" y="101410"/>
                  <a:pt x="345735" y="101906"/>
                  <a:pt x="346727" y="102402"/>
                </a:cubicBezTo>
                <a:cubicBezTo>
                  <a:pt x="347223" y="101906"/>
                  <a:pt x="347719" y="100914"/>
                  <a:pt x="347719" y="100418"/>
                </a:cubicBezTo>
                <a:cubicBezTo>
                  <a:pt x="350200" y="88514"/>
                  <a:pt x="357640" y="81073"/>
                  <a:pt x="369546" y="78593"/>
                </a:cubicBezTo>
                <a:cubicBezTo>
                  <a:pt x="370538" y="79089"/>
                  <a:pt x="371530" y="77601"/>
                  <a:pt x="373018" y="76113"/>
                </a:cubicBezTo>
                <a:cubicBezTo>
                  <a:pt x="371034" y="75121"/>
                  <a:pt x="370042" y="74625"/>
                  <a:pt x="368554" y="74129"/>
                </a:cubicBezTo>
                <a:cubicBezTo>
                  <a:pt x="357640" y="70657"/>
                  <a:pt x="350200" y="64208"/>
                  <a:pt x="347719" y="52800"/>
                </a:cubicBezTo>
                <a:cubicBezTo>
                  <a:pt x="347719" y="52304"/>
                  <a:pt x="347223" y="51312"/>
                  <a:pt x="346727" y="50816"/>
                </a:cubicBezTo>
                <a:close/>
                <a:moveTo>
                  <a:pt x="413693" y="48335"/>
                </a:moveTo>
                <a:cubicBezTo>
                  <a:pt x="412701" y="48832"/>
                  <a:pt x="412205" y="49328"/>
                  <a:pt x="411709" y="49824"/>
                </a:cubicBezTo>
                <a:cubicBezTo>
                  <a:pt x="411213" y="50816"/>
                  <a:pt x="410221" y="51808"/>
                  <a:pt x="409725" y="52800"/>
                </a:cubicBezTo>
                <a:cubicBezTo>
                  <a:pt x="407245" y="64704"/>
                  <a:pt x="399803" y="72145"/>
                  <a:pt x="387899" y="74625"/>
                </a:cubicBezTo>
                <a:cubicBezTo>
                  <a:pt x="386907" y="74625"/>
                  <a:pt x="385914" y="76113"/>
                  <a:pt x="385914" y="76609"/>
                </a:cubicBezTo>
                <a:cubicBezTo>
                  <a:pt x="385914" y="77601"/>
                  <a:pt x="386907" y="78593"/>
                  <a:pt x="387403" y="79089"/>
                </a:cubicBezTo>
                <a:cubicBezTo>
                  <a:pt x="388891" y="79585"/>
                  <a:pt x="391371" y="79585"/>
                  <a:pt x="392859" y="80577"/>
                </a:cubicBezTo>
                <a:cubicBezTo>
                  <a:pt x="401291" y="85041"/>
                  <a:pt x="407741" y="90498"/>
                  <a:pt x="409725" y="100914"/>
                </a:cubicBezTo>
                <a:cubicBezTo>
                  <a:pt x="410221" y="102402"/>
                  <a:pt x="411709" y="103890"/>
                  <a:pt x="412701" y="105379"/>
                </a:cubicBezTo>
                <a:cubicBezTo>
                  <a:pt x="413197" y="103890"/>
                  <a:pt x="413693" y="101906"/>
                  <a:pt x="414189" y="100418"/>
                </a:cubicBezTo>
                <a:cubicBezTo>
                  <a:pt x="414685" y="98930"/>
                  <a:pt x="415181" y="96946"/>
                  <a:pt x="416173" y="95458"/>
                </a:cubicBezTo>
                <a:cubicBezTo>
                  <a:pt x="424110" y="83553"/>
                  <a:pt x="424110" y="83553"/>
                  <a:pt x="438990" y="79585"/>
                </a:cubicBezTo>
                <a:cubicBezTo>
                  <a:pt x="440478" y="78593"/>
                  <a:pt x="440478" y="77105"/>
                  <a:pt x="441470" y="76113"/>
                </a:cubicBezTo>
                <a:cubicBezTo>
                  <a:pt x="440478" y="75617"/>
                  <a:pt x="439486" y="74625"/>
                  <a:pt x="438494" y="74625"/>
                </a:cubicBezTo>
                <a:cubicBezTo>
                  <a:pt x="436510" y="74625"/>
                  <a:pt x="434030" y="75121"/>
                  <a:pt x="432542" y="74625"/>
                </a:cubicBezTo>
                <a:cubicBezTo>
                  <a:pt x="428574" y="72145"/>
                  <a:pt x="423613" y="69169"/>
                  <a:pt x="421133" y="65200"/>
                </a:cubicBezTo>
                <a:cubicBezTo>
                  <a:pt x="418157" y="60736"/>
                  <a:pt x="412701" y="56768"/>
                  <a:pt x="414685" y="50320"/>
                </a:cubicBezTo>
                <a:cubicBezTo>
                  <a:pt x="414685" y="49824"/>
                  <a:pt x="413693" y="49328"/>
                  <a:pt x="413693" y="48335"/>
                </a:cubicBezTo>
                <a:close/>
                <a:moveTo>
                  <a:pt x="2398286" y="41391"/>
                </a:moveTo>
                <a:cubicBezTo>
                  <a:pt x="2399278" y="41391"/>
                  <a:pt x="2399774" y="42383"/>
                  <a:pt x="2401758" y="43871"/>
                </a:cubicBezTo>
                <a:cubicBezTo>
                  <a:pt x="2399774" y="44863"/>
                  <a:pt x="2398782" y="45855"/>
                  <a:pt x="2398286" y="45855"/>
                </a:cubicBezTo>
                <a:cubicBezTo>
                  <a:pt x="2397294" y="45359"/>
                  <a:pt x="2396798" y="43871"/>
                  <a:pt x="2395806" y="42879"/>
                </a:cubicBezTo>
                <a:cubicBezTo>
                  <a:pt x="2396798" y="42383"/>
                  <a:pt x="2397294" y="40895"/>
                  <a:pt x="2398286" y="41391"/>
                </a:cubicBezTo>
                <a:close/>
                <a:moveTo>
                  <a:pt x="2331323" y="38415"/>
                </a:moveTo>
                <a:cubicBezTo>
                  <a:pt x="2336780" y="38911"/>
                  <a:pt x="2336283" y="38415"/>
                  <a:pt x="2336780" y="43375"/>
                </a:cubicBezTo>
                <a:cubicBezTo>
                  <a:pt x="2336283" y="46847"/>
                  <a:pt x="2335787" y="48832"/>
                  <a:pt x="2332315" y="48336"/>
                </a:cubicBezTo>
                <a:cubicBezTo>
                  <a:pt x="2326859" y="48336"/>
                  <a:pt x="2326859" y="48336"/>
                  <a:pt x="2326859" y="43375"/>
                </a:cubicBezTo>
                <a:cubicBezTo>
                  <a:pt x="2326859" y="39903"/>
                  <a:pt x="2327355" y="38415"/>
                  <a:pt x="2331323" y="38415"/>
                </a:cubicBezTo>
                <a:close/>
                <a:moveTo>
                  <a:pt x="2265847" y="33950"/>
                </a:moveTo>
                <a:cubicBezTo>
                  <a:pt x="2268328" y="36430"/>
                  <a:pt x="2272296" y="38910"/>
                  <a:pt x="2273784" y="42382"/>
                </a:cubicBezTo>
                <a:cubicBezTo>
                  <a:pt x="2275272" y="46351"/>
                  <a:pt x="2269816" y="48335"/>
                  <a:pt x="2267336" y="51311"/>
                </a:cubicBezTo>
                <a:cubicBezTo>
                  <a:pt x="2266343" y="52303"/>
                  <a:pt x="2263863" y="52799"/>
                  <a:pt x="2263367" y="52303"/>
                </a:cubicBezTo>
                <a:cubicBezTo>
                  <a:pt x="2260391" y="49823"/>
                  <a:pt x="2257415" y="46847"/>
                  <a:pt x="2255431" y="43870"/>
                </a:cubicBezTo>
                <a:cubicBezTo>
                  <a:pt x="2253943" y="42382"/>
                  <a:pt x="2262871" y="33454"/>
                  <a:pt x="2265847" y="33950"/>
                </a:cubicBezTo>
                <a:close/>
                <a:moveTo>
                  <a:pt x="2197891" y="33950"/>
                </a:moveTo>
                <a:cubicBezTo>
                  <a:pt x="2202852" y="33950"/>
                  <a:pt x="2207316" y="37918"/>
                  <a:pt x="2207812" y="42878"/>
                </a:cubicBezTo>
                <a:cubicBezTo>
                  <a:pt x="2207812" y="48831"/>
                  <a:pt x="2203844" y="53295"/>
                  <a:pt x="2197891" y="52799"/>
                </a:cubicBezTo>
                <a:cubicBezTo>
                  <a:pt x="2192931" y="52799"/>
                  <a:pt x="2188963" y="48335"/>
                  <a:pt x="2188963" y="43375"/>
                </a:cubicBezTo>
                <a:cubicBezTo>
                  <a:pt x="2188467" y="38414"/>
                  <a:pt x="2192931" y="33950"/>
                  <a:pt x="2197891" y="33950"/>
                </a:cubicBezTo>
                <a:close/>
                <a:moveTo>
                  <a:pt x="2127952" y="31471"/>
                </a:moveTo>
                <a:cubicBezTo>
                  <a:pt x="2134896" y="30479"/>
                  <a:pt x="2140848" y="36431"/>
                  <a:pt x="2140848" y="43375"/>
                </a:cubicBezTo>
                <a:cubicBezTo>
                  <a:pt x="2140848" y="49824"/>
                  <a:pt x="2135888" y="55280"/>
                  <a:pt x="2129440" y="55280"/>
                </a:cubicBezTo>
                <a:cubicBezTo>
                  <a:pt x="2122991" y="55280"/>
                  <a:pt x="2117535" y="50320"/>
                  <a:pt x="2117039" y="43871"/>
                </a:cubicBezTo>
                <a:cubicBezTo>
                  <a:pt x="2117039" y="36927"/>
                  <a:pt x="2121007" y="32463"/>
                  <a:pt x="2127952" y="31471"/>
                </a:cubicBezTo>
                <a:close/>
                <a:moveTo>
                  <a:pt x="2062476" y="28990"/>
                </a:moveTo>
                <a:cubicBezTo>
                  <a:pt x="2066940" y="29486"/>
                  <a:pt x="2075869" y="38414"/>
                  <a:pt x="2075869" y="42879"/>
                </a:cubicBezTo>
                <a:cubicBezTo>
                  <a:pt x="2076861" y="47839"/>
                  <a:pt x="2066940" y="57759"/>
                  <a:pt x="2061980" y="57759"/>
                </a:cubicBezTo>
                <a:cubicBezTo>
                  <a:pt x="2057020" y="57759"/>
                  <a:pt x="2047595" y="47839"/>
                  <a:pt x="2047595" y="42879"/>
                </a:cubicBezTo>
                <a:cubicBezTo>
                  <a:pt x="2048091" y="37918"/>
                  <a:pt x="2058012" y="28494"/>
                  <a:pt x="2062476" y="28990"/>
                </a:cubicBezTo>
                <a:close/>
                <a:moveTo>
                  <a:pt x="1995513" y="28990"/>
                </a:moveTo>
                <a:cubicBezTo>
                  <a:pt x="2004441" y="28990"/>
                  <a:pt x="2009898" y="34942"/>
                  <a:pt x="2009898" y="43375"/>
                </a:cubicBezTo>
                <a:cubicBezTo>
                  <a:pt x="2009898" y="51807"/>
                  <a:pt x="2004441" y="57760"/>
                  <a:pt x="1995513" y="57760"/>
                </a:cubicBezTo>
                <a:cubicBezTo>
                  <a:pt x="1987080" y="57760"/>
                  <a:pt x="1981128" y="52303"/>
                  <a:pt x="1981128" y="43375"/>
                </a:cubicBezTo>
                <a:cubicBezTo>
                  <a:pt x="1981128" y="34942"/>
                  <a:pt x="1986584" y="28990"/>
                  <a:pt x="1995513" y="28990"/>
                </a:cubicBezTo>
                <a:close/>
                <a:moveTo>
                  <a:pt x="1928549" y="27006"/>
                </a:moveTo>
                <a:cubicBezTo>
                  <a:pt x="1935493" y="26510"/>
                  <a:pt x="1945414" y="34446"/>
                  <a:pt x="1945414" y="43375"/>
                </a:cubicBezTo>
                <a:cubicBezTo>
                  <a:pt x="1945414" y="52303"/>
                  <a:pt x="1934997" y="60240"/>
                  <a:pt x="1928549" y="60240"/>
                </a:cubicBezTo>
                <a:cubicBezTo>
                  <a:pt x="1920116" y="59744"/>
                  <a:pt x="1911684" y="50815"/>
                  <a:pt x="1912180" y="42879"/>
                </a:cubicBezTo>
                <a:cubicBezTo>
                  <a:pt x="1912676" y="34943"/>
                  <a:pt x="1920612" y="27006"/>
                  <a:pt x="1928549" y="27006"/>
                </a:cubicBezTo>
                <a:close/>
                <a:moveTo>
                  <a:pt x="1860098" y="26510"/>
                </a:moveTo>
                <a:cubicBezTo>
                  <a:pt x="1871506" y="26510"/>
                  <a:pt x="1876963" y="31966"/>
                  <a:pt x="1876963" y="43375"/>
                </a:cubicBezTo>
                <a:cubicBezTo>
                  <a:pt x="1876467" y="54784"/>
                  <a:pt x="1871011" y="60240"/>
                  <a:pt x="1860098" y="60240"/>
                </a:cubicBezTo>
                <a:cubicBezTo>
                  <a:pt x="1848689" y="60240"/>
                  <a:pt x="1843233" y="54784"/>
                  <a:pt x="1843233" y="43375"/>
                </a:cubicBezTo>
                <a:cubicBezTo>
                  <a:pt x="1843233" y="31966"/>
                  <a:pt x="1848689" y="26510"/>
                  <a:pt x="1860098" y="26510"/>
                </a:cubicBezTo>
                <a:close/>
                <a:moveTo>
                  <a:pt x="1793630" y="24526"/>
                </a:moveTo>
                <a:cubicBezTo>
                  <a:pt x="1798590" y="26014"/>
                  <a:pt x="1805039" y="27006"/>
                  <a:pt x="1808015" y="32958"/>
                </a:cubicBezTo>
                <a:cubicBezTo>
                  <a:pt x="1809999" y="36431"/>
                  <a:pt x="1812975" y="40895"/>
                  <a:pt x="1811983" y="43871"/>
                </a:cubicBezTo>
                <a:cubicBezTo>
                  <a:pt x="1810495" y="48335"/>
                  <a:pt x="1809503" y="53791"/>
                  <a:pt x="1804543" y="57264"/>
                </a:cubicBezTo>
                <a:cubicBezTo>
                  <a:pt x="1801070" y="60240"/>
                  <a:pt x="1796110" y="58752"/>
                  <a:pt x="1793630" y="62224"/>
                </a:cubicBezTo>
                <a:cubicBezTo>
                  <a:pt x="1789662" y="59248"/>
                  <a:pt x="1784701" y="59744"/>
                  <a:pt x="1780733" y="55776"/>
                </a:cubicBezTo>
                <a:cubicBezTo>
                  <a:pt x="1776269" y="52303"/>
                  <a:pt x="1777261" y="46847"/>
                  <a:pt x="1774285" y="43375"/>
                </a:cubicBezTo>
                <a:cubicBezTo>
                  <a:pt x="1776765" y="38415"/>
                  <a:pt x="1777261" y="31966"/>
                  <a:pt x="1782717" y="28990"/>
                </a:cubicBezTo>
                <a:cubicBezTo>
                  <a:pt x="1786190" y="27006"/>
                  <a:pt x="1790654" y="24030"/>
                  <a:pt x="1793630" y="24526"/>
                </a:cubicBezTo>
                <a:close/>
                <a:moveTo>
                  <a:pt x="1727162" y="24029"/>
                </a:moveTo>
                <a:cubicBezTo>
                  <a:pt x="1737579" y="24029"/>
                  <a:pt x="1745515" y="31966"/>
                  <a:pt x="1745515" y="42878"/>
                </a:cubicBezTo>
                <a:cubicBezTo>
                  <a:pt x="1745515" y="54783"/>
                  <a:pt x="1737579" y="62719"/>
                  <a:pt x="1726170" y="62223"/>
                </a:cubicBezTo>
                <a:cubicBezTo>
                  <a:pt x="1714761" y="62223"/>
                  <a:pt x="1707321" y="54287"/>
                  <a:pt x="1707321" y="42382"/>
                </a:cubicBezTo>
                <a:cubicBezTo>
                  <a:pt x="1707321" y="30974"/>
                  <a:pt x="1715257" y="23533"/>
                  <a:pt x="1727162" y="24029"/>
                </a:cubicBezTo>
                <a:close/>
                <a:moveTo>
                  <a:pt x="1658711" y="23533"/>
                </a:moveTo>
                <a:cubicBezTo>
                  <a:pt x="1664663" y="23037"/>
                  <a:pt x="1668135" y="26013"/>
                  <a:pt x="1672103" y="29486"/>
                </a:cubicBezTo>
                <a:cubicBezTo>
                  <a:pt x="1676568" y="33454"/>
                  <a:pt x="1676568" y="37918"/>
                  <a:pt x="1677064" y="42878"/>
                </a:cubicBezTo>
                <a:cubicBezTo>
                  <a:pt x="1677064" y="48335"/>
                  <a:pt x="1676072" y="52303"/>
                  <a:pt x="1671607" y="56271"/>
                </a:cubicBezTo>
                <a:cubicBezTo>
                  <a:pt x="1667143" y="61231"/>
                  <a:pt x="1663175" y="64207"/>
                  <a:pt x="1657719" y="61727"/>
                </a:cubicBezTo>
                <a:cubicBezTo>
                  <a:pt x="1651270" y="63711"/>
                  <a:pt x="1647798" y="60239"/>
                  <a:pt x="1643830" y="56767"/>
                </a:cubicBezTo>
                <a:cubicBezTo>
                  <a:pt x="1638373" y="52799"/>
                  <a:pt x="1638870" y="47343"/>
                  <a:pt x="1638373" y="41886"/>
                </a:cubicBezTo>
                <a:cubicBezTo>
                  <a:pt x="1637878" y="35934"/>
                  <a:pt x="1640854" y="32958"/>
                  <a:pt x="1643830" y="28494"/>
                </a:cubicBezTo>
                <a:cubicBezTo>
                  <a:pt x="1648294" y="23037"/>
                  <a:pt x="1653254" y="24029"/>
                  <a:pt x="1658711" y="23533"/>
                </a:cubicBezTo>
                <a:close/>
                <a:moveTo>
                  <a:pt x="1591747" y="22046"/>
                </a:moveTo>
                <a:cubicBezTo>
                  <a:pt x="1602659" y="22542"/>
                  <a:pt x="1612084" y="32462"/>
                  <a:pt x="1612580" y="43375"/>
                </a:cubicBezTo>
                <a:cubicBezTo>
                  <a:pt x="1612580" y="47343"/>
                  <a:pt x="1608612" y="55280"/>
                  <a:pt x="1606132" y="58256"/>
                </a:cubicBezTo>
                <a:cubicBezTo>
                  <a:pt x="1601667" y="63216"/>
                  <a:pt x="1596211" y="63216"/>
                  <a:pt x="1590755" y="65200"/>
                </a:cubicBezTo>
                <a:cubicBezTo>
                  <a:pt x="1585298" y="62720"/>
                  <a:pt x="1579346" y="62224"/>
                  <a:pt x="1574882" y="57264"/>
                </a:cubicBezTo>
                <a:cubicBezTo>
                  <a:pt x="1571410" y="52799"/>
                  <a:pt x="1569922" y="47839"/>
                  <a:pt x="1569922" y="42879"/>
                </a:cubicBezTo>
                <a:cubicBezTo>
                  <a:pt x="1569426" y="31470"/>
                  <a:pt x="1580834" y="21550"/>
                  <a:pt x="1591747" y="22046"/>
                </a:cubicBezTo>
                <a:close/>
                <a:moveTo>
                  <a:pt x="1523791" y="22046"/>
                </a:moveTo>
                <a:cubicBezTo>
                  <a:pt x="1535696" y="22046"/>
                  <a:pt x="1545616" y="31471"/>
                  <a:pt x="1545616" y="43375"/>
                </a:cubicBezTo>
                <a:cubicBezTo>
                  <a:pt x="1545616" y="54288"/>
                  <a:pt x="1536192" y="64704"/>
                  <a:pt x="1525279" y="65200"/>
                </a:cubicBezTo>
                <a:cubicBezTo>
                  <a:pt x="1513375" y="65696"/>
                  <a:pt x="1502958" y="55776"/>
                  <a:pt x="1502462" y="44863"/>
                </a:cubicBezTo>
                <a:cubicBezTo>
                  <a:pt x="1502462" y="32463"/>
                  <a:pt x="1512383" y="22046"/>
                  <a:pt x="1523791" y="22046"/>
                </a:cubicBezTo>
                <a:close/>
                <a:moveTo>
                  <a:pt x="1456828" y="19566"/>
                </a:moveTo>
                <a:cubicBezTo>
                  <a:pt x="1461788" y="21550"/>
                  <a:pt x="1467244" y="23038"/>
                  <a:pt x="1472204" y="25518"/>
                </a:cubicBezTo>
                <a:cubicBezTo>
                  <a:pt x="1478157" y="29487"/>
                  <a:pt x="1478157" y="36927"/>
                  <a:pt x="1481629" y="43375"/>
                </a:cubicBezTo>
                <a:cubicBezTo>
                  <a:pt x="1479645" y="47840"/>
                  <a:pt x="1477661" y="53296"/>
                  <a:pt x="1475181" y="57760"/>
                </a:cubicBezTo>
                <a:cubicBezTo>
                  <a:pt x="1471708" y="64208"/>
                  <a:pt x="1463772" y="63216"/>
                  <a:pt x="1458812" y="66689"/>
                </a:cubicBezTo>
                <a:cubicBezTo>
                  <a:pt x="1453851" y="64704"/>
                  <a:pt x="1448395" y="63216"/>
                  <a:pt x="1443435" y="60736"/>
                </a:cubicBezTo>
                <a:cubicBezTo>
                  <a:pt x="1436987" y="57264"/>
                  <a:pt x="1435498" y="49328"/>
                  <a:pt x="1434506" y="43375"/>
                </a:cubicBezTo>
                <a:cubicBezTo>
                  <a:pt x="1434010" y="38911"/>
                  <a:pt x="1437979" y="32959"/>
                  <a:pt x="1440459" y="28494"/>
                </a:cubicBezTo>
                <a:cubicBezTo>
                  <a:pt x="1443931" y="22046"/>
                  <a:pt x="1451867" y="23038"/>
                  <a:pt x="1456828" y="19566"/>
                </a:cubicBezTo>
                <a:close/>
                <a:moveTo>
                  <a:pt x="1389368" y="19566"/>
                </a:moveTo>
                <a:cubicBezTo>
                  <a:pt x="1400777" y="20062"/>
                  <a:pt x="1412681" y="32463"/>
                  <a:pt x="1412186" y="43871"/>
                </a:cubicBezTo>
                <a:cubicBezTo>
                  <a:pt x="1412186" y="55776"/>
                  <a:pt x="1399289" y="67185"/>
                  <a:pt x="1387384" y="67185"/>
                </a:cubicBezTo>
                <a:cubicBezTo>
                  <a:pt x="1376472" y="66689"/>
                  <a:pt x="1364567" y="54288"/>
                  <a:pt x="1364567" y="42879"/>
                </a:cubicBezTo>
                <a:cubicBezTo>
                  <a:pt x="1364567" y="30975"/>
                  <a:pt x="1377464" y="19566"/>
                  <a:pt x="1389368" y="19566"/>
                </a:cubicBezTo>
                <a:close/>
                <a:moveTo>
                  <a:pt x="1321908" y="19566"/>
                </a:moveTo>
                <a:cubicBezTo>
                  <a:pt x="1336789" y="19566"/>
                  <a:pt x="1345717" y="28494"/>
                  <a:pt x="1345717" y="43375"/>
                </a:cubicBezTo>
                <a:cubicBezTo>
                  <a:pt x="1345717" y="58256"/>
                  <a:pt x="1336789" y="67185"/>
                  <a:pt x="1321412" y="67185"/>
                </a:cubicBezTo>
                <a:cubicBezTo>
                  <a:pt x="1306531" y="67185"/>
                  <a:pt x="1298099" y="58256"/>
                  <a:pt x="1298099" y="42879"/>
                </a:cubicBezTo>
                <a:cubicBezTo>
                  <a:pt x="1298099" y="28494"/>
                  <a:pt x="1307523" y="19566"/>
                  <a:pt x="1321908" y="19566"/>
                </a:cubicBezTo>
                <a:close/>
                <a:moveTo>
                  <a:pt x="1255441" y="19566"/>
                </a:moveTo>
                <a:cubicBezTo>
                  <a:pt x="1270322" y="19566"/>
                  <a:pt x="1278259" y="28991"/>
                  <a:pt x="1278755" y="44367"/>
                </a:cubicBezTo>
                <a:cubicBezTo>
                  <a:pt x="1278755" y="50816"/>
                  <a:pt x="1276770" y="55776"/>
                  <a:pt x="1272306" y="60736"/>
                </a:cubicBezTo>
                <a:cubicBezTo>
                  <a:pt x="1267346" y="66193"/>
                  <a:pt x="1261394" y="68177"/>
                  <a:pt x="1254945" y="67185"/>
                </a:cubicBezTo>
                <a:cubicBezTo>
                  <a:pt x="1239568" y="67185"/>
                  <a:pt x="1231136" y="57760"/>
                  <a:pt x="1231136" y="41887"/>
                </a:cubicBezTo>
                <a:cubicBezTo>
                  <a:pt x="1231136" y="27998"/>
                  <a:pt x="1240561" y="19566"/>
                  <a:pt x="1255441" y="19566"/>
                </a:cubicBezTo>
                <a:close/>
                <a:moveTo>
                  <a:pt x="1119033" y="17581"/>
                </a:moveTo>
                <a:cubicBezTo>
                  <a:pt x="1126970" y="17581"/>
                  <a:pt x="1132922" y="20061"/>
                  <a:pt x="1138378" y="25517"/>
                </a:cubicBezTo>
                <a:cubicBezTo>
                  <a:pt x="1143339" y="30974"/>
                  <a:pt x="1145819" y="36430"/>
                  <a:pt x="1145819" y="43870"/>
                </a:cubicBezTo>
                <a:cubicBezTo>
                  <a:pt x="1145819" y="51311"/>
                  <a:pt x="1143339" y="57263"/>
                  <a:pt x="1138378" y="62223"/>
                </a:cubicBezTo>
                <a:cubicBezTo>
                  <a:pt x="1132922" y="66688"/>
                  <a:pt x="1127962" y="70656"/>
                  <a:pt x="1121018" y="69664"/>
                </a:cubicBezTo>
                <a:cubicBezTo>
                  <a:pt x="1105145" y="69664"/>
                  <a:pt x="1093736" y="58751"/>
                  <a:pt x="1093240" y="44862"/>
                </a:cubicBezTo>
                <a:cubicBezTo>
                  <a:pt x="1093240" y="36926"/>
                  <a:pt x="1095224" y="30974"/>
                  <a:pt x="1100680" y="25517"/>
                </a:cubicBezTo>
                <a:cubicBezTo>
                  <a:pt x="1106137" y="20557"/>
                  <a:pt x="1111097" y="17581"/>
                  <a:pt x="1119033" y="17581"/>
                </a:cubicBezTo>
                <a:close/>
                <a:moveTo>
                  <a:pt x="1053062" y="17086"/>
                </a:moveTo>
                <a:cubicBezTo>
                  <a:pt x="1067447" y="17086"/>
                  <a:pt x="1079352" y="28494"/>
                  <a:pt x="1079352" y="44367"/>
                </a:cubicBezTo>
                <a:cubicBezTo>
                  <a:pt x="1079352" y="58752"/>
                  <a:pt x="1067447" y="70161"/>
                  <a:pt x="1053062" y="70161"/>
                </a:cubicBezTo>
                <a:cubicBezTo>
                  <a:pt x="1037236" y="70161"/>
                  <a:pt x="1025332" y="57264"/>
                  <a:pt x="1026820" y="43375"/>
                </a:cubicBezTo>
                <a:cubicBezTo>
                  <a:pt x="1025332" y="29487"/>
                  <a:pt x="1037236" y="16590"/>
                  <a:pt x="1053062" y="17086"/>
                </a:cubicBezTo>
                <a:close/>
                <a:moveTo>
                  <a:pt x="1185005" y="17085"/>
                </a:moveTo>
                <a:cubicBezTo>
                  <a:pt x="1201374" y="17085"/>
                  <a:pt x="1210303" y="28494"/>
                  <a:pt x="1211791" y="41886"/>
                </a:cubicBezTo>
                <a:cubicBezTo>
                  <a:pt x="1213279" y="56271"/>
                  <a:pt x="1201374" y="68672"/>
                  <a:pt x="1186493" y="69664"/>
                </a:cubicBezTo>
                <a:cubicBezTo>
                  <a:pt x="1170124" y="68672"/>
                  <a:pt x="1161196" y="58255"/>
                  <a:pt x="1159708" y="44366"/>
                </a:cubicBezTo>
                <a:cubicBezTo>
                  <a:pt x="1158716" y="30478"/>
                  <a:pt x="1170620" y="17085"/>
                  <a:pt x="1185005" y="17085"/>
                </a:cubicBezTo>
                <a:close/>
                <a:moveTo>
                  <a:pt x="784231" y="15102"/>
                </a:moveTo>
                <a:cubicBezTo>
                  <a:pt x="792168" y="14109"/>
                  <a:pt x="798614" y="16590"/>
                  <a:pt x="805063" y="22542"/>
                </a:cubicBezTo>
                <a:cubicBezTo>
                  <a:pt x="811512" y="28990"/>
                  <a:pt x="813000" y="35935"/>
                  <a:pt x="813000" y="44367"/>
                </a:cubicBezTo>
                <a:cubicBezTo>
                  <a:pt x="813000" y="52800"/>
                  <a:pt x="810520" y="58752"/>
                  <a:pt x="805063" y="64704"/>
                </a:cubicBezTo>
                <a:cubicBezTo>
                  <a:pt x="798614" y="71153"/>
                  <a:pt x="791671" y="72145"/>
                  <a:pt x="783238" y="72145"/>
                </a:cubicBezTo>
                <a:cubicBezTo>
                  <a:pt x="775302" y="72145"/>
                  <a:pt x="769350" y="69664"/>
                  <a:pt x="763893" y="64704"/>
                </a:cubicBezTo>
                <a:cubicBezTo>
                  <a:pt x="757444" y="58256"/>
                  <a:pt x="755956" y="51311"/>
                  <a:pt x="755956" y="42879"/>
                </a:cubicBezTo>
                <a:cubicBezTo>
                  <a:pt x="755956" y="34447"/>
                  <a:pt x="757941" y="28494"/>
                  <a:pt x="763893" y="22542"/>
                </a:cubicBezTo>
                <a:cubicBezTo>
                  <a:pt x="769350" y="16094"/>
                  <a:pt x="775798" y="14109"/>
                  <a:pt x="784231" y="15102"/>
                </a:cubicBezTo>
                <a:close/>
                <a:moveTo>
                  <a:pt x="917654" y="15101"/>
                </a:moveTo>
                <a:cubicBezTo>
                  <a:pt x="932038" y="15597"/>
                  <a:pt x="945927" y="28990"/>
                  <a:pt x="945927" y="43871"/>
                </a:cubicBezTo>
                <a:cubicBezTo>
                  <a:pt x="945431" y="57760"/>
                  <a:pt x="931542" y="72641"/>
                  <a:pt x="917157" y="72145"/>
                </a:cubicBezTo>
                <a:cubicBezTo>
                  <a:pt x="902277" y="72641"/>
                  <a:pt x="888884" y="58256"/>
                  <a:pt x="888388" y="43871"/>
                </a:cubicBezTo>
                <a:cubicBezTo>
                  <a:pt x="888388" y="28990"/>
                  <a:pt x="903269" y="14605"/>
                  <a:pt x="917654" y="15101"/>
                </a:cubicBezTo>
                <a:close/>
                <a:moveTo>
                  <a:pt x="850701" y="14605"/>
                </a:moveTo>
                <a:cubicBezTo>
                  <a:pt x="865582" y="14605"/>
                  <a:pt x="880462" y="27998"/>
                  <a:pt x="878974" y="42879"/>
                </a:cubicBezTo>
                <a:cubicBezTo>
                  <a:pt x="880462" y="59247"/>
                  <a:pt x="865086" y="71648"/>
                  <a:pt x="851196" y="72144"/>
                </a:cubicBezTo>
                <a:cubicBezTo>
                  <a:pt x="834829" y="72640"/>
                  <a:pt x="821435" y="58255"/>
                  <a:pt x="821435" y="43871"/>
                </a:cubicBezTo>
                <a:cubicBezTo>
                  <a:pt x="821435" y="27502"/>
                  <a:pt x="835820" y="14605"/>
                  <a:pt x="850701" y="14605"/>
                </a:cubicBezTo>
                <a:close/>
                <a:moveTo>
                  <a:pt x="986633" y="14109"/>
                </a:moveTo>
                <a:cubicBezTo>
                  <a:pt x="994073" y="15597"/>
                  <a:pt x="1001017" y="17581"/>
                  <a:pt x="1006474" y="23534"/>
                </a:cubicBezTo>
                <a:cubicBezTo>
                  <a:pt x="1011930" y="29982"/>
                  <a:pt x="1012426" y="36926"/>
                  <a:pt x="1015402" y="43375"/>
                </a:cubicBezTo>
                <a:cubicBezTo>
                  <a:pt x="1012426" y="50319"/>
                  <a:pt x="1011434" y="57760"/>
                  <a:pt x="1005482" y="63216"/>
                </a:cubicBezTo>
                <a:cubicBezTo>
                  <a:pt x="1000025" y="68176"/>
                  <a:pt x="993081" y="71152"/>
                  <a:pt x="986138" y="71152"/>
                </a:cubicBezTo>
                <a:cubicBezTo>
                  <a:pt x="978697" y="71152"/>
                  <a:pt x="971753" y="68176"/>
                  <a:pt x="966296" y="62224"/>
                </a:cubicBezTo>
                <a:cubicBezTo>
                  <a:pt x="960840" y="56271"/>
                  <a:pt x="957368" y="49327"/>
                  <a:pt x="957864" y="41887"/>
                </a:cubicBezTo>
                <a:cubicBezTo>
                  <a:pt x="958360" y="34446"/>
                  <a:pt x="961336" y="26510"/>
                  <a:pt x="968281" y="21054"/>
                </a:cubicBezTo>
                <a:cubicBezTo>
                  <a:pt x="971753" y="18573"/>
                  <a:pt x="983161" y="13117"/>
                  <a:pt x="986633" y="14109"/>
                </a:cubicBezTo>
                <a:close/>
                <a:moveTo>
                  <a:pt x="714809" y="13117"/>
                </a:moveTo>
                <a:cubicBezTo>
                  <a:pt x="722744" y="13613"/>
                  <a:pt x="730183" y="17085"/>
                  <a:pt x="736632" y="23533"/>
                </a:cubicBezTo>
                <a:cubicBezTo>
                  <a:pt x="742088" y="28990"/>
                  <a:pt x="743079" y="36430"/>
                  <a:pt x="746055" y="43374"/>
                </a:cubicBezTo>
                <a:cubicBezTo>
                  <a:pt x="743079" y="50319"/>
                  <a:pt x="742088" y="57759"/>
                  <a:pt x="736632" y="63215"/>
                </a:cubicBezTo>
                <a:cubicBezTo>
                  <a:pt x="730679" y="69664"/>
                  <a:pt x="723240" y="73632"/>
                  <a:pt x="714809" y="73632"/>
                </a:cubicBezTo>
                <a:cubicBezTo>
                  <a:pt x="706872" y="73632"/>
                  <a:pt x="699433" y="69664"/>
                  <a:pt x="692984" y="63711"/>
                </a:cubicBezTo>
                <a:cubicBezTo>
                  <a:pt x="687033" y="57759"/>
                  <a:pt x="683561" y="50319"/>
                  <a:pt x="684057" y="42878"/>
                </a:cubicBezTo>
                <a:cubicBezTo>
                  <a:pt x="684553" y="34446"/>
                  <a:pt x="688521" y="26509"/>
                  <a:pt x="695464" y="20557"/>
                </a:cubicBezTo>
                <a:cubicBezTo>
                  <a:pt x="700921" y="15597"/>
                  <a:pt x="707864" y="12621"/>
                  <a:pt x="714809" y="13117"/>
                </a:cubicBezTo>
                <a:close/>
                <a:moveTo>
                  <a:pt x="648816" y="12125"/>
                </a:moveTo>
                <a:cubicBezTo>
                  <a:pt x="663200" y="12621"/>
                  <a:pt x="679568" y="27998"/>
                  <a:pt x="679072" y="43870"/>
                </a:cubicBezTo>
                <a:cubicBezTo>
                  <a:pt x="679072" y="58255"/>
                  <a:pt x="664193" y="76112"/>
                  <a:pt x="647824" y="74128"/>
                </a:cubicBezTo>
                <a:cubicBezTo>
                  <a:pt x="632943" y="76112"/>
                  <a:pt x="616575" y="58751"/>
                  <a:pt x="616575" y="43374"/>
                </a:cubicBezTo>
                <a:cubicBezTo>
                  <a:pt x="616575" y="28494"/>
                  <a:pt x="632447" y="11629"/>
                  <a:pt x="648816" y="12125"/>
                </a:cubicBezTo>
                <a:close/>
                <a:moveTo>
                  <a:pt x="581847" y="12125"/>
                </a:moveTo>
                <a:cubicBezTo>
                  <a:pt x="597720" y="12125"/>
                  <a:pt x="613593" y="26510"/>
                  <a:pt x="612601" y="44863"/>
                </a:cubicBezTo>
                <a:cubicBezTo>
                  <a:pt x="612105" y="60240"/>
                  <a:pt x="597720" y="75616"/>
                  <a:pt x="580359" y="75120"/>
                </a:cubicBezTo>
                <a:cubicBezTo>
                  <a:pt x="564485" y="74128"/>
                  <a:pt x="548612" y="59744"/>
                  <a:pt x="550597" y="42879"/>
                </a:cubicBezTo>
                <a:cubicBezTo>
                  <a:pt x="549108" y="27502"/>
                  <a:pt x="564485" y="12125"/>
                  <a:pt x="581847" y="12125"/>
                </a:cubicBezTo>
                <a:close/>
                <a:moveTo>
                  <a:pt x="514397" y="11629"/>
                </a:moveTo>
                <a:cubicBezTo>
                  <a:pt x="523822" y="11629"/>
                  <a:pt x="531759" y="14605"/>
                  <a:pt x="537215" y="20061"/>
                </a:cubicBezTo>
                <a:cubicBezTo>
                  <a:pt x="542671" y="26014"/>
                  <a:pt x="548625" y="33454"/>
                  <a:pt x="545151" y="42879"/>
                </a:cubicBezTo>
                <a:cubicBezTo>
                  <a:pt x="548128" y="52303"/>
                  <a:pt x="543167" y="59743"/>
                  <a:pt x="538207" y="65696"/>
                </a:cubicBezTo>
                <a:cubicBezTo>
                  <a:pt x="532751" y="71648"/>
                  <a:pt x="524318" y="75120"/>
                  <a:pt x="514893" y="74624"/>
                </a:cubicBezTo>
                <a:cubicBezTo>
                  <a:pt x="505468" y="74624"/>
                  <a:pt x="497532" y="71648"/>
                  <a:pt x="492074" y="66192"/>
                </a:cubicBezTo>
                <a:cubicBezTo>
                  <a:pt x="486122" y="60239"/>
                  <a:pt x="483146" y="52303"/>
                  <a:pt x="483146" y="42383"/>
                </a:cubicBezTo>
                <a:cubicBezTo>
                  <a:pt x="483146" y="33454"/>
                  <a:pt x="486122" y="26014"/>
                  <a:pt x="491082" y="20557"/>
                </a:cubicBezTo>
                <a:cubicBezTo>
                  <a:pt x="496540" y="14605"/>
                  <a:pt x="504972" y="11133"/>
                  <a:pt x="514397" y="11629"/>
                </a:cubicBezTo>
                <a:close/>
                <a:moveTo>
                  <a:pt x="448912" y="10079"/>
                </a:moveTo>
                <a:cubicBezTo>
                  <a:pt x="452384" y="10886"/>
                  <a:pt x="455856" y="12374"/>
                  <a:pt x="459328" y="12126"/>
                </a:cubicBezTo>
                <a:cubicBezTo>
                  <a:pt x="462305" y="12126"/>
                  <a:pt x="474705" y="24030"/>
                  <a:pt x="475697" y="28494"/>
                </a:cubicBezTo>
                <a:cubicBezTo>
                  <a:pt x="477185" y="34943"/>
                  <a:pt x="483138" y="41391"/>
                  <a:pt x="477185" y="48832"/>
                </a:cubicBezTo>
                <a:cubicBezTo>
                  <a:pt x="477185" y="59744"/>
                  <a:pt x="470737" y="65696"/>
                  <a:pt x="462305" y="71153"/>
                </a:cubicBezTo>
                <a:cubicBezTo>
                  <a:pt x="458832" y="73633"/>
                  <a:pt x="455856" y="73633"/>
                  <a:pt x="452880" y="74129"/>
                </a:cubicBezTo>
                <a:cubicBezTo>
                  <a:pt x="452384" y="74129"/>
                  <a:pt x="451392" y="75617"/>
                  <a:pt x="451392" y="76609"/>
                </a:cubicBezTo>
                <a:cubicBezTo>
                  <a:pt x="451392" y="77601"/>
                  <a:pt x="452880" y="79089"/>
                  <a:pt x="453376" y="78593"/>
                </a:cubicBezTo>
                <a:cubicBezTo>
                  <a:pt x="459824" y="76609"/>
                  <a:pt x="463297" y="82065"/>
                  <a:pt x="467761" y="84545"/>
                </a:cubicBezTo>
                <a:cubicBezTo>
                  <a:pt x="471729" y="87026"/>
                  <a:pt x="476193" y="91986"/>
                  <a:pt x="476689" y="95954"/>
                </a:cubicBezTo>
                <a:cubicBezTo>
                  <a:pt x="477681" y="102402"/>
                  <a:pt x="482146" y="107363"/>
                  <a:pt x="478673" y="115299"/>
                </a:cubicBezTo>
                <a:cubicBezTo>
                  <a:pt x="472721" y="129684"/>
                  <a:pt x="473713" y="129684"/>
                  <a:pt x="462305" y="138116"/>
                </a:cubicBezTo>
                <a:cubicBezTo>
                  <a:pt x="459328" y="140596"/>
                  <a:pt x="456848" y="140100"/>
                  <a:pt x="453872" y="140596"/>
                </a:cubicBezTo>
                <a:cubicBezTo>
                  <a:pt x="452880" y="140596"/>
                  <a:pt x="451888" y="142085"/>
                  <a:pt x="451888" y="142581"/>
                </a:cubicBezTo>
                <a:cubicBezTo>
                  <a:pt x="451888" y="143573"/>
                  <a:pt x="452384" y="145061"/>
                  <a:pt x="453376" y="145061"/>
                </a:cubicBezTo>
                <a:cubicBezTo>
                  <a:pt x="454864" y="145557"/>
                  <a:pt x="456352" y="145061"/>
                  <a:pt x="457840" y="145557"/>
                </a:cubicBezTo>
                <a:cubicBezTo>
                  <a:pt x="471233" y="150021"/>
                  <a:pt x="476689" y="161430"/>
                  <a:pt x="480162" y="173830"/>
                </a:cubicBezTo>
                <a:cubicBezTo>
                  <a:pt x="481154" y="176806"/>
                  <a:pt x="479169" y="181271"/>
                  <a:pt x="478177" y="184743"/>
                </a:cubicBezTo>
                <a:cubicBezTo>
                  <a:pt x="475201" y="196647"/>
                  <a:pt x="467761" y="204088"/>
                  <a:pt x="455856" y="207064"/>
                </a:cubicBezTo>
                <a:cubicBezTo>
                  <a:pt x="453872" y="207560"/>
                  <a:pt x="452384" y="208552"/>
                  <a:pt x="450896" y="209544"/>
                </a:cubicBezTo>
                <a:cubicBezTo>
                  <a:pt x="450400" y="209544"/>
                  <a:pt x="450896" y="211528"/>
                  <a:pt x="451392" y="211528"/>
                </a:cubicBezTo>
                <a:cubicBezTo>
                  <a:pt x="451888" y="212024"/>
                  <a:pt x="452880" y="211528"/>
                  <a:pt x="453872" y="211528"/>
                </a:cubicBezTo>
                <a:cubicBezTo>
                  <a:pt x="466273" y="213016"/>
                  <a:pt x="476193" y="220953"/>
                  <a:pt x="478177" y="232857"/>
                </a:cubicBezTo>
                <a:cubicBezTo>
                  <a:pt x="478673" y="236330"/>
                  <a:pt x="482146" y="241290"/>
                  <a:pt x="480658" y="243274"/>
                </a:cubicBezTo>
                <a:cubicBezTo>
                  <a:pt x="477681" y="247738"/>
                  <a:pt x="478673" y="252698"/>
                  <a:pt x="476689" y="257163"/>
                </a:cubicBezTo>
                <a:cubicBezTo>
                  <a:pt x="472225" y="267083"/>
                  <a:pt x="464289" y="272044"/>
                  <a:pt x="453872" y="273036"/>
                </a:cubicBezTo>
                <a:cubicBezTo>
                  <a:pt x="450896" y="273532"/>
                  <a:pt x="449904" y="277500"/>
                  <a:pt x="445439" y="275020"/>
                </a:cubicBezTo>
                <a:cubicBezTo>
                  <a:pt x="439486" y="272044"/>
                  <a:pt x="432046" y="272044"/>
                  <a:pt x="427086" y="268075"/>
                </a:cubicBezTo>
                <a:cubicBezTo>
                  <a:pt x="420637" y="263115"/>
                  <a:pt x="416669" y="256171"/>
                  <a:pt x="416669" y="247738"/>
                </a:cubicBezTo>
                <a:cubicBezTo>
                  <a:pt x="416669" y="246746"/>
                  <a:pt x="415677" y="245754"/>
                  <a:pt x="415181" y="245258"/>
                </a:cubicBezTo>
                <a:cubicBezTo>
                  <a:pt x="414685" y="245754"/>
                  <a:pt x="414189" y="246746"/>
                  <a:pt x="414189" y="247242"/>
                </a:cubicBezTo>
                <a:cubicBezTo>
                  <a:pt x="413197" y="249722"/>
                  <a:pt x="412701" y="252202"/>
                  <a:pt x="411709" y="254683"/>
                </a:cubicBezTo>
                <a:cubicBezTo>
                  <a:pt x="404268" y="273532"/>
                  <a:pt x="379466" y="284444"/>
                  <a:pt x="359624" y="268075"/>
                </a:cubicBezTo>
                <a:cubicBezTo>
                  <a:pt x="354664" y="264107"/>
                  <a:pt x="349704" y="259643"/>
                  <a:pt x="349704" y="251706"/>
                </a:cubicBezTo>
                <a:cubicBezTo>
                  <a:pt x="349704" y="251210"/>
                  <a:pt x="348711" y="250714"/>
                  <a:pt x="348711" y="250218"/>
                </a:cubicBezTo>
                <a:cubicBezTo>
                  <a:pt x="348215" y="250714"/>
                  <a:pt x="347719" y="251210"/>
                  <a:pt x="347223" y="251706"/>
                </a:cubicBezTo>
                <a:cubicBezTo>
                  <a:pt x="343751" y="256667"/>
                  <a:pt x="341767" y="262123"/>
                  <a:pt x="337303" y="266587"/>
                </a:cubicBezTo>
                <a:cubicBezTo>
                  <a:pt x="320438" y="282956"/>
                  <a:pt x="296132" y="277500"/>
                  <a:pt x="285716" y="258155"/>
                </a:cubicBezTo>
                <a:cubicBezTo>
                  <a:pt x="280756" y="253691"/>
                  <a:pt x="278276" y="249722"/>
                  <a:pt x="278772" y="246250"/>
                </a:cubicBezTo>
                <a:cubicBezTo>
                  <a:pt x="278772" y="228889"/>
                  <a:pt x="287204" y="219465"/>
                  <a:pt x="299605" y="212520"/>
                </a:cubicBezTo>
                <a:cubicBezTo>
                  <a:pt x="300597" y="212024"/>
                  <a:pt x="301589" y="211032"/>
                  <a:pt x="302580" y="210040"/>
                </a:cubicBezTo>
                <a:cubicBezTo>
                  <a:pt x="301589" y="209048"/>
                  <a:pt x="300597" y="208056"/>
                  <a:pt x="299605" y="207560"/>
                </a:cubicBezTo>
                <a:cubicBezTo>
                  <a:pt x="292164" y="203592"/>
                  <a:pt x="285716" y="198136"/>
                  <a:pt x="281748" y="190695"/>
                </a:cubicBezTo>
                <a:cubicBezTo>
                  <a:pt x="275300" y="178294"/>
                  <a:pt x="278276" y="165894"/>
                  <a:pt x="286212" y="155973"/>
                </a:cubicBezTo>
                <a:cubicBezTo>
                  <a:pt x="289684" y="151509"/>
                  <a:pt x="294149" y="148037"/>
                  <a:pt x="299605" y="145557"/>
                </a:cubicBezTo>
                <a:cubicBezTo>
                  <a:pt x="300597" y="145061"/>
                  <a:pt x="301093" y="143573"/>
                  <a:pt x="302084" y="142581"/>
                </a:cubicBezTo>
                <a:cubicBezTo>
                  <a:pt x="301093" y="142085"/>
                  <a:pt x="300597" y="141092"/>
                  <a:pt x="299605" y="141092"/>
                </a:cubicBezTo>
                <a:cubicBezTo>
                  <a:pt x="298613" y="140596"/>
                  <a:pt x="296628" y="141588"/>
                  <a:pt x="296132" y="140596"/>
                </a:cubicBezTo>
                <a:cubicBezTo>
                  <a:pt x="290676" y="133652"/>
                  <a:pt x="282244" y="129684"/>
                  <a:pt x="279764" y="120259"/>
                </a:cubicBezTo>
                <a:cubicBezTo>
                  <a:pt x="278276" y="113811"/>
                  <a:pt x="278276" y="107859"/>
                  <a:pt x="278772" y="101906"/>
                </a:cubicBezTo>
                <a:cubicBezTo>
                  <a:pt x="279268" y="97442"/>
                  <a:pt x="281748" y="91986"/>
                  <a:pt x="286708" y="88514"/>
                </a:cubicBezTo>
                <a:cubicBezTo>
                  <a:pt x="291668" y="85041"/>
                  <a:pt x="294149" y="78593"/>
                  <a:pt x="301589" y="78593"/>
                </a:cubicBezTo>
                <a:cubicBezTo>
                  <a:pt x="301589" y="78593"/>
                  <a:pt x="302084" y="77105"/>
                  <a:pt x="302084" y="76609"/>
                </a:cubicBezTo>
                <a:cubicBezTo>
                  <a:pt x="302084" y="76113"/>
                  <a:pt x="301589" y="74625"/>
                  <a:pt x="301093" y="74625"/>
                </a:cubicBezTo>
                <a:cubicBezTo>
                  <a:pt x="292164" y="73633"/>
                  <a:pt x="287204" y="68177"/>
                  <a:pt x="282740" y="61232"/>
                </a:cubicBezTo>
                <a:cubicBezTo>
                  <a:pt x="277780" y="52800"/>
                  <a:pt x="277284" y="34943"/>
                  <a:pt x="282740" y="26510"/>
                </a:cubicBezTo>
                <a:cubicBezTo>
                  <a:pt x="294149" y="8653"/>
                  <a:pt x="312005" y="6669"/>
                  <a:pt x="326886" y="12622"/>
                </a:cubicBezTo>
                <a:cubicBezTo>
                  <a:pt x="334823" y="15598"/>
                  <a:pt x="341271" y="21550"/>
                  <a:pt x="343255" y="30975"/>
                </a:cubicBezTo>
                <a:cubicBezTo>
                  <a:pt x="343255" y="31967"/>
                  <a:pt x="344247" y="32959"/>
                  <a:pt x="344743" y="33951"/>
                </a:cubicBezTo>
                <a:cubicBezTo>
                  <a:pt x="345239" y="34447"/>
                  <a:pt x="345735" y="34943"/>
                  <a:pt x="346231" y="35439"/>
                </a:cubicBezTo>
                <a:cubicBezTo>
                  <a:pt x="347223" y="34943"/>
                  <a:pt x="347719" y="34447"/>
                  <a:pt x="348215" y="33455"/>
                </a:cubicBezTo>
                <a:cubicBezTo>
                  <a:pt x="348215" y="27998"/>
                  <a:pt x="352184" y="24030"/>
                  <a:pt x="355656" y="20062"/>
                </a:cubicBezTo>
                <a:cubicBezTo>
                  <a:pt x="361112" y="14110"/>
                  <a:pt x="368057" y="11630"/>
                  <a:pt x="375498" y="10141"/>
                </a:cubicBezTo>
                <a:cubicBezTo>
                  <a:pt x="383434" y="8157"/>
                  <a:pt x="390875" y="11630"/>
                  <a:pt x="396827" y="15102"/>
                </a:cubicBezTo>
                <a:cubicBezTo>
                  <a:pt x="402780" y="19070"/>
                  <a:pt x="409229" y="24526"/>
                  <a:pt x="410221" y="32959"/>
                </a:cubicBezTo>
                <a:cubicBezTo>
                  <a:pt x="410221" y="33951"/>
                  <a:pt x="410717" y="34943"/>
                  <a:pt x="411709" y="35935"/>
                </a:cubicBezTo>
                <a:cubicBezTo>
                  <a:pt x="412205" y="36927"/>
                  <a:pt x="413197" y="36927"/>
                  <a:pt x="414189" y="37919"/>
                </a:cubicBezTo>
                <a:cubicBezTo>
                  <a:pt x="414685" y="37423"/>
                  <a:pt x="415181" y="36431"/>
                  <a:pt x="415181" y="35935"/>
                </a:cubicBezTo>
                <a:cubicBezTo>
                  <a:pt x="414189" y="28990"/>
                  <a:pt x="419149" y="24526"/>
                  <a:pt x="423117" y="20062"/>
                </a:cubicBezTo>
                <a:cubicBezTo>
                  <a:pt x="427086" y="16094"/>
                  <a:pt x="431550" y="11133"/>
                  <a:pt x="438494" y="12126"/>
                </a:cubicBezTo>
                <a:cubicBezTo>
                  <a:pt x="441967" y="9149"/>
                  <a:pt x="445439" y="9273"/>
                  <a:pt x="448912" y="10079"/>
                </a:cubicBezTo>
                <a:close/>
                <a:moveTo>
                  <a:pt x="983171" y="717"/>
                </a:moveTo>
                <a:cubicBezTo>
                  <a:pt x="984659" y="717"/>
                  <a:pt x="986147" y="717"/>
                  <a:pt x="987635" y="717"/>
                </a:cubicBezTo>
                <a:cubicBezTo>
                  <a:pt x="988627" y="717"/>
                  <a:pt x="989619" y="1213"/>
                  <a:pt x="990611" y="1709"/>
                </a:cubicBezTo>
                <a:cubicBezTo>
                  <a:pt x="989619" y="2205"/>
                  <a:pt x="988627" y="2701"/>
                  <a:pt x="987635" y="2701"/>
                </a:cubicBezTo>
                <a:cubicBezTo>
                  <a:pt x="987139" y="3197"/>
                  <a:pt x="986147" y="2701"/>
                  <a:pt x="985651" y="2701"/>
                </a:cubicBezTo>
                <a:cubicBezTo>
                  <a:pt x="984659" y="2701"/>
                  <a:pt x="984163" y="2701"/>
                  <a:pt x="983171" y="2701"/>
                </a:cubicBezTo>
                <a:cubicBezTo>
                  <a:pt x="982675" y="2701"/>
                  <a:pt x="981683" y="1709"/>
                  <a:pt x="981187" y="1709"/>
                </a:cubicBezTo>
                <a:cubicBezTo>
                  <a:pt x="981683" y="1213"/>
                  <a:pt x="982179" y="717"/>
                  <a:pt x="983171" y="717"/>
                </a:cubicBezTo>
                <a:close/>
                <a:moveTo>
                  <a:pt x="842771" y="717"/>
                </a:moveTo>
                <a:cubicBezTo>
                  <a:pt x="847731" y="717"/>
                  <a:pt x="853189" y="717"/>
                  <a:pt x="858149" y="717"/>
                </a:cubicBezTo>
                <a:cubicBezTo>
                  <a:pt x="858644" y="717"/>
                  <a:pt x="859636" y="1213"/>
                  <a:pt x="860131" y="1709"/>
                </a:cubicBezTo>
                <a:cubicBezTo>
                  <a:pt x="859636" y="2205"/>
                  <a:pt x="859140" y="2701"/>
                  <a:pt x="858149" y="2701"/>
                </a:cubicBezTo>
                <a:cubicBezTo>
                  <a:pt x="855172" y="3197"/>
                  <a:pt x="852692" y="2701"/>
                  <a:pt x="849715" y="2701"/>
                </a:cubicBezTo>
                <a:cubicBezTo>
                  <a:pt x="847234" y="2701"/>
                  <a:pt x="844752" y="2701"/>
                  <a:pt x="842771" y="2701"/>
                </a:cubicBezTo>
                <a:cubicBezTo>
                  <a:pt x="842274" y="2701"/>
                  <a:pt x="841283" y="2205"/>
                  <a:pt x="840786" y="1709"/>
                </a:cubicBezTo>
                <a:cubicBezTo>
                  <a:pt x="841283" y="1213"/>
                  <a:pt x="841778" y="717"/>
                  <a:pt x="842771" y="717"/>
                </a:cubicBezTo>
                <a:close/>
                <a:moveTo>
                  <a:pt x="635955" y="717"/>
                </a:moveTo>
                <a:cubicBezTo>
                  <a:pt x="644387" y="717"/>
                  <a:pt x="652323" y="717"/>
                  <a:pt x="660754" y="717"/>
                </a:cubicBezTo>
                <a:cubicBezTo>
                  <a:pt x="661250" y="717"/>
                  <a:pt x="662243" y="1213"/>
                  <a:pt x="662738" y="1709"/>
                </a:cubicBezTo>
                <a:cubicBezTo>
                  <a:pt x="662243" y="2205"/>
                  <a:pt x="661745" y="2701"/>
                  <a:pt x="661250" y="3197"/>
                </a:cubicBezTo>
                <a:cubicBezTo>
                  <a:pt x="656290" y="3693"/>
                  <a:pt x="651827" y="4685"/>
                  <a:pt x="647859" y="5677"/>
                </a:cubicBezTo>
                <a:cubicBezTo>
                  <a:pt x="643394" y="4685"/>
                  <a:pt x="639427" y="3693"/>
                  <a:pt x="635955" y="2701"/>
                </a:cubicBezTo>
                <a:cubicBezTo>
                  <a:pt x="635459" y="2701"/>
                  <a:pt x="634467" y="1709"/>
                  <a:pt x="633971" y="1709"/>
                </a:cubicBezTo>
                <a:cubicBezTo>
                  <a:pt x="634467" y="1213"/>
                  <a:pt x="634963" y="717"/>
                  <a:pt x="635955" y="717"/>
                </a:cubicBezTo>
                <a:close/>
                <a:moveTo>
                  <a:pt x="565494" y="717"/>
                </a:moveTo>
                <a:cubicBezTo>
                  <a:pt x="571446" y="717"/>
                  <a:pt x="576408" y="717"/>
                  <a:pt x="581368" y="717"/>
                </a:cubicBezTo>
                <a:cubicBezTo>
                  <a:pt x="584344" y="717"/>
                  <a:pt x="586824" y="717"/>
                  <a:pt x="589800" y="717"/>
                </a:cubicBezTo>
                <a:cubicBezTo>
                  <a:pt x="592280" y="717"/>
                  <a:pt x="595257" y="1213"/>
                  <a:pt x="597737" y="1213"/>
                </a:cubicBezTo>
                <a:cubicBezTo>
                  <a:pt x="595257" y="2205"/>
                  <a:pt x="593273" y="3693"/>
                  <a:pt x="590296" y="4685"/>
                </a:cubicBezTo>
                <a:cubicBezTo>
                  <a:pt x="581864" y="7165"/>
                  <a:pt x="573926" y="4685"/>
                  <a:pt x="565494" y="3197"/>
                </a:cubicBezTo>
                <a:cubicBezTo>
                  <a:pt x="564998" y="3197"/>
                  <a:pt x="564502" y="2701"/>
                  <a:pt x="564502" y="2205"/>
                </a:cubicBezTo>
                <a:cubicBezTo>
                  <a:pt x="564998" y="1709"/>
                  <a:pt x="564998" y="717"/>
                  <a:pt x="565494" y="717"/>
                </a:cubicBezTo>
                <a:close/>
                <a:moveTo>
                  <a:pt x="363113" y="717"/>
                </a:moveTo>
                <a:cubicBezTo>
                  <a:pt x="368569" y="717"/>
                  <a:pt x="374027" y="717"/>
                  <a:pt x="379483" y="717"/>
                </a:cubicBezTo>
                <a:cubicBezTo>
                  <a:pt x="384443" y="717"/>
                  <a:pt x="389901" y="717"/>
                  <a:pt x="394861" y="717"/>
                </a:cubicBezTo>
                <a:cubicBezTo>
                  <a:pt x="395853" y="717"/>
                  <a:pt x="396845" y="1709"/>
                  <a:pt x="397837" y="1709"/>
                </a:cubicBezTo>
                <a:cubicBezTo>
                  <a:pt x="396845" y="2205"/>
                  <a:pt x="395853" y="2205"/>
                  <a:pt x="394861" y="2701"/>
                </a:cubicBezTo>
                <a:cubicBezTo>
                  <a:pt x="384443" y="9149"/>
                  <a:pt x="373531" y="9149"/>
                  <a:pt x="363113" y="2701"/>
                </a:cubicBezTo>
                <a:cubicBezTo>
                  <a:pt x="362121" y="2205"/>
                  <a:pt x="361129" y="1709"/>
                  <a:pt x="360137" y="1709"/>
                </a:cubicBezTo>
                <a:cubicBezTo>
                  <a:pt x="361129" y="1213"/>
                  <a:pt x="362121" y="717"/>
                  <a:pt x="363113" y="717"/>
                </a:cubicBezTo>
                <a:close/>
                <a:moveTo>
                  <a:pt x="312505" y="717"/>
                </a:moveTo>
                <a:cubicBezTo>
                  <a:pt x="317465" y="717"/>
                  <a:pt x="322922" y="717"/>
                  <a:pt x="327882" y="717"/>
                </a:cubicBezTo>
                <a:cubicBezTo>
                  <a:pt x="328874" y="717"/>
                  <a:pt x="329866" y="1213"/>
                  <a:pt x="330858" y="1709"/>
                </a:cubicBezTo>
                <a:cubicBezTo>
                  <a:pt x="329866" y="2701"/>
                  <a:pt x="328874" y="4189"/>
                  <a:pt x="327882" y="5181"/>
                </a:cubicBezTo>
                <a:cubicBezTo>
                  <a:pt x="325402" y="6173"/>
                  <a:pt x="322426" y="7165"/>
                  <a:pt x="319449" y="8157"/>
                </a:cubicBezTo>
                <a:cubicBezTo>
                  <a:pt x="314985" y="9149"/>
                  <a:pt x="301096" y="7661"/>
                  <a:pt x="296632" y="5677"/>
                </a:cubicBezTo>
                <a:cubicBezTo>
                  <a:pt x="295144" y="5181"/>
                  <a:pt x="294152" y="3693"/>
                  <a:pt x="293160" y="2701"/>
                </a:cubicBezTo>
                <a:cubicBezTo>
                  <a:pt x="294152" y="2205"/>
                  <a:pt x="295640" y="1213"/>
                  <a:pt x="296632" y="1213"/>
                </a:cubicBezTo>
                <a:cubicBezTo>
                  <a:pt x="302088" y="221"/>
                  <a:pt x="307545" y="717"/>
                  <a:pt x="312505" y="717"/>
                </a:cubicBezTo>
                <a:close/>
                <a:moveTo>
                  <a:pt x="785248" y="221"/>
                </a:moveTo>
                <a:cubicBezTo>
                  <a:pt x="788722" y="717"/>
                  <a:pt x="791695" y="717"/>
                  <a:pt x="795166" y="1213"/>
                </a:cubicBezTo>
                <a:cubicBezTo>
                  <a:pt x="792191" y="5181"/>
                  <a:pt x="788226" y="2205"/>
                  <a:pt x="784751" y="2701"/>
                </a:cubicBezTo>
                <a:cubicBezTo>
                  <a:pt x="780779" y="3197"/>
                  <a:pt x="776316" y="2205"/>
                  <a:pt x="771856" y="2205"/>
                </a:cubicBezTo>
                <a:cubicBezTo>
                  <a:pt x="776316" y="-1267"/>
                  <a:pt x="780779" y="1709"/>
                  <a:pt x="785248" y="221"/>
                </a:cubicBezTo>
                <a:close/>
                <a:moveTo>
                  <a:pt x="704359" y="221"/>
                </a:moveTo>
                <a:cubicBezTo>
                  <a:pt x="707831" y="717"/>
                  <a:pt x="711303" y="717"/>
                  <a:pt x="714776" y="717"/>
                </a:cubicBezTo>
                <a:cubicBezTo>
                  <a:pt x="715768" y="717"/>
                  <a:pt x="716264" y="717"/>
                  <a:pt x="717256" y="717"/>
                </a:cubicBezTo>
                <a:cubicBezTo>
                  <a:pt x="720232" y="1213"/>
                  <a:pt x="723208" y="1213"/>
                  <a:pt x="726184" y="1709"/>
                </a:cubicBezTo>
                <a:cubicBezTo>
                  <a:pt x="723208" y="3197"/>
                  <a:pt x="719736" y="5181"/>
                  <a:pt x="716760" y="5181"/>
                </a:cubicBezTo>
                <a:cubicBezTo>
                  <a:pt x="712296" y="5181"/>
                  <a:pt x="708327" y="3693"/>
                  <a:pt x="703863" y="2701"/>
                </a:cubicBezTo>
                <a:cubicBezTo>
                  <a:pt x="703367" y="2701"/>
                  <a:pt x="702871" y="2205"/>
                  <a:pt x="702871" y="1709"/>
                </a:cubicBezTo>
                <a:cubicBezTo>
                  <a:pt x="703367" y="1213"/>
                  <a:pt x="703863" y="221"/>
                  <a:pt x="704359" y="221"/>
                </a:cubicBezTo>
                <a:close/>
                <a:moveTo>
                  <a:pt x="500000" y="221"/>
                </a:moveTo>
                <a:cubicBezTo>
                  <a:pt x="504960" y="717"/>
                  <a:pt x="510418" y="717"/>
                  <a:pt x="515377" y="717"/>
                </a:cubicBezTo>
                <a:cubicBezTo>
                  <a:pt x="519842" y="717"/>
                  <a:pt x="524802" y="717"/>
                  <a:pt x="529267" y="717"/>
                </a:cubicBezTo>
                <a:cubicBezTo>
                  <a:pt x="529763" y="717"/>
                  <a:pt x="530755" y="1213"/>
                  <a:pt x="531251" y="1709"/>
                </a:cubicBezTo>
                <a:cubicBezTo>
                  <a:pt x="530755" y="2205"/>
                  <a:pt x="530259" y="2701"/>
                  <a:pt x="529267" y="2701"/>
                </a:cubicBezTo>
                <a:cubicBezTo>
                  <a:pt x="526291" y="3693"/>
                  <a:pt x="523810" y="5181"/>
                  <a:pt x="520834" y="5181"/>
                </a:cubicBezTo>
                <a:cubicBezTo>
                  <a:pt x="513889" y="5181"/>
                  <a:pt x="506448" y="6669"/>
                  <a:pt x="499504" y="2701"/>
                </a:cubicBezTo>
                <a:cubicBezTo>
                  <a:pt x="499008" y="2205"/>
                  <a:pt x="498512" y="1709"/>
                  <a:pt x="498016" y="1213"/>
                </a:cubicBezTo>
                <a:cubicBezTo>
                  <a:pt x="498512" y="717"/>
                  <a:pt x="499504" y="221"/>
                  <a:pt x="500000" y="221"/>
                </a:cubicBezTo>
                <a:close/>
                <a:moveTo>
                  <a:pt x="434058" y="221"/>
                </a:moveTo>
                <a:cubicBezTo>
                  <a:pt x="442987" y="221"/>
                  <a:pt x="451420" y="221"/>
                  <a:pt x="460349" y="221"/>
                </a:cubicBezTo>
                <a:cubicBezTo>
                  <a:pt x="460845" y="221"/>
                  <a:pt x="461837" y="717"/>
                  <a:pt x="462333" y="1213"/>
                </a:cubicBezTo>
                <a:cubicBezTo>
                  <a:pt x="461837" y="2205"/>
                  <a:pt x="461341" y="3197"/>
                  <a:pt x="460349" y="3693"/>
                </a:cubicBezTo>
                <a:cubicBezTo>
                  <a:pt x="454892" y="5181"/>
                  <a:pt x="449436" y="6669"/>
                  <a:pt x="443979" y="8157"/>
                </a:cubicBezTo>
                <a:cubicBezTo>
                  <a:pt x="443979" y="7661"/>
                  <a:pt x="443979" y="7165"/>
                  <a:pt x="443979" y="7165"/>
                </a:cubicBezTo>
                <a:cubicBezTo>
                  <a:pt x="440507" y="6173"/>
                  <a:pt x="436538" y="6173"/>
                  <a:pt x="433065" y="5181"/>
                </a:cubicBezTo>
                <a:cubicBezTo>
                  <a:pt x="431577" y="4685"/>
                  <a:pt x="430585" y="2701"/>
                  <a:pt x="429593" y="1213"/>
                </a:cubicBezTo>
                <a:cubicBezTo>
                  <a:pt x="431081" y="717"/>
                  <a:pt x="432569" y="221"/>
                  <a:pt x="434058" y="221"/>
                </a:cubicBezTo>
                <a:close/>
                <a:moveTo>
                  <a:pt x="100692" y="221"/>
                </a:moveTo>
                <a:cubicBezTo>
                  <a:pt x="103669" y="221"/>
                  <a:pt x="106645" y="717"/>
                  <a:pt x="110117" y="717"/>
                </a:cubicBezTo>
                <a:cubicBezTo>
                  <a:pt x="116069" y="717"/>
                  <a:pt x="122022" y="717"/>
                  <a:pt x="127974" y="717"/>
                </a:cubicBezTo>
                <a:cubicBezTo>
                  <a:pt x="128966" y="717"/>
                  <a:pt x="129958" y="1213"/>
                  <a:pt x="130950" y="1709"/>
                </a:cubicBezTo>
                <a:cubicBezTo>
                  <a:pt x="129958" y="2701"/>
                  <a:pt x="129462" y="4189"/>
                  <a:pt x="128470" y="5181"/>
                </a:cubicBezTo>
                <a:cubicBezTo>
                  <a:pt x="126486" y="6669"/>
                  <a:pt x="123510" y="7165"/>
                  <a:pt x="121526" y="8157"/>
                </a:cubicBezTo>
                <a:cubicBezTo>
                  <a:pt x="121029" y="8653"/>
                  <a:pt x="120533" y="9149"/>
                  <a:pt x="120037" y="9646"/>
                </a:cubicBezTo>
                <a:cubicBezTo>
                  <a:pt x="120533" y="10142"/>
                  <a:pt x="121526" y="10638"/>
                  <a:pt x="122022" y="10638"/>
                </a:cubicBezTo>
                <a:cubicBezTo>
                  <a:pt x="130454" y="13614"/>
                  <a:pt x="133926" y="16094"/>
                  <a:pt x="138886" y="23534"/>
                </a:cubicBezTo>
                <a:cubicBezTo>
                  <a:pt x="139879" y="25022"/>
                  <a:pt x="141367" y="26510"/>
                  <a:pt x="142855" y="27998"/>
                </a:cubicBezTo>
                <a:cubicBezTo>
                  <a:pt x="143847" y="27998"/>
                  <a:pt x="143847" y="29983"/>
                  <a:pt x="145831" y="27502"/>
                </a:cubicBezTo>
                <a:cubicBezTo>
                  <a:pt x="149303" y="23038"/>
                  <a:pt x="153271" y="18574"/>
                  <a:pt x="157239" y="14110"/>
                </a:cubicBezTo>
                <a:cubicBezTo>
                  <a:pt x="160216" y="10638"/>
                  <a:pt x="165672" y="11134"/>
                  <a:pt x="169144" y="8157"/>
                </a:cubicBezTo>
                <a:cubicBezTo>
                  <a:pt x="164680" y="7661"/>
                  <a:pt x="160712" y="6173"/>
                  <a:pt x="156743" y="3197"/>
                </a:cubicBezTo>
                <a:cubicBezTo>
                  <a:pt x="156247" y="2701"/>
                  <a:pt x="155751" y="2205"/>
                  <a:pt x="155255" y="1709"/>
                </a:cubicBezTo>
                <a:cubicBezTo>
                  <a:pt x="155751" y="1213"/>
                  <a:pt x="156743" y="717"/>
                  <a:pt x="157239" y="717"/>
                </a:cubicBezTo>
                <a:cubicBezTo>
                  <a:pt x="169144" y="717"/>
                  <a:pt x="181049" y="717"/>
                  <a:pt x="192953" y="717"/>
                </a:cubicBezTo>
                <a:cubicBezTo>
                  <a:pt x="194441" y="717"/>
                  <a:pt x="195930" y="1709"/>
                  <a:pt x="197914" y="2205"/>
                </a:cubicBezTo>
                <a:cubicBezTo>
                  <a:pt x="196922" y="3197"/>
                  <a:pt x="195930" y="4685"/>
                  <a:pt x="194441" y="5181"/>
                </a:cubicBezTo>
                <a:cubicBezTo>
                  <a:pt x="191961" y="6173"/>
                  <a:pt x="188985" y="6669"/>
                  <a:pt x="186009" y="7661"/>
                </a:cubicBezTo>
                <a:cubicBezTo>
                  <a:pt x="185513" y="7661"/>
                  <a:pt x="184521" y="8157"/>
                  <a:pt x="184025" y="8653"/>
                </a:cubicBezTo>
                <a:cubicBezTo>
                  <a:pt x="184521" y="9149"/>
                  <a:pt x="185017" y="10142"/>
                  <a:pt x="185513" y="10142"/>
                </a:cubicBezTo>
                <a:cubicBezTo>
                  <a:pt x="196922" y="11630"/>
                  <a:pt x="202874" y="20062"/>
                  <a:pt x="208826" y="28991"/>
                </a:cubicBezTo>
                <a:cubicBezTo>
                  <a:pt x="209322" y="29983"/>
                  <a:pt x="210810" y="34447"/>
                  <a:pt x="212794" y="28991"/>
                </a:cubicBezTo>
                <a:cubicBezTo>
                  <a:pt x="216763" y="18078"/>
                  <a:pt x="225691" y="12622"/>
                  <a:pt x="236604" y="10142"/>
                </a:cubicBezTo>
                <a:cubicBezTo>
                  <a:pt x="237100" y="10142"/>
                  <a:pt x="238092" y="9646"/>
                  <a:pt x="238588" y="9149"/>
                </a:cubicBezTo>
                <a:cubicBezTo>
                  <a:pt x="238092" y="8653"/>
                  <a:pt x="237100" y="8157"/>
                  <a:pt x="236108" y="7661"/>
                </a:cubicBezTo>
                <a:cubicBezTo>
                  <a:pt x="232139" y="6173"/>
                  <a:pt x="227675" y="4685"/>
                  <a:pt x="223707" y="2701"/>
                </a:cubicBezTo>
                <a:cubicBezTo>
                  <a:pt x="223211" y="2205"/>
                  <a:pt x="222715" y="1709"/>
                  <a:pt x="222219" y="1213"/>
                </a:cubicBezTo>
                <a:cubicBezTo>
                  <a:pt x="222715" y="717"/>
                  <a:pt x="223707" y="221"/>
                  <a:pt x="224203" y="221"/>
                </a:cubicBezTo>
                <a:cubicBezTo>
                  <a:pt x="237100" y="221"/>
                  <a:pt x="249500" y="221"/>
                  <a:pt x="262397" y="221"/>
                </a:cubicBezTo>
                <a:cubicBezTo>
                  <a:pt x="263389" y="221"/>
                  <a:pt x="263885" y="1213"/>
                  <a:pt x="264877" y="1709"/>
                </a:cubicBezTo>
                <a:cubicBezTo>
                  <a:pt x="264381" y="2205"/>
                  <a:pt x="263389" y="2701"/>
                  <a:pt x="262893" y="2701"/>
                </a:cubicBezTo>
                <a:cubicBezTo>
                  <a:pt x="258429" y="3693"/>
                  <a:pt x="255453" y="8157"/>
                  <a:pt x="250492" y="7661"/>
                </a:cubicBezTo>
                <a:cubicBezTo>
                  <a:pt x="249996" y="7661"/>
                  <a:pt x="249004" y="8157"/>
                  <a:pt x="248508" y="8653"/>
                </a:cubicBezTo>
                <a:cubicBezTo>
                  <a:pt x="249500" y="9149"/>
                  <a:pt x="249996" y="9646"/>
                  <a:pt x="250988" y="10142"/>
                </a:cubicBezTo>
                <a:cubicBezTo>
                  <a:pt x="261901" y="12622"/>
                  <a:pt x="270334" y="18574"/>
                  <a:pt x="274302" y="28991"/>
                </a:cubicBezTo>
                <a:cubicBezTo>
                  <a:pt x="280254" y="44367"/>
                  <a:pt x="277278" y="64704"/>
                  <a:pt x="259917" y="73137"/>
                </a:cubicBezTo>
                <a:cubicBezTo>
                  <a:pt x="259421" y="73633"/>
                  <a:pt x="258429" y="73633"/>
                  <a:pt x="257933" y="74129"/>
                </a:cubicBezTo>
                <a:cubicBezTo>
                  <a:pt x="256941" y="75121"/>
                  <a:pt x="255949" y="76113"/>
                  <a:pt x="255453" y="77105"/>
                </a:cubicBezTo>
                <a:cubicBezTo>
                  <a:pt x="256445" y="77601"/>
                  <a:pt x="256941" y="78593"/>
                  <a:pt x="257933" y="79089"/>
                </a:cubicBezTo>
                <a:cubicBezTo>
                  <a:pt x="260413" y="80577"/>
                  <a:pt x="263389" y="81569"/>
                  <a:pt x="265869" y="83553"/>
                </a:cubicBezTo>
                <a:cubicBezTo>
                  <a:pt x="273310" y="90002"/>
                  <a:pt x="277278" y="97938"/>
                  <a:pt x="277278" y="108355"/>
                </a:cubicBezTo>
                <a:cubicBezTo>
                  <a:pt x="277278" y="119267"/>
                  <a:pt x="274798" y="128692"/>
                  <a:pt x="266365" y="136132"/>
                </a:cubicBezTo>
                <a:cubicBezTo>
                  <a:pt x="264381" y="138116"/>
                  <a:pt x="261405" y="139604"/>
                  <a:pt x="258925" y="141093"/>
                </a:cubicBezTo>
                <a:cubicBezTo>
                  <a:pt x="254461" y="143573"/>
                  <a:pt x="254957" y="143077"/>
                  <a:pt x="257933" y="146053"/>
                </a:cubicBezTo>
                <a:cubicBezTo>
                  <a:pt x="261901" y="150021"/>
                  <a:pt x="269341" y="150021"/>
                  <a:pt x="269837" y="156965"/>
                </a:cubicBezTo>
                <a:cubicBezTo>
                  <a:pt x="279758" y="164902"/>
                  <a:pt x="277278" y="176310"/>
                  <a:pt x="276286" y="186231"/>
                </a:cubicBezTo>
                <a:cubicBezTo>
                  <a:pt x="275294" y="192679"/>
                  <a:pt x="271326" y="199128"/>
                  <a:pt x="264877" y="203096"/>
                </a:cubicBezTo>
                <a:cubicBezTo>
                  <a:pt x="261405" y="205080"/>
                  <a:pt x="257933" y="207560"/>
                  <a:pt x="254461" y="210040"/>
                </a:cubicBezTo>
                <a:cubicBezTo>
                  <a:pt x="253965" y="210536"/>
                  <a:pt x="253469" y="211032"/>
                  <a:pt x="252973" y="211528"/>
                </a:cubicBezTo>
                <a:cubicBezTo>
                  <a:pt x="253469" y="212024"/>
                  <a:pt x="254461" y="212520"/>
                  <a:pt x="254957" y="212520"/>
                </a:cubicBezTo>
                <a:cubicBezTo>
                  <a:pt x="260909" y="211528"/>
                  <a:pt x="262893" y="217481"/>
                  <a:pt x="265869" y="219961"/>
                </a:cubicBezTo>
                <a:cubicBezTo>
                  <a:pt x="278766" y="230377"/>
                  <a:pt x="278270" y="243770"/>
                  <a:pt x="273806" y="257163"/>
                </a:cubicBezTo>
                <a:cubicBezTo>
                  <a:pt x="272814" y="260635"/>
                  <a:pt x="268845" y="263115"/>
                  <a:pt x="266365" y="266091"/>
                </a:cubicBezTo>
                <a:cubicBezTo>
                  <a:pt x="255949" y="278492"/>
                  <a:pt x="242556" y="278988"/>
                  <a:pt x="229163" y="274028"/>
                </a:cubicBezTo>
                <a:cubicBezTo>
                  <a:pt x="224699" y="272540"/>
                  <a:pt x="221227" y="268075"/>
                  <a:pt x="217755" y="264603"/>
                </a:cubicBezTo>
                <a:cubicBezTo>
                  <a:pt x="215275" y="262123"/>
                  <a:pt x="211306" y="260139"/>
                  <a:pt x="212298" y="255179"/>
                </a:cubicBezTo>
                <a:cubicBezTo>
                  <a:pt x="212298" y="254683"/>
                  <a:pt x="211802" y="253691"/>
                  <a:pt x="211306" y="253195"/>
                </a:cubicBezTo>
                <a:cubicBezTo>
                  <a:pt x="210810" y="253691"/>
                  <a:pt x="210314" y="254187"/>
                  <a:pt x="209818" y="254683"/>
                </a:cubicBezTo>
                <a:cubicBezTo>
                  <a:pt x="208330" y="257163"/>
                  <a:pt x="205850" y="259643"/>
                  <a:pt x="204858" y="262123"/>
                </a:cubicBezTo>
                <a:cubicBezTo>
                  <a:pt x="202378" y="268571"/>
                  <a:pt x="195930" y="270556"/>
                  <a:pt x="190969" y="274524"/>
                </a:cubicBezTo>
                <a:cubicBezTo>
                  <a:pt x="187001" y="277500"/>
                  <a:pt x="182041" y="276012"/>
                  <a:pt x="177577" y="277004"/>
                </a:cubicBezTo>
                <a:cubicBezTo>
                  <a:pt x="167656" y="278988"/>
                  <a:pt x="160712" y="273532"/>
                  <a:pt x="153767" y="268571"/>
                </a:cubicBezTo>
                <a:cubicBezTo>
                  <a:pt x="150295" y="266091"/>
                  <a:pt x="148311" y="261627"/>
                  <a:pt x="145831" y="257659"/>
                </a:cubicBezTo>
                <a:cubicBezTo>
                  <a:pt x="143351" y="254187"/>
                  <a:pt x="142855" y="254187"/>
                  <a:pt x="141367" y="257659"/>
                </a:cubicBezTo>
                <a:cubicBezTo>
                  <a:pt x="138390" y="265595"/>
                  <a:pt x="132934" y="271052"/>
                  <a:pt x="124998" y="274028"/>
                </a:cubicBezTo>
                <a:cubicBezTo>
                  <a:pt x="112101" y="278988"/>
                  <a:pt x="93748" y="277996"/>
                  <a:pt x="83331" y="265099"/>
                </a:cubicBezTo>
                <a:cubicBezTo>
                  <a:pt x="81347" y="262619"/>
                  <a:pt x="80851" y="259147"/>
                  <a:pt x="78867" y="256171"/>
                </a:cubicBezTo>
                <a:cubicBezTo>
                  <a:pt x="78371" y="255675"/>
                  <a:pt x="75395" y="255179"/>
                  <a:pt x="74899" y="256171"/>
                </a:cubicBezTo>
                <a:cubicBezTo>
                  <a:pt x="73411" y="257659"/>
                  <a:pt x="72915" y="260139"/>
                  <a:pt x="71923" y="262123"/>
                </a:cubicBezTo>
                <a:cubicBezTo>
                  <a:pt x="66963" y="271548"/>
                  <a:pt x="58530" y="276012"/>
                  <a:pt x="48114" y="276508"/>
                </a:cubicBezTo>
                <a:cubicBezTo>
                  <a:pt x="41169" y="277004"/>
                  <a:pt x="34225" y="277500"/>
                  <a:pt x="27776" y="274028"/>
                </a:cubicBezTo>
                <a:cubicBezTo>
                  <a:pt x="17856" y="268075"/>
                  <a:pt x="10912" y="260139"/>
                  <a:pt x="9920" y="248234"/>
                </a:cubicBezTo>
                <a:cubicBezTo>
                  <a:pt x="9920" y="247242"/>
                  <a:pt x="8927" y="246746"/>
                  <a:pt x="8431" y="246250"/>
                </a:cubicBezTo>
                <a:cubicBezTo>
                  <a:pt x="7935" y="246746"/>
                  <a:pt x="7439" y="247738"/>
                  <a:pt x="7439" y="248234"/>
                </a:cubicBezTo>
                <a:cubicBezTo>
                  <a:pt x="7935" y="252699"/>
                  <a:pt x="5951" y="256171"/>
                  <a:pt x="3967" y="260139"/>
                </a:cubicBezTo>
                <a:cubicBezTo>
                  <a:pt x="3471" y="261131"/>
                  <a:pt x="2479" y="261627"/>
                  <a:pt x="1487" y="262619"/>
                </a:cubicBezTo>
                <a:cubicBezTo>
                  <a:pt x="991" y="261627"/>
                  <a:pt x="495" y="260635"/>
                  <a:pt x="495" y="259643"/>
                </a:cubicBezTo>
                <a:cubicBezTo>
                  <a:pt x="495" y="248730"/>
                  <a:pt x="495" y="238314"/>
                  <a:pt x="495" y="227401"/>
                </a:cubicBezTo>
                <a:cubicBezTo>
                  <a:pt x="495" y="226409"/>
                  <a:pt x="1487" y="225417"/>
                  <a:pt x="1983" y="224425"/>
                </a:cubicBezTo>
                <a:cubicBezTo>
                  <a:pt x="2479" y="224921"/>
                  <a:pt x="3471" y="225417"/>
                  <a:pt x="3471" y="225913"/>
                </a:cubicBezTo>
                <a:cubicBezTo>
                  <a:pt x="5455" y="228889"/>
                  <a:pt x="7935" y="231865"/>
                  <a:pt x="7935" y="235834"/>
                </a:cubicBezTo>
                <a:cubicBezTo>
                  <a:pt x="7935" y="237322"/>
                  <a:pt x="8431" y="238810"/>
                  <a:pt x="8927" y="240298"/>
                </a:cubicBezTo>
                <a:cubicBezTo>
                  <a:pt x="9423" y="238810"/>
                  <a:pt x="9920" y="237322"/>
                  <a:pt x="10416" y="235338"/>
                </a:cubicBezTo>
                <a:cubicBezTo>
                  <a:pt x="12896" y="224425"/>
                  <a:pt x="18352" y="215993"/>
                  <a:pt x="29265" y="212024"/>
                </a:cubicBezTo>
                <a:cubicBezTo>
                  <a:pt x="33233" y="210536"/>
                  <a:pt x="31249" y="209544"/>
                  <a:pt x="29761" y="208552"/>
                </a:cubicBezTo>
                <a:cubicBezTo>
                  <a:pt x="22320" y="204088"/>
                  <a:pt x="15872" y="199128"/>
                  <a:pt x="12400" y="191191"/>
                </a:cubicBezTo>
                <a:cubicBezTo>
                  <a:pt x="11408" y="190695"/>
                  <a:pt x="10416" y="189703"/>
                  <a:pt x="9920" y="188711"/>
                </a:cubicBezTo>
                <a:cubicBezTo>
                  <a:pt x="9423" y="187223"/>
                  <a:pt x="8927" y="185735"/>
                  <a:pt x="8431" y="184247"/>
                </a:cubicBezTo>
                <a:cubicBezTo>
                  <a:pt x="7935" y="185735"/>
                  <a:pt x="7439" y="187223"/>
                  <a:pt x="6943" y="188215"/>
                </a:cubicBezTo>
                <a:cubicBezTo>
                  <a:pt x="5951" y="190695"/>
                  <a:pt x="4463" y="192679"/>
                  <a:pt x="2975" y="195159"/>
                </a:cubicBezTo>
                <a:cubicBezTo>
                  <a:pt x="2479" y="196152"/>
                  <a:pt x="1983" y="197144"/>
                  <a:pt x="1983" y="198136"/>
                </a:cubicBezTo>
                <a:cubicBezTo>
                  <a:pt x="1487" y="197144"/>
                  <a:pt x="991" y="196152"/>
                  <a:pt x="991" y="195159"/>
                </a:cubicBezTo>
                <a:cubicBezTo>
                  <a:pt x="991" y="182759"/>
                  <a:pt x="991" y="170358"/>
                  <a:pt x="991" y="158454"/>
                </a:cubicBezTo>
                <a:cubicBezTo>
                  <a:pt x="991" y="157461"/>
                  <a:pt x="1983" y="156469"/>
                  <a:pt x="1983" y="155477"/>
                </a:cubicBezTo>
                <a:cubicBezTo>
                  <a:pt x="2479" y="156469"/>
                  <a:pt x="2479" y="157461"/>
                  <a:pt x="2975" y="158454"/>
                </a:cubicBezTo>
                <a:cubicBezTo>
                  <a:pt x="3967" y="159942"/>
                  <a:pt x="4463" y="161926"/>
                  <a:pt x="5455" y="163414"/>
                </a:cubicBezTo>
                <a:cubicBezTo>
                  <a:pt x="6447" y="165398"/>
                  <a:pt x="7439" y="168870"/>
                  <a:pt x="8431" y="168870"/>
                </a:cubicBezTo>
                <a:cubicBezTo>
                  <a:pt x="11904" y="168374"/>
                  <a:pt x="8927" y="165398"/>
                  <a:pt x="9920" y="163414"/>
                </a:cubicBezTo>
                <a:cubicBezTo>
                  <a:pt x="14384" y="156469"/>
                  <a:pt x="19344" y="149525"/>
                  <a:pt x="27280" y="145557"/>
                </a:cubicBezTo>
                <a:cubicBezTo>
                  <a:pt x="29761" y="144565"/>
                  <a:pt x="29761" y="142085"/>
                  <a:pt x="27776" y="141093"/>
                </a:cubicBezTo>
                <a:cubicBezTo>
                  <a:pt x="18352" y="137620"/>
                  <a:pt x="13888" y="129684"/>
                  <a:pt x="9920" y="121252"/>
                </a:cubicBezTo>
                <a:cubicBezTo>
                  <a:pt x="9423" y="120755"/>
                  <a:pt x="8927" y="119763"/>
                  <a:pt x="8927" y="119267"/>
                </a:cubicBezTo>
                <a:cubicBezTo>
                  <a:pt x="8431" y="119763"/>
                  <a:pt x="7935" y="120259"/>
                  <a:pt x="7935" y="121252"/>
                </a:cubicBezTo>
                <a:cubicBezTo>
                  <a:pt x="5951" y="124724"/>
                  <a:pt x="5951" y="129188"/>
                  <a:pt x="1487" y="131172"/>
                </a:cubicBezTo>
                <a:cubicBezTo>
                  <a:pt x="991" y="127204"/>
                  <a:pt x="991" y="123236"/>
                  <a:pt x="495" y="119763"/>
                </a:cubicBezTo>
                <a:cubicBezTo>
                  <a:pt x="495" y="110835"/>
                  <a:pt x="495" y="102402"/>
                  <a:pt x="495" y="93474"/>
                </a:cubicBezTo>
                <a:cubicBezTo>
                  <a:pt x="495" y="91986"/>
                  <a:pt x="991" y="90498"/>
                  <a:pt x="1487" y="89010"/>
                </a:cubicBezTo>
                <a:cubicBezTo>
                  <a:pt x="2975" y="90002"/>
                  <a:pt x="4463" y="91490"/>
                  <a:pt x="5455" y="92978"/>
                </a:cubicBezTo>
                <a:cubicBezTo>
                  <a:pt x="6447" y="94962"/>
                  <a:pt x="6943" y="96946"/>
                  <a:pt x="7935" y="98930"/>
                </a:cubicBezTo>
                <a:cubicBezTo>
                  <a:pt x="8431" y="99426"/>
                  <a:pt x="8927" y="99922"/>
                  <a:pt x="9423" y="100418"/>
                </a:cubicBezTo>
                <a:cubicBezTo>
                  <a:pt x="9423" y="99922"/>
                  <a:pt x="9920" y="98930"/>
                  <a:pt x="9920" y="98434"/>
                </a:cubicBezTo>
                <a:cubicBezTo>
                  <a:pt x="13392" y="90002"/>
                  <a:pt x="18352" y="83057"/>
                  <a:pt x="26784" y="79089"/>
                </a:cubicBezTo>
                <a:cubicBezTo>
                  <a:pt x="29265" y="78097"/>
                  <a:pt x="28769" y="77601"/>
                  <a:pt x="27280" y="76113"/>
                </a:cubicBezTo>
                <a:cubicBezTo>
                  <a:pt x="25792" y="74625"/>
                  <a:pt x="24800" y="72145"/>
                  <a:pt x="22816" y="72145"/>
                </a:cubicBezTo>
                <a:cubicBezTo>
                  <a:pt x="15872" y="70657"/>
                  <a:pt x="14880" y="62720"/>
                  <a:pt x="9920" y="58752"/>
                </a:cubicBezTo>
                <a:cubicBezTo>
                  <a:pt x="8927" y="57760"/>
                  <a:pt x="9423" y="55280"/>
                  <a:pt x="8927" y="53296"/>
                </a:cubicBezTo>
                <a:cubicBezTo>
                  <a:pt x="7935" y="54784"/>
                  <a:pt x="6447" y="56768"/>
                  <a:pt x="5455" y="58256"/>
                </a:cubicBezTo>
                <a:cubicBezTo>
                  <a:pt x="4463" y="59744"/>
                  <a:pt x="3967" y="61728"/>
                  <a:pt x="2975" y="63216"/>
                </a:cubicBezTo>
                <a:cubicBezTo>
                  <a:pt x="2479" y="63712"/>
                  <a:pt x="1983" y="64208"/>
                  <a:pt x="1487" y="64704"/>
                </a:cubicBezTo>
                <a:cubicBezTo>
                  <a:pt x="991" y="64208"/>
                  <a:pt x="495" y="63216"/>
                  <a:pt x="495" y="62720"/>
                </a:cubicBezTo>
                <a:cubicBezTo>
                  <a:pt x="495" y="49824"/>
                  <a:pt x="495" y="37423"/>
                  <a:pt x="495" y="24526"/>
                </a:cubicBezTo>
                <a:cubicBezTo>
                  <a:pt x="495" y="23534"/>
                  <a:pt x="1487" y="22542"/>
                  <a:pt x="1983" y="22046"/>
                </a:cubicBezTo>
                <a:cubicBezTo>
                  <a:pt x="2479" y="22542"/>
                  <a:pt x="2975" y="23038"/>
                  <a:pt x="3471" y="23534"/>
                </a:cubicBezTo>
                <a:cubicBezTo>
                  <a:pt x="4959" y="26014"/>
                  <a:pt x="6447" y="27998"/>
                  <a:pt x="7439" y="30479"/>
                </a:cubicBezTo>
                <a:cubicBezTo>
                  <a:pt x="7935" y="31471"/>
                  <a:pt x="7935" y="32463"/>
                  <a:pt x="8431" y="33455"/>
                </a:cubicBezTo>
                <a:cubicBezTo>
                  <a:pt x="8927" y="32463"/>
                  <a:pt x="9423" y="30975"/>
                  <a:pt x="9920" y="29983"/>
                </a:cubicBezTo>
                <a:cubicBezTo>
                  <a:pt x="12896" y="20558"/>
                  <a:pt x="21328" y="13118"/>
                  <a:pt x="31249" y="10142"/>
                </a:cubicBezTo>
                <a:cubicBezTo>
                  <a:pt x="31745" y="10142"/>
                  <a:pt x="32737" y="9646"/>
                  <a:pt x="33233" y="9149"/>
                </a:cubicBezTo>
                <a:cubicBezTo>
                  <a:pt x="32737" y="8653"/>
                  <a:pt x="32241" y="8157"/>
                  <a:pt x="31249" y="7661"/>
                </a:cubicBezTo>
                <a:cubicBezTo>
                  <a:pt x="28769" y="6173"/>
                  <a:pt x="26288" y="4685"/>
                  <a:pt x="23312" y="3197"/>
                </a:cubicBezTo>
                <a:cubicBezTo>
                  <a:pt x="22816" y="3197"/>
                  <a:pt x="22320" y="2205"/>
                  <a:pt x="21824" y="1709"/>
                </a:cubicBezTo>
                <a:cubicBezTo>
                  <a:pt x="22320" y="1213"/>
                  <a:pt x="23312" y="717"/>
                  <a:pt x="23808" y="717"/>
                </a:cubicBezTo>
                <a:cubicBezTo>
                  <a:pt x="36705" y="717"/>
                  <a:pt x="50098" y="717"/>
                  <a:pt x="62994" y="717"/>
                </a:cubicBezTo>
                <a:cubicBezTo>
                  <a:pt x="63490" y="717"/>
                  <a:pt x="63986" y="1709"/>
                  <a:pt x="64482" y="2205"/>
                </a:cubicBezTo>
                <a:cubicBezTo>
                  <a:pt x="63986" y="2701"/>
                  <a:pt x="63490" y="3693"/>
                  <a:pt x="62994" y="3693"/>
                </a:cubicBezTo>
                <a:cubicBezTo>
                  <a:pt x="61506" y="4685"/>
                  <a:pt x="59522" y="5181"/>
                  <a:pt x="58034" y="6173"/>
                </a:cubicBezTo>
                <a:cubicBezTo>
                  <a:pt x="56546" y="7165"/>
                  <a:pt x="54562" y="7661"/>
                  <a:pt x="53074" y="8653"/>
                </a:cubicBezTo>
                <a:cubicBezTo>
                  <a:pt x="54562" y="9149"/>
                  <a:pt x="56546" y="9149"/>
                  <a:pt x="58034" y="10142"/>
                </a:cubicBezTo>
                <a:cubicBezTo>
                  <a:pt x="62498" y="14606"/>
                  <a:pt x="69443" y="15598"/>
                  <a:pt x="72419" y="22542"/>
                </a:cubicBezTo>
                <a:cubicBezTo>
                  <a:pt x="74899" y="28495"/>
                  <a:pt x="78867" y="28495"/>
                  <a:pt x="81347" y="23038"/>
                </a:cubicBezTo>
                <a:cubicBezTo>
                  <a:pt x="84820" y="15102"/>
                  <a:pt x="91268" y="12622"/>
                  <a:pt x="98708" y="10142"/>
                </a:cubicBezTo>
                <a:cubicBezTo>
                  <a:pt x="99204" y="10142"/>
                  <a:pt x="100196" y="9646"/>
                  <a:pt x="100692" y="9149"/>
                </a:cubicBezTo>
                <a:cubicBezTo>
                  <a:pt x="100196" y="8653"/>
                  <a:pt x="99700" y="8157"/>
                  <a:pt x="99204" y="7661"/>
                </a:cubicBezTo>
                <a:cubicBezTo>
                  <a:pt x="95732" y="5677"/>
                  <a:pt x="91268" y="5677"/>
                  <a:pt x="89284" y="1213"/>
                </a:cubicBezTo>
                <a:cubicBezTo>
                  <a:pt x="93252" y="717"/>
                  <a:pt x="97220" y="717"/>
                  <a:pt x="100692" y="221"/>
                </a:cubicBezTo>
                <a:close/>
                <a:moveTo>
                  <a:pt x="911204" y="220"/>
                </a:moveTo>
                <a:cubicBezTo>
                  <a:pt x="913188" y="220"/>
                  <a:pt x="915172" y="-276"/>
                  <a:pt x="917156" y="220"/>
                </a:cubicBezTo>
                <a:cubicBezTo>
                  <a:pt x="919636" y="716"/>
                  <a:pt x="922117" y="-1268"/>
                  <a:pt x="924101" y="1709"/>
                </a:cubicBezTo>
                <a:cubicBezTo>
                  <a:pt x="921621" y="2701"/>
                  <a:pt x="919636" y="2701"/>
                  <a:pt x="919140" y="2701"/>
                </a:cubicBezTo>
                <a:cubicBezTo>
                  <a:pt x="915172" y="2701"/>
                  <a:pt x="913188" y="2701"/>
                  <a:pt x="911204" y="2701"/>
                </a:cubicBezTo>
                <a:cubicBezTo>
                  <a:pt x="910708" y="2701"/>
                  <a:pt x="910708" y="1709"/>
                  <a:pt x="910212" y="1213"/>
                </a:cubicBezTo>
                <a:cubicBezTo>
                  <a:pt x="910212" y="1213"/>
                  <a:pt x="910708" y="220"/>
                  <a:pt x="911204" y="220"/>
                </a:cubicBezTo>
                <a:close/>
              </a:path>
            </a:pathLst>
          </a:custGeom>
          <a:gradFill>
            <a:gsLst>
              <a:gs pos="0">
                <a:schemeClr val="accent1">
                  <a:alpha val="15000"/>
                </a:schemeClr>
              </a:gs>
              <a:gs pos="100000">
                <a:schemeClr val="accent1">
                  <a:lumMod val="20000"/>
                  <a:lumOff val="80000"/>
                  <a:alpha val="0"/>
                </a:schemeClr>
              </a:gs>
            </a:gsLst>
            <a:lin ang="2700000" scaled="0"/>
          </a:gradFill>
          <a:ln w="4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CN Normal" panose="020B0400000000000000" pitchFamily="34" charset="-122"/>
              <a:ea typeface="思源黑体 CN Normal" panose="020B0400000000000000" pitchFamily="34" charset="-122"/>
              <a:cs typeface="+mn-cs"/>
              <a:sym typeface="思源黑体 CN Normal" panose="020B0400000000000000" pitchFamily="34" charset="-122"/>
            </a:endParaRPr>
          </a:p>
        </p:txBody>
      </p:sp>
      <p:sp>
        <p:nvSpPr>
          <p:cNvPr id="9" name="任意多边形 31"/>
          <p:cNvSpPr/>
          <p:nvPr/>
        </p:nvSpPr>
        <p:spPr>
          <a:xfrm>
            <a:off x="9155724" y="0"/>
            <a:ext cx="3036276" cy="6858000"/>
          </a:xfrm>
          <a:custGeom>
            <a:avLst/>
            <a:gdLst>
              <a:gd name="connsiteX0" fmla="*/ 466398 w 3036276"/>
              <a:gd name="connsiteY0" fmla="*/ 0 h 6858000"/>
              <a:gd name="connsiteX1" fmla="*/ 3036276 w 3036276"/>
              <a:gd name="connsiteY1" fmla="*/ 0 h 6858000"/>
              <a:gd name="connsiteX2" fmla="*/ 3036276 w 3036276"/>
              <a:gd name="connsiteY2" fmla="*/ 6858000 h 6858000"/>
              <a:gd name="connsiteX3" fmla="*/ 466398 w 3036276"/>
              <a:gd name="connsiteY3" fmla="*/ 6858000 h 6858000"/>
              <a:gd name="connsiteX4" fmla="*/ 404504 w 3036276"/>
              <a:gd name="connsiteY4" fmla="*/ 6640040 h 6858000"/>
              <a:gd name="connsiteX5" fmla="*/ 0 w 3036276"/>
              <a:gd name="connsiteY5" fmla="*/ 3429001 h 6858000"/>
              <a:gd name="connsiteX6" fmla="*/ 404504 w 3036276"/>
              <a:gd name="connsiteY6" fmla="*/ 2179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6276" h="6858000">
                <a:moveTo>
                  <a:pt x="466398" y="0"/>
                </a:moveTo>
                <a:lnTo>
                  <a:pt x="3036276" y="0"/>
                </a:lnTo>
                <a:lnTo>
                  <a:pt x="3036276" y="6858000"/>
                </a:lnTo>
                <a:lnTo>
                  <a:pt x="466398" y="6858000"/>
                </a:lnTo>
                <a:lnTo>
                  <a:pt x="404504" y="6640040"/>
                </a:lnTo>
                <a:cubicBezTo>
                  <a:pt x="140441" y="5613708"/>
                  <a:pt x="0" y="4537755"/>
                  <a:pt x="0" y="3429001"/>
                </a:cubicBezTo>
                <a:cubicBezTo>
                  <a:pt x="0" y="2320247"/>
                  <a:pt x="140441" y="1244294"/>
                  <a:pt x="404504" y="217962"/>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10" name="椭圆 33"/>
          <p:cNvSpPr/>
          <p:nvPr/>
        </p:nvSpPr>
        <p:spPr>
          <a:xfrm>
            <a:off x="8485164" y="2758439"/>
            <a:ext cx="1341120" cy="1341120"/>
          </a:xfrm>
          <a:prstGeom prst="ellipse">
            <a:avLst/>
          </a:prstGeom>
          <a:solidFill>
            <a:srgbClr val="244C89"/>
          </a:solidFill>
          <a:ln w="57150">
            <a:solidFill>
              <a:schemeClr val="bg1"/>
            </a:solidFill>
          </a:ln>
          <a:effectLst>
            <a:outerShdw blurRad="355600" dist="139700" dir="2700000" algn="tl" rotWithShape="0">
              <a:schemeClr val="accent1">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Normal" panose="020B0400000000000000" pitchFamily="34" charset="-122"/>
              <a:ea typeface="思源黑体 CN Normal" panose="020B0400000000000000" pitchFamily="34" charset="-122"/>
              <a:cs typeface="+mn-cs"/>
            </a:endParaRPr>
          </a:p>
        </p:txBody>
      </p:sp>
      <p:sp>
        <p:nvSpPr>
          <p:cNvPr id="11" name="graduation-cap_43182"/>
          <p:cNvSpPr/>
          <p:nvPr/>
        </p:nvSpPr>
        <p:spPr>
          <a:xfrm>
            <a:off x="8782322" y="3155044"/>
            <a:ext cx="746803" cy="547911"/>
          </a:xfrm>
          <a:custGeom>
            <a:avLst/>
            <a:gdLst>
              <a:gd name="T0" fmla="*/ 362 w 437"/>
              <a:gd name="T1" fmla="*/ 205 h 321"/>
              <a:gd name="T2" fmla="*/ 362 w 437"/>
              <a:gd name="T3" fmla="*/ 150 h 321"/>
              <a:gd name="T4" fmla="*/ 437 w 437"/>
              <a:gd name="T5" fmla="*/ 108 h 321"/>
              <a:gd name="T6" fmla="*/ 219 w 437"/>
              <a:gd name="T7" fmla="*/ 0 h 321"/>
              <a:gd name="T8" fmla="*/ 0 w 437"/>
              <a:gd name="T9" fmla="*/ 111 h 321"/>
              <a:gd name="T10" fmla="*/ 82 w 437"/>
              <a:gd name="T11" fmla="*/ 156 h 321"/>
              <a:gd name="T12" fmla="*/ 82 w 437"/>
              <a:gd name="T13" fmla="*/ 211 h 321"/>
              <a:gd name="T14" fmla="*/ 214 w 437"/>
              <a:gd name="T15" fmla="*/ 282 h 321"/>
              <a:gd name="T16" fmla="*/ 305 w 437"/>
              <a:gd name="T17" fmla="*/ 235 h 321"/>
              <a:gd name="T18" fmla="*/ 305 w 437"/>
              <a:gd name="T19" fmla="*/ 290 h 321"/>
              <a:gd name="T20" fmla="*/ 294 w 437"/>
              <a:gd name="T21" fmla="*/ 290 h 321"/>
              <a:gd name="T22" fmla="*/ 294 w 437"/>
              <a:gd name="T23" fmla="*/ 321 h 321"/>
              <a:gd name="T24" fmla="*/ 342 w 437"/>
              <a:gd name="T25" fmla="*/ 321 h 321"/>
              <a:gd name="T26" fmla="*/ 342 w 437"/>
              <a:gd name="T27" fmla="*/ 290 h 321"/>
              <a:gd name="T28" fmla="*/ 331 w 437"/>
              <a:gd name="T29" fmla="*/ 290 h 321"/>
              <a:gd name="T30" fmla="*/ 331 w 437"/>
              <a:gd name="T31" fmla="*/ 221 h 321"/>
              <a:gd name="T32" fmla="*/ 362 w 437"/>
              <a:gd name="T33" fmla="*/ 205 h 321"/>
              <a:gd name="T34" fmla="*/ 219 w 437"/>
              <a:gd name="T35" fmla="*/ 19 h 321"/>
              <a:gd name="T36" fmla="*/ 400 w 437"/>
              <a:gd name="T37" fmla="*/ 109 h 321"/>
              <a:gd name="T38" fmla="*/ 322 w 437"/>
              <a:gd name="T39" fmla="*/ 152 h 321"/>
              <a:gd name="T40" fmla="*/ 243 w 437"/>
              <a:gd name="T41" fmla="*/ 113 h 321"/>
              <a:gd name="T42" fmla="*/ 219 w 437"/>
              <a:gd name="T43" fmla="*/ 92 h 321"/>
              <a:gd name="T44" fmla="*/ 193 w 437"/>
              <a:gd name="T45" fmla="*/ 117 h 321"/>
              <a:gd name="T46" fmla="*/ 219 w 437"/>
              <a:gd name="T47" fmla="*/ 142 h 321"/>
              <a:gd name="T48" fmla="*/ 234 w 437"/>
              <a:gd name="T49" fmla="*/ 137 h 321"/>
              <a:gd name="T50" fmla="*/ 295 w 437"/>
              <a:gd name="T51" fmla="*/ 167 h 321"/>
              <a:gd name="T52" fmla="*/ 219 w 437"/>
              <a:gd name="T53" fmla="*/ 210 h 321"/>
              <a:gd name="T54" fmla="*/ 37 w 437"/>
              <a:gd name="T55" fmla="*/ 111 h 321"/>
              <a:gd name="T56" fmla="*/ 219 w 437"/>
              <a:gd name="T57" fmla="*/ 19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7" h="321">
                <a:moveTo>
                  <a:pt x="362" y="205"/>
                </a:moveTo>
                <a:lnTo>
                  <a:pt x="362" y="150"/>
                </a:lnTo>
                <a:lnTo>
                  <a:pt x="437" y="108"/>
                </a:lnTo>
                <a:lnTo>
                  <a:pt x="219" y="0"/>
                </a:lnTo>
                <a:lnTo>
                  <a:pt x="0" y="111"/>
                </a:lnTo>
                <a:lnTo>
                  <a:pt x="82" y="156"/>
                </a:lnTo>
                <a:lnTo>
                  <a:pt x="82" y="211"/>
                </a:lnTo>
                <a:lnTo>
                  <a:pt x="214" y="282"/>
                </a:lnTo>
                <a:lnTo>
                  <a:pt x="305" y="235"/>
                </a:lnTo>
                <a:lnTo>
                  <a:pt x="305" y="290"/>
                </a:lnTo>
                <a:lnTo>
                  <a:pt x="294" y="290"/>
                </a:lnTo>
                <a:lnTo>
                  <a:pt x="294" y="321"/>
                </a:lnTo>
                <a:lnTo>
                  <a:pt x="342" y="321"/>
                </a:lnTo>
                <a:lnTo>
                  <a:pt x="342" y="290"/>
                </a:lnTo>
                <a:lnTo>
                  <a:pt x="331" y="290"/>
                </a:lnTo>
                <a:lnTo>
                  <a:pt x="331" y="221"/>
                </a:lnTo>
                <a:lnTo>
                  <a:pt x="362" y="205"/>
                </a:lnTo>
                <a:close/>
                <a:moveTo>
                  <a:pt x="219" y="19"/>
                </a:moveTo>
                <a:lnTo>
                  <a:pt x="400" y="109"/>
                </a:lnTo>
                <a:lnTo>
                  <a:pt x="322" y="152"/>
                </a:lnTo>
                <a:lnTo>
                  <a:pt x="243" y="113"/>
                </a:lnTo>
                <a:cubicBezTo>
                  <a:pt x="242" y="101"/>
                  <a:pt x="231" y="92"/>
                  <a:pt x="219" y="92"/>
                </a:cubicBezTo>
                <a:cubicBezTo>
                  <a:pt x="205" y="92"/>
                  <a:pt x="193" y="103"/>
                  <a:pt x="193" y="117"/>
                </a:cubicBezTo>
                <a:cubicBezTo>
                  <a:pt x="193" y="131"/>
                  <a:pt x="205" y="142"/>
                  <a:pt x="219" y="142"/>
                </a:cubicBezTo>
                <a:cubicBezTo>
                  <a:pt x="224" y="142"/>
                  <a:pt x="229" y="140"/>
                  <a:pt x="234" y="137"/>
                </a:cubicBezTo>
                <a:lnTo>
                  <a:pt x="295" y="167"/>
                </a:lnTo>
                <a:lnTo>
                  <a:pt x="219" y="210"/>
                </a:lnTo>
                <a:lnTo>
                  <a:pt x="37" y="111"/>
                </a:lnTo>
                <a:lnTo>
                  <a:pt x="219" y="1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直接连接符 36"/>
          <p:cNvCxnSpPr/>
          <p:nvPr/>
        </p:nvCxnSpPr>
        <p:spPr>
          <a:xfrm flipH="1">
            <a:off x="1244828" y="3155044"/>
            <a:ext cx="5330143" cy="0"/>
          </a:xfrm>
          <a:prstGeom prst="line">
            <a:avLst/>
          </a:prstGeom>
          <a:noFill/>
          <a:ln w="6350" cap="flat" cmpd="sng" algn="ctr">
            <a:solidFill>
              <a:srgbClr val="244C89"/>
            </a:solidFill>
            <a:prstDash val="solid"/>
            <a:miter lim="800000"/>
            <a:tailEnd type="oval" w="med" len="med"/>
          </a:ln>
          <a:effectLst/>
        </p:spPr>
      </p:cxnSp>
      <p:sp>
        <p:nvSpPr>
          <p:cNvPr id="13" name="文本框 63"/>
          <p:cNvSpPr txBox="1"/>
          <p:nvPr/>
        </p:nvSpPr>
        <p:spPr>
          <a:xfrm>
            <a:off x="1244828" y="2409189"/>
            <a:ext cx="4273550" cy="707886"/>
          </a:xfrm>
          <a:prstGeom prst="rect">
            <a:avLst/>
          </a:prstGeom>
          <a:ln w="12700">
            <a:prstDash val="solid"/>
            <a:miter lim="800000"/>
          </a:ln>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4000" b="0" i="0" u="none" strike="noStrike" kern="1200" cap="none" spc="0" normalizeH="0" baseline="0" noProof="0" dirty="0">
                <a:ln>
                  <a:noFill/>
                </a:ln>
                <a:solidFill>
                  <a:srgbClr val="2172B8">
                    <a:alpha val="100000"/>
                  </a:srgbClr>
                </a:solidFill>
                <a:effectLst/>
                <a:uLnTx/>
                <a:uFillTx/>
                <a:latin typeface="Times New Roman" panose="02020603050405020304"/>
                <a:ea typeface="Times New Roman" panose="02020603050405020304"/>
                <a:cs typeface="+mn-cs"/>
              </a:rPr>
              <a:t>Part.2</a:t>
            </a: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文本框 1"/>
          <p:cNvSpPr txBox="1"/>
          <p:nvPr/>
        </p:nvSpPr>
        <p:spPr>
          <a:xfrm>
            <a:off x="1244828" y="3193014"/>
            <a:ext cx="5764789" cy="1568450"/>
          </a:xfrm>
          <a:prstGeom prst="rect">
            <a:avLst/>
          </a:prstGeom>
          <a:noFill/>
        </p:spPr>
        <p:txBody>
          <a:bodyPr wrap="square" rtlCol="0">
            <a:noAutofit/>
          </a:bodyPr>
          <a:lstStyle/>
          <a:p>
            <a:pPr marL="0" lvl="0" indent="0" algn="l" defTabSz="457200">
              <a:lnSpc>
                <a:spcPct val="100000"/>
              </a:lnSpc>
              <a:spcBef>
                <a:spcPts val="0"/>
              </a:spcBef>
              <a:spcAft>
                <a:spcPts val="0"/>
              </a:spcAft>
              <a:buClrTx/>
              <a:buSzTx/>
              <a:buFontTx/>
              <a:buNone/>
              <a:defRPr sz="1800">
                <a:solidFill>
                  <a:schemeClr val="tx1">
                    <a:alpha val="100000"/>
                  </a:schemeClr>
                </a:solidFill>
                <a:latin typeface="Calibri" panose="020F0502020204030204"/>
                <a:ea typeface="等线" panose="02010600030101010101" charset="-122"/>
                <a:cs typeface="+mn-cs"/>
              </a:defRPr>
            </a:pPr>
            <a:r>
              <a:rPr lang="en-US" altLang="zh-CN" sz="4800" b="1" dirty="0">
                <a:ln>
                  <a:noFill/>
                </a:ln>
                <a:solidFill>
                  <a:srgbClr val="044B89">
                    <a:alpha val="100000"/>
                  </a:srgbClr>
                </a:solidFill>
                <a:effectLst/>
                <a:latin typeface="微软雅黑" charset="0"/>
                <a:ea typeface="微软雅黑" charset="0"/>
                <a:cs typeface="微软雅黑" charset="0"/>
              </a:rPr>
              <a:t>UWB</a:t>
            </a:r>
            <a:r>
              <a:rPr lang="zh-CN" altLang="en-US" sz="4800" b="1" dirty="0">
                <a:ln>
                  <a:noFill/>
                </a:ln>
                <a:solidFill>
                  <a:srgbClr val="044B89">
                    <a:alpha val="100000"/>
                  </a:srgbClr>
                </a:solidFill>
                <a:effectLst/>
                <a:latin typeface="微软雅黑" charset="0"/>
                <a:ea typeface="微软雅黑" charset="0"/>
                <a:cs typeface="微软雅黑" charset="0"/>
              </a:rPr>
              <a:t>的典型应用</a:t>
            </a:r>
            <a:endParaRPr lang="zh-CN" altLang="en-US" sz="2400" dirty="0">
              <a:latin typeface="微软雅黑" charset="0"/>
              <a:ea typeface="微软雅黑" charset="0"/>
              <a:cs typeface="微软雅黑"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507" y="166053"/>
            <a:ext cx="7359650" cy="645160"/>
          </a:xfrm>
          <a:prstGeom prst="rect">
            <a:avLst/>
          </a:prstGeom>
          <a:ln w="12700">
            <a:prstDash val="solid"/>
          </a:ln>
        </p:spPr>
        <p:txBody>
          <a:bodyPr>
            <a:spAutoFit/>
          </a:bodyPr>
          <a:lstStyle/>
          <a:p>
            <a:r>
              <a:rPr lang="zh-CN" altLang="en-US" sz="3600" b="1" dirty="0">
                <a:solidFill>
                  <a:srgbClr val="044B89"/>
                </a:solidFill>
                <a:latin typeface="微软雅黑" panose="020B0503020204020204" pitchFamily="34" charset="-122"/>
                <a:ea typeface="微软雅黑" panose="020B0503020204020204" pitchFamily="34" charset="-122"/>
              </a:rPr>
              <a:t>二</a:t>
            </a:r>
            <a:r>
              <a:rPr lang="zh-CN" sz="3600" b="1" dirty="0">
                <a:solidFill>
                  <a:srgbClr val="044B89"/>
                </a:solidFill>
                <a:latin typeface="微软雅黑" panose="020B0503020204020204" pitchFamily="34" charset="-122"/>
                <a:ea typeface="微软雅黑" panose="020B0503020204020204" pitchFamily="34" charset="-122"/>
              </a:rPr>
              <a:t>、</a:t>
            </a:r>
            <a:r>
              <a:rPr lang="en-US" altLang="zh-CN" sz="3600" b="1" dirty="0">
                <a:solidFill>
                  <a:srgbClr val="044B89"/>
                </a:solidFill>
                <a:latin typeface="微软雅黑" panose="020B0503020204020204" pitchFamily="34" charset="-122"/>
                <a:ea typeface="微软雅黑" panose="020B0503020204020204" pitchFamily="34" charset="-122"/>
              </a:rPr>
              <a:t>UWB</a:t>
            </a:r>
            <a:r>
              <a:rPr lang="zh-CN" altLang="en-US" sz="3600" b="1" dirty="0">
                <a:solidFill>
                  <a:srgbClr val="044B89"/>
                </a:solidFill>
                <a:latin typeface="微软雅黑" panose="020B0503020204020204" pitchFamily="34" charset="-122"/>
                <a:ea typeface="微软雅黑" panose="020B0503020204020204" pitchFamily="34" charset="-122"/>
              </a:rPr>
              <a:t>的典型应用</a:t>
            </a:r>
            <a:endParaRPr dirty="0">
              <a:solidFill>
                <a:srgbClr val="044B89"/>
              </a:solidFill>
              <a:latin typeface="微软雅黑" panose="020B0503020204020204" pitchFamily="34" charset="-122"/>
              <a:ea typeface="微软雅黑" panose="020B0503020204020204" pitchFamily="34" charset="-122"/>
            </a:endParaRPr>
          </a:p>
        </p:txBody>
      </p:sp>
      <p:sp>
        <p:nvSpPr>
          <p:cNvPr id="4" name="文本框 3"/>
          <p:cNvSpPr txBox="1"/>
          <p:nvPr userDrawn="1"/>
        </p:nvSpPr>
        <p:spPr>
          <a:xfrm>
            <a:off x="494634" y="1536157"/>
            <a:ext cx="10614025" cy="521970"/>
          </a:xfrm>
          <a:prstGeom prst="rect">
            <a:avLst/>
          </a:prstGeom>
        </p:spPr>
        <p:txBody>
          <a:bodyPr wrap="square" rtlCol="0">
            <a:spAutoFit/>
          </a:bodyPr>
          <a:p>
            <a:r>
              <a:rPr lang="en-US" altLang="zh-CN" sz="2800" b="1">
                <a:solidFill>
                  <a:schemeClr val="accent4">
                    <a:lumMod val="75000"/>
                  </a:schemeClr>
                </a:solidFill>
                <a:latin typeface="微软雅黑" charset="0"/>
                <a:ea typeface="微软雅黑" charset="0"/>
                <a:cs typeface="微软雅黑" charset="0"/>
              </a:rPr>
              <a:t>1. </a:t>
            </a:r>
            <a:r>
              <a:rPr lang="zh-CN" altLang="en-US" sz="2800" b="1">
                <a:solidFill>
                  <a:schemeClr val="accent4">
                    <a:lumMod val="75000"/>
                  </a:schemeClr>
                </a:solidFill>
                <a:latin typeface="微软雅黑" charset="0"/>
                <a:ea typeface="微软雅黑" charset="0"/>
                <a:cs typeface="微软雅黑" charset="0"/>
              </a:rPr>
              <a:t>精确寻物</a:t>
            </a:r>
            <a:r>
              <a:rPr lang="en-US" altLang="zh-CN" sz="2800" b="1">
                <a:solidFill>
                  <a:schemeClr val="accent4">
                    <a:lumMod val="75000"/>
                  </a:schemeClr>
                </a:solidFill>
                <a:latin typeface="微软雅黑" charset="0"/>
                <a:ea typeface="微软雅黑" charset="0"/>
                <a:cs typeface="微软雅黑" charset="0"/>
              </a:rPr>
              <a:t>(Precision Finding)</a:t>
            </a:r>
            <a:endParaRPr lang="zh-CN" altLang="en-US" sz="2800" b="1">
              <a:solidFill>
                <a:schemeClr val="accent4">
                  <a:lumMod val="75000"/>
                </a:schemeClr>
              </a:solidFill>
              <a:latin typeface="微软雅黑" charset="0"/>
              <a:ea typeface="微软雅黑" charset="0"/>
              <a:cs typeface="微软雅黑" charset="0"/>
            </a:endParaRPr>
          </a:p>
        </p:txBody>
      </p:sp>
      <p:sp>
        <p:nvSpPr>
          <p:cNvPr id="5" name="文本框 4"/>
          <p:cNvSpPr txBox="1"/>
          <p:nvPr userDrawn="1"/>
        </p:nvSpPr>
        <p:spPr>
          <a:xfrm>
            <a:off x="494628" y="2058148"/>
            <a:ext cx="11493990" cy="4523105"/>
          </a:xfrm>
          <a:prstGeom prst="rect">
            <a:avLst/>
          </a:prstGeom>
        </p:spPr>
        <p:txBody>
          <a:bodyPr wrap="square" rtlCol="0">
            <a:noAutofit/>
          </a:bodyPr>
          <a:p>
            <a:pPr indent="421005">
              <a:lnSpc>
                <a:spcPct val="100000"/>
              </a:lnSpc>
            </a:pPr>
            <a:r>
              <a:rPr lang="zh-CN" altLang="en-US" sz="2600" b="1">
                <a:solidFill>
                  <a:schemeClr val="accent4">
                    <a:lumMod val="75000"/>
                  </a:schemeClr>
                </a:solidFill>
                <a:latin typeface="微软雅黑" charset="0"/>
                <a:ea typeface="微软雅黑" charset="0"/>
                <a:cs typeface="微软雅黑" charset="0"/>
              </a:rPr>
              <a:t>是什么</a:t>
            </a:r>
            <a:r>
              <a:rPr lang="en-US" altLang="zh-CN" sz="2600" b="1">
                <a:solidFill>
                  <a:schemeClr val="accent4">
                    <a:lumMod val="75000"/>
                  </a:schemeClr>
                </a:solidFill>
                <a:latin typeface="微软雅黑" charset="0"/>
                <a:ea typeface="微软雅黑" charset="0"/>
                <a:cs typeface="微软雅黑" charset="0"/>
              </a:rPr>
              <a:t>:  </a:t>
            </a:r>
            <a:r>
              <a:rPr lang="zh-CN" altLang="en-US" sz="2600">
                <a:latin typeface="微软雅黑" charset="0"/>
                <a:ea typeface="微软雅黑" charset="0"/>
                <a:cs typeface="微软雅黑" charset="0"/>
              </a:rPr>
              <a:t>精确寻物是</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在消费电子中最成熟的典型应用</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代表场景包括手机寻找 </a:t>
            </a:r>
            <a:r>
              <a:rPr lang="en-US" altLang="zh-CN" sz="2600">
                <a:latin typeface="微软雅黑" charset="0"/>
                <a:ea typeface="微软雅黑" charset="0"/>
                <a:cs typeface="微软雅黑" charset="0"/>
              </a:rPr>
              <a:t>AirTag、</a:t>
            </a:r>
            <a:r>
              <a:rPr lang="zh-CN" altLang="en-US" sz="2600">
                <a:latin typeface="微软雅黑" charset="0"/>
                <a:ea typeface="微软雅黑" charset="0"/>
                <a:cs typeface="微软雅黑" charset="0"/>
              </a:rPr>
              <a:t>耳机盒、背包等近距离目标</a:t>
            </a:r>
            <a:endParaRPr lang="zh-CN" altLang="en-US" sz="2600">
              <a:latin typeface="微软雅黑" charset="0"/>
              <a:ea typeface="微软雅黑" charset="0"/>
              <a:cs typeface="微软雅黑" charset="0"/>
            </a:endParaRPr>
          </a:p>
          <a:p>
            <a:pPr indent="421005">
              <a:lnSpc>
                <a:spcPct val="100000"/>
              </a:lnSpc>
            </a:pPr>
            <a:r>
              <a:rPr lang="zh-CN" altLang="en-US" sz="2600" b="1">
                <a:solidFill>
                  <a:schemeClr val="accent4">
                    <a:lumMod val="75000"/>
                  </a:schemeClr>
                </a:solidFill>
                <a:latin typeface="微软雅黑" charset="0"/>
                <a:ea typeface="微软雅黑" charset="0"/>
                <a:cs typeface="微软雅黑" charset="0"/>
              </a:rPr>
              <a:t>关键技术</a:t>
            </a:r>
            <a:r>
              <a:rPr lang="en-US" altLang="zh-CN" sz="2600" b="1">
                <a:solidFill>
                  <a:schemeClr val="accent4">
                    <a:lumMod val="75000"/>
                  </a:schemeClr>
                </a:solidFill>
                <a:latin typeface="微软雅黑" charset="0"/>
                <a:ea typeface="微软雅黑" charset="0"/>
                <a:cs typeface="微软雅黑" charset="0"/>
              </a:rPr>
              <a:t>: </a:t>
            </a:r>
            <a:r>
              <a:rPr lang="zh-CN" altLang="en-US" sz="2600">
                <a:latin typeface="微软雅黑" charset="0"/>
                <a:ea typeface="微软雅黑" charset="0"/>
                <a:cs typeface="微软雅黑" charset="0"/>
              </a:rPr>
              <a:t>它依赖的核心技术是</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的</a:t>
            </a:r>
            <a:r>
              <a:rPr lang="zh-CN" altLang="en-US" sz="2600" b="1">
                <a:latin typeface="微软雅黑" charset="0"/>
                <a:ea typeface="微软雅黑" charset="0"/>
                <a:cs typeface="微软雅黑" charset="0"/>
              </a:rPr>
              <a:t>高带宽短脉冲测距能力</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主要通过</a:t>
            </a:r>
            <a:r>
              <a:rPr lang="en-US" altLang="zh-CN" sz="2600" b="1">
                <a:latin typeface="微软雅黑" charset="0"/>
                <a:ea typeface="微软雅黑" charset="0"/>
                <a:cs typeface="微软雅黑" charset="0"/>
              </a:rPr>
              <a:t>ToF/TWR</a:t>
            </a:r>
            <a:r>
              <a:rPr lang="zh-CN" altLang="en-US" sz="2600">
                <a:latin typeface="微软雅黑" charset="0"/>
                <a:ea typeface="微软雅黑" charset="0"/>
                <a:cs typeface="微软雅黑" charset="0"/>
              </a:rPr>
              <a:t>实现厘米级距离估计</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并可结合</a:t>
            </a:r>
            <a:r>
              <a:rPr lang="en-US" altLang="zh-CN" sz="2600" b="1">
                <a:latin typeface="微软雅黑" charset="0"/>
                <a:ea typeface="微软雅黑" charset="0"/>
                <a:cs typeface="微软雅黑" charset="0"/>
              </a:rPr>
              <a:t>AoA</a:t>
            </a:r>
            <a:r>
              <a:rPr lang="zh-CN" altLang="en-US" sz="2600">
                <a:latin typeface="微软雅黑" charset="0"/>
                <a:ea typeface="微软雅黑" charset="0"/>
                <a:cs typeface="微软雅黑" charset="0"/>
              </a:rPr>
              <a:t>输出目标方向</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精度通常可达</a:t>
            </a:r>
            <a:r>
              <a:rPr lang="zh-CN" altLang="en-US" sz="2600" b="1">
                <a:latin typeface="微软雅黑" charset="0"/>
                <a:ea typeface="微软雅黑" charset="0"/>
                <a:cs typeface="微软雅黑" charset="0"/>
              </a:rPr>
              <a:t>&lt;10</a:t>
            </a:r>
            <a:r>
              <a:rPr lang="en-US" altLang="zh-CN" sz="2600" b="1">
                <a:latin typeface="微软雅黑" charset="0"/>
                <a:ea typeface="微软雅黑" charset="0"/>
                <a:cs typeface="微软雅黑" charset="0"/>
              </a:rPr>
              <a:t>cm</a:t>
            </a:r>
            <a:r>
              <a:rPr lang="zh-CN" altLang="en-US" sz="2600">
                <a:latin typeface="微软雅黑" charset="0"/>
                <a:ea typeface="微软雅黑" charset="0"/>
                <a:cs typeface="微软雅黑" charset="0"/>
              </a:rPr>
              <a:t>级</a:t>
            </a:r>
            <a:endParaRPr lang="zh-CN" altLang="en-US" sz="2600">
              <a:latin typeface="微软雅黑" charset="0"/>
              <a:ea typeface="微软雅黑" charset="0"/>
              <a:cs typeface="微软雅黑" charset="0"/>
            </a:endParaRPr>
          </a:p>
          <a:p>
            <a:pPr indent="421005">
              <a:lnSpc>
                <a:spcPct val="100000"/>
              </a:lnSpc>
            </a:pPr>
            <a:r>
              <a:rPr lang="zh-CN" altLang="en-US" sz="2600" b="1">
                <a:solidFill>
                  <a:schemeClr val="accent4">
                    <a:lumMod val="75000"/>
                  </a:schemeClr>
                </a:solidFill>
                <a:latin typeface="微软雅黑" charset="0"/>
                <a:ea typeface="微软雅黑" charset="0"/>
                <a:cs typeface="微软雅黑" charset="0"/>
              </a:rPr>
              <a:t>实际应用</a:t>
            </a:r>
            <a:r>
              <a:rPr lang="en-US" altLang="zh-CN" sz="2600" b="1">
                <a:solidFill>
                  <a:schemeClr val="accent4">
                    <a:lumMod val="75000"/>
                  </a:schemeClr>
                </a:solidFill>
                <a:latin typeface="微软雅黑" charset="0"/>
                <a:ea typeface="微软雅黑" charset="0"/>
                <a:cs typeface="微软雅黑" charset="0"/>
              </a:rPr>
              <a:t>: </a:t>
            </a:r>
            <a:r>
              <a:rPr lang="zh-CN" altLang="en-US" sz="2600">
                <a:latin typeface="微软雅黑" charset="0"/>
                <a:ea typeface="微软雅黑" charset="0"/>
                <a:cs typeface="微软雅黑" charset="0"/>
              </a:rPr>
              <a:t>手机与标签建立</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会话后</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系统可直接显示</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目标离多远、在什么方向</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用户不再只是知道</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它在附近</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而是被连续引导接近目标该应用已经在</a:t>
            </a:r>
            <a:r>
              <a:rPr lang="en-US" altLang="zh-CN" sz="2600">
                <a:latin typeface="微软雅黑" charset="0"/>
                <a:ea typeface="微软雅黑" charset="0"/>
                <a:cs typeface="微软雅黑" charset="0"/>
              </a:rPr>
              <a:t>Apple AirTag、</a:t>
            </a:r>
            <a:r>
              <a:rPr lang="zh-CN" altLang="en-US" sz="2600">
                <a:latin typeface="微软雅黑" charset="0"/>
                <a:ea typeface="微软雅黑" charset="0"/>
                <a:cs typeface="微软雅黑" charset="0"/>
              </a:rPr>
              <a:t>支持</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的手机生态中落地</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说明</a:t>
            </a:r>
            <a:r>
              <a:rPr lang="en-US" altLang="zh-CN" sz="2600">
                <a:latin typeface="微软雅黑" charset="0"/>
                <a:ea typeface="微软雅黑" charset="0"/>
                <a:cs typeface="微软雅黑" charset="0"/>
              </a:rPr>
              <a:t>UWB</a:t>
            </a:r>
            <a:r>
              <a:rPr lang="zh-CN" altLang="en-US" sz="2600">
                <a:latin typeface="微软雅黑" charset="0"/>
                <a:ea typeface="微软雅黑" charset="0"/>
                <a:cs typeface="微软雅黑" charset="0"/>
              </a:rPr>
              <a:t>已从芯片能力进入主流终端场景</a:t>
            </a:r>
            <a:endParaRPr lang="zh-CN" altLang="en-US" sz="2600">
              <a:latin typeface="微软雅黑" charset="0"/>
              <a:ea typeface="微软雅黑" charset="0"/>
              <a:cs typeface="微软雅黑" charset="0"/>
            </a:endParaRPr>
          </a:p>
          <a:p>
            <a:pPr indent="421005">
              <a:lnSpc>
                <a:spcPct val="100000"/>
              </a:lnSpc>
            </a:pPr>
            <a:r>
              <a:rPr lang="zh-CN" altLang="en-US" sz="2600" b="1">
                <a:solidFill>
                  <a:schemeClr val="accent4">
                    <a:lumMod val="75000"/>
                  </a:schemeClr>
                </a:solidFill>
                <a:latin typeface="微软雅黑" charset="0"/>
                <a:ea typeface="微软雅黑" charset="0"/>
                <a:cs typeface="微软雅黑" charset="0"/>
              </a:rPr>
              <a:t>核心价值</a:t>
            </a:r>
            <a:r>
              <a:rPr lang="en-US" altLang="zh-CN" sz="2600" b="1">
                <a:solidFill>
                  <a:schemeClr val="accent4">
                    <a:lumMod val="75000"/>
                  </a:schemeClr>
                </a:solidFill>
                <a:latin typeface="微软雅黑" charset="0"/>
                <a:ea typeface="微软雅黑" charset="0"/>
                <a:cs typeface="微软雅黑" charset="0"/>
              </a:rPr>
              <a:t>: </a:t>
            </a:r>
            <a:r>
              <a:rPr lang="zh-CN" altLang="en-US" sz="2600">
                <a:latin typeface="微软雅黑" charset="0"/>
                <a:ea typeface="微软雅黑" charset="0"/>
                <a:cs typeface="微软雅黑" charset="0"/>
              </a:rPr>
              <a:t>它把传统低效率的</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人工找物</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升级为</a:t>
            </a:r>
            <a:r>
              <a:rPr lang="en-US" altLang="zh-CN" sz="2600">
                <a:latin typeface="微软雅黑" charset="0"/>
                <a:ea typeface="微软雅黑" charset="0"/>
                <a:cs typeface="微软雅黑" charset="0"/>
              </a:rPr>
              <a:t>"</a:t>
            </a:r>
            <a:r>
              <a:rPr lang="zh-CN" altLang="en-US" sz="2600">
                <a:latin typeface="微软雅黑" charset="0"/>
                <a:ea typeface="微软雅黑" charset="0"/>
                <a:cs typeface="微软雅黑" charset="0"/>
              </a:rPr>
              <a:t>空间引导式找物</a:t>
            </a:r>
            <a:r>
              <a:rPr lang="en-US" altLang="zh-CN" sz="2600">
                <a:latin typeface="微软雅黑" charset="0"/>
                <a:ea typeface="微软雅黑" charset="0"/>
                <a:cs typeface="微软雅黑" charset="0"/>
              </a:rPr>
              <a:t>", </a:t>
            </a:r>
            <a:r>
              <a:rPr lang="zh-CN" altLang="en-US" sz="2600">
                <a:latin typeface="微软雅黑" charset="0"/>
                <a:ea typeface="微软雅黑" charset="0"/>
                <a:cs typeface="微软雅黑" charset="0"/>
              </a:rPr>
              <a:t>而其前景则在于进一步扩展到找人、找车、机器人跟随等更广泛的近距空间交互场景</a:t>
            </a:r>
            <a:endParaRPr lang="zh-CN" altLang="en-US" sz="2600">
              <a:latin typeface="微软雅黑" charset="0"/>
              <a:ea typeface="微软雅黑" charset="0"/>
              <a:cs typeface="微软雅黑"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507" y="166053"/>
            <a:ext cx="7359650" cy="645160"/>
          </a:xfrm>
          <a:prstGeom prst="rect">
            <a:avLst/>
          </a:prstGeom>
          <a:ln w="12700">
            <a:prstDash val="solid"/>
          </a:ln>
        </p:spPr>
        <p:txBody>
          <a:bodyPr>
            <a:spAutoFit/>
          </a:bodyPr>
          <a:lstStyle/>
          <a:p>
            <a:r>
              <a:rPr lang="zh-CN" altLang="en-US" sz="3600" b="1" dirty="0">
                <a:solidFill>
                  <a:srgbClr val="044B89"/>
                </a:solidFill>
                <a:latin typeface="微软雅黑" panose="020B0503020204020204" pitchFamily="34" charset="-122"/>
                <a:ea typeface="微软雅黑" panose="020B0503020204020204" pitchFamily="34" charset="-122"/>
              </a:rPr>
              <a:t>二</a:t>
            </a:r>
            <a:r>
              <a:rPr lang="zh-CN" sz="3600" b="1" dirty="0">
                <a:solidFill>
                  <a:srgbClr val="044B89"/>
                </a:solidFill>
                <a:latin typeface="微软雅黑" panose="020B0503020204020204" pitchFamily="34" charset="-122"/>
                <a:ea typeface="微软雅黑" panose="020B0503020204020204" pitchFamily="34" charset="-122"/>
              </a:rPr>
              <a:t>、</a:t>
            </a:r>
            <a:r>
              <a:rPr lang="en-US" altLang="zh-CN" sz="3600" b="1" dirty="0">
                <a:solidFill>
                  <a:srgbClr val="044B89"/>
                </a:solidFill>
                <a:latin typeface="微软雅黑" panose="020B0503020204020204" pitchFamily="34" charset="-122"/>
                <a:ea typeface="微软雅黑" panose="020B0503020204020204" pitchFamily="34" charset="-122"/>
              </a:rPr>
              <a:t>UWB</a:t>
            </a:r>
            <a:r>
              <a:rPr lang="zh-CN" altLang="en-US" sz="3600" b="1" dirty="0">
                <a:solidFill>
                  <a:srgbClr val="044B89"/>
                </a:solidFill>
                <a:latin typeface="微软雅黑" panose="020B0503020204020204" pitchFamily="34" charset="-122"/>
                <a:ea typeface="微软雅黑" panose="020B0503020204020204" pitchFamily="34" charset="-122"/>
              </a:rPr>
              <a:t>的典型应用</a:t>
            </a:r>
            <a:endParaRPr dirty="0">
              <a:solidFill>
                <a:srgbClr val="044B89"/>
              </a:solidFill>
              <a:latin typeface="微软雅黑" panose="020B0503020204020204" pitchFamily="34" charset="-122"/>
              <a:ea typeface="微软雅黑" panose="020B0503020204020204" pitchFamily="34" charset="-122"/>
            </a:endParaRPr>
          </a:p>
        </p:txBody>
      </p:sp>
      <p:sp>
        <p:nvSpPr>
          <p:cNvPr id="4" name="文本框 3"/>
          <p:cNvSpPr txBox="1"/>
          <p:nvPr userDrawn="1"/>
        </p:nvSpPr>
        <p:spPr>
          <a:xfrm>
            <a:off x="584554" y="1536157"/>
            <a:ext cx="10614025" cy="521970"/>
          </a:xfrm>
          <a:prstGeom prst="rect">
            <a:avLst/>
          </a:prstGeom>
        </p:spPr>
        <p:txBody>
          <a:bodyPr wrap="square" rtlCol="0">
            <a:spAutoFit/>
          </a:bodyPr>
          <a:p>
            <a:r>
              <a:rPr lang="en-US" altLang="zh-CN" sz="2800" b="1">
                <a:solidFill>
                  <a:schemeClr val="accent4">
                    <a:lumMod val="75000"/>
                  </a:schemeClr>
                </a:solidFill>
                <a:latin typeface="微软雅黑" charset="0"/>
                <a:ea typeface="微软雅黑" charset="0"/>
                <a:cs typeface="微软雅黑" charset="0"/>
              </a:rPr>
              <a:t>2.</a:t>
            </a:r>
            <a:r>
              <a:rPr lang="zh-CN" altLang="en-US" sz="2800" b="1">
                <a:solidFill>
                  <a:schemeClr val="accent4">
                    <a:lumMod val="75000"/>
                  </a:schemeClr>
                </a:solidFill>
                <a:latin typeface="微软雅黑" charset="0"/>
                <a:ea typeface="微软雅黑" charset="0"/>
                <a:cs typeface="微软雅黑" charset="0"/>
              </a:rPr>
              <a:t>数字钥匙与实时定位</a:t>
            </a:r>
            <a:r>
              <a:rPr lang="en-US" altLang="zh-CN" sz="2800" b="1">
                <a:solidFill>
                  <a:schemeClr val="accent4">
                    <a:lumMod val="75000"/>
                  </a:schemeClr>
                </a:solidFill>
                <a:latin typeface="微软雅黑" charset="0"/>
                <a:ea typeface="微软雅黑" charset="0"/>
                <a:cs typeface="微软雅黑" charset="0"/>
              </a:rPr>
              <a:t>(Digital Key&amp;RTLS)</a:t>
            </a:r>
            <a:endParaRPr lang="zh-CN" altLang="en-US" sz="2800" b="1">
              <a:solidFill>
                <a:schemeClr val="accent4">
                  <a:lumMod val="75000"/>
                </a:schemeClr>
              </a:solidFill>
              <a:latin typeface="微软雅黑" charset="0"/>
              <a:ea typeface="微软雅黑" charset="0"/>
              <a:cs typeface="微软雅黑" charset="0"/>
            </a:endParaRPr>
          </a:p>
        </p:txBody>
      </p:sp>
      <p:sp>
        <p:nvSpPr>
          <p:cNvPr id="5" name="文本框 4"/>
          <p:cNvSpPr txBox="1"/>
          <p:nvPr userDrawn="1"/>
        </p:nvSpPr>
        <p:spPr>
          <a:xfrm>
            <a:off x="476697" y="2058127"/>
            <a:ext cx="11593082" cy="4527336"/>
          </a:xfrm>
          <a:prstGeom prst="rect">
            <a:avLst/>
          </a:prstGeom>
        </p:spPr>
        <p:txBody>
          <a:bodyPr wrap="square" rtlCol="0">
            <a:noAutofit/>
          </a:bodyPr>
          <a:p>
            <a:pPr indent="421005">
              <a:lnSpc>
                <a:spcPct val="100000"/>
              </a:lnSpc>
            </a:pPr>
            <a:r>
              <a:rPr lang="zh-CN" altLang="en-US" sz="2400" b="1">
                <a:solidFill>
                  <a:schemeClr val="accent4">
                    <a:lumMod val="75000"/>
                  </a:schemeClr>
                </a:solidFill>
                <a:latin typeface="微软雅黑" charset="0"/>
                <a:ea typeface="微软雅黑" charset="0"/>
                <a:cs typeface="微软雅黑" charset="0"/>
              </a:rPr>
              <a:t>是什么</a:t>
            </a:r>
            <a:r>
              <a:rPr lang="en-US" altLang="zh-CN" sz="2400" b="1">
                <a:solidFill>
                  <a:schemeClr val="accent4">
                    <a:lumMod val="75000"/>
                  </a:schemeClr>
                </a:solidFill>
                <a:latin typeface="微软雅黑" charset="0"/>
                <a:ea typeface="微软雅黑" charset="0"/>
                <a:cs typeface="微软雅黑" charset="0"/>
              </a:rPr>
              <a:t>: </a:t>
            </a:r>
            <a:r>
              <a:rPr lang="zh-CN" altLang="en-US" sz="2400">
                <a:latin typeface="微软雅黑" charset="0"/>
                <a:ea typeface="微软雅黑" charset="0"/>
                <a:cs typeface="微软雅黑" charset="0"/>
              </a:rPr>
              <a:t>数字钥匙与实时定位代表了</a:t>
            </a:r>
            <a:r>
              <a:rPr lang="en-US" altLang="zh-CN" sz="2400">
                <a:latin typeface="微软雅黑" charset="0"/>
                <a:ea typeface="微软雅黑" charset="0"/>
                <a:cs typeface="微软雅黑" charset="0"/>
              </a:rPr>
              <a:t>UWB</a:t>
            </a:r>
            <a:r>
              <a:rPr lang="zh-CN" altLang="en-US" sz="2400">
                <a:latin typeface="微软雅黑" charset="0"/>
                <a:ea typeface="微软雅黑" charset="0"/>
                <a:cs typeface="微软雅黑" charset="0"/>
              </a:rPr>
              <a:t>从消费电子走向产业和基础设施的应用方向前者主要用于汽车无感解锁、智能门锁和门禁系统</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后者主要用于仓储、医院、工厂中的资产追踪与室内定位</a:t>
            </a:r>
            <a:endParaRPr lang="zh-CN" altLang="en-US" sz="2400">
              <a:latin typeface="微软雅黑" charset="0"/>
              <a:ea typeface="微软雅黑" charset="0"/>
              <a:cs typeface="微软雅黑" charset="0"/>
            </a:endParaRPr>
          </a:p>
          <a:p>
            <a:pPr indent="421005">
              <a:lnSpc>
                <a:spcPct val="100000"/>
              </a:lnSpc>
            </a:pPr>
            <a:r>
              <a:rPr lang="zh-CN" altLang="en-US" sz="2400" b="1">
                <a:solidFill>
                  <a:schemeClr val="accent4">
                    <a:lumMod val="75000"/>
                  </a:schemeClr>
                </a:solidFill>
                <a:latin typeface="微软雅黑" charset="0"/>
                <a:ea typeface="微软雅黑" charset="0"/>
                <a:cs typeface="微软雅黑" charset="0"/>
              </a:rPr>
              <a:t>关键技术</a:t>
            </a:r>
            <a:r>
              <a:rPr lang="en-US" altLang="zh-CN" sz="2400" b="1">
                <a:solidFill>
                  <a:schemeClr val="accent4">
                    <a:lumMod val="75000"/>
                  </a:schemeClr>
                </a:solidFill>
                <a:latin typeface="微软雅黑" charset="0"/>
                <a:ea typeface="微软雅黑" charset="0"/>
                <a:cs typeface="微软雅黑" charset="0"/>
              </a:rPr>
              <a:t>: </a:t>
            </a:r>
            <a:r>
              <a:rPr lang="zh-CN" altLang="en-US" sz="2400">
                <a:latin typeface="微软雅黑" charset="0"/>
                <a:ea typeface="微软雅黑" charset="0"/>
                <a:cs typeface="微软雅黑" charset="0"/>
              </a:rPr>
              <a:t>数字钥匙依赖的关键技术是</a:t>
            </a:r>
            <a:r>
              <a:rPr lang="zh-CN" altLang="en-US" sz="2400" b="1">
                <a:latin typeface="微软雅黑" charset="0"/>
                <a:ea typeface="微软雅黑" charset="0"/>
                <a:cs typeface="微软雅黑" charset="0"/>
              </a:rPr>
              <a:t>安全测距</a:t>
            </a:r>
            <a:r>
              <a:rPr lang="en-US" altLang="zh-CN" sz="2400">
                <a:latin typeface="微软雅黑" charset="0"/>
                <a:ea typeface="微软雅黑" charset="0"/>
                <a:cs typeface="微软雅黑" charset="0"/>
              </a:rPr>
              <a:t>,</a:t>
            </a:r>
            <a:r>
              <a:rPr lang="en-US" altLang="zh-CN" sz="2400" b="1">
                <a:latin typeface="微软雅黑" charset="0"/>
                <a:ea typeface="微软雅黑" charset="0"/>
                <a:cs typeface="微软雅黑" charset="0"/>
              </a:rPr>
              <a:t> </a:t>
            </a:r>
            <a:r>
              <a:rPr lang="zh-CN" altLang="en-US" sz="2400">
                <a:latin typeface="微软雅黑" charset="0"/>
                <a:ea typeface="微软雅黑" charset="0"/>
                <a:cs typeface="微软雅黑" charset="0"/>
              </a:rPr>
              <a:t>即在</a:t>
            </a:r>
            <a:r>
              <a:rPr lang="en-US" altLang="zh-CN" sz="2400" b="1">
                <a:latin typeface="微软雅黑" charset="0"/>
                <a:ea typeface="微软雅黑" charset="0"/>
                <a:cs typeface="微软雅黑" charset="0"/>
              </a:rPr>
              <a:t>ToF/TWR</a:t>
            </a:r>
            <a:r>
              <a:rPr lang="zh-CN" altLang="en-US" sz="2400">
                <a:latin typeface="微软雅黑" charset="0"/>
                <a:ea typeface="微软雅黑" charset="0"/>
                <a:cs typeface="微软雅黑" charset="0"/>
              </a:rPr>
              <a:t>的基础上结合</a:t>
            </a:r>
            <a:r>
              <a:rPr lang="en-US" altLang="zh-CN" sz="2400" b="1">
                <a:latin typeface="微软雅黑" charset="0"/>
                <a:ea typeface="微软雅黑" charset="0"/>
                <a:cs typeface="微软雅黑" charset="0"/>
              </a:rPr>
              <a:t>STS</a:t>
            </a:r>
            <a:r>
              <a:rPr lang="en-US" altLang="zh-CN" sz="2400" b="1">
                <a:solidFill>
                  <a:schemeClr val="tx1"/>
                </a:solidFill>
                <a:latin typeface="微软雅黑" charset="0"/>
                <a:ea typeface="微软雅黑" charset="0"/>
                <a:cs typeface="微软雅黑" charset="0"/>
              </a:rPr>
              <a:t>(</a:t>
            </a:r>
            <a:r>
              <a:rPr lang="en-US" altLang="zh-CN" sz="2400" b="1">
                <a:latin typeface="微软雅黑" charset="0"/>
                <a:ea typeface="微软雅黑" charset="0"/>
                <a:cs typeface="微软雅黑" charset="0"/>
              </a:rPr>
              <a:t>Scrambled Timestamp Sequence</a:t>
            </a:r>
            <a:r>
              <a:rPr lang="en-US" altLang="zh-CN" sz="2400" b="1">
                <a:solidFill>
                  <a:schemeClr val="tx1"/>
                </a:solidFill>
                <a:latin typeface="微软雅黑" charset="0"/>
                <a:ea typeface="微软雅黑" charset="0"/>
                <a:cs typeface="微软雅黑" charset="0"/>
              </a:rPr>
              <a:t>)</a:t>
            </a:r>
            <a:r>
              <a:rPr lang="zh-CN" altLang="en-US" sz="2400">
                <a:latin typeface="微软雅黑" charset="0"/>
                <a:ea typeface="微软雅黑" charset="0"/>
                <a:cs typeface="微软雅黑" charset="0"/>
              </a:rPr>
              <a:t>和必要时的</a:t>
            </a:r>
            <a:r>
              <a:rPr lang="en-US" altLang="zh-CN" sz="2400" b="1">
                <a:latin typeface="微软雅黑" charset="0"/>
                <a:ea typeface="微软雅黑" charset="0"/>
                <a:cs typeface="微软雅黑" charset="0"/>
              </a:rPr>
              <a:t>AoA</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同时验证</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设备身份正确</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和</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设备位置正确</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从而降低</a:t>
            </a:r>
            <a:r>
              <a:rPr lang="en-US" altLang="zh-CN" sz="2400">
                <a:latin typeface="微软雅黑" charset="0"/>
                <a:ea typeface="微软雅黑" charset="0"/>
                <a:cs typeface="微软雅黑" charset="0"/>
              </a:rPr>
              <a:t>relay attack</a:t>
            </a:r>
            <a:r>
              <a:rPr lang="zh-CN" altLang="en-US" sz="2400">
                <a:latin typeface="微软雅黑" charset="0"/>
                <a:ea typeface="微软雅黑" charset="0"/>
                <a:cs typeface="微软雅黑" charset="0"/>
              </a:rPr>
              <a:t>等安全风险</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而</a:t>
            </a:r>
            <a:r>
              <a:rPr lang="en-US" altLang="zh-CN" sz="2400">
                <a:latin typeface="微软雅黑" charset="0"/>
                <a:ea typeface="微软雅黑" charset="0"/>
                <a:cs typeface="微软雅黑" charset="0"/>
              </a:rPr>
              <a:t>RTLS</a:t>
            </a:r>
            <a:r>
              <a:rPr lang="zh-CN" altLang="en-US" sz="2400">
                <a:latin typeface="微软雅黑" charset="0"/>
                <a:ea typeface="微软雅黑" charset="0"/>
                <a:cs typeface="微软雅黑" charset="0"/>
              </a:rPr>
              <a:t>则更多采用</a:t>
            </a:r>
            <a:r>
              <a:rPr lang="en-US" altLang="zh-CN" sz="2400" b="1">
                <a:latin typeface="微软雅黑" charset="0"/>
                <a:ea typeface="微软雅黑" charset="0"/>
                <a:cs typeface="微软雅黑" charset="0"/>
              </a:rPr>
              <a:t>TDoA/</a:t>
            </a:r>
            <a:r>
              <a:rPr lang="zh-CN" altLang="en-US" sz="2400" b="1">
                <a:latin typeface="微软雅黑" charset="0"/>
                <a:ea typeface="微软雅黑" charset="0"/>
                <a:cs typeface="微软雅黑" charset="0"/>
              </a:rPr>
              <a:t>多锚点定位</a:t>
            </a:r>
            <a:r>
              <a:rPr lang="zh-CN" altLang="en-US" sz="2400">
                <a:latin typeface="微软雅黑" charset="0"/>
                <a:ea typeface="微软雅黑" charset="0"/>
                <a:cs typeface="微软雅黑" charset="0"/>
              </a:rPr>
              <a:t>架构</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实现对标签、设备和车辆的实时位置计算</a:t>
            </a:r>
            <a:endParaRPr lang="zh-CN" altLang="en-US" sz="2400">
              <a:latin typeface="微软雅黑" charset="0"/>
              <a:ea typeface="微软雅黑" charset="0"/>
              <a:cs typeface="微软雅黑" charset="0"/>
            </a:endParaRPr>
          </a:p>
          <a:p>
            <a:pPr indent="421005">
              <a:lnSpc>
                <a:spcPct val="100000"/>
              </a:lnSpc>
            </a:pPr>
            <a:r>
              <a:rPr lang="zh-CN" altLang="en-US" sz="2400" b="1">
                <a:solidFill>
                  <a:schemeClr val="accent4">
                    <a:lumMod val="75000"/>
                  </a:schemeClr>
                </a:solidFill>
                <a:latin typeface="微软雅黑" charset="0"/>
                <a:ea typeface="微软雅黑" charset="0"/>
                <a:cs typeface="微软雅黑" charset="0"/>
              </a:rPr>
              <a:t>实际应用</a:t>
            </a:r>
            <a:r>
              <a:rPr lang="en-US" altLang="zh-CN" sz="2400" b="1">
                <a:solidFill>
                  <a:schemeClr val="accent4">
                    <a:lumMod val="75000"/>
                  </a:schemeClr>
                </a:solidFill>
                <a:latin typeface="微软雅黑" charset="0"/>
                <a:ea typeface="微软雅黑" charset="0"/>
                <a:cs typeface="微软雅黑" charset="0"/>
              </a:rPr>
              <a:t>: </a:t>
            </a:r>
            <a:r>
              <a:rPr lang="zh-CN" altLang="en-US" sz="2400">
                <a:latin typeface="微软雅黑" charset="0"/>
                <a:ea typeface="微软雅黑" charset="0"/>
                <a:cs typeface="微软雅黑" charset="0"/>
              </a:rPr>
              <a:t>数字钥匙通常与</a:t>
            </a:r>
            <a:r>
              <a:rPr lang="en-US" altLang="zh-CN" sz="2400">
                <a:latin typeface="微软雅黑" charset="0"/>
                <a:ea typeface="微软雅黑" charset="0"/>
                <a:cs typeface="微软雅黑" charset="0"/>
              </a:rPr>
              <a:t>BLE/NFC</a:t>
            </a:r>
            <a:r>
              <a:rPr lang="zh-CN" altLang="en-US" sz="2400">
                <a:latin typeface="微软雅黑" charset="0"/>
                <a:ea typeface="微软雅黑" charset="0"/>
                <a:cs typeface="微软雅黑" charset="0"/>
              </a:rPr>
              <a:t>配合完成唤醒、认证与精确解锁</a:t>
            </a:r>
            <a:r>
              <a:rPr lang="en-US" altLang="zh-CN" sz="2400">
                <a:latin typeface="微软雅黑" charset="0"/>
                <a:ea typeface="微软雅黑" charset="0"/>
                <a:cs typeface="微软雅黑" charset="0"/>
              </a:rPr>
              <a:t>, RTLS</a:t>
            </a:r>
            <a:r>
              <a:rPr lang="zh-CN" altLang="en-US" sz="2400">
                <a:latin typeface="微软雅黑" charset="0"/>
                <a:ea typeface="微软雅黑" charset="0"/>
                <a:cs typeface="微软雅黑" charset="0"/>
              </a:rPr>
              <a:t>则通过场地锚点网络持续追踪托盘、叉车、医疗设备等高价值目标</a:t>
            </a:r>
            <a:endParaRPr lang="zh-CN" altLang="en-US" sz="2400">
              <a:latin typeface="微软雅黑" charset="0"/>
              <a:ea typeface="微软雅黑" charset="0"/>
              <a:cs typeface="微软雅黑" charset="0"/>
            </a:endParaRPr>
          </a:p>
          <a:p>
            <a:pPr indent="421005">
              <a:lnSpc>
                <a:spcPct val="100000"/>
              </a:lnSpc>
            </a:pPr>
            <a:r>
              <a:rPr lang="zh-CN" altLang="en-US" sz="2400" b="1">
                <a:solidFill>
                  <a:schemeClr val="accent4">
                    <a:lumMod val="75000"/>
                  </a:schemeClr>
                </a:solidFill>
                <a:latin typeface="微软雅黑" charset="0"/>
                <a:ea typeface="微软雅黑" charset="0"/>
                <a:cs typeface="微软雅黑" charset="0"/>
              </a:rPr>
              <a:t>核心价值</a:t>
            </a:r>
            <a:r>
              <a:rPr lang="en-US" altLang="zh-CN" sz="2400" b="1">
                <a:solidFill>
                  <a:schemeClr val="accent4">
                    <a:lumMod val="75000"/>
                  </a:schemeClr>
                </a:solidFill>
                <a:latin typeface="微软雅黑" charset="0"/>
                <a:ea typeface="微软雅黑" charset="0"/>
                <a:cs typeface="微软雅黑" charset="0"/>
              </a:rPr>
              <a:t>: </a:t>
            </a:r>
            <a:r>
              <a:rPr lang="zh-CN" altLang="en-US" sz="2400">
                <a:latin typeface="微软雅黑" charset="0"/>
                <a:ea typeface="微软雅黑" charset="0"/>
                <a:cs typeface="微软雅黑" charset="0"/>
              </a:rPr>
              <a:t>把</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接入</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从手动操作升级为无感通行</a:t>
            </a:r>
            <a:r>
              <a:rPr lang="en-US" altLang="zh-CN" sz="2400">
                <a:latin typeface="微软雅黑" charset="0"/>
                <a:ea typeface="微软雅黑" charset="0"/>
                <a:cs typeface="微软雅黑" charset="0"/>
              </a:rPr>
              <a:t>, </a:t>
            </a:r>
            <a:r>
              <a:rPr lang="zh-CN" altLang="en-US" sz="2400">
                <a:latin typeface="微软雅黑" charset="0"/>
                <a:ea typeface="微软雅黑" charset="0"/>
                <a:cs typeface="微软雅黑" charset="0"/>
              </a:rPr>
              <a:t>把</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位置</a:t>
            </a:r>
            <a:r>
              <a:rPr lang="en-US" altLang="zh-CN" sz="2400">
                <a:latin typeface="微软雅黑" charset="0"/>
                <a:ea typeface="微软雅黑" charset="0"/>
                <a:cs typeface="微软雅黑" charset="0"/>
              </a:rPr>
              <a:t>"</a:t>
            </a:r>
            <a:r>
              <a:rPr lang="zh-CN" altLang="en-US" sz="2400">
                <a:latin typeface="微软雅黑" charset="0"/>
                <a:ea typeface="微软雅黑" charset="0"/>
                <a:cs typeface="微软雅黑" charset="0"/>
              </a:rPr>
              <a:t>从人工盘点升级为实时可视化管理未来随着</a:t>
            </a:r>
            <a:r>
              <a:rPr lang="en-US" altLang="zh-CN" sz="2400" b="1">
                <a:latin typeface="微软雅黑" charset="0"/>
                <a:ea typeface="微软雅黑" charset="0"/>
                <a:cs typeface="微软雅黑" charset="0"/>
              </a:rPr>
              <a:t>FiRa 3.0</a:t>
            </a:r>
            <a:r>
              <a:rPr lang="en-US" altLang="zh-CN" sz="2400">
                <a:latin typeface="微软雅黑" charset="0"/>
                <a:ea typeface="微软雅黑" charset="0"/>
                <a:cs typeface="微软雅黑" charset="0"/>
              </a:rPr>
              <a:t>、</a:t>
            </a:r>
            <a:r>
              <a:rPr lang="en-US" altLang="zh-CN" sz="2400" b="1">
                <a:latin typeface="微软雅黑" charset="0"/>
                <a:ea typeface="微软雅黑" charset="0"/>
                <a:cs typeface="微软雅黑" charset="0"/>
              </a:rPr>
              <a:t>CCC Digital Key</a:t>
            </a:r>
            <a:r>
              <a:rPr lang="en-US" altLang="zh-CN" sz="2400">
                <a:latin typeface="微软雅黑" charset="0"/>
                <a:ea typeface="微软雅黑" charset="0"/>
                <a:cs typeface="微软雅黑" charset="0"/>
              </a:rPr>
              <a:t>、</a:t>
            </a:r>
            <a:r>
              <a:rPr lang="en-US" altLang="zh-CN" sz="2400" b="1">
                <a:latin typeface="微软雅黑" charset="0"/>
                <a:ea typeface="微软雅黑" charset="0"/>
                <a:cs typeface="微软雅黑" charset="0"/>
              </a:rPr>
              <a:t>Android UWB API</a:t>
            </a:r>
            <a:r>
              <a:rPr lang="zh-CN" altLang="en-US" sz="2400">
                <a:latin typeface="微软雅黑" charset="0"/>
                <a:ea typeface="微软雅黑" charset="0"/>
                <a:cs typeface="微软雅黑" charset="0"/>
              </a:rPr>
              <a:t>等生态成熟</a:t>
            </a:r>
            <a:r>
              <a:rPr lang="en-US" altLang="zh-CN" sz="2400">
                <a:latin typeface="微软雅黑" charset="0"/>
                <a:ea typeface="微软雅黑" charset="0"/>
                <a:cs typeface="微软雅黑" charset="0"/>
              </a:rPr>
              <a:t>, UWB</a:t>
            </a:r>
            <a:r>
              <a:rPr lang="zh-CN" altLang="en-US" sz="2400">
                <a:latin typeface="微软雅黑" charset="0"/>
                <a:ea typeface="微软雅黑" charset="0"/>
                <a:cs typeface="微软雅黑" charset="0"/>
              </a:rPr>
              <a:t>有望成为车载、门禁、支付、工业定位和智能空间服务的重要底层能力</a:t>
            </a:r>
            <a:endParaRPr lang="zh-CN" altLang="en-US" sz="2400">
              <a:latin typeface="微软雅黑" charset="0"/>
              <a:ea typeface="微软雅黑" charset="0"/>
              <a:cs typeface="微软雅黑" charset="0"/>
            </a:endParaRPr>
          </a:p>
        </p:txBody>
      </p:sp>
    </p:spTree>
  </p:cSld>
  <p:clrMapOvr>
    <a:masterClrMapping/>
  </p:clrMapOvr>
  <p:transition/>
</p:sld>
</file>

<file path=ppt/theme/theme1.xml><?xml version="1.0" encoding="utf-8"?>
<a:theme xmlns:a="http://schemas.openxmlformats.org/drawingml/2006/main" name="Office Theme">
  <a:themeElements>
    <a:clrScheme name="自定义 188">
      <a:dk1>
        <a:sysClr val="windowText" lastClr="000000"/>
      </a:dk1>
      <a:lt1>
        <a:sysClr val="window" lastClr="FFFFFF"/>
      </a:lt1>
      <a:dk2>
        <a:srgbClr val="44546A"/>
      </a:dk2>
      <a:lt2>
        <a:srgbClr val="E7E6E6"/>
      </a:lt2>
      <a:accent1>
        <a:srgbClr val="044B89"/>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1685</Words>
  <Application>WPS Office WWO_wpscloud_20260318230310-fb57003c44</Application>
  <PresentationFormat>宽屏</PresentationFormat>
  <Paragraphs>65</Paragraphs>
  <Slides>8</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宋体</vt:lpstr>
      <vt:lpstr>Wingdings</vt:lpstr>
      <vt:lpstr>微软雅黑</vt:lpstr>
      <vt:lpstr>汉仪旗黑KW 55S</vt:lpstr>
      <vt:lpstr>黑体</vt:lpstr>
      <vt:lpstr>汉仪书宋二KW</vt:lpstr>
      <vt:lpstr>思源黑体 CN Normal</vt:lpstr>
      <vt:lpstr>Times New Roman</vt:lpstr>
      <vt:lpstr>Calibri</vt:lpstr>
      <vt:lpstr>等线</vt:lpstr>
      <vt:lpstr>微软雅黑</vt:lpstr>
      <vt:lpstr>OPPOSans H</vt:lpstr>
      <vt:lpstr>Kingsoft Confetti</vt:lpstr>
      <vt:lpstr>汉仪中等线KW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id Bocchi</cp:lastModifiedBy>
  <dcterms:created xsi:type="dcterms:W3CDTF">2026-03-26T12:17:15Z</dcterms:created>
  <dcterms:modified xsi:type="dcterms:W3CDTF">2026-03-26T12:17:15Z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F013B8BE2E604A94BC75B26850276D2B_13</vt:lpwstr>
  </property>
  <property fmtid="{D5CDD505-2E9C-101B-9397-08002B2CF9AE}" pid="3" name="KSOProductBuildVer">
    <vt:lpwstr>2052-12.9.0.25853</vt:lpwstr>
  </property>
</Properties>
</file>