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9" r:id="rId3"/>
    <p:sldId id="260" r:id="rId4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8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0" Type="http://schemas.openxmlformats.org/officeDocument/2006/relationships/tags" Target="../tags/tag105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22.xml"/><Relationship Id="rId10" Type="http://schemas.openxmlformats.org/officeDocument/2006/relationships/tags" Target="../tags/tag127.xml"/><Relationship Id="rId4" Type="http://schemas.openxmlformats.org/officeDocument/2006/relationships/tags" Target="../tags/tag121.xml"/><Relationship Id="rId9" Type="http://schemas.openxmlformats.org/officeDocument/2006/relationships/tags" Target="../tags/tag126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0" Type="http://schemas.openxmlformats.org/officeDocument/2006/relationships/tags" Target="../tags/tag159.xml"/><Relationship Id="rId4" Type="http://schemas.openxmlformats.org/officeDocument/2006/relationships/tags" Target="../tags/tag153.xml"/><Relationship Id="rId9" Type="http://schemas.openxmlformats.org/officeDocument/2006/relationships/tags" Target="../tags/tag15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1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10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11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12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13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2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1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1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1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11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12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9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10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6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6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7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11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12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9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0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8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9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0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grpSp>
        <p:nvGrpSpPr>
          <p:cNvPr id="12" name="组合 11"/>
          <p:cNvGrpSpPr/>
          <p:nvPr userDrawn="1">
            <p:custDataLst>
              <p:tags r:id="rId8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12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11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3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image" Target="../media/image2.png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image" Target="../media/image1.jpeg"/><Relationship Id="rId5" Type="http://schemas.openxmlformats.org/officeDocument/2006/relationships/tags" Target="../tags/tag166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165.xml"/><Relationship Id="rId9" Type="http://schemas.openxmlformats.org/officeDocument/2006/relationships/tags" Target="../tags/tag170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83.xml"/><Relationship Id="rId18" Type="http://schemas.openxmlformats.org/officeDocument/2006/relationships/tags" Target="../tags/tag188.xml"/><Relationship Id="rId26" Type="http://schemas.openxmlformats.org/officeDocument/2006/relationships/tags" Target="../tags/tag196.xml"/><Relationship Id="rId39" Type="http://schemas.openxmlformats.org/officeDocument/2006/relationships/tags" Target="../tags/tag209.xml"/><Relationship Id="rId21" Type="http://schemas.openxmlformats.org/officeDocument/2006/relationships/tags" Target="../tags/tag191.xml"/><Relationship Id="rId34" Type="http://schemas.openxmlformats.org/officeDocument/2006/relationships/tags" Target="../tags/tag204.xml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17" Type="http://schemas.openxmlformats.org/officeDocument/2006/relationships/tags" Target="../tags/tag187.xml"/><Relationship Id="rId25" Type="http://schemas.openxmlformats.org/officeDocument/2006/relationships/tags" Target="../tags/tag195.xml"/><Relationship Id="rId33" Type="http://schemas.openxmlformats.org/officeDocument/2006/relationships/tags" Target="../tags/tag203.xml"/><Relationship Id="rId38" Type="http://schemas.openxmlformats.org/officeDocument/2006/relationships/tags" Target="../tags/tag208.xml"/><Relationship Id="rId2" Type="http://schemas.openxmlformats.org/officeDocument/2006/relationships/tags" Target="../tags/tag172.xml"/><Relationship Id="rId16" Type="http://schemas.openxmlformats.org/officeDocument/2006/relationships/tags" Target="../tags/tag186.xml"/><Relationship Id="rId20" Type="http://schemas.openxmlformats.org/officeDocument/2006/relationships/tags" Target="../tags/tag190.xml"/><Relationship Id="rId29" Type="http://schemas.openxmlformats.org/officeDocument/2006/relationships/tags" Target="../tags/tag199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24" Type="http://schemas.openxmlformats.org/officeDocument/2006/relationships/tags" Target="../tags/tag194.xml"/><Relationship Id="rId32" Type="http://schemas.openxmlformats.org/officeDocument/2006/relationships/tags" Target="../tags/tag202.xml"/><Relationship Id="rId37" Type="http://schemas.openxmlformats.org/officeDocument/2006/relationships/tags" Target="../tags/tag207.xml"/><Relationship Id="rId40" Type="http://schemas.openxmlformats.org/officeDocument/2006/relationships/slideLayout" Target="../slideLayouts/slideLayout18.xml"/><Relationship Id="rId5" Type="http://schemas.openxmlformats.org/officeDocument/2006/relationships/tags" Target="../tags/tag175.xml"/><Relationship Id="rId15" Type="http://schemas.openxmlformats.org/officeDocument/2006/relationships/tags" Target="../tags/tag185.xml"/><Relationship Id="rId23" Type="http://schemas.openxmlformats.org/officeDocument/2006/relationships/tags" Target="../tags/tag193.xml"/><Relationship Id="rId28" Type="http://schemas.openxmlformats.org/officeDocument/2006/relationships/tags" Target="../tags/tag198.xml"/><Relationship Id="rId36" Type="http://schemas.openxmlformats.org/officeDocument/2006/relationships/tags" Target="../tags/tag206.xml"/><Relationship Id="rId10" Type="http://schemas.openxmlformats.org/officeDocument/2006/relationships/tags" Target="../tags/tag180.xml"/><Relationship Id="rId19" Type="http://schemas.openxmlformats.org/officeDocument/2006/relationships/tags" Target="../tags/tag189.xml"/><Relationship Id="rId31" Type="http://schemas.openxmlformats.org/officeDocument/2006/relationships/tags" Target="../tags/tag201.xml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tags" Target="../tags/tag184.xml"/><Relationship Id="rId22" Type="http://schemas.openxmlformats.org/officeDocument/2006/relationships/tags" Target="../tags/tag192.xml"/><Relationship Id="rId27" Type="http://schemas.openxmlformats.org/officeDocument/2006/relationships/tags" Target="../tags/tag197.xml"/><Relationship Id="rId30" Type="http://schemas.openxmlformats.org/officeDocument/2006/relationships/tags" Target="../tags/tag200.xml"/><Relationship Id="rId35" Type="http://schemas.openxmlformats.org/officeDocument/2006/relationships/tags" Target="../tags/tag205.xml"/><Relationship Id="rId8" Type="http://schemas.openxmlformats.org/officeDocument/2006/relationships/tags" Target="../tags/tag178.xml"/><Relationship Id="rId3" Type="http://schemas.openxmlformats.org/officeDocument/2006/relationships/tags" Target="../tags/tag1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" name="任意多边形: 形状 8"/>
            <p:cNvSpPr/>
            <p:nvPr>
              <p:custDataLst>
                <p:tags r:id="rId8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等腰三角形 3"/>
            <p:cNvSpPr/>
            <p:nvPr>
              <p:custDataLst>
                <p:tags r:id="rId9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计算机与人工智能学院_4层  第4层_2.4G&amp;5G覆盖满足度 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/>
          <a:srcRect b="10523"/>
          <a:stretch>
            <a:fillRect/>
          </a:stretch>
        </p:blipFill>
        <p:spPr>
          <a:xfrm>
            <a:off x="304802" y="290828"/>
            <a:ext cx="11593195" cy="4745990"/>
          </a:xfrm>
          <a:prstGeom prst="rect">
            <a:avLst/>
          </a:prstGeom>
        </p:spPr>
      </p:pic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002972246"/>
              </p:ext>
            </p:extLst>
          </p:nvPr>
        </p:nvGraphicFramePr>
        <p:xfrm>
          <a:off x="6095999" y="1600197"/>
          <a:ext cx="1785257" cy="259080"/>
        </p:xfrm>
        <a:graphic>
          <a:graphicData uri="http://schemas.openxmlformats.org/drawingml/2006/table">
            <a:tbl>
              <a:tblPr/>
              <a:tblGrid>
                <a:gridCol w="1785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 </a:t>
                      </a:r>
                      <a:r>
                        <a:rPr lang="en-US" altLang="zh-CN" sz="11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3021965" y="218437"/>
            <a:ext cx="6379845" cy="863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计算机与人工智能学院四楼无线局域网 AP 部署方案</a:t>
            </a:r>
          </a:p>
        </p:txBody>
      </p:sp>
      <p:sp>
        <p:nvSpPr>
          <p:cNvPr id="31" name="文本框 30"/>
          <p:cNvSpPr txBox="1"/>
          <p:nvPr>
            <p:custDataLst>
              <p:tags r:id="rId5"/>
            </p:custDataLst>
          </p:nvPr>
        </p:nvSpPr>
        <p:spPr>
          <a:xfrm>
            <a:off x="792480" y="5112663"/>
            <a:ext cx="4368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主要使用场景：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教师办公室区（17 间，每间约 4 人）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研究生科研区：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左侧 3 个研究生教室（约 20 人 / 间）</a:t>
            </a:r>
          </a:p>
          <a:p>
            <a:r>
              <a:rPr lang="zh-CN" altLang="en-US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右侧 1 个大教室（约 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 人）</a:t>
            </a: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6096000" y="5112663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 类型：室内无线 AP</a:t>
            </a:r>
          </a:p>
          <a:p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 型号：Huawei AirEngine 8761-X1</a:t>
            </a:r>
          </a:p>
          <a:p>
            <a:r>
              <a:rPr lang="zh-CN" altLang="en-US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部署数量：共 11 台</a:t>
            </a:r>
          </a:p>
        </p:txBody>
      </p:sp>
      <p:pic>
        <p:nvPicPr>
          <p:cNvPr id="33" name="图片 9" descr="52ba8707a09ee4a06dabd0096ce5addfe0a2c51f"/>
          <p:cNvPicPr>
            <a:picLocks noChangeArrowheads="1"/>
          </p:cNvPicPr>
          <p:nvPr>
            <p:custDataLst>
              <p:tags r:id="rId7"/>
            </p:custDataLst>
          </p:nvPr>
        </p:nvPicPr>
        <p:blipFill>
          <a:blip r:embed="rId12" cstate="print"/>
          <a:srcRect r="28265" b="26843"/>
          <a:stretch>
            <a:fillRect/>
          </a:stretch>
        </p:blipFill>
        <p:spPr>
          <a:xfrm>
            <a:off x="8091394" y="4443955"/>
            <a:ext cx="3795804" cy="44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8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9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" name="任意多边形: 形状 3"/>
          <p:cNvSpPr/>
          <p:nvPr>
            <p:custDataLst>
              <p:tags r:id="rId3"/>
            </p:custDataLst>
          </p:nvPr>
        </p:nvSpPr>
        <p:spPr>
          <a:xfrm flipH="1" flipV="1">
            <a:off x="457200" y="304800"/>
            <a:ext cx="3048000" cy="1524000"/>
          </a:xfrm>
          <a:custGeom>
            <a:avLst/>
            <a:gdLst>
              <a:gd name="connsiteX0" fmla="*/ 3081866 w 3172179"/>
              <a:gd name="connsiteY0" fmla="*/ 0 h 1574799"/>
              <a:gd name="connsiteX1" fmla="*/ 3172179 w 3172179"/>
              <a:gd name="connsiteY1" fmla="*/ 0 h 1574799"/>
              <a:gd name="connsiteX2" fmla="*/ 3172179 w 3172179"/>
              <a:gd name="connsiteY2" fmla="*/ 1574799 h 1574799"/>
              <a:gd name="connsiteX3" fmla="*/ 0 w 3172179"/>
              <a:gd name="connsiteY3" fmla="*/ 1574799 h 1574799"/>
              <a:gd name="connsiteX4" fmla="*/ 0 w 3172179"/>
              <a:gd name="connsiteY4" fmla="*/ 1484488 h 1574799"/>
              <a:gd name="connsiteX5" fmla="*/ 3081866 w 3172179"/>
              <a:gd name="connsiteY5" fmla="*/ 1484488 h 15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2179" h="1574799">
                <a:moveTo>
                  <a:pt x="3081866" y="0"/>
                </a:moveTo>
                <a:lnTo>
                  <a:pt x="3172179" y="0"/>
                </a:lnTo>
                <a:lnTo>
                  <a:pt x="3172179" y="1574799"/>
                </a:lnTo>
                <a:lnTo>
                  <a:pt x="0" y="1574799"/>
                </a:lnTo>
                <a:lnTo>
                  <a:pt x="0" y="1484488"/>
                </a:lnTo>
                <a:lnTo>
                  <a:pt x="3081866" y="148448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457200" y="1981200"/>
            <a:ext cx="88900" cy="8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457200" y="2209800"/>
            <a:ext cx="88900" cy="8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6"/>
            </p:custDataLst>
          </p:nvPr>
        </p:nvSpPr>
        <p:spPr>
          <a:xfrm>
            <a:off x="457200" y="2438400"/>
            <a:ext cx="88900" cy="8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: 形状 2"/>
          <p:cNvSpPr/>
          <p:nvPr>
            <p:custDataLst>
              <p:tags r:id="rId7"/>
            </p:custDataLst>
          </p:nvPr>
        </p:nvSpPr>
        <p:spPr>
          <a:xfrm>
            <a:off x="8686800" y="5029200"/>
            <a:ext cx="3048000" cy="1524000"/>
          </a:xfrm>
          <a:custGeom>
            <a:avLst/>
            <a:gdLst>
              <a:gd name="connsiteX0" fmla="*/ 3081866 w 3172179"/>
              <a:gd name="connsiteY0" fmla="*/ 0 h 1574799"/>
              <a:gd name="connsiteX1" fmla="*/ 3172179 w 3172179"/>
              <a:gd name="connsiteY1" fmla="*/ 0 h 1574799"/>
              <a:gd name="connsiteX2" fmla="*/ 3172179 w 3172179"/>
              <a:gd name="connsiteY2" fmla="*/ 1574799 h 1574799"/>
              <a:gd name="connsiteX3" fmla="*/ 0 w 3172179"/>
              <a:gd name="connsiteY3" fmla="*/ 1574799 h 1574799"/>
              <a:gd name="connsiteX4" fmla="*/ 0 w 3172179"/>
              <a:gd name="connsiteY4" fmla="*/ 1484488 h 1574799"/>
              <a:gd name="connsiteX5" fmla="*/ 3081866 w 3172179"/>
              <a:gd name="connsiteY5" fmla="*/ 1484488 h 157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2179" h="1574799">
                <a:moveTo>
                  <a:pt x="3081866" y="0"/>
                </a:moveTo>
                <a:lnTo>
                  <a:pt x="3172179" y="0"/>
                </a:lnTo>
                <a:lnTo>
                  <a:pt x="3172179" y="1574799"/>
                </a:lnTo>
                <a:lnTo>
                  <a:pt x="0" y="1574799"/>
                </a:lnTo>
                <a:lnTo>
                  <a:pt x="0" y="1484488"/>
                </a:lnTo>
                <a:lnTo>
                  <a:pt x="3081866" y="148448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11645900" y="4334510"/>
            <a:ext cx="88900" cy="8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11645900" y="4563110"/>
            <a:ext cx="88900" cy="8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11645900" y="4791710"/>
            <a:ext cx="88900" cy="88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内容占位符 6" descr="7b0a202020202262756c6c6574223a20227b5c2263617465676f727949645c223a5c225c222c5c2274656d706c61746549645c223a32303233313734377d220a7d0a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14019" y="2236443"/>
            <a:ext cx="3250841" cy="374792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zh-CN" altLang="en-US" sz="1800" spc="7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基于人员密度的部署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en-US" altLang="zh-CN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研究生教室区：单教室人数 20～30 人</a:t>
            </a:r>
            <a:r>
              <a:rPr lang="en-US" altLang="zh-CN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lang="zh-CN" altLang="en-US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并发终端数量高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zh-CN" altLang="en-US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所以采用“一教室一 AP”设计，保障容量与带宽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en-US" altLang="zh-CN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教师办公室区：单房间人数少、分布离散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zh-CN" altLang="en-US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所以采用走廊集中覆盖方式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en-US" altLang="zh-CN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-&gt;</a:t>
            </a:r>
            <a:r>
              <a:rPr lang="zh-CN" altLang="en-US" sz="1800" spc="5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减少 AP 数量，降低建设成本</a:t>
            </a:r>
          </a:p>
        </p:txBody>
      </p:sp>
      <p:sp>
        <p:nvSpPr>
          <p:cNvPr id="33" name="Freeform 684"/>
          <p:cNvSpPr/>
          <p:nvPr>
            <p:custDataLst>
              <p:tags r:id="rId12"/>
            </p:custDataLst>
          </p:nvPr>
        </p:nvSpPr>
        <p:spPr bwMode="auto">
          <a:xfrm>
            <a:off x="1839595" y="873125"/>
            <a:ext cx="1026160" cy="1009015"/>
          </a:xfrm>
          <a:custGeom>
            <a:avLst/>
            <a:gdLst>
              <a:gd name="T0" fmla="*/ 544 w 698"/>
              <a:gd name="T1" fmla="*/ 617 h 687"/>
              <a:gd name="T2" fmla="*/ 659 w 698"/>
              <a:gd name="T3" fmla="*/ 496 h 687"/>
              <a:gd name="T4" fmla="*/ 670 w 698"/>
              <a:gd name="T5" fmla="*/ 232 h 687"/>
              <a:gd name="T6" fmla="*/ 341 w 698"/>
              <a:gd name="T7" fmla="*/ 4 h 687"/>
              <a:gd name="T8" fmla="*/ 94 w 698"/>
              <a:gd name="T9" fmla="*/ 114 h 687"/>
              <a:gd name="T10" fmla="*/ 95 w 698"/>
              <a:gd name="T11" fmla="*/ 514 h 687"/>
              <a:gd name="T12" fmla="*/ 544 w 698"/>
              <a:gd name="T13" fmla="*/ 617 h 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98" h="687">
                <a:moveTo>
                  <a:pt x="544" y="617"/>
                </a:moveTo>
                <a:cubicBezTo>
                  <a:pt x="591" y="594"/>
                  <a:pt x="636" y="544"/>
                  <a:pt x="659" y="496"/>
                </a:cubicBezTo>
                <a:cubicBezTo>
                  <a:pt x="696" y="420"/>
                  <a:pt x="698" y="311"/>
                  <a:pt x="670" y="232"/>
                </a:cubicBezTo>
                <a:cubicBezTo>
                  <a:pt x="621" y="96"/>
                  <a:pt x="482" y="9"/>
                  <a:pt x="341" y="4"/>
                </a:cubicBezTo>
                <a:cubicBezTo>
                  <a:pt x="246" y="0"/>
                  <a:pt x="148" y="33"/>
                  <a:pt x="94" y="114"/>
                </a:cubicBezTo>
                <a:cubicBezTo>
                  <a:pt x="12" y="237"/>
                  <a:pt x="0" y="397"/>
                  <a:pt x="95" y="514"/>
                </a:cubicBezTo>
                <a:cubicBezTo>
                  <a:pt x="195" y="636"/>
                  <a:pt x="400" y="687"/>
                  <a:pt x="544" y="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1696"/>
          <p:cNvSpPr/>
          <p:nvPr>
            <p:custDataLst>
              <p:tags r:id="rId13"/>
            </p:custDataLst>
          </p:nvPr>
        </p:nvSpPr>
        <p:spPr bwMode="auto">
          <a:xfrm>
            <a:off x="1630045" y="1610360"/>
            <a:ext cx="163830" cy="165100"/>
          </a:xfrm>
          <a:custGeom>
            <a:avLst/>
            <a:gdLst>
              <a:gd name="T0" fmla="*/ 284 w 289"/>
              <a:gd name="T1" fmla="*/ 94 h 291"/>
              <a:gd name="T2" fmla="*/ 273 w 289"/>
              <a:gd name="T3" fmla="*/ 75 h 291"/>
              <a:gd name="T4" fmla="*/ 183 w 289"/>
              <a:gd name="T5" fmla="*/ 99 h 291"/>
              <a:gd name="T6" fmla="*/ 177 w 289"/>
              <a:gd name="T7" fmla="*/ 75 h 291"/>
              <a:gd name="T8" fmla="*/ 162 w 289"/>
              <a:gd name="T9" fmla="*/ 10 h 291"/>
              <a:gd name="T10" fmla="*/ 142 w 289"/>
              <a:gd name="T11" fmla="*/ 10 h 291"/>
              <a:gd name="T12" fmla="*/ 119 w 289"/>
              <a:gd name="T13" fmla="*/ 117 h 291"/>
              <a:gd name="T14" fmla="*/ 39 w 289"/>
              <a:gd name="T15" fmla="*/ 136 h 291"/>
              <a:gd name="T16" fmla="*/ 1 w 289"/>
              <a:gd name="T17" fmla="*/ 168 h 291"/>
              <a:gd name="T18" fmla="*/ 40 w 289"/>
              <a:gd name="T19" fmla="*/ 185 h 291"/>
              <a:gd name="T20" fmla="*/ 113 w 289"/>
              <a:gd name="T21" fmla="*/ 177 h 291"/>
              <a:gd name="T22" fmla="*/ 94 w 289"/>
              <a:gd name="T23" fmla="*/ 269 h 291"/>
              <a:gd name="T24" fmla="*/ 114 w 289"/>
              <a:gd name="T25" fmla="*/ 281 h 291"/>
              <a:gd name="T26" fmla="*/ 157 w 289"/>
              <a:gd name="T27" fmla="*/ 222 h 291"/>
              <a:gd name="T28" fmla="*/ 174 w 289"/>
              <a:gd name="T29" fmla="*/ 199 h 291"/>
              <a:gd name="T30" fmla="*/ 199 w 289"/>
              <a:gd name="T31" fmla="*/ 233 h 291"/>
              <a:gd name="T32" fmla="*/ 247 w 289"/>
              <a:gd name="T33" fmla="*/ 252 h 291"/>
              <a:gd name="T34" fmla="*/ 219 w 289"/>
              <a:gd name="T35" fmla="*/ 160 h 291"/>
              <a:gd name="T36" fmla="*/ 240 w 289"/>
              <a:gd name="T37" fmla="*/ 143 h 291"/>
              <a:gd name="T38" fmla="*/ 284 w 289"/>
              <a:gd name="T39" fmla="*/ 94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9" h="291">
                <a:moveTo>
                  <a:pt x="284" y="94"/>
                </a:moveTo>
                <a:cubicBezTo>
                  <a:pt x="289" y="86"/>
                  <a:pt x="282" y="74"/>
                  <a:pt x="273" y="75"/>
                </a:cubicBezTo>
                <a:cubicBezTo>
                  <a:pt x="248" y="77"/>
                  <a:pt x="206" y="81"/>
                  <a:pt x="183" y="99"/>
                </a:cubicBezTo>
                <a:cubicBezTo>
                  <a:pt x="182" y="91"/>
                  <a:pt x="179" y="84"/>
                  <a:pt x="177" y="75"/>
                </a:cubicBezTo>
                <a:cubicBezTo>
                  <a:pt x="173" y="54"/>
                  <a:pt x="169" y="31"/>
                  <a:pt x="162" y="10"/>
                </a:cubicBezTo>
                <a:cubicBezTo>
                  <a:pt x="159" y="0"/>
                  <a:pt x="146" y="0"/>
                  <a:pt x="142" y="10"/>
                </a:cubicBezTo>
                <a:cubicBezTo>
                  <a:pt x="132" y="42"/>
                  <a:pt x="115" y="81"/>
                  <a:pt x="119" y="117"/>
                </a:cubicBezTo>
                <a:cubicBezTo>
                  <a:pt x="92" y="117"/>
                  <a:pt x="64" y="125"/>
                  <a:pt x="39" y="136"/>
                </a:cubicBezTo>
                <a:cubicBezTo>
                  <a:pt x="26" y="142"/>
                  <a:pt x="0" y="149"/>
                  <a:pt x="1" y="168"/>
                </a:cubicBezTo>
                <a:cubicBezTo>
                  <a:pt x="1" y="188"/>
                  <a:pt x="26" y="185"/>
                  <a:pt x="40" y="185"/>
                </a:cubicBezTo>
                <a:cubicBezTo>
                  <a:pt x="63" y="185"/>
                  <a:pt x="93" y="191"/>
                  <a:pt x="113" y="177"/>
                </a:cubicBezTo>
                <a:cubicBezTo>
                  <a:pt x="97" y="201"/>
                  <a:pt x="97" y="242"/>
                  <a:pt x="94" y="269"/>
                </a:cubicBezTo>
                <a:cubicBezTo>
                  <a:pt x="92" y="280"/>
                  <a:pt x="105" y="291"/>
                  <a:pt x="114" y="281"/>
                </a:cubicBezTo>
                <a:cubicBezTo>
                  <a:pt x="130" y="263"/>
                  <a:pt x="143" y="242"/>
                  <a:pt x="157" y="222"/>
                </a:cubicBezTo>
                <a:cubicBezTo>
                  <a:pt x="161" y="216"/>
                  <a:pt x="168" y="208"/>
                  <a:pt x="174" y="199"/>
                </a:cubicBezTo>
                <a:cubicBezTo>
                  <a:pt x="180" y="212"/>
                  <a:pt x="187" y="223"/>
                  <a:pt x="199" y="233"/>
                </a:cubicBezTo>
                <a:cubicBezTo>
                  <a:pt x="211" y="244"/>
                  <a:pt x="230" y="259"/>
                  <a:pt x="247" y="252"/>
                </a:cubicBezTo>
                <a:cubicBezTo>
                  <a:pt x="282" y="239"/>
                  <a:pt x="243" y="187"/>
                  <a:pt x="219" y="160"/>
                </a:cubicBezTo>
                <a:cubicBezTo>
                  <a:pt x="227" y="155"/>
                  <a:pt x="233" y="149"/>
                  <a:pt x="240" y="143"/>
                </a:cubicBezTo>
                <a:cubicBezTo>
                  <a:pt x="256" y="129"/>
                  <a:pt x="272" y="112"/>
                  <a:pt x="284" y="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Freeform 1698"/>
          <p:cNvSpPr/>
          <p:nvPr>
            <p:custDataLst>
              <p:tags r:id="rId14"/>
            </p:custDataLst>
          </p:nvPr>
        </p:nvSpPr>
        <p:spPr bwMode="auto">
          <a:xfrm>
            <a:off x="2787650" y="1929130"/>
            <a:ext cx="124460" cy="124460"/>
          </a:xfrm>
          <a:custGeom>
            <a:avLst/>
            <a:gdLst>
              <a:gd name="T0" fmla="*/ 328 w 347"/>
              <a:gd name="T1" fmla="*/ 125 h 365"/>
              <a:gd name="T2" fmla="*/ 243 w 347"/>
              <a:gd name="T3" fmla="*/ 152 h 365"/>
              <a:gd name="T4" fmla="*/ 262 w 347"/>
              <a:gd name="T5" fmla="*/ 17 h 365"/>
              <a:gd name="T6" fmla="*/ 246 w 347"/>
              <a:gd name="T7" fmla="*/ 10 h 365"/>
              <a:gd name="T8" fmla="*/ 201 w 347"/>
              <a:gd name="T9" fmla="*/ 96 h 365"/>
              <a:gd name="T10" fmla="*/ 168 w 347"/>
              <a:gd name="T11" fmla="*/ 163 h 365"/>
              <a:gd name="T12" fmla="*/ 103 w 347"/>
              <a:gd name="T13" fmla="*/ 154 h 365"/>
              <a:gd name="T14" fmla="*/ 17 w 347"/>
              <a:gd name="T15" fmla="*/ 151 h 365"/>
              <a:gd name="T16" fmla="*/ 10 w 347"/>
              <a:gd name="T17" fmla="*/ 174 h 365"/>
              <a:gd name="T18" fmla="*/ 84 w 347"/>
              <a:gd name="T19" fmla="*/ 216 h 365"/>
              <a:gd name="T20" fmla="*/ 110 w 347"/>
              <a:gd name="T21" fmla="*/ 231 h 365"/>
              <a:gd name="T22" fmla="*/ 61 w 347"/>
              <a:gd name="T23" fmla="*/ 344 h 365"/>
              <a:gd name="T24" fmla="*/ 77 w 347"/>
              <a:gd name="T25" fmla="*/ 357 h 365"/>
              <a:gd name="T26" fmla="*/ 143 w 347"/>
              <a:gd name="T27" fmla="*/ 296 h 365"/>
              <a:gd name="T28" fmla="*/ 178 w 347"/>
              <a:gd name="T29" fmla="*/ 268 h 365"/>
              <a:gd name="T30" fmla="*/ 243 w 347"/>
              <a:gd name="T31" fmla="*/ 351 h 365"/>
              <a:gd name="T32" fmla="*/ 264 w 347"/>
              <a:gd name="T33" fmla="*/ 339 h 365"/>
              <a:gd name="T34" fmla="*/ 248 w 347"/>
              <a:gd name="T35" fmla="*/ 274 h 365"/>
              <a:gd name="T36" fmla="*/ 239 w 347"/>
              <a:gd name="T37" fmla="*/ 244 h 365"/>
              <a:gd name="T38" fmla="*/ 265 w 347"/>
              <a:gd name="T39" fmla="*/ 218 h 365"/>
              <a:gd name="T40" fmla="*/ 340 w 347"/>
              <a:gd name="T41" fmla="*/ 145 h 365"/>
              <a:gd name="T42" fmla="*/ 328 w 347"/>
              <a:gd name="T43" fmla="*/ 12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47" h="365">
                <a:moveTo>
                  <a:pt x="328" y="125"/>
                </a:moveTo>
                <a:cubicBezTo>
                  <a:pt x="302" y="134"/>
                  <a:pt x="271" y="140"/>
                  <a:pt x="243" y="152"/>
                </a:cubicBezTo>
                <a:cubicBezTo>
                  <a:pt x="252" y="108"/>
                  <a:pt x="256" y="62"/>
                  <a:pt x="262" y="17"/>
                </a:cubicBezTo>
                <a:cubicBezTo>
                  <a:pt x="264" y="8"/>
                  <a:pt x="251" y="0"/>
                  <a:pt x="246" y="10"/>
                </a:cubicBezTo>
                <a:cubicBezTo>
                  <a:pt x="201" y="96"/>
                  <a:pt x="201" y="96"/>
                  <a:pt x="201" y="96"/>
                </a:cubicBezTo>
                <a:cubicBezTo>
                  <a:pt x="189" y="118"/>
                  <a:pt x="175" y="139"/>
                  <a:pt x="168" y="163"/>
                </a:cubicBezTo>
                <a:cubicBezTo>
                  <a:pt x="148" y="151"/>
                  <a:pt x="125" y="154"/>
                  <a:pt x="103" y="154"/>
                </a:cubicBezTo>
                <a:cubicBezTo>
                  <a:pt x="74" y="153"/>
                  <a:pt x="45" y="151"/>
                  <a:pt x="17" y="151"/>
                </a:cubicBezTo>
                <a:cubicBezTo>
                  <a:pt x="4" y="150"/>
                  <a:pt x="0" y="168"/>
                  <a:pt x="10" y="174"/>
                </a:cubicBezTo>
                <a:cubicBezTo>
                  <a:pt x="35" y="188"/>
                  <a:pt x="60" y="202"/>
                  <a:pt x="84" y="216"/>
                </a:cubicBezTo>
                <a:cubicBezTo>
                  <a:pt x="93" y="221"/>
                  <a:pt x="101" y="226"/>
                  <a:pt x="110" y="231"/>
                </a:cubicBezTo>
                <a:cubicBezTo>
                  <a:pt x="92" y="268"/>
                  <a:pt x="77" y="307"/>
                  <a:pt x="61" y="344"/>
                </a:cubicBezTo>
                <a:cubicBezTo>
                  <a:pt x="56" y="355"/>
                  <a:pt x="68" y="365"/>
                  <a:pt x="77" y="357"/>
                </a:cubicBezTo>
                <a:cubicBezTo>
                  <a:pt x="99" y="337"/>
                  <a:pt x="121" y="316"/>
                  <a:pt x="143" y="296"/>
                </a:cubicBezTo>
                <a:cubicBezTo>
                  <a:pt x="154" y="286"/>
                  <a:pt x="166" y="276"/>
                  <a:pt x="178" y="268"/>
                </a:cubicBezTo>
                <a:cubicBezTo>
                  <a:pt x="173" y="272"/>
                  <a:pt x="239" y="346"/>
                  <a:pt x="243" y="351"/>
                </a:cubicBezTo>
                <a:cubicBezTo>
                  <a:pt x="252" y="361"/>
                  <a:pt x="267" y="351"/>
                  <a:pt x="264" y="339"/>
                </a:cubicBezTo>
                <a:cubicBezTo>
                  <a:pt x="259" y="317"/>
                  <a:pt x="254" y="296"/>
                  <a:pt x="248" y="274"/>
                </a:cubicBezTo>
                <a:cubicBezTo>
                  <a:pt x="245" y="264"/>
                  <a:pt x="243" y="253"/>
                  <a:pt x="239" y="244"/>
                </a:cubicBezTo>
                <a:cubicBezTo>
                  <a:pt x="248" y="235"/>
                  <a:pt x="256" y="226"/>
                  <a:pt x="265" y="218"/>
                </a:cubicBezTo>
                <a:cubicBezTo>
                  <a:pt x="290" y="194"/>
                  <a:pt x="316" y="171"/>
                  <a:pt x="340" y="145"/>
                </a:cubicBezTo>
                <a:cubicBezTo>
                  <a:pt x="347" y="137"/>
                  <a:pt x="340" y="121"/>
                  <a:pt x="328" y="1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Freeform 1701"/>
          <p:cNvSpPr/>
          <p:nvPr>
            <p:custDataLst>
              <p:tags r:id="rId15"/>
            </p:custDataLst>
          </p:nvPr>
        </p:nvSpPr>
        <p:spPr bwMode="auto">
          <a:xfrm>
            <a:off x="2990215" y="1213485"/>
            <a:ext cx="136525" cy="125730"/>
          </a:xfrm>
          <a:custGeom>
            <a:avLst/>
            <a:gdLst>
              <a:gd name="T0" fmla="*/ 306 w 323"/>
              <a:gd name="T1" fmla="*/ 208 h 298"/>
              <a:gd name="T2" fmla="*/ 313 w 323"/>
              <a:gd name="T3" fmla="*/ 190 h 298"/>
              <a:gd name="T4" fmla="*/ 239 w 323"/>
              <a:gd name="T5" fmla="*/ 148 h 298"/>
              <a:gd name="T6" fmla="*/ 268 w 323"/>
              <a:gd name="T7" fmla="*/ 117 h 298"/>
              <a:gd name="T8" fmla="*/ 320 w 323"/>
              <a:gd name="T9" fmla="*/ 57 h 298"/>
              <a:gd name="T10" fmla="*/ 311 w 323"/>
              <a:gd name="T11" fmla="*/ 46 h 298"/>
              <a:gd name="T12" fmla="*/ 310 w 323"/>
              <a:gd name="T13" fmla="*/ 46 h 298"/>
              <a:gd name="T14" fmla="*/ 309 w 323"/>
              <a:gd name="T15" fmla="*/ 47 h 298"/>
              <a:gd name="T16" fmla="*/ 309 w 323"/>
              <a:gd name="T17" fmla="*/ 47 h 298"/>
              <a:gd name="T18" fmla="*/ 308 w 323"/>
              <a:gd name="T19" fmla="*/ 47 h 298"/>
              <a:gd name="T20" fmla="*/ 300 w 323"/>
              <a:gd name="T21" fmla="*/ 52 h 298"/>
              <a:gd name="T22" fmla="*/ 186 w 323"/>
              <a:gd name="T23" fmla="*/ 99 h 298"/>
              <a:gd name="T24" fmla="*/ 130 w 323"/>
              <a:gd name="T25" fmla="*/ 14 h 298"/>
              <a:gd name="T26" fmla="*/ 112 w 323"/>
              <a:gd name="T27" fmla="*/ 70 h 298"/>
              <a:gd name="T28" fmla="*/ 117 w 323"/>
              <a:gd name="T29" fmla="*/ 110 h 298"/>
              <a:gd name="T30" fmla="*/ 9 w 323"/>
              <a:gd name="T31" fmla="*/ 140 h 298"/>
              <a:gd name="T32" fmla="*/ 12 w 323"/>
              <a:gd name="T33" fmla="*/ 162 h 298"/>
              <a:gd name="T34" fmla="*/ 92 w 323"/>
              <a:gd name="T35" fmla="*/ 176 h 298"/>
              <a:gd name="T36" fmla="*/ 135 w 323"/>
              <a:gd name="T37" fmla="*/ 184 h 298"/>
              <a:gd name="T38" fmla="*/ 137 w 323"/>
              <a:gd name="T39" fmla="*/ 186 h 298"/>
              <a:gd name="T40" fmla="*/ 137 w 323"/>
              <a:gd name="T41" fmla="*/ 186 h 298"/>
              <a:gd name="T42" fmla="*/ 136 w 323"/>
              <a:gd name="T43" fmla="*/ 286 h 298"/>
              <a:gd name="T44" fmla="*/ 163 w 323"/>
              <a:gd name="T45" fmla="*/ 289 h 298"/>
              <a:gd name="T46" fmla="*/ 202 w 323"/>
              <a:gd name="T47" fmla="*/ 221 h 298"/>
              <a:gd name="T48" fmla="*/ 210 w 323"/>
              <a:gd name="T49" fmla="*/ 208 h 298"/>
              <a:gd name="T50" fmla="*/ 217 w 323"/>
              <a:gd name="T51" fmla="*/ 209 h 298"/>
              <a:gd name="T52" fmla="*/ 306 w 323"/>
              <a:gd name="T53" fmla="*/ 20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3" h="298">
                <a:moveTo>
                  <a:pt x="306" y="208"/>
                </a:moveTo>
                <a:cubicBezTo>
                  <a:pt x="314" y="208"/>
                  <a:pt x="319" y="196"/>
                  <a:pt x="313" y="190"/>
                </a:cubicBezTo>
                <a:cubicBezTo>
                  <a:pt x="294" y="172"/>
                  <a:pt x="267" y="155"/>
                  <a:pt x="239" y="148"/>
                </a:cubicBezTo>
                <a:cubicBezTo>
                  <a:pt x="249" y="138"/>
                  <a:pt x="258" y="127"/>
                  <a:pt x="268" y="117"/>
                </a:cubicBezTo>
                <a:cubicBezTo>
                  <a:pt x="286" y="98"/>
                  <a:pt x="307" y="80"/>
                  <a:pt x="320" y="57"/>
                </a:cubicBezTo>
                <a:cubicBezTo>
                  <a:pt x="323" y="50"/>
                  <a:pt x="317" y="43"/>
                  <a:pt x="311" y="46"/>
                </a:cubicBezTo>
                <a:cubicBezTo>
                  <a:pt x="311" y="46"/>
                  <a:pt x="310" y="46"/>
                  <a:pt x="310" y="46"/>
                </a:cubicBezTo>
                <a:cubicBezTo>
                  <a:pt x="310" y="46"/>
                  <a:pt x="309" y="47"/>
                  <a:pt x="309" y="47"/>
                </a:cubicBezTo>
                <a:cubicBezTo>
                  <a:pt x="309" y="47"/>
                  <a:pt x="309" y="47"/>
                  <a:pt x="309" y="47"/>
                </a:cubicBezTo>
                <a:cubicBezTo>
                  <a:pt x="309" y="47"/>
                  <a:pt x="308" y="47"/>
                  <a:pt x="308" y="47"/>
                </a:cubicBezTo>
                <a:cubicBezTo>
                  <a:pt x="306" y="49"/>
                  <a:pt x="303" y="51"/>
                  <a:pt x="300" y="52"/>
                </a:cubicBezTo>
                <a:cubicBezTo>
                  <a:pt x="265" y="74"/>
                  <a:pt x="221" y="77"/>
                  <a:pt x="186" y="99"/>
                </a:cubicBezTo>
                <a:cubicBezTo>
                  <a:pt x="184" y="57"/>
                  <a:pt x="166" y="0"/>
                  <a:pt x="130" y="14"/>
                </a:cubicBezTo>
                <a:cubicBezTo>
                  <a:pt x="108" y="23"/>
                  <a:pt x="110" y="51"/>
                  <a:pt x="112" y="70"/>
                </a:cubicBezTo>
                <a:cubicBezTo>
                  <a:pt x="113" y="84"/>
                  <a:pt x="115" y="97"/>
                  <a:pt x="117" y="110"/>
                </a:cubicBezTo>
                <a:cubicBezTo>
                  <a:pt x="79" y="109"/>
                  <a:pt x="41" y="121"/>
                  <a:pt x="9" y="140"/>
                </a:cubicBezTo>
                <a:cubicBezTo>
                  <a:pt x="0" y="145"/>
                  <a:pt x="0" y="162"/>
                  <a:pt x="12" y="162"/>
                </a:cubicBezTo>
                <a:cubicBezTo>
                  <a:pt x="39" y="162"/>
                  <a:pt x="66" y="171"/>
                  <a:pt x="92" y="176"/>
                </a:cubicBezTo>
                <a:cubicBezTo>
                  <a:pt x="106" y="179"/>
                  <a:pt x="121" y="183"/>
                  <a:pt x="135" y="184"/>
                </a:cubicBezTo>
                <a:cubicBezTo>
                  <a:pt x="135" y="185"/>
                  <a:pt x="136" y="186"/>
                  <a:pt x="137" y="186"/>
                </a:cubicBezTo>
                <a:cubicBezTo>
                  <a:pt x="137" y="186"/>
                  <a:pt x="137" y="186"/>
                  <a:pt x="137" y="186"/>
                </a:cubicBezTo>
                <a:cubicBezTo>
                  <a:pt x="125" y="219"/>
                  <a:pt x="124" y="251"/>
                  <a:pt x="136" y="286"/>
                </a:cubicBezTo>
                <a:cubicBezTo>
                  <a:pt x="140" y="297"/>
                  <a:pt x="157" y="298"/>
                  <a:pt x="163" y="289"/>
                </a:cubicBezTo>
                <a:cubicBezTo>
                  <a:pt x="176" y="266"/>
                  <a:pt x="189" y="244"/>
                  <a:pt x="202" y="221"/>
                </a:cubicBezTo>
                <a:cubicBezTo>
                  <a:pt x="205" y="217"/>
                  <a:pt x="208" y="213"/>
                  <a:pt x="210" y="208"/>
                </a:cubicBezTo>
                <a:cubicBezTo>
                  <a:pt x="212" y="208"/>
                  <a:pt x="215" y="209"/>
                  <a:pt x="217" y="209"/>
                </a:cubicBezTo>
                <a:cubicBezTo>
                  <a:pt x="247" y="212"/>
                  <a:pt x="276" y="212"/>
                  <a:pt x="306" y="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Freeform 1702"/>
          <p:cNvSpPr/>
          <p:nvPr>
            <p:custDataLst>
              <p:tags r:id="rId16"/>
            </p:custDataLst>
          </p:nvPr>
        </p:nvSpPr>
        <p:spPr bwMode="auto">
          <a:xfrm>
            <a:off x="3329940" y="1474470"/>
            <a:ext cx="124460" cy="135890"/>
          </a:xfrm>
          <a:custGeom>
            <a:avLst/>
            <a:gdLst>
              <a:gd name="T0" fmla="*/ 67 w 293"/>
              <a:gd name="T1" fmla="*/ 296 h 336"/>
              <a:gd name="T2" fmla="*/ 84 w 293"/>
              <a:gd name="T3" fmla="*/ 305 h 336"/>
              <a:gd name="T4" fmla="*/ 136 w 293"/>
              <a:gd name="T5" fmla="*/ 238 h 336"/>
              <a:gd name="T6" fmla="*/ 162 w 293"/>
              <a:gd name="T7" fmla="*/ 271 h 336"/>
              <a:gd name="T8" fmla="*/ 214 w 293"/>
              <a:gd name="T9" fmla="*/ 331 h 336"/>
              <a:gd name="T10" fmla="*/ 226 w 293"/>
              <a:gd name="T11" fmla="*/ 324 h 336"/>
              <a:gd name="T12" fmla="*/ 227 w 293"/>
              <a:gd name="T13" fmla="*/ 324 h 336"/>
              <a:gd name="T14" fmla="*/ 226 w 293"/>
              <a:gd name="T15" fmla="*/ 322 h 336"/>
              <a:gd name="T16" fmla="*/ 226 w 293"/>
              <a:gd name="T17" fmla="*/ 322 h 336"/>
              <a:gd name="T18" fmla="*/ 226 w 293"/>
              <a:gd name="T19" fmla="*/ 322 h 336"/>
              <a:gd name="T20" fmla="*/ 222 w 293"/>
              <a:gd name="T21" fmla="*/ 313 h 336"/>
              <a:gd name="T22" fmla="*/ 193 w 293"/>
              <a:gd name="T23" fmla="*/ 193 h 336"/>
              <a:gd name="T24" fmla="*/ 285 w 293"/>
              <a:gd name="T25" fmla="*/ 150 h 336"/>
              <a:gd name="T26" fmla="*/ 232 w 293"/>
              <a:gd name="T27" fmla="*/ 124 h 336"/>
              <a:gd name="T28" fmla="*/ 192 w 293"/>
              <a:gd name="T29" fmla="*/ 123 h 336"/>
              <a:gd name="T30" fmla="*/ 179 w 293"/>
              <a:gd name="T31" fmla="*/ 12 h 336"/>
              <a:gd name="T32" fmla="*/ 157 w 293"/>
              <a:gd name="T33" fmla="*/ 12 h 336"/>
              <a:gd name="T34" fmla="*/ 130 w 293"/>
              <a:gd name="T35" fmla="*/ 89 h 336"/>
              <a:gd name="T36" fmla="*/ 116 w 293"/>
              <a:gd name="T37" fmla="*/ 130 h 336"/>
              <a:gd name="T38" fmla="*/ 114 w 293"/>
              <a:gd name="T39" fmla="*/ 131 h 336"/>
              <a:gd name="T40" fmla="*/ 114 w 293"/>
              <a:gd name="T41" fmla="*/ 131 h 336"/>
              <a:gd name="T42" fmla="*/ 15 w 293"/>
              <a:gd name="T43" fmla="*/ 116 h 336"/>
              <a:gd name="T44" fmla="*/ 9 w 293"/>
              <a:gd name="T45" fmla="*/ 141 h 336"/>
              <a:gd name="T46" fmla="*/ 69 w 293"/>
              <a:gd name="T47" fmla="*/ 191 h 336"/>
              <a:gd name="T48" fmla="*/ 81 w 293"/>
              <a:gd name="T49" fmla="*/ 201 h 336"/>
              <a:gd name="T50" fmla="*/ 80 w 293"/>
              <a:gd name="T51" fmla="*/ 207 h 336"/>
              <a:gd name="T52" fmla="*/ 67 w 293"/>
              <a:gd name="T53" fmla="*/ 29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336">
                <a:moveTo>
                  <a:pt x="67" y="296"/>
                </a:moveTo>
                <a:cubicBezTo>
                  <a:pt x="66" y="304"/>
                  <a:pt x="77" y="311"/>
                  <a:pt x="84" y="305"/>
                </a:cubicBezTo>
                <a:cubicBezTo>
                  <a:pt x="105" y="289"/>
                  <a:pt x="125" y="265"/>
                  <a:pt x="136" y="238"/>
                </a:cubicBezTo>
                <a:cubicBezTo>
                  <a:pt x="144" y="249"/>
                  <a:pt x="154" y="260"/>
                  <a:pt x="162" y="271"/>
                </a:cubicBezTo>
                <a:cubicBezTo>
                  <a:pt x="178" y="292"/>
                  <a:pt x="193" y="315"/>
                  <a:pt x="214" y="331"/>
                </a:cubicBezTo>
                <a:cubicBezTo>
                  <a:pt x="220" y="336"/>
                  <a:pt x="228" y="331"/>
                  <a:pt x="226" y="324"/>
                </a:cubicBezTo>
                <a:cubicBezTo>
                  <a:pt x="226" y="324"/>
                  <a:pt x="227" y="324"/>
                  <a:pt x="227" y="324"/>
                </a:cubicBezTo>
                <a:cubicBezTo>
                  <a:pt x="226" y="324"/>
                  <a:pt x="226" y="323"/>
                  <a:pt x="226" y="322"/>
                </a:cubicBezTo>
                <a:cubicBezTo>
                  <a:pt x="226" y="322"/>
                  <a:pt x="226" y="322"/>
                  <a:pt x="226" y="322"/>
                </a:cubicBezTo>
                <a:cubicBezTo>
                  <a:pt x="226" y="322"/>
                  <a:pt x="226" y="322"/>
                  <a:pt x="226" y="322"/>
                </a:cubicBezTo>
                <a:cubicBezTo>
                  <a:pt x="224" y="319"/>
                  <a:pt x="223" y="316"/>
                  <a:pt x="222" y="313"/>
                </a:cubicBezTo>
                <a:cubicBezTo>
                  <a:pt x="206" y="275"/>
                  <a:pt x="209" y="231"/>
                  <a:pt x="193" y="193"/>
                </a:cubicBezTo>
                <a:cubicBezTo>
                  <a:pt x="235" y="198"/>
                  <a:pt x="293" y="188"/>
                  <a:pt x="285" y="150"/>
                </a:cubicBezTo>
                <a:cubicBezTo>
                  <a:pt x="280" y="127"/>
                  <a:pt x="251" y="125"/>
                  <a:pt x="232" y="124"/>
                </a:cubicBezTo>
                <a:cubicBezTo>
                  <a:pt x="219" y="123"/>
                  <a:pt x="205" y="123"/>
                  <a:pt x="192" y="123"/>
                </a:cubicBezTo>
                <a:cubicBezTo>
                  <a:pt x="199" y="86"/>
                  <a:pt x="193" y="46"/>
                  <a:pt x="179" y="12"/>
                </a:cubicBezTo>
                <a:cubicBezTo>
                  <a:pt x="175" y="2"/>
                  <a:pt x="159" y="0"/>
                  <a:pt x="157" y="12"/>
                </a:cubicBezTo>
                <a:cubicBezTo>
                  <a:pt x="153" y="38"/>
                  <a:pt x="140" y="64"/>
                  <a:pt x="130" y="89"/>
                </a:cubicBezTo>
                <a:cubicBezTo>
                  <a:pt x="125" y="102"/>
                  <a:pt x="119" y="116"/>
                  <a:pt x="116" y="130"/>
                </a:cubicBezTo>
                <a:cubicBezTo>
                  <a:pt x="115" y="130"/>
                  <a:pt x="114" y="131"/>
                  <a:pt x="114" y="131"/>
                </a:cubicBezTo>
                <a:cubicBezTo>
                  <a:pt x="114" y="131"/>
                  <a:pt x="114" y="131"/>
                  <a:pt x="114" y="131"/>
                </a:cubicBezTo>
                <a:cubicBezTo>
                  <a:pt x="83" y="115"/>
                  <a:pt x="52" y="109"/>
                  <a:pt x="15" y="116"/>
                </a:cubicBezTo>
                <a:cubicBezTo>
                  <a:pt x="4" y="117"/>
                  <a:pt x="0" y="135"/>
                  <a:pt x="9" y="141"/>
                </a:cubicBezTo>
                <a:cubicBezTo>
                  <a:pt x="29" y="158"/>
                  <a:pt x="49" y="175"/>
                  <a:pt x="69" y="191"/>
                </a:cubicBezTo>
                <a:cubicBezTo>
                  <a:pt x="73" y="194"/>
                  <a:pt x="77" y="197"/>
                  <a:pt x="81" y="201"/>
                </a:cubicBezTo>
                <a:cubicBezTo>
                  <a:pt x="81" y="203"/>
                  <a:pt x="80" y="205"/>
                  <a:pt x="80" y="207"/>
                </a:cubicBezTo>
                <a:cubicBezTo>
                  <a:pt x="72" y="236"/>
                  <a:pt x="68" y="266"/>
                  <a:pt x="67" y="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Freeform 1703"/>
          <p:cNvSpPr/>
          <p:nvPr>
            <p:custDataLst>
              <p:tags r:id="rId17"/>
            </p:custDataLst>
          </p:nvPr>
        </p:nvSpPr>
        <p:spPr bwMode="auto">
          <a:xfrm>
            <a:off x="1630045" y="873125"/>
            <a:ext cx="124460" cy="124460"/>
          </a:xfrm>
          <a:custGeom>
            <a:avLst/>
            <a:gdLst>
              <a:gd name="T0" fmla="*/ 336 w 369"/>
              <a:gd name="T1" fmla="*/ 92 h 332"/>
              <a:gd name="T2" fmla="*/ 272 w 369"/>
              <a:gd name="T3" fmla="*/ 101 h 332"/>
              <a:gd name="T4" fmla="*/ 232 w 369"/>
              <a:gd name="T5" fmla="*/ 118 h 332"/>
              <a:gd name="T6" fmla="*/ 195 w 369"/>
              <a:gd name="T7" fmla="*/ 11 h 332"/>
              <a:gd name="T8" fmla="*/ 175 w 369"/>
              <a:gd name="T9" fmla="*/ 11 h 332"/>
              <a:gd name="T10" fmla="*/ 154 w 369"/>
              <a:gd name="T11" fmla="*/ 92 h 332"/>
              <a:gd name="T12" fmla="*/ 144 w 369"/>
              <a:gd name="T13" fmla="*/ 130 h 332"/>
              <a:gd name="T14" fmla="*/ 12 w 369"/>
              <a:gd name="T15" fmla="*/ 151 h 332"/>
              <a:gd name="T16" fmla="*/ 9 w 369"/>
              <a:gd name="T17" fmla="*/ 173 h 332"/>
              <a:gd name="T18" fmla="*/ 108 w 369"/>
              <a:gd name="T19" fmla="*/ 214 h 332"/>
              <a:gd name="T20" fmla="*/ 98 w 369"/>
              <a:gd name="T21" fmla="*/ 314 h 332"/>
              <a:gd name="T22" fmla="*/ 120 w 369"/>
              <a:gd name="T23" fmla="*/ 323 h 332"/>
              <a:gd name="T24" fmla="*/ 198 w 369"/>
              <a:gd name="T25" fmla="*/ 234 h 332"/>
              <a:gd name="T26" fmla="*/ 198 w 369"/>
              <a:gd name="T27" fmla="*/ 235 h 332"/>
              <a:gd name="T28" fmla="*/ 249 w 369"/>
              <a:gd name="T29" fmla="*/ 309 h 332"/>
              <a:gd name="T30" fmla="*/ 276 w 369"/>
              <a:gd name="T31" fmla="*/ 305 h 332"/>
              <a:gd name="T32" fmla="*/ 283 w 369"/>
              <a:gd name="T33" fmla="*/ 174 h 332"/>
              <a:gd name="T34" fmla="*/ 336 w 369"/>
              <a:gd name="T35" fmla="*/ 92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69" h="332">
                <a:moveTo>
                  <a:pt x="336" y="92"/>
                </a:moveTo>
                <a:cubicBezTo>
                  <a:pt x="319" y="81"/>
                  <a:pt x="289" y="95"/>
                  <a:pt x="272" y="101"/>
                </a:cubicBezTo>
                <a:cubicBezTo>
                  <a:pt x="259" y="106"/>
                  <a:pt x="245" y="112"/>
                  <a:pt x="232" y="118"/>
                </a:cubicBezTo>
                <a:cubicBezTo>
                  <a:pt x="218" y="83"/>
                  <a:pt x="206" y="48"/>
                  <a:pt x="195" y="11"/>
                </a:cubicBezTo>
                <a:cubicBezTo>
                  <a:pt x="192" y="1"/>
                  <a:pt x="177" y="0"/>
                  <a:pt x="175" y="11"/>
                </a:cubicBezTo>
                <a:cubicBezTo>
                  <a:pt x="169" y="38"/>
                  <a:pt x="160" y="65"/>
                  <a:pt x="154" y="92"/>
                </a:cubicBezTo>
                <a:cubicBezTo>
                  <a:pt x="150" y="104"/>
                  <a:pt x="146" y="117"/>
                  <a:pt x="144" y="130"/>
                </a:cubicBezTo>
                <a:cubicBezTo>
                  <a:pt x="103" y="123"/>
                  <a:pt x="50" y="140"/>
                  <a:pt x="12" y="151"/>
                </a:cubicBezTo>
                <a:cubicBezTo>
                  <a:pt x="2" y="154"/>
                  <a:pt x="0" y="167"/>
                  <a:pt x="9" y="173"/>
                </a:cubicBezTo>
                <a:cubicBezTo>
                  <a:pt x="35" y="190"/>
                  <a:pt x="72" y="209"/>
                  <a:pt x="108" y="214"/>
                </a:cubicBezTo>
                <a:cubicBezTo>
                  <a:pt x="96" y="245"/>
                  <a:pt x="97" y="285"/>
                  <a:pt x="98" y="314"/>
                </a:cubicBezTo>
                <a:cubicBezTo>
                  <a:pt x="98" y="325"/>
                  <a:pt x="112" y="332"/>
                  <a:pt x="120" y="323"/>
                </a:cubicBezTo>
                <a:cubicBezTo>
                  <a:pt x="146" y="296"/>
                  <a:pt x="180" y="268"/>
                  <a:pt x="198" y="234"/>
                </a:cubicBezTo>
                <a:cubicBezTo>
                  <a:pt x="198" y="234"/>
                  <a:pt x="198" y="235"/>
                  <a:pt x="198" y="235"/>
                </a:cubicBezTo>
                <a:cubicBezTo>
                  <a:pt x="217" y="257"/>
                  <a:pt x="233" y="284"/>
                  <a:pt x="249" y="309"/>
                </a:cubicBezTo>
                <a:cubicBezTo>
                  <a:pt x="256" y="319"/>
                  <a:pt x="273" y="318"/>
                  <a:pt x="276" y="305"/>
                </a:cubicBezTo>
                <a:cubicBezTo>
                  <a:pt x="284" y="269"/>
                  <a:pt x="298" y="212"/>
                  <a:pt x="283" y="174"/>
                </a:cubicBezTo>
                <a:cubicBezTo>
                  <a:pt x="321" y="151"/>
                  <a:pt x="369" y="114"/>
                  <a:pt x="336" y="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8"/>
            </p:custDataLst>
          </p:nvPr>
        </p:nvSpPr>
        <p:spPr>
          <a:xfrm>
            <a:off x="1992630" y="1028065"/>
            <a:ext cx="768350" cy="70231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40" name="Freeform 685"/>
          <p:cNvSpPr/>
          <p:nvPr>
            <p:custDataLst>
              <p:tags r:id="rId19"/>
            </p:custDataLst>
          </p:nvPr>
        </p:nvSpPr>
        <p:spPr bwMode="auto">
          <a:xfrm rot="21120000">
            <a:off x="1626870" y="1308735"/>
            <a:ext cx="1409700" cy="628650"/>
          </a:xfrm>
          <a:custGeom>
            <a:avLst/>
            <a:gdLst>
              <a:gd name="T0" fmla="*/ 18 w 1169"/>
              <a:gd name="T1" fmla="*/ 30 h 526"/>
              <a:gd name="T2" fmla="*/ 104 w 1169"/>
              <a:gd name="T3" fmla="*/ 6 h 526"/>
              <a:gd name="T4" fmla="*/ 207 w 1169"/>
              <a:gd name="T5" fmla="*/ 27 h 526"/>
              <a:gd name="T6" fmla="*/ 272 w 1169"/>
              <a:gd name="T7" fmla="*/ 52 h 526"/>
              <a:gd name="T8" fmla="*/ 287 w 1169"/>
              <a:gd name="T9" fmla="*/ 66 h 526"/>
              <a:gd name="T10" fmla="*/ 277 w 1169"/>
              <a:gd name="T11" fmla="*/ 82 h 526"/>
              <a:gd name="T12" fmla="*/ 267 w 1169"/>
              <a:gd name="T13" fmla="*/ 81 h 526"/>
              <a:gd name="T14" fmla="*/ 151 w 1169"/>
              <a:gd name="T15" fmla="*/ 36 h 526"/>
              <a:gd name="T16" fmla="*/ 40 w 1169"/>
              <a:gd name="T17" fmla="*/ 28 h 526"/>
              <a:gd name="T18" fmla="*/ 55 w 1169"/>
              <a:gd name="T19" fmla="*/ 105 h 526"/>
              <a:gd name="T20" fmla="*/ 121 w 1169"/>
              <a:gd name="T21" fmla="*/ 146 h 526"/>
              <a:gd name="T22" fmla="*/ 983 w 1169"/>
              <a:gd name="T23" fmla="*/ 460 h 526"/>
              <a:gd name="T24" fmla="*/ 1125 w 1169"/>
              <a:gd name="T25" fmla="*/ 425 h 526"/>
              <a:gd name="T26" fmla="*/ 1108 w 1169"/>
              <a:gd name="T27" fmla="*/ 405 h 526"/>
              <a:gd name="T28" fmla="*/ 919 w 1169"/>
              <a:gd name="T29" fmla="*/ 277 h 526"/>
              <a:gd name="T30" fmla="*/ 901 w 1169"/>
              <a:gd name="T31" fmla="*/ 267 h 526"/>
              <a:gd name="T32" fmla="*/ 898 w 1169"/>
              <a:gd name="T33" fmla="*/ 243 h 526"/>
              <a:gd name="T34" fmla="*/ 1076 w 1169"/>
              <a:gd name="T35" fmla="*/ 341 h 526"/>
              <a:gd name="T36" fmla="*/ 1130 w 1169"/>
              <a:gd name="T37" fmla="*/ 474 h 526"/>
              <a:gd name="T38" fmla="*/ 968 w 1169"/>
              <a:gd name="T39" fmla="*/ 497 h 526"/>
              <a:gd name="T40" fmla="*/ 766 w 1169"/>
              <a:gd name="T41" fmla="*/ 443 h 526"/>
              <a:gd name="T42" fmla="*/ 370 w 1169"/>
              <a:gd name="T43" fmla="*/ 301 h 526"/>
              <a:gd name="T44" fmla="*/ 184 w 1169"/>
              <a:gd name="T45" fmla="*/ 214 h 526"/>
              <a:gd name="T46" fmla="*/ 94 w 1169"/>
              <a:gd name="T47" fmla="*/ 166 h 526"/>
              <a:gd name="T48" fmla="*/ 20 w 1169"/>
              <a:gd name="T49" fmla="*/ 108 h 526"/>
              <a:gd name="T50" fmla="*/ 18 w 1169"/>
              <a:gd name="T51" fmla="*/ 3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0" h="606">
                <a:moveTo>
                  <a:pt x="78" y="0"/>
                </a:moveTo>
                <a:cubicBezTo>
                  <a:pt x="81" y="0"/>
                  <a:pt x="85" y="0"/>
                  <a:pt x="88" y="0"/>
                </a:cubicBezTo>
                <a:cubicBezTo>
                  <a:pt x="97" y="0"/>
                  <a:pt x="107" y="1"/>
                  <a:pt x="117" y="2"/>
                </a:cubicBezTo>
                <a:cubicBezTo>
                  <a:pt x="158" y="6"/>
                  <a:pt x="200" y="14"/>
                  <a:pt x="240" y="27"/>
                </a:cubicBezTo>
                <a:cubicBezTo>
                  <a:pt x="247" y="29"/>
                  <a:pt x="253" y="32"/>
                  <a:pt x="260" y="34"/>
                </a:cubicBezTo>
                <a:lnTo>
                  <a:pt x="275" y="39"/>
                </a:lnTo>
                <a:lnTo>
                  <a:pt x="283" y="54"/>
                </a:lnTo>
                <a:cubicBezTo>
                  <a:pt x="287" y="59"/>
                  <a:pt x="290" y="65"/>
                  <a:pt x="294" y="71"/>
                </a:cubicBezTo>
                <a:cubicBezTo>
                  <a:pt x="298" y="76"/>
                  <a:pt x="302" y="82"/>
                  <a:pt x="306" y="88"/>
                </a:cubicBezTo>
                <a:lnTo>
                  <a:pt x="308" y="91"/>
                </a:lnTo>
                <a:lnTo>
                  <a:pt x="276" y="79"/>
                </a:lnTo>
                <a:cubicBezTo>
                  <a:pt x="241" y="66"/>
                  <a:pt x="208" y="52"/>
                  <a:pt x="173" y="38"/>
                </a:cubicBezTo>
                <a:cubicBezTo>
                  <a:pt x="141" y="26"/>
                  <a:pt x="70" y="2"/>
                  <a:pt x="40" y="29"/>
                </a:cubicBezTo>
                <a:cubicBezTo>
                  <a:pt x="10" y="54"/>
                  <a:pt x="38" y="100"/>
                  <a:pt x="58" y="121"/>
                </a:cubicBezTo>
                <a:cubicBezTo>
                  <a:pt x="80" y="143"/>
                  <a:pt x="108" y="157"/>
                  <a:pt x="137" y="170"/>
                </a:cubicBezTo>
                <a:cubicBezTo>
                  <a:pt x="468" y="324"/>
                  <a:pt x="819" y="436"/>
                  <a:pt x="1168" y="546"/>
                </a:cubicBezTo>
                <a:cubicBezTo>
                  <a:pt x="1204" y="558"/>
                  <a:pt x="1379" y="597"/>
                  <a:pt x="1338" y="504"/>
                </a:cubicBezTo>
                <a:cubicBezTo>
                  <a:pt x="1333" y="494"/>
                  <a:pt x="1326" y="487"/>
                  <a:pt x="1317" y="480"/>
                </a:cubicBezTo>
                <a:cubicBezTo>
                  <a:pt x="1265" y="428"/>
                  <a:pt x="1204" y="383"/>
                  <a:pt x="1138" y="349"/>
                </a:cubicBezTo>
                <a:lnTo>
                  <a:pt x="1128" y="344"/>
                </a:lnTo>
                <a:lnTo>
                  <a:pt x="1140" y="337"/>
                </a:lnTo>
                <a:cubicBezTo>
                  <a:pt x="1145" y="335"/>
                  <a:pt x="1149" y="332"/>
                  <a:pt x="1153" y="330"/>
                </a:cubicBezTo>
                <a:lnTo>
                  <a:pt x="1155" y="328"/>
                </a:lnTo>
                <a:lnTo>
                  <a:pt x="1176" y="339"/>
                </a:lnTo>
                <a:cubicBezTo>
                  <a:pt x="1211" y="359"/>
                  <a:pt x="1245" y="380"/>
                  <a:pt x="1279" y="403"/>
                </a:cubicBezTo>
                <a:cubicBezTo>
                  <a:pt x="1328" y="438"/>
                  <a:pt x="1390" y="500"/>
                  <a:pt x="1344" y="563"/>
                </a:cubicBezTo>
                <a:cubicBezTo>
                  <a:pt x="1298" y="625"/>
                  <a:pt x="1214" y="606"/>
                  <a:pt x="1150" y="590"/>
                </a:cubicBezTo>
                <a:cubicBezTo>
                  <a:pt x="1070" y="570"/>
                  <a:pt x="988" y="550"/>
                  <a:pt x="908" y="526"/>
                </a:cubicBezTo>
                <a:cubicBezTo>
                  <a:pt x="748" y="478"/>
                  <a:pt x="589" y="421"/>
                  <a:pt x="435" y="355"/>
                </a:cubicBezTo>
                <a:cubicBezTo>
                  <a:pt x="359" y="323"/>
                  <a:pt x="285" y="290"/>
                  <a:pt x="212" y="251"/>
                </a:cubicBezTo>
                <a:cubicBezTo>
                  <a:pt x="175" y="233"/>
                  <a:pt x="139" y="214"/>
                  <a:pt x="105" y="194"/>
                </a:cubicBezTo>
                <a:cubicBezTo>
                  <a:pt x="71" y="176"/>
                  <a:pt x="36" y="157"/>
                  <a:pt x="16" y="124"/>
                </a:cubicBezTo>
                <a:cubicBezTo>
                  <a:pt x="-2" y="97"/>
                  <a:pt x="-8" y="58"/>
                  <a:pt x="14" y="31"/>
                </a:cubicBezTo>
                <a:cubicBezTo>
                  <a:pt x="31" y="7"/>
                  <a:pt x="53" y="1"/>
                  <a:pt x="78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内容占位符 6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470400" y="2236470"/>
            <a:ext cx="3250565" cy="4003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zh-CN" altLang="en-US" sz="1800" spc="8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基于无线性能的设计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en-US" altLang="zh-CN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主要业务流量承载于 5GHz 频段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5GHz信道资源丰富、干扰较少和速率较高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en-US" altLang="zh-CN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AP保持合理间距部署</a:t>
            </a:r>
          </a:p>
          <a:p>
            <a:pPr marL="0" lvl="0" indent="0" algn="l" fontAlgn="ctr">
              <a:lnSpc>
                <a:spcPct val="120000"/>
              </a:lnSpc>
              <a:spcAft>
                <a:spcPts val="800"/>
              </a:spcAft>
              <a:buSzPct val="100000"/>
              <a:buFont typeface="+mn-ea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避免相邻 AP 使用相同信道降低同频干扰风险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zh-CN" altLang="en-US" sz="1800" spc="8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信道通过 WLAN Planner 自动计算最佳距离与仿真优化</a:t>
            </a:r>
          </a:p>
        </p:txBody>
      </p:sp>
      <p:sp>
        <p:nvSpPr>
          <p:cNvPr id="43" name="Freeform 684"/>
          <p:cNvSpPr/>
          <p:nvPr>
            <p:custDataLst>
              <p:tags r:id="rId21"/>
            </p:custDataLst>
          </p:nvPr>
        </p:nvSpPr>
        <p:spPr bwMode="auto">
          <a:xfrm>
            <a:off x="5395595" y="873125"/>
            <a:ext cx="1026160" cy="1009015"/>
          </a:xfrm>
          <a:custGeom>
            <a:avLst/>
            <a:gdLst>
              <a:gd name="T0" fmla="*/ 544 w 698"/>
              <a:gd name="T1" fmla="*/ 617 h 687"/>
              <a:gd name="T2" fmla="*/ 659 w 698"/>
              <a:gd name="T3" fmla="*/ 496 h 687"/>
              <a:gd name="T4" fmla="*/ 670 w 698"/>
              <a:gd name="T5" fmla="*/ 232 h 687"/>
              <a:gd name="T6" fmla="*/ 341 w 698"/>
              <a:gd name="T7" fmla="*/ 4 h 687"/>
              <a:gd name="T8" fmla="*/ 94 w 698"/>
              <a:gd name="T9" fmla="*/ 114 h 687"/>
              <a:gd name="T10" fmla="*/ 95 w 698"/>
              <a:gd name="T11" fmla="*/ 514 h 687"/>
              <a:gd name="T12" fmla="*/ 544 w 698"/>
              <a:gd name="T13" fmla="*/ 617 h 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98" h="687">
                <a:moveTo>
                  <a:pt x="544" y="617"/>
                </a:moveTo>
                <a:cubicBezTo>
                  <a:pt x="591" y="594"/>
                  <a:pt x="636" y="544"/>
                  <a:pt x="659" y="496"/>
                </a:cubicBezTo>
                <a:cubicBezTo>
                  <a:pt x="696" y="420"/>
                  <a:pt x="698" y="311"/>
                  <a:pt x="670" y="232"/>
                </a:cubicBezTo>
                <a:cubicBezTo>
                  <a:pt x="621" y="96"/>
                  <a:pt x="482" y="9"/>
                  <a:pt x="341" y="4"/>
                </a:cubicBezTo>
                <a:cubicBezTo>
                  <a:pt x="246" y="0"/>
                  <a:pt x="148" y="33"/>
                  <a:pt x="94" y="114"/>
                </a:cubicBezTo>
                <a:cubicBezTo>
                  <a:pt x="12" y="237"/>
                  <a:pt x="0" y="397"/>
                  <a:pt x="95" y="514"/>
                </a:cubicBezTo>
                <a:cubicBezTo>
                  <a:pt x="195" y="636"/>
                  <a:pt x="400" y="687"/>
                  <a:pt x="544" y="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Freeform 1696"/>
          <p:cNvSpPr/>
          <p:nvPr>
            <p:custDataLst>
              <p:tags r:id="rId22"/>
            </p:custDataLst>
          </p:nvPr>
        </p:nvSpPr>
        <p:spPr bwMode="auto">
          <a:xfrm>
            <a:off x="5186045" y="1610360"/>
            <a:ext cx="163830" cy="165100"/>
          </a:xfrm>
          <a:custGeom>
            <a:avLst/>
            <a:gdLst>
              <a:gd name="T0" fmla="*/ 284 w 289"/>
              <a:gd name="T1" fmla="*/ 94 h 291"/>
              <a:gd name="T2" fmla="*/ 273 w 289"/>
              <a:gd name="T3" fmla="*/ 75 h 291"/>
              <a:gd name="T4" fmla="*/ 183 w 289"/>
              <a:gd name="T5" fmla="*/ 99 h 291"/>
              <a:gd name="T6" fmla="*/ 177 w 289"/>
              <a:gd name="T7" fmla="*/ 75 h 291"/>
              <a:gd name="T8" fmla="*/ 162 w 289"/>
              <a:gd name="T9" fmla="*/ 10 h 291"/>
              <a:gd name="T10" fmla="*/ 142 w 289"/>
              <a:gd name="T11" fmla="*/ 10 h 291"/>
              <a:gd name="T12" fmla="*/ 119 w 289"/>
              <a:gd name="T13" fmla="*/ 117 h 291"/>
              <a:gd name="T14" fmla="*/ 39 w 289"/>
              <a:gd name="T15" fmla="*/ 136 h 291"/>
              <a:gd name="T16" fmla="*/ 1 w 289"/>
              <a:gd name="T17" fmla="*/ 168 h 291"/>
              <a:gd name="T18" fmla="*/ 40 w 289"/>
              <a:gd name="T19" fmla="*/ 185 h 291"/>
              <a:gd name="T20" fmla="*/ 113 w 289"/>
              <a:gd name="T21" fmla="*/ 177 h 291"/>
              <a:gd name="T22" fmla="*/ 94 w 289"/>
              <a:gd name="T23" fmla="*/ 269 h 291"/>
              <a:gd name="T24" fmla="*/ 114 w 289"/>
              <a:gd name="T25" fmla="*/ 281 h 291"/>
              <a:gd name="T26" fmla="*/ 157 w 289"/>
              <a:gd name="T27" fmla="*/ 222 h 291"/>
              <a:gd name="T28" fmla="*/ 174 w 289"/>
              <a:gd name="T29" fmla="*/ 199 h 291"/>
              <a:gd name="T30" fmla="*/ 199 w 289"/>
              <a:gd name="T31" fmla="*/ 233 h 291"/>
              <a:gd name="T32" fmla="*/ 247 w 289"/>
              <a:gd name="T33" fmla="*/ 252 h 291"/>
              <a:gd name="T34" fmla="*/ 219 w 289"/>
              <a:gd name="T35" fmla="*/ 160 h 291"/>
              <a:gd name="T36" fmla="*/ 240 w 289"/>
              <a:gd name="T37" fmla="*/ 143 h 291"/>
              <a:gd name="T38" fmla="*/ 284 w 289"/>
              <a:gd name="T39" fmla="*/ 94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9" h="291">
                <a:moveTo>
                  <a:pt x="284" y="94"/>
                </a:moveTo>
                <a:cubicBezTo>
                  <a:pt x="289" y="86"/>
                  <a:pt x="282" y="74"/>
                  <a:pt x="273" y="75"/>
                </a:cubicBezTo>
                <a:cubicBezTo>
                  <a:pt x="248" y="77"/>
                  <a:pt x="206" y="81"/>
                  <a:pt x="183" y="99"/>
                </a:cubicBezTo>
                <a:cubicBezTo>
                  <a:pt x="182" y="91"/>
                  <a:pt x="179" y="84"/>
                  <a:pt x="177" y="75"/>
                </a:cubicBezTo>
                <a:cubicBezTo>
                  <a:pt x="173" y="54"/>
                  <a:pt x="169" y="31"/>
                  <a:pt x="162" y="10"/>
                </a:cubicBezTo>
                <a:cubicBezTo>
                  <a:pt x="159" y="0"/>
                  <a:pt x="146" y="0"/>
                  <a:pt x="142" y="10"/>
                </a:cubicBezTo>
                <a:cubicBezTo>
                  <a:pt x="132" y="42"/>
                  <a:pt x="115" y="81"/>
                  <a:pt x="119" y="117"/>
                </a:cubicBezTo>
                <a:cubicBezTo>
                  <a:pt x="92" y="117"/>
                  <a:pt x="64" y="125"/>
                  <a:pt x="39" y="136"/>
                </a:cubicBezTo>
                <a:cubicBezTo>
                  <a:pt x="26" y="142"/>
                  <a:pt x="0" y="149"/>
                  <a:pt x="1" y="168"/>
                </a:cubicBezTo>
                <a:cubicBezTo>
                  <a:pt x="1" y="188"/>
                  <a:pt x="26" y="185"/>
                  <a:pt x="40" y="185"/>
                </a:cubicBezTo>
                <a:cubicBezTo>
                  <a:pt x="63" y="185"/>
                  <a:pt x="93" y="191"/>
                  <a:pt x="113" y="177"/>
                </a:cubicBezTo>
                <a:cubicBezTo>
                  <a:pt x="97" y="201"/>
                  <a:pt x="97" y="242"/>
                  <a:pt x="94" y="269"/>
                </a:cubicBezTo>
                <a:cubicBezTo>
                  <a:pt x="92" y="280"/>
                  <a:pt x="105" y="291"/>
                  <a:pt x="114" y="281"/>
                </a:cubicBezTo>
                <a:cubicBezTo>
                  <a:pt x="130" y="263"/>
                  <a:pt x="143" y="242"/>
                  <a:pt x="157" y="222"/>
                </a:cubicBezTo>
                <a:cubicBezTo>
                  <a:pt x="161" y="216"/>
                  <a:pt x="168" y="208"/>
                  <a:pt x="174" y="199"/>
                </a:cubicBezTo>
                <a:cubicBezTo>
                  <a:pt x="180" y="212"/>
                  <a:pt x="187" y="223"/>
                  <a:pt x="199" y="233"/>
                </a:cubicBezTo>
                <a:cubicBezTo>
                  <a:pt x="211" y="244"/>
                  <a:pt x="230" y="259"/>
                  <a:pt x="247" y="252"/>
                </a:cubicBezTo>
                <a:cubicBezTo>
                  <a:pt x="282" y="239"/>
                  <a:pt x="243" y="187"/>
                  <a:pt x="219" y="160"/>
                </a:cubicBezTo>
                <a:cubicBezTo>
                  <a:pt x="227" y="155"/>
                  <a:pt x="233" y="149"/>
                  <a:pt x="240" y="143"/>
                </a:cubicBezTo>
                <a:cubicBezTo>
                  <a:pt x="256" y="129"/>
                  <a:pt x="272" y="112"/>
                  <a:pt x="284" y="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Freeform 1698"/>
          <p:cNvSpPr/>
          <p:nvPr>
            <p:custDataLst>
              <p:tags r:id="rId23"/>
            </p:custDataLst>
          </p:nvPr>
        </p:nvSpPr>
        <p:spPr bwMode="auto">
          <a:xfrm>
            <a:off x="6344285" y="1929130"/>
            <a:ext cx="124460" cy="124460"/>
          </a:xfrm>
          <a:custGeom>
            <a:avLst/>
            <a:gdLst>
              <a:gd name="T0" fmla="*/ 328 w 347"/>
              <a:gd name="T1" fmla="*/ 125 h 365"/>
              <a:gd name="T2" fmla="*/ 243 w 347"/>
              <a:gd name="T3" fmla="*/ 152 h 365"/>
              <a:gd name="T4" fmla="*/ 262 w 347"/>
              <a:gd name="T5" fmla="*/ 17 h 365"/>
              <a:gd name="T6" fmla="*/ 246 w 347"/>
              <a:gd name="T7" fmla="*/ 10 h 365"/>
              <a:gd name="T8" fmla="*/ 201 w 347"/>
              <a:gd name="T9" fmla="*/ 96 h 365"/>
              <a:gd name="T10" fmla="*/ 168 w 347"/>
              <a:gd name="T11" fmla="*/ 163 h 365"/>
              <a:gd name="T12" fmla="*/ 103 w 347"/>
              <a:gd name="T13" fmla="*/ 154 h 365"/>
              <a:gd name="T14" fmla="*/ 17 w 347"/>
              <a:gd name="T15" fmla="*/ 151 h 365"/>
              <a:gd name="T16" fmla="*/ 10 w 347"/>
              <a:gd name="T17" fmla="*/ 174 h 365"/>
              <a:gd name="T18" fmla="*/ 84 w 347"/>
              <a:gd name="T19" fmla="*/ 216 h 365"/>
              <a:gd name="T20" fmla="*/ 110 w 347"/>
              <a:gd name="T21" fmla="*/ 231 h 365"/>
              <a:gd name="T22" fmla="*/ 61 w 347"/>
              <a:gd name="T23" fmla="*/ 344 h 365"/>
              <a:gd name="T24" fmla="*/ 77 w 347"/>
              <a:gd name="T25" fmla="*/ 357 h 365"/>
              <a:gd name="T26" fmla="*/ 143 w 347"/>
              <a:gd name="T27" fmla="*/ 296 h 365"/>
              <a:gd name="T28" fmla="*/ 178 w 347"/>
              <a:gd name="T29" fmla="*/ 268 h 365"/>
              <a:gd name="T30" fmla="*/ 243 w 347"/>
              <a:gd name="T31" fmla="*/ 351 h 365"/>
              <a:gd name="T32" fmla="*/ 264 w 347"/>
              <a:gd name="T33" fmla="*/ 339 h 365"/>
              <a:gd name="T34" fmla="*/ 248 w 347"/>
              <a:gd name="T35" fmla="*/ 274 h 365"/>
              <a:gd name="T36" fmla="*/ 239 w 347"/>
              <a:gd name="T37" fmla="*/ 244 h 365"/>
              <a:gd name="T38" fmla="*/ 265 w 347"/>
              <a:gd name="T39" fmla="*/ 218 h 365"/>
              <a:gd name="T40" fmla="*/ 340 w 347"/>
              <a:gd name="T41" fmla="*/ 145 h 365"/>
              <a:gd name="T42" fmla="*/ 328 w 347"/>
              <a:gd name="T43" fmla="*/ 12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47" h="365">
                <a:moveTo>
                  <a:pt x="328" y="125"/>
                </a:moveTo>
                <a:cubicBezTo>
                  <a:pt x="302" y="134"/>
                  <a:pt x="271" y="140"/>
                  <a:pt x="243" y="152"/>
                </a:cubicBezTo>
                <a:cubicBezTo>
                  <a:pt x="252" y="108"/>
                  <a:pt x="256" y="62"/>
                  <a:pt x="262" y="17"/>
                </a:cubicBezTo>
                <a:cubicBezTo>
                  <a:pt x="264" y="8"/>
                  <a:pt x="251" y="0"/>
                  <a:pt x="246" y="10"/>
                </a:cubicBezTo>
                <a:cubicBezTo>
                  <a:pt x="201" y="96"/>
                  <a:pt x="201" y="96"/>
                  <a:pt x="201" y="96"/>
                </a:cubicBezTo>
                <a:cubicBezTo>
                  <a:pt x="189" y="118"/>
                  <a:pt x="175" y="139"/>
                  <a:pt x="168" y="163"/>
                </a:cubicBezTo>
                <a:cubicBezTo>
                  <a:pt x="148" y="151"/>
                  <a:pt x="125" y="154"/>
                  <a:pt x="103" y="154"/>
                </a:cubicBezTo>
                <a:cubicBezTo>
                  <a:pt x="74" y="153"/>
                  <a:pt x="45" y="151"/>
                  <a:pt x="17" y="151"/>
                </a:cubicBezTo>
                <a:cubicBezTo>
                  <a:pt x="4" y="150"/>
                  <a:pt x="0" y="168"/>
                  <a:pt x="10" y="174"/>
                </a:cubicBezTo>
                <a:cubicBezTo>
                  <a:pt x="35" y="188"/>
                  <a:pt x="60" y="202"/>
                  <a:pt x="84" y="216"/>
                </a:cubicBezTo>
                <a:cubicBezTo>
                  <a:pt x="93" y="221"/>
                  <a:pt x="101" y="226"/>
                  <a:pt x="110" y="231"/>
                </a:cubicBezTo>
                <a:cubicBezTo>
                  <a:pt x="92" y="268"/>
                  <a:pt x="77" y="307"/>
                  <a:pt x="61" y="344"/>
                </a:cubicBezTo>
                <a:cubicBezTo>
                  <a:pt x="56" y="355"/>
                  <a:pt x="68" y="365"/>
                  <a:pt x="77" y="357"/>
                </a:cubicBezTo>
                <a:cubicBezTo>
                  <a:pt x="99" y="337"/>
                  <a:pt x="121" y="316"/>
                  <a:pt x="143" y="296"/>
                </a:cubicBezTo>
                <a:cubicBezTo>
                  <a:pt x="154" y="286"/>
                  <a:pt x="166" y="276"/>
                  <a:pt x="178" y="268"/>
                </a:cubicBezTo>
                <a:cubicBezTo>
                  <a:pt x="173" y="272"/>
                  <a:pt x="239" y="346"/>
                  <a:pt x="243" y="351"/>
                </a:cubicBezTo>
                <a:cubicBezTo>
                  <a:pt x="252" y="361"/>
                  <a:pt x="267" y="351"/>
                  <a:pt x="264" y="339"/>
                </a:cubicBezTo>
                <a:cubicBezTo>
                  <a:pt x="259" y="317"/>
                  <a:pt x="254" y="296"/>
                  <a:pt x="248" y="274"/>
                </a:cubicBezTo>
                <a:cubicBezTo>
                  <a:pt x="245" y="264"/>
                  <a:pt x="243" y="253"/>
                  <a:pt x="239" y="244"/>
                </a:cubicBezTo>
                <a:cubicBezTo>
                  <a:pt x="248" y="235"/>
                  <a:pt x="256" y="226"/>
                  <a:pt x="265" y="218"/>
                </a:cubicBezTo>
                <a:cubicBezTo>
                  <a:pt x="290" y="194"/>
                  <a:pt x="316" y="171"/>
                  <a:pt x="340" y="145"/>
                </a:cubicBezTo>
                <a:cubicBezTo>
                  <a:pt x="347" y="137"/>
                  <a:pt x="340" y="121"/>
                  <a:pt x="328" y="1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Freeform 1701"/>
          <p:cNvSpPr/>
          <p:nvPr>
            <p:custDataLst>
              <p:tags r:id="rId24"/>
            </p:custDataLst>
          </p:nvPr>
        </p:nvSpPr>
        <p:spPr bwMode="auto">
          <a:xfrm>
            <a:off x="6546215" y="1213485"/>
            <a:ext cx="136525" cy="125730"/>
          </a:xfrm>
          <a:custGeom>
            <a:avLst/>
            <a:gdLst>
              <a:gd name="T0" fmla="*/ 306 w 323"/>
              <a:gd name="T1" fmla="*/ 208 h 298"/>
              <a:gd name="T2" fmla="*/ 313 w 323"/>
              <a:gd name="T3" fmla="*/ 190 h 298"/>
              <a:gd name="T4" fmla="*/ 239 w 323"/>
              <a:gd name="T5" fmla="*/ 148 h 298"/>
              <a:gd name="T6" fmla="*/ 268 w 323"/>
              <a:gd name="T7" fmla="*/ 117 h 298"/>
              <a:gd name="T8" fmla="*/ 320 w 323"/>
              <a:gd name="T9" fmla="*/ 57 h 298"/>
              <a:gd name="T10" fmla="*/ 311 w 323"/>
              <a:gd name="T11" fmla="*/ 46 h 298"/>
              <a:gd name="T12" fmla="*/ 310 w 323"/>
              <a:gd name="T13" fmla="*/ 46 h 298"/>
              <a:gd name="T14" fmla="*/ 309 w 323"/>
              <a:gd name="T15" fmla="*/ 47 h 298"/>
              <a:gd name="T16" fmla="*/ 309 w 323"/>
              <a:gd name="T17" fmla="*/ 47 h 298"/>
              <a:gd name="T18" fmla="*/ 308 w 323"/>
              <a:gd name="T19" fmla="*/ 47 h 298"/>
              <a:gd name="T20" fmla="*/ 300 w 323"/>
              <a:gd name="T21" fmla="*/ 52 h 298"/>
              <a:gd name="T22" fmla="*/ 186 w 323"/>
              <a:gd name="T23" fmla="*/ 99 h 298"/>
              <a:gd name="T24" fmla="*/ 130 w 323"/>
              <a:gd name="T25" fmla="*/ 14 h 298"/>
              <a:gd name="T26" fmla="*/ 112 w 323"/>
              <a:gd name="T27" fmla="*/ 70 h 298"/>
              <a:gd name="T28" fmla="*/ 117 w 323"/>
              <a:gd name="T29" fmla="*/ 110 h 298"/>
              <a:gd name="T30" fmla="*/ 9 w 323"/>
              <a:gd name="T31" fmla="*/ 140 h 298"/>
              <a:gd name="T32" fmla="*/ 12 w 323"/>
              <a:gd name="T33" fmla="*/ 162 h 298"/>
              <a:gd name="T34" fmla="*/ 92 w 323"/>
              <a:gd name="T35" fmla="*/ 176 h 298"/>
              <a:gd name="T36" fmla="*/ 135 w 323"/>
              <a:gd name="T37" fmla="*/ 184 h 298"/>
              <a:gd name="T38" fmla="*/ 137 w 323"/>
              <a:gd name="T39" fmla="*/ 186 h 298"/>
              <a:gd name="T40" fmla="*/ 137 w 323"/>
              <a:gd name="T41" fmla="*/ 186 h 298"/>
              <a:gd name="T42" fmla="*/ 136 w 323"/>
              <a:gd name="T43" fmla="*/ 286 h 298"/>
              <a:gd name="T44" fmla="*/ 163 w 323"/>
              <a:gd name="T45" fmla="*/ 289 h 298"/>
              <a:gd name="T46" fmla="*/ 202 w 323"/>
              <a:gd name="T47" fmla="*/ 221 h 298"/>
              <a:gd name="T48" fmla="*/ 210 w 323"/>
              <a:gd name="T49" fmla="*/ 208 h 298"/>
              <a:gd name="T50" fmla="*/ 217 w 323"/>
              <a:gd name="T51" fmla="*/ 209 h 298"/>
              <a:gd name="T52" fmla="*/ 306 w 323"/>
              <a:gd name="T53" fmla="*/ 20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3" h="298">
                <a:moveTo>
                  <a:pt x="306" y="208"/>
                </a:moveTo>
                <a:cubicBezTo>
                  <a:pt x="314" y="208"/>
                  <a:pt x="319" y="196"/>
                  <a:pt x="313" y="190"/>
                </a:cubicBezTo>
                <a:cubicBezTo>
                  <a:pt x="294" y="172"/>
                  <a:pt x="267" y="155"/>
                  <a:pt x="239" y="148"/>
                </a:cubicBezTo>
                <a:cubicBezTo>
                  <a:pt x="249" y="138"/>
                  <a:pt x="258" y="127"/>
                  <a:pt x="268" y="117"/>
                </a:cubicBezTo>
                <a:cubicBezTo>
                  <a:pt x="286" y="98"/>
                  <a:pt x="307" y="80"/>
                  <a:pt x="320" y="57"/>
                </a:cubicBezTo>
                <a:cubicBezTo>
                  <a:pt x="323" y="50"/>
                  <a:pt x="317" y="43"/>
                  <a:pt x="311" y="46"/>
                </a:cubicBezTo>
                <a:cubicBezTo>
                  <a:pt x="311" y="46"/>
                  <a:pt x="310" y="46"/>
                  <a:pt x="310" y="46"/>
                </a:cubicBezTo>
                <a:cubicBezTo>
                  <a:pt x="310" y="46"/>
                  <a:pt x="309" y="47"/>
                  <a:pt x="309" y="47"/>
                </a:cubicBezTo>
                <a:cubicBezTo>
                  <a:pt x="309" y="47"/>
                  <a:pt x="309" y="47"/>
                  <a:pt x="309" y="47"/>
                </a:cubicBezTo>
                <a:cubicBezTo>
                  <a:pt x="309" y="47"/>
                  <a:pt x="308" y="47"/>
                  <a:pt x="308" y="47"/>
                </a:cubicBezTo>
                <a:cubicBezTo>
                  <a:pt x="306" y="49"/>
                  <a:pt x="303" y="51"/>
                  <a:pt x="300" y="52"/>
                </a:cubicBezTo>
                <a:cubicBezTo>
                  <a:pt x="265" y="74"/>
                  <a:pt x="221" y="77"/>
                  <a:pt x="186" y="99"/>
                </a:cubicBezTo>
                <a:cubicBezTo>
                  <a:pt x="184" y="57"/>
                  <a:pt x="166" y="0"/>
                  <a:pt x="130" y="14"/>
                </a:cubicBezTo>
                <a:cubicBezTo>
                  <a:pt x="108" y="23"/>
                  <a:pt x="110" y="51"/>
                  <a:pt x="112" y="70"/>
                </a:cubicBezTo>
                <a:cubicBezTo>
                  <a:pt x="113" y="84"/>
                  <a:pt x="115" y="97"/>
                  <a:pt x="117" y="110"/>
                </a:cubicBezTo>
                <a:cubicBezTo>
                  <a:pt x="79" y="109"/>
                  <a:pt x="41" y="121"/>
                  <a:pt x="9" y="140"/>
                </a:cubicBezTo>
                <a:cubicBezTo>
                  <a:pt x="0" y="145"/>
                  <a:pt x="0" y="162"/>
                  <a:pt x="12" y="162"/>
                </a:cubicBezTo>
                <a:cubicBezTo>
                  <a:pt x="39" y="162"/>
                  <a:pt x="66" y="171"/>
                  <a:pt x="92" y="176"/>
                </a:cubicBezTo>
                <a:cubicBezTo>
                  <a:pt x="106" y="179"/>
                  <a:pt x="121" y="183"/>
                  <a:pt x="135" y="184"/>
                </a:cubicBezTo>
                <a:cubicBezTo>
                  <a:pt x="135" y="185"/>
                  <a:pt x="136" y="186"/>
                  <a:pt x="137" y="186"/>
                </a:cubicBezTo>
                <a:cubicBezTo>
                  <a:pt x="137" y="186"/>
                  <a:pt x="137" y="186"/>
                  <a:pt x="137" y="186"/>
                </a:cubicBezTo>
                <a:cubicBezTo>
                  <a:pt x="125" y="219"/>
                  <a:pt x="124" y="251"/>
                  <a:pt x="136" y="286"/>
                </a:cubicBezTo>
                <a:cubicBezTo>
                  <a:pt x="140" y="297"/>
                  <a:pt x="157" y="298"/>
                  <a:pt x="163" y="289"/>
                </a:cubicBezTo>
                <a:cubicBezTo>
                  <a:pt x="176" y="266"/>
                  <a:pt x="189" y="244"/>
                  <a:pt x="202" y="221"/>
                </a:cubicBezTo>
                <a:cubicBezTo>
                  <a:pt x="205" y="217"/>
                  <a:pt x="208" y="213"/>
                  <a:pt x="210" y="208"/>
                </a:cubicBezTo>
                <a:cubicBezTo>
                  <a:pt x="212" y="208"/>
                  <a:pt x="215" y="209"/>
                  <a:pt x="217" y="209"/>
                </a:cubicBezTo>
                <a:cubicBezTo>
                  <a:pt x="247" y="212"/>
                  <a:pt x="276" y="212"/>
                  <a:pt x="306" y="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Freeform 1702"/>
          <p:cNvSpPr/>
          <p:nvPr>
            <p:custDataLst>
              <p:tags r:id="rId25"/>
            </p:custDataLst>
          </p:nvPr>
        </p:nvSpPr>
        <p:spPr bwMode="auto">
          <a:xfrm>
            <a:off x="6885940" y="1474470"/>
            <a:ext cx="124460" cy="135890"/>
          </a:xfrm>
          <a:custGeom>
            <a:avLst/>
            <a:gdLst>
              <a:gd name="T0" fmla="*/ 67 w 293"/>
              <a:gd name="T1" fmla="*/ 296 h 336"/>
              <a:gd name="T2" fmla="*/ 84 w 293"/>
              <a:gd name="T3" fmla="*/ 305 h 336"/>
              <a:gd name="T4" fmla="*/ 136 w 293"/>
              <a:gd name="T5" fmla="*/ 238 h 336"/>
              <a:gd name="T6" fmla="*/ 162 w 293"/>
              <a:gd name="T7" fmla="*/ 271 h 336"/>
              <a:gd name="T8" fmla="*/ 214 w 293"/>
              <a:gd name="T9" fmla="*/ 331 h 336"/>
              <a:gd name="T10" fmla="*/ 226 w 293"/>
              <a:gd name="T11" fmla="*/ 324 h 336"/>
              <a:gd name="T12" fmla="*/ 227 w 293"/>
              <a:gd name="T13" fmla="*/ 324 h 336"/>
              <a:gd name="T14" fmla="*/ 226 w 293"/>
              <a:gd name="T15" fmla="*/ 322 h 336"/>
              <a:gd name="T16" fmla="*/ 226 w 293"/>
              <a:gd name="T17" fmla="*/ 322 h 336"/>
              <a:gd name="T18" fmla="*/ 226 w 293"/>
              <a:gd name="T19" fmla="*/ 322 h 336"/>
              <a:gd name="T20" fmla="*/ 222 w 293"/>
              <a:gd name="T21" fmla="*/ 313 h 336"/>
              <a:gd name="T22" fmla="*/ 193 w 293"/>
              <a:gd name="T23" fmla="*/ 193 h 336"/>
              <a:gd name="T24" fmla="*/ 285 w 293"/>
              <a:gd name="T25" fmla="*/ 150 h 336"/>
              <a:gd name="T26" fmla="*/ 232 w 293"/>
              <a:gd name="T27" fmla="*/ 124 h 336"/>
              <a:gd name="T28" fmla="*/ 192 w 293"/>
              <a:gd name="T29" fmla="*/ 123 h 336"/>
              <a:gd name="T30" fmla="*/ 179 w 293"/>
              <a:gd name="T31" fmla="*/ 12 h 336"/>
              <a:gd name="T32" fmla="*/ 157 w 293"/>
              <a:gd name="T33" fmla="*/ 12 h 336"/>
              <a:gd name="T34" fmla="*/ 130 w 293"/>
              <a:gd name="T35" fmla="*/ 89 h 336"/>
              <a:gd name="T36" fmla="*/ 116 w 293"/>
              <a:gd name="T37" fmla="*/ 130 h 336"/>
              <a:gd name="T38" fmla="*/ 114 w 293"/>
              <a:gd name="T39" fmla="*/ 131 h 336"/>
              <a:gd name="T40" fmla="*/ 114 w 293"/>
              <a:gd name="T41" fmla="*/ 131 h 336"/>
              <a:gd name="T42" fmla="*/ 15 w 293"/>
              <a:gd name="T43" fmla="*/ 116 h 336"/>
              <a:gd name="T44" fmla="*/ 9 w 293"/>
              <a:gd name="T45" fmla="*/ 141 h 336"/>
              <a:gd name="T46" fmla="*/ 69 w 293"/>
              <a:gd name="T47" fmla="*/ 191 h 336"/>
              <a:gd name="T48" fmla="*/ 81 w 293"/>
              <a:gd name="T49" fmla="*/ 201 h 336"/>
              <a:gd name="T50" fmla="*/ 80 w 293"/>
              <a:gd name="T51" fmla="*/ 207 h 336"/>
              <a:gd name="T52" fmla="*/ 67 w 293"/>
              <a:gd name="T53" fmla="*/ 29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336">
                <a:moveTo>
                  <a:pt x="67" y="296"/>
                </a:moveTo>
                <a:cubicBezTo>
                  <a:pt x="66" y="304"/>
                  <a:pt x="77" y="311"/>
                  <a:pt x="84" y="305"/>
                </a:cubicBezTo>
                <a:cubicBezTo>
                  <a:pt x="105" y="289"/>
                  <a:pt x="125" y="265"/>
                  <a:pt x="136" y="238"/>
                </a:cubicBezTo>
                <a:cubicBezTo>
                  <a:pt x="144" y="249"/>
                  <a:pt x="154" y="260"/>
                  <a:pt x="162" y="271"/>
                </a:cubicBezTo>
                <a:cubicBezTo>
                  <a:pt x="178" y="292"/>
                  <a:pt x="193" y="315"/>
                  <a:pt x="214" y="331"/>
                </a:cubicBezTo>
                <a:cubicBezTo>
                  <a:pt x="220" y="336"/>
                  <a:pt x="228" y="331"/>
                  <a:pt x="226" y="324"/>
                </a:cubicBezTo>
                <a:cubicBezTo>
                  <a:pt x="226" y="324"/>
                  <a:pt x="227" y="324"/>
                  <a:pt x="227" y="324"/>
                </a:cubicBezTo>
                <a:cubicBezTo>
                  <a:pt x="226" y="324"/>
                  <a:pt x="226" y="323"/>
                  <a:pt x="226" y="322"/>
                </a:cubicBezTo>
                <a:cubicBezTo>
                  <a:pt x="226" y="322"/>
                  <a:pt x="226" y="322"/>
                  <a:pt x="226" y="322"/>
                </a:cubicBezTo>
                <a:cubicBezTo>
                  <a:pt x="226" y="322"/>
                  <a:pt x="226" y="322"/>
                  <a:pt x="226" y="322"/>
                </a:cubicBezTo>
                <a:cubicBezTo>
                  <a:pt x="224" y="319"/>
                  <a:pt x="223" y="316"/>
                  <a:pt x="222" y="313"/>
                </a:cubicBezTo>
                <a:cubicBezTo>
                  <a:pt x="206" y="275"/>
                  <a:pt x="209" y="231"/>
                  <a:pt x="193" y="193"/>
                </a:cubicBezTo>
                <a:cubicBezTo>
                  <a:pt x="235" y="198"/>
                  <a:pt x="293" y="188"/>
                  <a:pt x="285" y="150"/>
                </a:cubicBezTo>
                <a:cubicBezTo>
                  <a:pt x="280" y="127"/>
                  <a:pt x="251" y="125"/>
                  <a:pt x="232" y="124"/>
                </a:cubicBezTo>
                <a:cubicBezTo>
                  <a:pt x="219" y="123"/>
                  <a:pt x="205" y="123"/>
                  <a:pt x="192" y="123"/>
                </a:cubicBezTo>
                <a:cubicBezTo>
                  <a:pt x="199" y="86"/>
                  <a:pt x="193" y="46"/>
                  <a:pt x="179" y="12"/>
                </a:cubicBezTo>
                <a:cubicBezTo>
                  <a:pt x="175" y="2"/>
                  <a:pt x="159" y="0"/>
                  <a:pt x="157" y="12"/>
                </a:cubicBezTo>
                <a:cubicBezTo>
                  <a:pt x="153" y="38"/>
                  <a:pt x="140" y="64"/>
                  <a:pt x="130" y="89"/>
                </a:cubicBezTo>
                <a:cubicBezTo>
                  <a:pt x="125" y="102"/>
                  <a:pt x="119" y="116"/>
                  <a:pt x="116" y="130"/>
                </a:cubicBezTo>
                <a:cubicBezTo>
                  <a:pt x="115" y="130"/>
                  <a:pt x="114" y="131"/>
                  <a:pt x="114" y="131"/>
                </a:cubicBezTo>
                <a:cubicBezTo>
                  <a:pt x="114" y="131"/>
                  <a:pt x="114" y="131"/>
                  <a:pt x="114" y="131"/>
                </a:cubicBezTo>
                <a:cubicBezTo>
                  <a:pt x="83" y="115"/>
                  <a:pt x="52" y="109"/>
                  <a:pt x="15" y="116"/>
                </a:cubicBezTo>
                <a:cubicBezTo>
                  <a:pt x="4" y="117"/>
                  <a:pt x="0" y="135"/>
                  <a:pt x="9" y="141"/>
                </a:cubicBezTo>
                <a:cubicBezTo>
                  <a:pt x="29" y="158"/>
                  <a:pt x="49" y="175"/>
                  <a:pt x="69" y="191"/>
                </a:cubicBezTo>
                <a:cubicBezTo>
                  <a:pt x="73" y="194"/>
                  <a:pt x="77" y="197"/>
                  <a:pt x="81" y="201"/>
                </a:cubicBezTo>
                <a:cubicBezTo>
                  <a:pt x="81" y="203"/>
                  <a:pt x="80" y="205"/>
                  <a:pt x="80" y="207"/>
                </a:cubicBezTo>
                <a:cubicBezTo>
                  <a:pt x="72" y="236"/>
                  <a:pt x="68" y="266"/>
                  <a:pt x="67" y="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Freeform 1703"/>
          <p:cNvSpPr/>
          <p:nvPr>
            <p:custDataLst>
              <p:tags r:id="rId26"/>
            </p:custDataLst>
          </p:nvPr>
        </p:nvSpPr>
        <p:spPr bwMode="auto">
          <a:xfrm>
            <a:off x="5186045" y="873125"/>
            <a:ext cx="124460" cy="124460"/>
          </a:xfrm>
          <a:custGeom>
            <a:avLst/>
            <a:gdLst>
              <a:gd name="T0" fmla="*/ 336 w 369"/>
              <a:gd name="T1" fmla="*/ 92 h 332"/>
              <a:gd name="T2" fmla="*/ 272 w 369"/>
              <a:gd name="T3" fmla="*/ 101 h 332"/>
              <a:gd name="T4" fmla="*/ 232 w 369"/>
              <a:gd name="T5" fmla="*/ 118 h 332"/>
              <a:gd name="T6" fmla="*/ 195 w 369"/>
              <a:gd name="T7" fmla="*/ 11 h 332"/>
              <a:gd name="T8" fmla="*/ 175 w 369"/>
              <a:gd name="T9" fmla="*/ 11 h 332"/>
              <a:gd name="T10" fmla="*/ 154 w 369"/>
              <a:gd name="T11" fmla="*/ 92 h 332"/>
              <a:gd name="T12" fmla="*/ 144 w 369"/>
              <a:gd name="T13" fmla="*/ 130 h 332"/>
              <a:gd name="T14" fmla="*/ 12 w 369"/>
              <a:gd name="T15" fmla="*/ 151 h 332"/>
              <a:gd name="T16" fmla="*/ 9 w 369"/>
              <a:gd name="T17" fmla="*/ 173 h 332"/>
              <a:gd name="T18" fmla="*/ 108 w 369"/>
              <a:gd name="T19" fmla="*/ 214 h 332"/>
              <a:gd name="T20" fmla="*/ 98 w 369"/>
              <a:gd name="T21" fmla="*/ 314 h 332"/>
              <a:gd name="T22" fmla="*/ 120 w 369"/>
              <a:gd name="T23" fmla="*/ 323 h 332"/>
              <a:gd name="T24" fmla="*/ 198 w 369"/>
              <a:gd name="T25" fmla="*/ 234 h 332"/>
              <a:gd name="T26" fmla="*/ 198 w 369"/>
              <a:gd name="T27" fmla="*/ 235 h 332"/>
              <a:gd name="T28" fmla="*/ 249 w 369"/>
              <a:gd name="T29" fmla="*/ 309 h 332"/>
              <a:gd name="T30" fmla="*/ 276 w 369"/>
              <a:gd name="T31" fmla="*/ 305 h 332"/>
              <a:gd name="T32" fmla="*/ 283 w 369"/>
              <a:gd name="T33" fmla="*/ 174 h 332"/>
              <a:gd name="T34" fmla="*/ 336 w 369"/>
              <a:gd name="T35" fmla="*/ 92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69" h="332">
                <a:moveTo>
                  <a:pt x="336" y="92"/>
                </a:moveTo>
                <a:cubicBezTo>
                  <a:pt x="319" y="81"/>
                  <a:pt x="289" y="95"/>
                  <a:pt x="272" y="101"/>
                </a:cubicBezTo>
                <a:cubicBezTo>
                  <a:pt x="259" y="106"/>
                  <a:pt x="245" y="112"/>
                  <a:pt x="232" y="118"/>
                </a:cubicBezTo>
                <a:cubicBezTo>
                  <a:pt x="218" y="83"/>
                  <a:pt x="206" y="48"/>
                  <a:pt x="195" y="11"/>
                </a:cubicBezTo>
                <a:cubicBezTo>
                  <a:pt x="192" y="1"/>
                  <a:pt x="177" y="0"/>
                  <a:pt x="175" y="11"/>
                </a:cubicBezTo>
                <a:cubicBezTo>
                  <a:pt x="169" y="38"/>
                  <a:pt x="160" y="65"/>
                  <a:pt x="154" y="92"/>
                </a:cubicBezTo>
                <a:cubicBezTo>
                  <a:pt x="150" y="104"/>
                  <a:pt x="146" y="117"/>
                  <a:pt x="144" y="130"/>
                </a:cubicBezTo>
                <a:cubicBezTo>
                  <a:pt x="103" y="123"/>
                  <a:pt x="50" y="140"/>
                  <a:pt x="12" y="151"/>
                </a:cubicBezTo>
                <a:cubicBezTo>
                  <a:pt x="2" y="154"/>
                  <a:pt x="0" y="167"/>
                  <a:pt x="9" y="173"/>
                </a:cubicBezTo>
                <a:cubicBezTo>
                  <a:pt x="35" y="190"/>
                  <a:pt x="72" y="209"/>
                  <a:pt x="108" y="214"/>
                </a:cubicBezTo>
                <a:cubicBezTo>
                  <a:pt x="96" y="245"/>
                  <a:pt x="97" y="285"/>
                  <a:pt x="98" y="314"/>
                </a:cubicBezTo>
                <a:cubicBezTo>
                  <a:pt x="98" y="325"/>
                  <a:pt x="112" y="332"/>
                  <a:pt x="120" y="323"/>
                </a:cubicBezTo>
                <a:cubicBezTo>
                  <a:pt x="146" y="296"/>
                  <a:pt x="180" y="268"/>
                  <a:pt x="198" y="234"/>
                </a:cubicBezTo>
                <a:cubicBezTo>
                  <a:pt x="198" y="234"/>
                  <a:pt x="198" y="235"/>
                  <a:pt x="198" y="235"/>
                </a:cubicBezTo>
                <a:cubicBezTo>
                  <a:pt x="217" y="257"/>
                  <a:pt x="233" y="284"/>
                  <a:pt x="249" y="309"/>
                </a:cubicBezTo>
                <a:cubicBezTo>
                  <a:pt x="256" y="319"/>
                  <a:pt x="273" y="318"/>
                  <a:pt x="276" y="305"/>
                </a:cubicBezTo>
                <a:cubicBezTo>
                  <a:pt x="284" y="269"/>
                  <a:pt x="298" y="212"/>
                  <a:pt x="283" y="174"/>
                </a:cubicBezTo>
                <a:cubicBezTo>
                  <a:pt x="321" y="151"/>
                  <a:pt x="369" y="114"/>
                  <a:pt x="336" y="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27"/>
            </p:custDataLst>
          </p:nvPr>
        </p:nvSpPr>
        <p:spPr>
          <a:xfrm>
            <a:off x="5548630" y="1028065"/>
            <a:ext cx="768350" cy="70231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50" name="Freeform 685"/>
          <p:cNvSpPr/>
          <p:nvPr>
            <p:custDataLst>
              <p:tags r:id="rId28"/>
            </p:custDataLst>
          </p:nvPr>
        </p:nvSpPr>
        <p:spPr bwMode="auto">
          <a:xfrm rot="21120000">
            <a:off x="5182870" y="1308735"/>
            <a:ext cx="1409700" cy="628650"/>
          </a:xfrm>
          <a:custGeom>
            <a:avLst/>
            <a:gdLst>
              <a:gd name="T0" fmla="*/ 18 w 1169"/>
              <a:gd name="T1" fmla="*/ 30 h 526"/>
              <a:gd name="T2" fmla="*/ 104 w 1169"/>
              <a:gd name="T3" fmla="*/ 6 h 526"/>
              <a:gd name="T4" fmla="*/ 207 w 1169"/>
              <a:gd name="T5" fmla="*/ 27 h 526"/>
              <a:gd name="T6" fmla="*/ 272 w 1169"/>
              <a:gd name="T7" fmla="*/ 52 h 526"/>
              <a:gd name="T8" fmla="*/ 287 w 1169"/>
              <a:gd name="T9" fmla="*/ 66 h 526"/>
              <a:gd name="T10" fmla="*/ 277 w 1169"/>
              <a:gd name="T11" fmla="*/ 82 h 526"/>
              <a:gd name="T12" fmla="*/ 267 w 1169"/>
              <a:gd name="T13" fmla="*/ 81 h 526"/>
              <a:gd name="T14" fmla="*/ 151 w 1169"/>
              <a:gd name="T15" fmla="*/ 36 h 526"/>
              <a:gd name="T16" fmla="*/ 40 w 1169"/>
              <a:gd name="T17" fmla="*/ 28 h 526"/>
              <a:gd name="T18" fmla="*/ 55 w 1169"/>
              <a:gd name="T19" fmla="*/ 105 h 526"/>
              <a:gd name="T20" fmla="*/ 121 w 1169"/>
              <a:gd name="T21" fmla="*/ 146 h 526"/>
              <a:gd name="T22" fmla="*/ 983 w 1169"/>
              <a:gd name="T23" fmla="*/ 460 h 526"/>
              <a:gd name="T24" fmla="*/ 1125 w 1169"/>
              <a:gd name="T25" fmla="*/ 425 h 526"/>
              <a:gd name="T26" fmla="*/ 1108 w 1169"/>
              <a:gd name="T27" fmla="*/ 405 h 526"/>
              <a:gd name="T28" fmla="*/ 919 w 1169"/>
              <a:gd name="T29" fmla="*/ 277 h 526"/>
              <a:gd name="T30" fmla="*/ 901 w 1169"/>
              <a:gd name="T31" fmla="*/ 267 h 526"/>
              <a:gd name="T32" fmla="*/ 898 w 1169"/>
              <a:gd name="T33" fmla="*/ 243 h 526"/>
              <a:gd name="T34" fmla="*/ 1076 w 1169"/>
              <a:gd name="T35" fmla="*/ 341 h 526"/>
              <a:gd name="T36" fmla="*/ 1130 w 1169"/>
              <a:gd name="T37" fmla="*/ 474 h 526"/>
              <a:gd name="T38" fmla="*/ 968 w 1169"/>
              <a:gd name="T39" fmla="*/ 497 h 526"/>
              <a:gd name="T40" fmla="*/ 766 w 1169"/>
              <a:gd name="T41" fmla="*/ 443 h 526"/>
              <a:gd name="T42" fmla="*/ 370 w 1169"/>
              <a:gd name="T43" fmla="*/ 301 h 526"/>
              <a:gd name="T44" fmla="*/ 184 w 1169"/>
              <a:gd name="T45" fmla="*/ 214 h 526"/>
              <a:gd name="T46" fmla="*/ 94 w 1169"/>
              <a:gd name="T47" fmla="*/ 166 h 526"/>
              <a:gd name="T48" fmla="*/ 20 w 1169"/>
              <a:gd name="T49" fmla="*/ 108 h 526"/>
              <a:gd name="T50" fmla="*/ 18 w 1169"/>
              <a:gd name="T51" fmla="*/ 3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0" h="606">
                <a:moveTo>
                  <a:pt x="78" y="0"/>
                </a:moveTo>
                <a:cubicBezTo>
                  <a:pt x="81" y="0"/>
                  <a:pt x="85" y="0"/>
                  <a:pt x="88" y="0"/>
                </a:cubicBezTo>
                <a:cubicBezTo>
                  <a:pt x="97" y="0"/>
                  <a:pt x="107" y="1"/>
                  <a:pt x="117" y="2"/>
                </a:cubicBezTo>
                <a:cubicBezTo>
                  <a:pt x="158" y="6"/>
                  <a:pt x="200" y="14"/>
                  <a:pt x="240" y="27"/>
                </a:cubicBezTo>
                <a:cubicBezTo>
                  <a:pt x="247" y="29"/>
                  <a:pt x="253" y="32"/>
                  <a:pt x="260" y="34"/>
                </a:cubicBezTo>
                <a:lnTo>
                  <a:pt x="275" y="39"/>
                </a:lnTo>
                <a:lnTo>
                  <a:pt x="283" y="54"/>
                </a:lnTo>
                <a:cubicBezTo>
                  <a:pt x="287" y="59"/>
                  <a:pt x="290" y="65"/>
                  <a:pt x="294" y="71"/>
                </a:cubicBezTo>
                <a:cubicBezTo>
                  <a:pt x="298" y="76"/>
                  <a:pt x="302" y="82"/>
                  <a:pt x="306" y="88"/>
                </a:cubicBezTo>
                <a:lnTo>
                  <a:pt x="308" y="91"/>
                </a:lnTo>
                <a:lnTo>
                  <a:pt x="276" y="79"/>
                </a:lnTo>
                <a:cubicBezTo>
                  <a:pt x="241" y="66"/>
                  <a:pt x="208" y="52"/>
                  <a:pt x="173" y="38"/>
                </a:cubicBezTo>
                <a:cubicBezTo>
                  <a:pt x="141" y="26"/>
                  <a:pt x="70" y="2"/>
                  <a:pt x="40" y="29"/>
                </a:cubicBezTo>
                <a:cubicBezTo>
                  <a:pt x="10" y="54"/>
                  <a:pt x="38" y="100"/>
                  <a:pt x="58" y="121"/>
                </a:cubicBezTo>
                <a:cubicBezTo>
                  <a:pt x="80" y="143"/>
                  <a:pt x="108" y="157"/>
                  <a:pt x="137" y="170"/>
                </a:cubicBezTo>
                <a:cubicBezTo>
                  <a:pt x="468" y="324"/>
                  <a:pt x="819" y="436"/>
                  <a:pt x="1168" y="546"/>
                </a:cubicBezTo>
                <a:cubicBezTo>
                  <a:pt x="1204" y="558"/>
                  <a:pt x="1379" y="597"/>
                  <a:pt x="1338" y="504"/>
                </a:cubicBezTo>
                <a:cubicBezTo>
                  <a:pt x="1333" y="494"/>
                  <a:pt x="1326" y="487"/>
                  <a:pt x="1317" y="480"/>
                </a:cubicBezTo>
                <a:cubicBezTo>
                  <a:pt x="1265" y="428"/>
                  <a:pt x="1204" y="383"/>
                  <a:pt x="1138" y="349"/>
                </a:cubicBezTo>
                <a:lnTo>
                  <a:pt x="1128" y="344"/>
                </a:lnTo>
                <a:lnTo>
                  <a:pt x="1140" y="337"/>
                </a:lnTo>
                <a:cubicBezTo>
                  <a:pt x="1145" y="335"/>
                  <a:pt x="1149" y="332"/>
                  <a:pt x="1153" y="330"/>
                </a:cubicBezTo>
                <a:lnTo>
                  <a:pt x="1155" y="328"/>
                </a:lnTo>
                <a:lnTo>
                  <a:pt x="1176" y="339"/>
                </a:lnTo>
                <a:cubicBezTo>
                  <a:pt x="1211" y="359"/>
                  <a:pt x="1245" y="380"/>
                  <a:pt x="1279" y="403"/>
                </a:cubicBezTo>
                <a:cubicBezTo>
                  <a:pt x="1328" y="438"/>
                  <a:pt x="1390" y="500"/>
                  <a:pt x="1344" y="563"/>
                </a:cubicBezTo>
                <a:cubicBezTo>
                  <a:pt x="1298" y="625"/>
                  <a:pt x="1214" y="606"/>
                  <a:pt x="1150" y="590"/>
                </a:cubicBezTo>
                <a:cubicBezTo>
                  <a:pt x="1070" y="570"/>
                  <a:pt x="988" y="550"/>
                  <a:pt x="908" y="526"/>
                </a:cubicBezTo>
                <a:cubicBezTo>
                  <a:pt x="748" y="478"/>
                  <a:pt x="589" y="421"/>
                  <a:pt x="435" y="355"/>
                </a:cubicBezTo>
                <a:cubicBezTo>
                  <a:pt x="359" y="323"/>
                  <a:pt x="285" y="290"/>
                  <a:pt x="212" y="251"/>
                </a:cubicBezTo>
                <a:cubicBezTo>
                  <a:pt x="175" y="233"/>
                  <a:pt x="139" y="214"/>
                  <a:pt x="105" y="194"/>
                </a:cubicBezTo>
                <a:cubicBezTo>
                  <a:pt x="71" y="176"/>
                  <a:pt x="36" y="157"/>
                  <a:pt x="16" y="124"/>
                </a:cubicBezTo>
                <a:cubicBezTo>
                  <a:pt x="-2" y="97"/>
                  <a:pt x="-8" y="58"/>
                  <a:pt x="14" y="31"/>
                </a:cubicBezTo>
                <a:cubicBezTo>
                  <a:pt x="31" y="7"/>
                  <a:pt x="53" y="1"/>
                  <a:pt x="78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内容占位符 6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8026378" y="2236443"/>
            <a:ext cx="3250841" cy="374792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8575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基于成本与扩展性的设计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en-US" altLang="zh-CN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选用 AirEngine 8761-X1 高性能 AP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该AP 支持高并发用户，从而减少总体 AP 数量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en-US" altLang="zh-CN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</a:t>
            </a: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统一设备型号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便于后期运维与管理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预留网络扩展能力</a:t>
            </a:r>
          </a:p>
          <a:p>
            <a:pPr marL="0" lvl="0" indent="0" algn="l">
              <a:lnSpc>
                <a:spcPct val="120000"/>
              </a:lnSpc>
              <a:spcAft>
                <a:spcPts val="800"/>
              </a:spcAft>
              <a:buSzPct val="100000"/>
              <a:buNone/>
            </a:pPr>
            <a:r>
              <a:rPr lang="zh-CN" altLang="en-US" sz="1800" spc="6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后续可通过新增 AP 或升级无线标准提升容量</a:t>
            </a:r>
          </a:p>
        </p:txBody>
      </p:sp>
      <p:sp>
        <p:nvSpPr>
          <p:cNvPr id="53" name="Freeform 684"/>
          <p:cNvSpPr/>
          <p:nvPr>
            <p:custDataLst>
              <p:tags r:id="rId30"/>
            </p:custDataLst>
          </p:nvPr>
        </p:nvSpPr>
        <p:spPr bwMode="auto">
          <a:xfrm>
            <a:off x="8951595" y="873125"/>
            <a:ext cx="1026160" cy="1009015"/>
          </a:xfrm>
          <a:custGeom>
            <a:avLst/>
            <a:gdLst>
              <a:gd name="T0" fmla="*/ 544 w 698"/>
              <a:gd name="T1" fmla="*/ 617 h 687"/>
              <a:gd name="T2" fmla="*/ 659 w 698"/>
              <a:gd name="T3" fmla="*/ 496 h 687"/>
              <a:gd name="T4" fmla="*/ 670 w 698"/>
              <a:gd name="T5" fmla="*/ 232 h 687"/>
              <a:gd name="T6" fmla="*/ 341 w 698"/>
              <a:gd name="T7" fmla="*/ 4 h 687"/>
              <a:gd name="T8" fmla="*/ 94 w 698"/>
              <a:gd name="T9" fmla="*/ 114 h 687"/>
              <a:gd name="T10" fmla="*/ 95 w 698"/>
              <a:gd name="T11" fmla="*/ 514 h 687"/>
              <a:gd name="T12" fmla="*/ 544 w 698"/>
              <a:gd name="T13" fmla="*/ 617 h 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98" h="687">
                <a:moveTo>
                  <a:pt x="544" y="617"/>
                </a:moveTo>
                <a:cubicBezTo>
                  <a:pt x="591" y="594"/>
                  <a:pt x="636" y="544"/>
                  <a:pt x="659" y="496"/>
                </a:cubicBezTo>
                <a:cubicBezTo>
                  <a:pt x="696" y="420"/>
                  <a:pt x="698" y="311"/>
                  <a:pt x="670" y="232"/>
                </a:cubicBezTo>
                <a:cubicBezTo>
                  <a:pt x="621" y="96"/>
                  <a:pt x="482" y="9"/>
                  <a:pt x="341" y="4"/>
                </a:cubicBezTo>
                <a:cubicBezTo>
                  <a:pt x="246" y="0"/>
                  <a:pt x="148" y="33"/>
                  <a:pt x="94" y="114"/>
                </a:cubicBezTo>
                <a:cubicBezTo>
                  <a:pt x="12" y="237"/>
                  <a:pt x="0" y="397"/>
                  <a:pt x="95" y="514"/>
                </a:cubicBezTo>
                <a:cubicBezTo>
                  <a:pt x="195" y="636"/>
                  <a:pt x="400" y="687"/>
                  <a:pt x="544" y="6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Freeform 1696"/>
          <p:cNvSpPr/>
          <p:nvPr>
            <p:custDataLst>
              <p:tags r:id="rId31"/>
            </p:custDataLst>
          </p:nvPr>
        </p:nvSpPr>
        <p:spPr bwMode="auto">
          <a:xfrm>
            <a:off x="8742045" y="1610360"/>
            <a:ext cx="163830" cy="165100"/>
          </a:xfrm>
          <a:custGeom>
            <a:avLst/>
            <a:gdLst>
              <a:gd name="T0" fmla="*/ 284 w 289"/>
              <a:gd name="T1" fmla="*/ 94 h 291"/>
              <a:gd name="T2" fmla="*/ 273 w 289"/>
              <a:gd name="T3" fmla="*/ 75 h 291"/>
              <a:gd name="T4" fmla="*/ 183 w 289"/>
              <a:gd name="T5" fmla="*/ 99 h 291"/>
              <a:gd name="T6" fmla="*/ 177 w 289"/>
              <a:gd name="T7" fmla="*/ 75 h 291"/>
              <a:gd name="T8" fmla="*/ 162 w 289"/>
              <a:gd name="T9" fmla="*/ 10 h 291"/>
              <a:gd name="T10" fmla="*/ 142 w 289"/>
              <a:gd name="T11" fmla="*/ 10 h 291"/>
              <a:gd name="T12" fmla="*/ 119 w 289"/>
              <a:gd name="T13" fmla="*/ 117 h 291"/>
              <a:gd name="T14" fmla="*/ 39 w 289"/>
              <a:gd name="T15" fmla="*/ 136 h 291"/>
              <a:gd name="T16" fmla="*/ 1 w 289"/>
              <a:gd name="T17" fmla="*/ 168 h 291"/>
              <a:gd name="T18" fmla="*/ 40 w 289"/>
              <a:gd name="T19" fmla="*/ 185 h 291"/>
              <a:gd name="T20" fmla="*/ 113 w 289"/>
              <a:gd name="T21" fmla="*/ 177 h 291"/>
              <a:gd name="T22" fmla="*/ 94 w 289"/>
              <a:gd name="T23" fmla="*/ 269 h 291"/>
              <a:gd name="T24" fmla="*/ 114 w 289"/>
              <a:gd name="T25" fmla="*/ 281 h 291"/>
              <a:gd name="T26" fmla="*/ 157 w 289"/>
              <a:gd name="T27" fmla="*/ 222 h 291"/>
              <a:gd name="T28" fmla="*/ 174 w 289"/>
              <a:gd name="T29" fmla="*/ 199 h 291"/>
              <a:gd name="T30" fmla="*/ 199 w 289"/>
              <a:gd name="T31" fmla="*/ 233 h 291"/>
              <a:gd name="T32" fmla="*/ 247 w 289"/>
              <a:gd name="T33" fmla="*/ 252 h 291"/>
              <a:gd name="T34" fmla="*/ 219 w 289"/>
              <a:gd name="T35" fmla="*/ 160 h 291"/>
              <a:gd name="T36" fmla="*/ 240 w 289"/>
              <a:gd name="T37" fmla="*/ 143 h 291"/>
              <a:gd name="T38" fmla="*/ 284 w 289"/>
              <a:gd name="T39" fmla="*/ 94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9" h="291">
                <a:moveTo>
                  <a:pt x="284" y="94"/>
                </a:moveTo>
                <a:cubicBezTo>
                  <a:pt x="289" y="86"/>
                  <a:pt x="282" y="74"/>
                  <a:pt x="273" y="75"/>
                </a:cubicBezTo>
                <a:cubicBezTo>
                  <a:pt x="248" y="77"/>
                  <a:pt x="206" y="81"/>
                  <a:pt x="183" y="99"/>
                </a:cubicBezTo>
                <a:cubicBezTo>
                  <a:pt x="182" y="91"/>
                  <a:pt x="179" y="84"/>
                  <a:pt x="177" y="75"/>
                </a:cubicBezTo>
                <a:cubicBezTo>
                  <a:pt x="173" y="54"/>
                  <a:pt x="169" y="31"/>
                  <a:pt x="162" y="10"/>
                </a:cubicBezTo>
                <a:cubicBezTo>
                  <a:pt x="159" y="0"/>
                  <a:pt x="146" y="0"/>
                  <a:pt x="142" y="10"/>
                </a:cubicBezTo>
                <a:cubicBezTo>
                  <a:pt x="132" y="42"/>
                  <a:pt x="115" y="81"/>
                  <a:pt x="119" y="117"/>
                </a:cubicBezTo>
                <a:cubicBezTo>
                  <a:pt x="92" y="117"/>
                  <a:pt x="64" y="125"/>
                  <a:pt x="39" y="136"/>
                </a:cubicBezTo>
                <a:cubicBezTo>
                  <a:pt x="26" y="142"/>
                  <a:pt x="0" y="149"/>
                  <a:pt x="1" y="168"/>
                </a:cubicBezTo>
                <a:cubicBezTo>
                  <a:pt x="1" y="188"/>
                  <a:pt x="26" y="185"/>
                  <a:pt x="40" y="185"/>
                </a:cubicBezTo>
                <a:cubicBezTo>
                  <a:pt x="63" y="185"/>
                  <a:pt x="93" y="191"/>
                  <a:pt x="113" y="177"/>
                </a:cubicBezTo>
                <a:cubicBezTo>
                  <a:pt x="97" y="201"/>
                  <a:pt x="97" y="242"/>
                  <a:pt x="94" y="269"/>
                </a:cubicBezTo>
                <a:cubicBezTo>
                  <a:pt x="92" y="280"/>
                  <a:pt x="105" y="291"/>
                  <a:pt x="114" y="281"/>
                </a:cubicBezTo>
                <a:cubicBezTo>
                  <a:pt x="130" y="263"/>
                  <a:pt x="143" y="242"/>
                  <a:pt x="157" y="222"/>
                </a:cubicBezTo>
                <a:cubicBezTo>
                  <a:pt x="161" y="216"/>
                  <a:pt x="168" y="208"/>
                  <a:pt x="174" y="199"/>
                </a:cubicBezTo>
                <a:cubicBezTo>
                  <a:pt x="180" y="212"/>
                  <a:pt x="187" y="223"/>
                  <a:pt x="199" y="233"/>
                </a:cubicBezTo>
                <a:cubicBezTo>
                  <a:pt x="211" y="244"/>
                  <a:pt x="230" y="259"/>
                  <a:pt x="247" y="252"/>
                </a:cubicBezTo>
                <a:cubicBezTo>
                  <a:pt x="282" y="239"/>
                  <a:pt x="243" y="187"/>
                  <a:pt x="219" y="160"/>
                </a:cubicBezTo>
                <a:cubicBezTo>
                  <a:pt x="227" y="155"/>
                  <a:pt x="233" y="149"/>
                  <a:pt x="240" y="143"/>
                </a:cubicBezTo>
                <a:cubicBezTo>
                  <a:pt x="256" y="129"/>
                  <a:pt x="272" y="112"/>
                  <a:pt x="284" y="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Freeform 1698"/>
          <p:cNvSpPr/>
          <p:nvPr>
            <p:custDataLst>
              <p:tags r:id="rId32"/>
            </p:custDataLst>
          </p:nvPr>
        </p:nvSpPr>
        <p:spPr bwMode="auto">
          <a:xfrm>
            <a:off x="9900285" y="1929130"/>
            <a:ext cx="124460" cy="124460"/>
          </a:xfrm>
          <a:custGeom>
            <a:avLst/>
            <a:gdLst>
              <a:gd name="T0" fmla="*/ 328 w 347"/>
              <a:gd name="T1" fmla="*/ 125 h 365"/>
              <a:gd name="T2" fmla="*/ 243 w 347"/>
              <a:gd name="T3" fmla="*/ 152 h 365"/>
              <a:gd name="T4" fmla="*/ 262 w 347"/>
              <a:gd name="T5" fmla="*/ 17 h 365"/>
              <a:gd name="T6" fmla="*/ 246 w 347"/>
              <a:gd name="T7" fmla="*/ 10 h 365"/>
              <a:gd name="T8" fmla="*/ 201 w 347"/>
              <a:gd name="T9" fmla="*/ 96 h 365"/>
              <a:gd name="T10" fmla="*/ 168 w 347"/>
              <a:gd name="T11" fmla="*/ 163 h 365"/>
              <a:gd name="T12" fmla="*/ 103 w 347"/>
              <a:gd name="T13" fmla="*/ 154 h 365"/>
              <a:gd name="T14" fmla="*/ 17 w 347"/>
              <a:gd name="T15" fmla="*/ 151 h 365"/>
              <a:gd name="T16" fmla="*/ 10 w 347"/>
              <a:gd name="T17" fmla="*/ 174 h 365"/>
              <a:gd name="T18" fmla="*/ 84 w 347"/>
              <a:gd name="T19" fmla="*/ 216 h 365"/>
              <a:gd name="T20" fmla="*/ 110 w 347"/>
              <a:gd name="T21" fmla="*/ 231 h 365"/>
              <a:gd name="T22" fmla="*/ 61 w 347"/>
              <a:gd name="T23" fmla="*/ 344 h 365"/>
              <a:gd name="T24" fmla="*/ 77 w 347"/>
              <a:gd name="T25" fmla="*/ 357 h 365"/>
              <a:gd name="T26" fmla="*/ 143 w 347"/>
              <a:gd name="T27" fmla="*/ 296 h 365"/>
              <a:gd name="T28" fmla="*/ 178 w 347"/>
              <a:gd name="T29" fmla="*/ 268 h 365"/>
              <a:gd name="T30" fmla="*/ 243 w 347"/>
              <a:gd name="T31" fmla="*/ 351 h 365"/>
              <a:gd name="T32" fmla="*/ 264 w 347"/>
              <a:gd name="T33" fmla="*/ 339 h 365"/>
              <a:gd name="T34" fmla="*/ 248 w 347"/>
              <a:gd name="T35" fmla="*/ 274 h 365"/>
              <a:gd name="T36" fmla="*/ 239 w 347"/>
              <a:gd name="T37" fmla="*/ 244 h 365"/>
              <a:gd name="T38" fmla="*/ 265 w 347"/>
              <a:gd name="T39" fmla="*/ 218 h 365"/>
              <a:gd name="T40" fmla="*/ 340 w 347"/>
              <a:gd name="T41" fmla="*/ 145 h 365"/>
              <a:gd name="T42" fmla="*/ 328 w 347"/>
              <a:gd name="T43" fmla="*/ 12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47" h="365">
                <a:moveTo>
                  <a:pt x="328" y="125"/>
                </a:moveTo>
                <a:cubicBezTo>
                  <a:pt x="302" y="134"/>
                  <a:pt x="271" y="140"/>
                  <a:pt x="243" y="152"/>
                </a:cubicBezTo>
                <a:cubicBezTo>
                  <a:pt x="252" y="108"/>
                  <a:pt x="256" y="62"/>
                  <a:pt x="262" y="17"/>
                </a:cubicBezTo>
                <a:cubicBezTo>
                  <a:pt x="264" y="8"/>
                  <a:pt x="251" y="0"/>
                  <a:pt x="246" y="10"/>
                </a:cubicBezTo>
                <a:cubicBezTo>
                  <a:pt x="201" y="96"/>
                  <a:pt x="201" y="96"/>
                  <a:pt x="201" y="96"/>
                </a:cubicBezTo>
                <a:cubicBezTo>
                  <a:pt x="189" y="118"/>
                  <a:pt x="175" y="139"/>
                  <a:pt x="168" y="163"/>
                </a:cubicBezTo>
                <a:cubicBezTo>
                  <a:pt x="148" y="151"/>
                  <a:pt x="125" y="154"/>
                  <a:pt x="103" y="154"/>
                </a:cubicBezTo>
                <a:cubicBezTo>
                  <a:pt x="74" y="153"/>
                  <a:pt x="45" y="151"/>
                  <a:pt x="17" y="151"/>
                </a:cubicBezTo>
                <a:cubicBezTo>
                  <a:pt x="4" y="150"/>
                  <a:pt x="0" y="168"/>
                  <a:pt x="10" y="174"/>
                </a:cubicBezTo>
                <a:cubicBezTo>
                  <a:pt x="35" y="188"/>
                  <a:pt x="60" y="202"/>
                  <a:pt x="84" y="216"/>
                </a:cubicBezTo>
                <a:cubicBezTo>
                  <a:pt x="93" y="221"/>
                  <a:pt x="101" y="226"/>
                  <a:pt x="110" y="231"/>
                </a:cubicBezTo>
                <a:cubicBezTo>
                  <a:pt x="92" y="268"/>
                  <a:pt x="77" y="307"/>
                  <a:pt x="61" y="344"/>
                </a:cubicBezTo>
                <a:cubicBezTo>
                  <a:pt x="56" y="355"/>
                  <a:pt x="68" y="365"/>
                  <a:pt x="77" y="357"/>
                </a:cubicBezTo>
                <a:cubicBezTo>
                  <a:pt x="99" y="337"/>
                  <a:pt x="121" y="316"/>
                  <a:pt x="143" y="296"/>
                </a:cubicBezTo>
                <a:cubicBezTo>
                  <a:pt x="154" y="286"/>
                  <a:pt x="166" y="276"/>
                  <a:pt x="178" y="268"/>
                </a:cubicBezTo>
                <a:cubicBezTo>
                  <a:pt x="173" y="272"/>
                  <a:pt x="239" y="346"/>
                  <a:pt x="243" y="351"/>
                </a:cubicBezTo>
                <a:cubicBezTo>
                  <a:pt x="252" y="361"/>
                  <a:pt x="267" y="351"/>
                  <a:pt x="264" y="339"/>
                </a:cubicBezTo>
                <a:cubicBezTo>
                  <a:pt x="259" y="317"/>
                  <a:pt x="254" y="296"/>
                  <a:pt x="248" y="274"/>
                </a:cubicBezTo>
                <a:cubicBezTo>
                  <a:pt x="245" y="264"/>
                  <a:pt x="243" y="253"/>
                  <a:pt x="239" y="244"/>
                </a:cubicBezTo>
                <a:cubicBezTo>
                  <a:pt x="248" y="235"/>
                  <a:pt x="256" y="226"/>
                  <a:pt x="265" y="218"/>
                </a:cubicBezTo>
                <a:cubicBezTo>
                  <a:pt x="290" y="194"/>
                  <a:pt x="316" y="171"/>
                  <a:pt x="340" y="145"/>
                </a:cubicBezTo>
                <a:cubicBezTo>
                  <a:pt x="347" y="137"/>
                  <a:pt x="340" y="121"/>
                  <a:pt x="328" y="1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Freeform 1701"/>
          <p:cNvSpPr/>
          <p:nvPr>
            <p:custDataLst>
              <p:tags r:id="rId33"/>
            </p:custDataLst>
          </p:nvPr>
        </p:nvSpPr>
        <p:spPr bwMode="auto">
          <a:xfrm>
            <a:off x="10102215" y="1213485"/>
            <a:ext cx="136525" cy="125730"/>
          </a:xfrm>
          <a:custGeom>
            <a:avLst/>
            <a:gdLst>
              <a:gd name="T0" fmla="*/ 306 w 323"/>
              <a:gd name="T1" fmla="*/ 208 h 298"/>
              <a:gd name="T2" fmla="*/ 313 w 323"/>
              <a:gd name="T3" fmla="*/ 190 h 298"/>
              <a:gd name="T4" fmla="*/ 239 w 323"/>
              <a:gd name="T5" fmla="*/ 148 h 298"/>
              <a:gd name="T6" fmla="*/ 268 w 323"/>
              <a:gd name="T7" fmla="*/ 117 h 298"/>
              <a:gd name="T8" fmla="*/ 320 w 323"/>
              <a:gd name="T9" fmla="*/ 57 h 298"/>
              <a:gd name="T10" fmla="*/ 311 w 323"/>
              <a:gd name="T11" fmla="*/ 46 h 298"/>
              <a:gd name="T12" fmla="*/ 310 w 323"/>
              <a:gd name="T13" fmla="*/ 46 h 298"/>
              <a:gd name="T14" fmla="*/ 309 w 323"/>
              <a:gd name="T15" fmla="*/ 47 h 298"/>
              <a:gd name="T16" fmla="*/ 309 w 323"/>
              <a:gd name="T17" fmla="*/ 47 h 298"/>
              <a:gd name="T18" fmla="*/ 308 w 323"/>
              <a:gd name="T19" fmla="*/ 47 h 298"/>
              <a:gd name="T20" fmla="*/ 300 w 323"/>
              <a:gd name="T21" fmla="*/ 52 h 298"/>
              <a:gd name="T22" fmla="*/ 186 w 323"/>
              <a:gd name="T23" fmla="*/ 99 h 298"/>
              <a:gd name="T24" fmla="*/ 130 w 323"/>
              <a:gd name="T25" fmla="*/ 14 h 298"/>
              <a:gd name="T26" fmla="*/ 112 w 323"/>
              <a:gd name="T27" fmla="*/ 70 h 298"/>
              <a:gd name="T28" fmla="*/ 117 w 323"/>
              <a:gd name="T29" fmla="*/ 110 h 298"/>
              <a:gd name="T30" fmla="*/ 9 w 323"/>
              <a:gd name="T31" fmla="*/ 140 h 298"/>
              <a:gd name="T32" fmla="*/ 12 w 323"/>
              <a:gd name="T33" fmla="*/ 162 h 298"/>
              <a:gd name="T34" fmla="*/ 92 w 323"/>
              <a:gd name="T35" fmla="*/ 176 h 298"/>
              <a:gd name="T36" fmla="*/ 135 w 323"/>
              <a:gd name="T37" fmla="*/ 184 h 298"/>
              <a:gd name="T38" fmla="*/ 137 w 323"/>
              <a:gd name="T39" fmla="*/ 186 h 298"/>
              <a:gd name="T40" fmla="*/ 137 w 323"/>
              <a:gd name="T41" fmla="*/ 186 h 298"/>
              <a:gd name="T42" fmla="*/ 136 w 323"/>
              <a:gd name="T43" fmla="*/ 286 h 298"/>
              <a:gd name="T44" fmla="*/ 163 w 323"/>
              <a:gd name="T45" fmla="*/ 289 h 298"/>
              <a:gd name="T46" fmla="*/ 202 w 323"/>
              <a:gd name="T47" fmla="*/ 221 h 298"/>
              <a:gd name="T48" fmla="*/ 210 w 323"/>
              <a:gd name="T49" fmla="*/ 208 h 298"/>
              <a:gd name="T50" fmla="*/ 217 w 323"/>
              <a:gd name="T51" fmla="*/ 209 h 298"/>
              <a:gd name="T52" fmla="*/ 306 w 323"/>
              <a:gd name="T53" fmla="*/ 20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3" h="298">
                <a:moveTo>
                  <a:pt x="306" y="208"/>
                </a:moveTo>
                <a:cubicBezTo>
                  <a:pt x="314" y="208"/>
                  <a:pt x="319" y="196"/>
                  <a:pt x="313" y="190"/>
                </a:cubicBezTo>
                <a:cubicBezTo>
                  <a:pt x="294" y="172"/>
                  <a:pt x="267" y="155"/>
                  <a:pt x="239" y="148"/>
                </a:cubicBezTo>
                <a:cubicBezTo>
                  <a:pt x="249" y="138"/>
                  <a:pt x="258" y="127"/>
                  <a:pt x="268" y="117"/>
                </a:cubicBezTo>
                <a:cubicBezTo>
                  <a:pt x="286" y="98"/>
                  <a:pt x="307" y="80"/>
                  <a:pt x="320" y="57"/>
                </a:cubicBezTo>
                <a:cubicBezTo>
                  <a:pt x="323" y="50"/>
                  <a:pt x="317" y="43"/>
                  <a:pt x="311" y="46"/>
                </a:cubicBezTo>
                <a:cubicBezTo>
                  <a:pt x="311" y="46"/>
                  <a:pt x="310" y="46"/>
                  <a:pt x="310" y="46"/>
                </a:cubicBezTo>
                <a:cubicBezTo>
                  <a:pt x="310" y="46"/>
                  <a:pt x="309" y="47"/>
                  <a:pt x="309" y="47"/>
                </a:cubicBezTo>
                <a:cubicBezTo>
                  <a:pt x="309" y="47"/>
                  <a:pt x="309" y="47"/>
                  <a:pt x="309" y="47"/>
                </a:cubicBezTo>
                <a:cubicBezTo>
                  <a:pt x="309" y="47"/>
                  <a:pt x="308" y="47"/>
                  <a:pt x="308" y="47"/>
                </a:cubicBezTo>
                <a:cubicBezTo>
                  <a:pt x="306" y="49"/>
                  <a:pt x="303" y="51"/>
                  <a:pt x="300" y="52"/>
                </a:cubicBezTo>
                <a:cubicBezTo>
                  <a:pt x="265" y="74"/>
                  <a:pt x="221" y="77"/>
                  <a:pt x="186" y="99"/>
                </a:cubicBezTo>
                <a:cubicBezTo>
                  <a:pt x="184" y="57"/>
                  <a:pt x="166" y="0"/>
                  <a:pt x="130" y="14"/>
                </a:cubicBezTo>
                <a:cubicBezTo>
                  <a:pt x="108" y="23"/>
                  <a:pt x="110" y="51"/>
                  <a:pt x="112" y="70"/>
                </a:cubicBezTo>
                <a:cubicBezTo>
                  <a:pt x="113" y="84"/>
                  <a:pt x="115" y="97"/>
                  <a:pt x="117" y="110"/>
                </a:cubicBezTo>
                <a:cubicBezTo>
                  <a:pt x="79" y="109"/>
                  <a:pt x="41" y="121"/>
                  <a:pt x="9" y="140"/>
                </a:cubicBezTo>
                <a:cubicBezTo>
                  <a:pt x="0" y="145"/>
                  <a:pt x="0" y="162"/>
                  <a:pt x="12" y="162"/>
                </a:cubicBezTo>
                <a:cubicBezTo>
                  <a:pt x="39" y="162"/>
                  <a:pt x="66" y="171"/>
                  <a:pt x="92" y="176"/>
                </a:cubicBezTo>
                <a:cubicBezTo>
                  <a:pt x="106" y="179"/>
                  <a:pt x="121" y="183"/>
                  <a:pt x="135" y="184"/>
                </a:cubicBezTo>
                <a:cubicBezTo>
                  <a:pt x="135" y="185"/>
                  <a:pt x="136" y="186"/>
                  <a:pt x="137" y="186"/>
                </a:cubicBezTo>
                <a:cubicBezTo>
                  <a:pt x="137" y="186"/>
                  <a:pt x="137" y="186"/>
                  <a:pt x="137" y="186"/>
                </a:cubicBezTo>
                <a:cubicBezTo>
                  <a:pt x="125" y="219"/>
                  <a:pt x="124" y="251"/>
                  <a:pt x="136" y="286"/>
                </a:cubicBezTo>
                <a:cubicBezTo>
                  <a:pt x="140" y="297"/>
                  <a:pt x="157" y="298"/>
                  <a:pt x="163" y="289"/>
                </a:cubicBezTo>
                <a:cubicBezTo>
                  <a:pt x="176" y="266"/>
                  <a:pt x="189" y="244"/>
                  <a:pt x="202" y="221"/>
                </a:cubicBezTo>
                <a:cubicBezTo>
                  <a:pt x="205" y="217"/>
                  <a:pt x="208" y="213"/>
                  <a:pt x="210" y="208"/>
                </a:cubicBezTo>
                <a:cubicBezTo>
                  <a:pt x="212" y="208"/>
                  <a:pt x="215" y="209"/>
                  <a:pt x="217" y="209"/>
                </a:cubicBezTo>
                <a:cubicBezTo>
                  <a:pt x="247" y="212"/>
                  <a:pt x="276" y="212"/>
                  <a:pt x="306" y="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Freeform 1702"/>
          <p:cNvSpPr/>
          <p:nvPr>
            <p:custDataLst>
              <p:tags r:id="rId34"/>
            </p:custDataLst>
          </p:nvPr>
        </p:nvSpPr>
        <p:spPr bwMode="auto">
          <a:xfrm>
            <a:off x="10442575" y="1474470"/>
            <a:ext cx="124460" cy="135890"/>
          </a:xfrm>
          <a:custGeom>
            <a:avLst/>
            <a:gdLst>
              <a:gd name="T0" fmla="*/ 67 w 293"/>
              <a:gd name="T1" fmla="*/ 296 h 336"/>
              <a:gd name="T2" fmla="*/ 84 w 293"/>
              <a:gd name="T3" fmla="*/ 305 h 336"/>
              <a:gd name="T4" fmla="*/ 136 w 293"/>
              <a:gd name="T5" fmla="*/ 238 h 336"/>
              <a:gd name="T6" fmla="*/ 162 w 293"/>
              <a:gd name="T7" fmla="*/ 271 h 336"/>
              <a:gd name="T8" fmla="*/ 214 w 293"/>
              <a:gd name="T9" fmla="*/ 331 h 336"/>
              <a:gd name="T10" fmla="*/ 226 w 293"/>
              <a:gd name="T11" fmla="*/ 324 h 336"/>
              <a:gd name="T12" fmla="*/ 227 w 293"/>
              <a:gd name="T13" fmla="*/ 324 h 336"/>
              <a:gd name="T14" fmla="*/ 226 w 293"/>
              <a:gd name="T15" fmla="*/ 322 h 336"/>
              <a:gd name="T16" fmla="*/ 226 w 293"/>
              <a:gd name="T17" fmla="*/ 322 h 336"/>
              <a:gd name="T18" fmla="*/ 226 w 293"/>
              <a:gd name="T19" fmla="*/ 322 h 336"/>
              <a:gd name="T20" fmla="*/ 222 w 293"/>
              <a:gd name="T21" fmla="*/ 313 h 336"/>
              <a:gd name="T22" fmla="*/ 193 w 293"/>
              <a:gd name="T23" fmla="*/ 193 h 336"/>
              <a:gd name="T24" fmla="*/ 285 w 293"/>
              <a:gd name="T25" fmla="*/ 150 h 336"/>
              <a:gd name="T26" fmla="*/ 232 w 293"/>
              <a:gd name="T27" fmla="*/ 124 h 336"/>
              <a:gd name="T28" fmla="*/ 192 w 293"/>
              <a:gd name="T29" fmla="*/ 123 h 336"/>
              <a:gd name="T30" fmla="*/ 179 w 293"/>
              <a:gd name="T31" fmla="*/ 12 h 336"/>
              <a:gd name="T32" fmla="*/ 157 w 293"/>
              <a:gd name="T33" fmla="*/ 12 h 336"/>
              <a:gd name="T34" fmla="*/ 130 w 293"/>
              <a:gd name="T35" fmla="*/ 89 h 336"/>
              <a:gd name="T36" fmla="*/ 116 w 293"/>
              <a:gd name="T37" fmla="*/ 130 h 336"/>
              <a:gd name="T38" fmla="*/ 114 w 293"/>
              <a:gd name="T39" fmla="*/ 131 h 336"/>
              <a:gd name="T40" fmla="*/ 114 w 293"/>
              <a:gd name="T41" fmla="*/ 131 h 336"/>
              <a:gd name="T42" fmla="*/ 15 w 293"/>
              <a:gd name="T43" fmla="*/ 116 h 336"/>
              <a:gd name="T44" fmla="*/ 9 w 293"/>
              <a:gd name="T45" fmla="*/ 141 h 336"/>
              <a:gd name="T46" fmla="*/ 69 w 293"/>
              <a:gd name="T47" fmla="*/ 191 h 336"/>
              <a:gd name="T48" fmla="*/ 81 w 293"/>
              <a:gd name="T49" fmla="*/ 201 h 336"/>
              <a:gd name="T50" fmla="*/ 80 w 293"/>
              <a:gd name="T51" fmla="*/ 207 h 336"/>
              <a:gd name="T52" fmla="*/ 67 w 293"/>
              <a:gd name="T53" fmla="*/ 29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336">
                <a:moveTo>
                  <a:pt x="67" y="296"/>
                </a:moveTo>
                <a:cubicBezTo>
                  <a:pt x="66" y="304"/>
                  <a:pt x="77" y="311"/>
                  <a:pt x="84" y="305"/>
                </a:cubicBezTo>
                <a:cubicBezTo>
                  <a:pt x="105" y="289"/>
                  <a:pt x="125" y="265"/>
                  <a:pt x="136" y="238"/>
                </a:cubicBezTo>
                <a:cubicBezTo>
                  <a:pt x="144" y="249"/>
                  <a:pt x="154" y="260"/>
                  <a:pt x="162" y="271"/>
                </a:cubicBezTo>
                <a:cubicBezTo>
                  <a:pt x="178" y="292"/>
                  <a:pt x="193" y="315"/>
                  <a:pt x="214" y="331"/>
                </a:cubicBezTo>
                <a:cubicBezTo>
                  <a:pt x="220" y="336"/>
                  <a:pt x="228" y="331"/>
                  <a:pt x="226" y="324"/>
                </a:cubicBezTo>
                <a:cubicBezTo>
                  <a:pt x="226" y="324"/>
                  <a:pt x="227" y="324"/>
                  <a:pt x="227" y="324"/>
                </a:cubicBezTo>
                <a:cubicBezTo>
                  <a:pt x="226" y="324"/>
                  <a:pt x="226" y="323"/>
                  <a:pt x="226" y="322"/>
                </a:cubicBezTo>
                <a:cubicBezTo>
                  <a:pt x="226" y="322"/>
                  <a:pt x="226" y="322"/>
                  <a:pt x="226" y="322"/>
                </a:cubicBezTo>
                <a:cubicBezTo>
                  <a:pt x="226" y="322"/>
                  <a:pt x="226" y="322"/>
                  <a:pt x="226" y="322"/>
                </a:cubicBezTo>
                <a:cubicBezTo>
                  <a:pt x="224" y="319"/>
                  <a:pt x="223" y="316"/>
                  <a:pt x="222" y="313"/>
                </a:cubicBezTo>
                <a:cubicBezTo>
                  <a:pt x="206" y="275"/>
                  <a:pt x="209" y="231"/>
                  <a:pt x="193" y="193"/>
                </a:cubicBezTo>
                <a:cubicBezTo>
                  <a:pt x="235" y="198"/>
                  <a:pt x="293" y="188"/>
                  <a:pt x="285" y="150"/>
                </a:cubicBezTo>
                <a:cubicBezTo>
                  <a:pt x="280" y="127"/>
                  <a:pt x="251" y="125"/>
                  <a:pt x="232" y="124"/>
                </a:cubicBezTo>
                <a:cubicBezTo>
                  <a:pt x="219" y="123"/>
                  <a:pt x="205" y="123"/>
                  <a:pt x="192" y="123"/>
                </a:cubicBezTo>
                <a:cubicBezTo>
                  <a:pt x="199" y="86"/>
                  <a:pt x="193" y="46"/>
                  <a:pt x="179" y="12"/>
                </a:cubicBezTo>
                <a:cubicBezTo>
                  <a:pt x="175" y="2"/>
                  <a:pt x="159" y="0"/>
                  <a:pt x="157" y="12"/>
                </a:cubicBezTo>
                <a:cubicBezTo>
                  <a:pt x="153" y="38"/>
                  <a:pt x="140" y="64"/>
                  <a:pt x="130" y="89"/>
                </a:cubicBezTo>
                <a:cubicBezTo>
                  <a:pt x="125" y="102"/>
                  <a:pt x="119" y="116"/>
                  <a:pt x="116" y="130"/>
                </a:cubicBezTo>
                <a:cubicBezTo>
                  <a:pt x="115" y="130"/>
                  <a:pt x="114" y="131"/>
                  <a:pt x="114" y="131"/>
                </a:cubicBezTo>
                <a:cubicBezTo>
                  <a:pt x="114" y="131"/>
                  <a:pt x="114" y="131"/>
                  <a:pt x="114" y="131"/>
                </a:cubicBezTo>
                <a:cubicBezTo>
                  <a:pt x="83" y="115"/>
                  <a:pt x="52" y="109"/>
                  <a:pt x="15" y="116"/>
                </a:cubicBezTo>
                <a:cubicBezTo>
                  <a:pt x="4" y="117"/>
                  <a:pt x="0" y="135"/>
                  <a:pt x="9" y="141"/>
                </a:cubicBezTo>
                <a:cubicBezTo>
                  <a:pt x="29" y="158"/>
                  <a:pt x="49" y="175"/>
                  <a:pt x="69" y="191"/>
                </a:cubicBezTo>
                <a:cubicBezTo>
                  <a:pt x="73" y="194"/>
                  <a:pt x="77" y="197"/>
                  <a:pt x="81" y="201"/>
                </a:cubicBezTo>
                <a:cubicBezTo>
                  <a:pt x="81" y="203"/>
                  <a:pt x="80" y="205"/>
                  <a:pt x="80" y="207"/>
                </a:cubicBezTo>
                <a:cubicBezTo>
                  <a:pt x="72" y="236"/>
                  <a:pt x="68" y="266"/>
                  <a:pt x="67" y="2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Freeform 1703"/>
          <p:cNvSpPr/>
          <p:nvPr>
            <p:custDataLst>
              <p:tags r:id="rId35"/>
            </p:custDataLst>
          </p:nvPr>
        </p:nvSpPr>
        <p:spPr bwMode="auto">
          <a:xfrm>
            <a:off x="8742045" y="873125"/>
            <a:ext cx="124460" cy="124460"/>
          </a:xfrm>
          <a:custGeom>
            <a:avLst/>
            <a:gdLst>
              <a:gd name="T0" fmla="*/ 336 w 369"/>
              <a:gd name="T1" fmla="*/ 92 h 332"/>
              <a:gd name="T2" fmla="*/ 272 w 369"/>
              <a:gd name="T3" fmla="*/ 101 h 332"/>
              <a:gd name="T4" fmla="*/ 232 w 369"/>
              <a:gd name="T5" fmla="*/ 118 h 332"/>
              <a:gd name="T6" fmla="*/ 195 w 369"/>
              <a:gd name="T7" fmla="*/ 11 h 332"/>
              <a:gd name="T8" fmla="*/ 175 w 369"/>
              <a:gd name="T9" fmla="*/ 11 h 332"/>
              <a:gd name="T10" fmla="*/ 154 w 369"/>
              <a:gd name="T11" fmla="*/ 92 h 332"/>
              <a:gd name="T12" fmla="*/ 144 w 369"/>
              <a:gd name="T13" fmla="*/ 130 h 332"/>
              <a:gd name="T14" fmla="*/ 12 w 369"/>
              <a:gd name="T15" fmla="*/ 151 h 332"/>
              <a:gd name="T16" fmla="*/ 9 w 369"/>
              <a:gd name="T17" fmla="*/ 173 h 332"/>
              <a:gd name="T18" fmla="*/ 108 w 369"/>
              <a:gd name="T19" fmla="*/ 214 h 332"/>
              <a:gd name="T20" fmla="*/ 98 w 369"/>
              <a:gd name="T21" fmla="*/ 314 h 332"/>
              <a:gd name="T22" fmla="*/ 120 w 369"/>
              <a:gd name="T23" fmla="*/ 323 h 332"/>
              <a:gd name="T24" fmla="*/ 198 w 369"/>
              <a:gd name="T25" fmla="*/ 234 h 332"/>
              <a:gd name="T26" fmla="*/ 198 w 369"/>
              <a:gd name="T27" fmla="*/ 235 h 332"/>
              <a:gd name="T28" fmla="*/ 249 w 369"/>
              <a:gd name="T29" fmla="*/ 309 h 332"/>
              <a:gd name="T30" fmla="*/ 276 w 369"/>
              <a:gd name="T31" fmla="*/ 305 h 332"/>
              <a:gd name="T32" fmla="*/ 283 w 369"/>
              <a:gd name="T33" fmla="*/ 174 h 332"/>
              <a:gd name="T34" fmla="*/ 336 w 369"/>
              <a:gd name="T35" fmla="*/ 92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69" h="332">
                <a:moveTo>
                  <a:pt x="336" y="92"/>
                </a:moveTo>
                <a:cubicBezTo>
                  <a:pt x="319" y="81"/>
                  <a:pt x="289" y="95"/>
                  <a:pt x="272" y="101"/>
                </a:cubicBezTo>
                <a:cubicBezTo>
                  <a:pt x="259" y="106"/>
                  <a:pt x="245" y="112"/>
                  <a:pt x="232" y="118"/>
                </a:cubicBezTo>
                <a:cubicBezTo>
                  <a:pt x="218" y="83"/>
                  <a:pt x="206" y="48"/>
                  <a:pt x="195" y="11"/>
                </a:cubicBezTo>
                <a:cubicBezTo>
                  <a:pt x="192" y="1"/>
                  <a:pt x="177" y="0"/>
                  <a:pt x="175" y="11"/>
                </a:cubicBezTo>
                <a:cubicBezTo>
                  <a:pt x="169" y="38"/>
                  <a:pt x="160" y="65"/>
                  <a:pt x="154" y="92"/>
                </a:cubicBezTo>
                <a:cubicBezTo>
                  <a:pt x="150" y="104"/>
                  <a:pt x="146" y="117"/>
                  <a:pt x="144" y="130"/>
                </a:cubicBezTo>
                <a:cubicBezTo>
                  <a:pt x="103" y="123"/>
                  <a:pt x="50" y="140"/>
                  <a:pt x="12" y="151"/>
                </a:cubicBezTo>
                <a:cubicBezTo>
                  <a:pt x="2" y="154"/>
                  <a:pt x="0" y="167"/>
                  <a:pt x="9" y="173"/>
                </a:cubicBezTo>
                <a:cubicBezTo>
                  <a:pt x="35" y="190"/>
                  <a:pt x="72" y="209"/>
                  <a:pt x="108" y="214"/>
                </a:cubicBezTo>
                <a:cubicBezTo>
                  <a:pt x="96" y="245"/>
                  <a:pt x="97" y="285"/>
                  <a:pt x="98" y="314"/>
                </a:cubicBezTo>
                <a:cubicBezTo>
                  <a:pt x="98" y="325"/>
                  <a:pt x="112" y="332"/>
                  <a:pt x="120" y="323"/>
                </a:cubicBezTo>
                <a:cubicBezTo>
                  <a:pt x="146" y="296"/>
                  <a:pt x="180" y="268"/>
                  <a:pt x="198" y="234"/>
                </a:cubicBezTo>
                <a:cubicBezTo>
                  <a:pt x="198" y="234"/>
                  <a:pt x="198" y="235"/>
                  <a:pt x="198" y="235"/>
                </a:cubicBezTo>
                <a:cubicBezTo>
                  <a:pt x="217" y="257"/>
                  <a:pt x="233" y="284"/>
                  <a:pt x="249" y="309"/>
                </a:cubicBezTo>
                <a:cubicBezTo>
                  <a:pt x="256" y="319"/>
                  <a:pt x="273" y="318"/>
                  <a:pt x="276" y="305"/>
                </a:cubicBezTo>
                <a:cubicBezTo>
                  <a:pt x="284" y="269"/>
                  <a:pt x="298" y="212"/>
                  <a:pt x="283" y="174"/>
                </a:cubicBezTo>
                <a:cubicBezTo>
                  <a:pt x="321" y="151"/>
                  <a:pt x="369" y="114"/>
                  <a:pt x="336" y="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36"/>
            </p:custDataLst>
          </p:nvPr>
        </p:nvSpPr>
        <p:spPr>
          <a:xfrm>
            <a:off x="9105265" y="1028065"/>
            <a:ext cx="768350" cy="70231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0" name="Freeform 685"/>
          <p:cNvSpPr/>
          <p:nvPr>
            <p:custDataLst>
              <p:tags r:id="rId37"/>
            </p:custDataLst>
          </p:nvPr>
        </p:nvSpPr>
        <p:spPr bwMode="auto">
          <a:xfrm rot="21120000">
            <a:off x="8739505" y="1308735"/>
            <a:ext cx="1409700" cy="628650"/>
          </a:xfrm>
          <a:custGeom>
            <a:avLst/>
            <a:gdLst>
              <a:gd name="T0" fmla="*/ 18 w 1169"/>
              <a:gd name="T1" fmla="*/ 30 h 526"/>
              <a:gd name="T2" fmla="*/ 104 w 1169"/>
              <a:gd name="T3" fmla="*/ 6 h 526"/>
              <a:gd name="T4" fmla="*/ 207 w 1169"/>
              <a:gd name="T5" fmla="*/ 27 h 526"/>
              <a:gd name="T6" fmla="*/ 272 w 1169"/>
              <a:gd name="T7" fmla="*/ 52 h 526"/>
              <a:gd name="T8" fmla="*/ 287 w 1169"/>
              <a:gd name="T9" fmla="*/ 66 h 526"/>
              <a:gd name="T10" fmla="*/ 277 w 1169"/>
              <a:gd name="T11" fmla="*/ 82 h 526"/>
              <a:gd name="T12" fmla="*/ 267 w 1169"/>
              <a:gd name="T13" fmla="*/ 81 h 526"/>
              <a:gd name="T14" fmla="*/ 151 w 1169"/>
              <a:gd name="T15" fmla="*/ 36 h 526"/>
              <a:gd name="T16" fmla="*/ 40 w 1169"/>
              <a:gd name="T17" fmla="*/ 28 h 526"/>
              <a:gd name="T18" fmla="*/ 55 w 1169"/>
              <a:gd name="T19" fmla="*/ 105 h 526"/>
              <a:gd name="T20" fmla="*/ 121 w 1169"/>
              <a:gd name="T21" fmla="*/ 146 h 526"/>
              <a:gd name="T22" fmla="*/ 983 w 1169"/>
              <a:gd name="T23" fmla="*/ 460 h 526"/>
              <a:gd name="T24" fmla="*/ 1125 w 1169"/>
              <a:gd name="T25" fmla="*/ 425 h 526"/>
              <a:gd name="T26" fmla="*/ 1108 w 1169"/>
              <a:gd name="T27" fmla="*/ 405 h 526"/>
              <a:gd name="T28" fmla="*/ 919 w 1169"/>
              <a:gd name="T29" fmla="*/ 277 h 526"/>
              <a:gd name="T30" fmla="*/ 901 w 1169"/>
              <a:gd name="T31" fmla="*/ 267 h 526"/>
              <a:gd name="T32" fmla="*/ 898 w 1169"/>
              <a:gd name="T33" fmla="*/ 243 h 526"/>
              <a:gd name="T34" fmla="*/ 1076 w 1169"/>
              <a:gd name="T35" fmla="*/ 341 h 526"/>
              <a:gd name="T36" fmla="*/ 1130 w 1169"/>
              <a:gd name="T37" fmla="*/ 474 h 526"/>
              <a:gd name="T38" fmla="*/ 968 w 1169"/>
              <a:gd name="T39" fmla="*/ 497 h 526"/>
              <a:gd name="T40" fmla="*/ 766 w 1169"/>
              <a:gd name="T41" fmla="*/ 443 h 526"/>
              <a:gd name="T42" fmla="*/ 370 w 1169"/>
              <a:gd name="T43" fmla="*/ 301 h 526"/>
              <a:gd name="T44" fmla="*/ 184 w 1169"/>
              <a:gd name="T45" fmla="*/ 214 h 526"/>
              <a:gd name="T46" fmla="*/ 94 w 1169"/>
              <a:gd name="T47" fmla="*/ 166 h 526"/>
              <a:gd name="T48" fmla="*/ 20 w 1169"/>
              <a:gd name="T49" fmla="*/ 108 h 526"/>
              <a:gd name="T50" fmla="*/ 18 w 1169"/>
              <a:gd name="T51" fmla="*/ 3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0" h="606">
                <a:moveTo>
                  <a:pt x="78" y="0"/>
                </a:moveTo>
                <a:cubicBezTo>
                  <a:pt x="81" y="0"/>
                  <a:pt x="85" y="0"/>
                  <a:pt x="88" y="0"/>
                </a:cubicBezTo>
                <a:cubicBezTo>
                  <a:pt x="97" y="0"/>
                  <a:pt x="107" y="1"/>
                  <a:pt x="117" y="2"/>
                </a:cubicBezTo>
                <a:cubicBezTo>
                  <a:pt x="158" y="6"/>
                  <a:pt x="200" y="14"/>
                  <a:pt x="240" y="27"/>
                </a:cubicBezTo>
                <a:cubicBezTo>
                  <a:pt x="247" y="29"/>
                  <a:pt x="253" y="32"/>
                  <a:pt x="260" y="34"/>
                </a:cubicBezTo>
                <a:lnTo>
                  <a:pt x="275" y="39"/>
                </a:lnTo>
                <a:lnTo>
                  <a:pt x="283" y="54"/>
                </a:lnTo>
                <a:cubicBezTo>
                  <a:pt x="287" y="59"/>
                  <a:pt x="290" y="65"/>
                  <a:pt x="294" y="71"/>
                </a:cubicBezTo>
                <a:cubicBezTo>
                  <a:pt x="298" y="76"/>
                  <a:pt x="302" y="82"/>
                  <a:pt x="306" y="88"/>
                </a:cubicBezTo>
                <a:lnTo>
                  <a:pt x="308" y="91"/>
                </a:lnTo>
                <a:lnTo>
                  <a:pt x="276" y="79"/>
                </a:lnTo>
                <a:cubicBezTo>
                  <a:pt x="241" y="66"/>
                  <a:pt x="208" y="52"/>
                  <a:pt x="173" y="38"/>
                </a:cubicBezTo>
                <a:cubicBezTo>
                  <a:pt x="141" y="26"/>
                  <a:pt x="70" y="2"/>
                  <a:pt x="40" y="29"/>
                </a:cubicBezTo>
                <a:cubicBezTo>
                  <a:pt x="10" y="54"/>
                  <a:pt x="38" y="100"/>
                  <a:pt x="58" y="121"/>
                </a:cubicBezTo>
                <a:cubicBezTo>
                  <a:pt x="80" y="143"/>
                  <a:pt x="108" y="157"/>
                  <a:pt x="137" y="170"/>
                </a:cubicBezTo>
                <a:cubicBezTo>
                  <a:pt x="468" y="324"/>
                  <a:pt x="819" y="436"/>
                  <a:pt x="1168" y="546"/>
                </a:cubicBezTo>
                <a:cubicBezTo>
                  <a:pt x="1204" y="558"/>
                  <a:pt x="1379" y="597"/>
                  <a:pt x="1338" y="504"/>
                </a:cubicBezTo>
                <a:cubicBezTo>
                  <a:pt x="1333" y="494"/>
                  <a:pt x="1326" y="487"/>
                  <a:pt x="1317" y="480"/>
                </a:cubicBezTo>
                <a:cubicBezTo>
                  <a:pt x="1265" y="428"/>
                  <a:pt x="1204" y="383"/>
                  <a:pt x="1138" y="349"/>
                </a:cubicBezTo>
                <a:lnTo>
                  <a:pt x="1128" y="344"/>
                </a:lnTo>
                <a:lnTo>
                  <a:pt x="1140" y="337"/>
                </a:lnTo>
                <a:cubicBezTo>
                  <a:pt x="1145" y="335"/>
                  <a:pt x="1149" y="332"/>
                  <a:pt x="1153" y="330"/>
                </a:cubicBezTo>
                <a:lnTo>
                  <a:pt x="1155" y="328"/>
                </a:lnTo>
                <a:lnTo>
                  <a:pt x="1176" y="339"/>
                </a:lnTo>
                <a:cubicBezTo>
                  <a:pt x="1211" y="359"/>
                  <a:pt x="1245" y="380"/>
                  <a:pt x="1279" y="403"/>
                </a:cubicBezTo>
                <a:cubicBezTo>
                  <a:pt x="1328" y="438"/>
                  <a:pt x="1390" y="500"/>
                  <a:pt x="1344" y="563"/>
                </a:cubicBezTo>
                <a:cubicBezTo>
                  <a:pt x="1298" y="625"/>
                  <a:pt x="1214" y="606"/>
                  <a:pt x="1150" y="590"/>
                </a:cubicBezTo>
                <a:cubicBezTo>
                  <a:pt x="1070" y="570"/>
                  <a:pt x="988" y="550"/>
                  <a:pt x="908" y="526"/>
                </a:cubicBezTo>
                <a:cubicBezTo>
                  <a:pt x="748" y="478"/>
                  <a:pt x="589" y="421"/>
                  <a:pt x="435" y="355"/>
                </a:cubicBezTo>
                <a:cubicBezTo>
                  <a:pt x="359" y="323"/>
                  <a:pt x="285" y="290"/>
                  <a:pt x="212" y="251"/>
                </a:cubicBezTo>
                <a:cubicBezTo>
                  <a:pt x="175" y="233"/>
                  <a:pt x="139" y="214"/>
                  <a:pt x="105" y="194"/>
                </a:cubicBezTo>
                <a:cubicBezTo>
                  <a:pt x="71" y="176"/>
                  <a:pt x="36" y="157"/>
                  <a:pt x="16" y="124"/>
                </a:cubicBezTo>
                <a:cubicBezTo>
                  <a:pt x="-2" y="97"/>
                  <a:pt x="-8" y="58"/>
                  <a:pt x="14" y="31"/>
                </a:cubicBezTo>
                <a:cubicBezTo>
                  <a:pt x="31" y="7"/>
                  <a:pt x="53" y="1"/>
                  <a:pt x="78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MxYWM4NDE5YTVjMjU2NGFhNDdhNDhkMGMwMTk0O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353,&quot;width&quot;:18257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63,&quot;width&quot;:8333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7575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5-12-28T18:21:12&quot;,&quot;maxSize&quot;:{&quot;size1&quot;:100},&quot;minSize&quot;:{&quot;size1&quot;:100},&quot;normalSize&quot;:{&quot;size1&quot;:100},&quot;subLayout&quot;:[{&quot;id&quot;:&quot;2025-12-28T18:21:12&quot;,&quot;margin&quot;:{&quot;bottom&quot;:2.117000102996826,&quot;left&quot;:2.5399999618530273,&quot;right&quot;:2.5399999618530273,&quot;top&quot;:2.117000102996826},&quot;type&quot;:0},{&quot;id&quot;:&quot;2025-12-28T18:21:12&quot;,&quot;type&quot;:0}],&quot;type&quot;:0}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d212f9daf2e53b70be3eb1"/>
  <p:tag name="KSO_WM_CHIP_FILLPROP" val="[[{&quot;text_align&quot;:&quot;cm&quot;,&quot;text_direction&quot;:&quot;horizontal&quot;,&quot;support_features&quot;:[&quot;collage&quot;,&quot;carousel&quot;],&quot;support_big_font&quot;:false,&quot;picture_toward&quot;:0,&quot;picture_dockside&quot;:[],&quot;fill_id&quot;:&quot;93462f48a4e641b7a117cd822d727b87&quot;,&quot;fill_align&quot;:&quot;cm&quot;,&quot;chip_types&quot;:[&quot;diagram&quot;,&quot;pictext&quot;,&quot;picture&quot;,&quot;chart&quot;,&quot;table&quot;,&quot;video&quot;]}]]"/>
  <p:tag name="KSO_WM_SLIDE_ID" val="diagram20207575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59*539"/>
  <p:tag name="KSO_WM_SLIDE_POSITION" val="0*0"/>
  <p:tag name="KSO_WM_TAG_VERSION" val="1.0"/>
  <p:tag name="KSO_WM_SLIDE_LAYOUT" val="d"/>
  <p:tag name="KSO_WM_SLIDE_LAYOUT_CNT" val="1"/>
  <p:tag name="KSO_WM_CHIP_DECFILLPROP" val="[]"/>
  <p:tag name="KSO_WM_SLIDE_BACKGROUND" val="[&quot;general&quot;]"/>
  <p:tag name="KSO_WM_CHIP_GROUPID" val="5ed7460cafe44fab1839bd1a"/>
  <p:tag name="KSO_WM_SLIDE_BK_DARK_LIGHT" val="2"/>
  <p:tag name="KSO_WM_SLIDE_BACKGROUND_TYPE" val="general"/>
  <p:tag name="KSO_WM_SLIDE_SUPPORT_FEATURE_TYPE" val="3"/>
  <p:tag name="KSO_WM_TEMPLATE_ASSEMBLE_XID" val="60656e6e4054ed1e2fb7f894"/>
  <p:tag name="KSO_WM_TEMPLATE_ASSEMBLE_GROUPID" val="60656e6e4054ed1e2fb7f89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7575_1*i*2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BLOCK" val="0"/>
  <p:tag name="KSO_WM_UNIT_SM_LIMIT_TYPE" val="2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UNIT_DEC_AREA_ID" val="008b2d3867524338a4cb096811b1bae7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65"/>
  <p:tag name="KSO_WM_TEMPLATE_ASSEMBLE_XID" val="60656e6e4054ed1e2fb7f894"/>
  <p:tag name="KSO_WM_TEMPLATE_ASSEMBLE_GROUPID" val="60656e6e4054ed1e2fb7f894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7575_1*i*3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1633926b034d47d5b76db74a46673418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6e6e4054ed1e2fb7f894"/>
  <p:tag name="KSO_WM_TEMPLATE_ASSEMBLE_GROUPID" val="60656e6e4054ed1e2fb7f89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7575_1*i*4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4cde5c3a353543559ccf52c032d187af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6e6e4054ed1e2fb7f894"/>
  <p:tag name="KSO_WM_TEMPLATE_ASSEMBLE_GROUPID" val="60656e6e4054ed1e2fb7f89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7575_1*i*5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e1ac2e52681843d0836ae71a8348414c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6e6e4054ed1e2fb7f894"/>
  <p:tag name="KSO_WM_TEMPLATE_ASSEMBLE_GROUPID" val="60656e6e4054ed1e2fb7f89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7575_1*i*7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BLOCK" val="0"/>
  <p:tag name="KSO_WM_UNIT_SM_LIMIT_TYPE" val="2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UNIT_DEC_AREA_ID" val="df2cb7a8eab04bd7a138f79bef914df6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65"/>
  <p:tag name="KSO_WM_TEMPLATE_ASSEMBLE_XID" val="60656e6e4054ed1e2fb7f894"/>
  <p:tag name="KSO_WM_TEMPLATE_ASSEMBLE_GROUPID" val="60656e6e4054ed1e2fb7f894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07575_1*i*8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44db627f571c4a2a8e2c26a4a2d3f542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6e6e4054ed1e2fb7f894"/>
  <p:tag name="KSO_WM_TEMPLATE_ASSEMBLE_GROUPID" val="60656e6e4054ed1e2fb7f894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7575_1*i*9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c7950b2ebee3495a999fea4c70b2eede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6e6e4054ed1e2fb7f894"/>
  <p:tag name="KSO_WM_TEMPLATE_ASSEMBLE_GROUPID" val="60656e6e4054ed1e2fb7f89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07575_1*i*10"/>
  <p:tag name="KSO_WM_TEMPLATE_CATEGORY" val="diagram"/>
  <p:tag name="KSO_WM_TEMPLATE_INDEX" val="20207575"/>
  <p:tag name="KSO_WM_UNIT_LAYERLEVEL" val="1"/>
  <p:tag name="KSO_WM_TAG_VERSION" val="1.0"/>
  <p:tag name="KSO_WM_BEAUTIFY_FLAG" val="#wm#"/>
  <p:tag name="KSO_WM_UNIT_SM_LIMIT_TYPE" val="2"/>
  <p:tag name="KSO_WM_UNIT_BLOCK" val="0"/>
  <p:tag name="KSO_WM_UNIT_DEC_AREA_ID" val="eb3a3e7619f44262a58f8c4694f34e8d"/>
  <p:tag name="KSO_WM_UNIT_DECORATE_INFO" val="{&quot;ReferentInfo&quot;:{&quot;Id&quot;:&quot;slide&quot;,&quot;X&quot;:{&quot;Pos&quot;:1},&quot;Y&quot;:{&quot;Pos&quot;:1}},&quot;DecorateInfoX&quot;:{&quot;Pos&quot;:1,&quot;IsAbs&quot;:false},&quot;DecorateInfoY&quot;:{&quot;Pos&quot;:1,&quot;IsAbs&quot;:false},&quot;DecorateInfoW&quot;:{&quot;IsAbs&quot;:true},&quot;DecorateInfoH&quot;:{&quot;IsAbs&quot;:true},&quot;whChangeMode&quot;:0}"/>
  <p:tag name="KSO_WM_CHIP_GROUPID" val="5ed7460cafe44fab1839bd1a"/>
  <p:tag name="KSO_WM_CHIP_XID" val="5ed212f9daf2e53b70be3eb1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0"/>
  <p:tag name="KSO_WM_TEMPLATE_ASSEMBLE_XID" val="60656e6e4054ed1e2fb7f894"/>
  <p:tag name="KSO_WM_TEMPLATE_ASSEMBLE_GROUPID" val="60656e6e4054ed1e2fb7f89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单击此处输入你的正文，文字就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f"/>
  <p:tag name="KSO_WM_UNIT_INDEX" val="1_1_1"/>
  <p:tag name="KSO_WM_UNIT_ID" val="diagram20219431_2*l_h_f*1_1_1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ASSEMBLE_CHIP_INDEX" val="16e0612379f445cfb8f17acd01841641"/>
  <p:tag name="KSO_WM_UNIT_VALUE" val="130"/>
  <p:tag name="KSO_WM_UNIT_TEXT_FILL_FORE_SCHEMECOLOR_INDEX_BRIGHTNESS" val="0.25"/>
  <p:tag name="KSO_WM_UNIT_TEXT_FILL_FORE_SCHEMECOLOR_INDEX" val="13"/>
  <p:tag name="KSO_WM_UNIT_TEXT_FILL_TYPE" val="1"/>
  <p:tag name="KSO_WM_UNIT_USESOURCEFORMAT_APPLY" val="1"/>
  <p:tag name="KSO_WM_DIAGRAM_VIRTUALLY_FRAME" val="{&quot;height&quot;:327.9118897637795,&quot;left&quot;:71.97,&quot;top&quot;:176.09787401574803,&quot;width&quot;:816.0000000000001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3"/>
  <p:tag name="KSO_WM_UNIT_ID" val="diagram20219431_2*l_h_i*2_1_3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4"/>
  <p:tag name="KSO_WM_UNIT_ID" val="diagram20219431_2*l_h_i*2_1_4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5"/>
  <p:tag name="KSO_WM_UNIT_ID" val="diagram20219431_2*l_h_i*2_1_5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6"/>
  <p:tag name="KSO_WM_UNIT_ID" val="diagram20219431_2*l_h_i*2_1_6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7"/>
  <p:tag name="KSO_WM_UNIT_ID" val="diagram20219431_2*l_h_i*2_1_7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8"/>
  <p:tag name="KSO_WM_UNIT_ID" val="diagram20219431_2*l_h_i*2_1_8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SUBTYPE" val="d"/>
  <p:tag name="KSO_WM_UNIT_TYPE" val="l_h_i"/>
  <p:tag name="KSO_WM_UNIT_INDEX" val="2_1_2"/>
  <p:tag name="KSO_WM_UNIT_ID" val="diagram20219431_2*l_h_i*2_1_2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9"/>
  <p:tag name="KSO_WM_UNIT_ID" val="diagram20219431_2*l_h_i*2_1_9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单击此处输入你的正文，文字就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f"/>
  <p:tag name="KSO_WM_UNIT_INDEX" val="1_2_1"/>
  <p:tag name="KSO_WM_UNIT_ID" val="diagram20219431_2*l_h_f*1_2_1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ASSEMBLE_CHIP_INDEX" val="16e0612379f445cfb8f17acd01841641"/>
  <p:tag name="KSO_WM_UNIT_VALUE" val="130"/>
  <p:tag name="KSO_WM_UNIT_TEXT_FILL_FORE_SCHEMECOLOR_INDEX_BRIGHTNESS" val="0.25"/>
  <p:tag name="KSO_WM_UNIT_TEXT_FILL_FORE_SCHEMECOLOR_INDEX" val="13"/>
  <p:tag name="KSO_WM_UNIT_TEXT_FILL_TYPE" val="1"/>
  <p:tag name="KSO_WM_UNIT_USESOURCEFORMAT_APPLY" val="1"/>
  <p:tag name="KSO_WM_DIAGRAM_VIRTUALLY_FRAME" val="{&quot;height&quot;:327.9118897637795,&quot;left&quot;:71.97,&quot;top&quot;:176.09787401574803,&quot;width&quot;:816.0000000000001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3"/>
  <p:tag name="KSO_WM_UNIT_ID" val="diagram20219431_2*l_h_i*2_1_3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4"/>
  <p:tag name="KSO_WM_UNIT_ID" val="diagram20219431_2*l_h_i*2_1_4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5"/>
  <p:tag name="KSO_WM_UNIT_ID" val="diagram20219431_2*l_h_i*2_1_5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6"/>
  <p:tag name="KSO_WM_UNIT_ID" val="diagram20219431_2*l_h_i*2_1_6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7"/>
  <p:tag name="KSO_WM_UNIT_ID" val="diagram20219431_2*l_h_i*2_1_7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8"/>
  <p:tag name="KSO_WM_UNIT_ID" val="diagram20219431_2*l_h_i*2_1_8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SUBTYPE" val="d"/>
  <p:tag name="KSO_WM_UNIT_TYPE" val="l_h_i"/>
  <p:tag name="KSO_WM_UNIT_INDEX" val="2_1_2"/>
  <p:tag name="KSO_WM_UNIT_ID" val="diagram20219431_2*l_h_i*2_1_2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9"/>
  <p:tag name="KSO_WM_UNIT_ID" val="diagram20219431_2*l_h_i*2_1_9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单击此处输入你的正文，文字就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f"/>
  <p:tag name="KSO_WM_UNIT_INDEX" val="1_3_1"/>
  <p:tag name="KSO_WM_UNIT_ID" val="diagram20219431_2*l_h_f*1_3_1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ASSEMBLE_CHIP_INDEX" val="16e0612379f445cfb8f17acd01841641"/>
  <p:tag name="KSO_WM_UNIT_VALUE" val="130"/>
  <p:tag name="KSO_WM_UNIT_TEXT_FILL_FORE_SCHEMECOLOR_INDEX_BRIGHTNESS" val="0.25"/>
  <p:tag name="KSO_WM_UNIT_TEXT_FILL_FORE_SCHEMECOLOR_INDEX" val="13"/>
  <p:tag name="KSO_WM_UNIT_TEXT_FILL_TYPE" val="1"/>
  <p:tag name="KSO_WM_UNIT_USESOURCEFORMAT_APPLY" val="1"/>
  <p:tag name="KSO_WM_DIAGRAM_VIRTUALLY_FRAME" val="{&quot;height&quot;:327.9118897637795,&quot;left&quot;:71.97,&quot;top&quot;:176.09787401574803,&quot;width&quot;:816.0000000000001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3"/>
  <p:tag name="KSO_WM_UNIT_ID" val="diagram20219431_2*l_h_i*2_1_3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9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4"/>
  <p:tag name="KSO_WM_UNIT_ID" val="diagram20219431_2*l_h_i*2_1_4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5"/>
  <p:tag name="KSO_WM_UNIT_ID" val="diagram20219431_2*l_h_i*2_1_5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6"/>
  <p:tag name="KSO_WM_UNIT_ID" val="diagram20219431_2*l_h_i*2_1_6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7"/>
  <p:tag name="KSO_WM_UNIT_ID" val="diagram20219431_2*l_h_i*2_1_7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8"/>
  <p:tag name="KSO_WM_UNIT_ID" val="diagram20219431_2*l_h_i*2_1_8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SUBTYPE" val="d"/>
  <p:tag name="KSO_WM_UNIT_TYPE" val="l_h_i"/>
  <p:tag name="KSO_WM_UNIT_INDEX" val="2_1_2"/>
  <p:tag name="KSO_WM_UNIT_ID" val="diagram20219431_2*l_h_i*2_1_2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l2-1"/>
  <p:tag name="KSO_WM_UNIT_TYPE" val="l_h_i"/>
  <p:tag name="KSO_WM_UNIT_INDEX" val="2_1_9"/>
  <p:tag name="KSO_WM_UNIT_ID" val="diagram20219431_2*l_h_i*2_1_9"/>
  <p:tag name="KSO_WM_TEMPLATE_CATEGORY" val="diagram"/>
  <p:tag name="KSO_WM_TEMPLATE_INDEX" val="20219431"/>
  <p:tag name="KSO_WM_UNIT_LAYERLEVEL" val="1_1_1"/>
  <p:tag name="KSO_WM_TAG_VERSION" val="1.0"/>
  <p:tag name="KSO_WM_BEAUTIFY_FLAG" val="#wm#"/>
  <p:tag name="KSO_WM_CHIP_GROUPID" val="60bed2654737e0f4c1ebe88f"/>
  <p:tag name="KSO_WM_CHIP_XID" val="60bed2654737e0f4c1ebe890"/>
  <p:tag name="KSO_WM_UNIT_VALUE" val="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  <p:tag name="KSO_WM_DIAGRAM_VIRTUALLY_FRAME" val="{&quot;height&quot;:92.95,&quot;left&quot;:125.19558793608121,&quot;top&quot;:68.75,&quot;width&quot;:706.8544120639187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</Words>
  <Application>Microsoft Office PowerPoint</Application>
  <PresentationFormat>宽屏</PresentationFormat>
  <Paragraphs>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汉仪旗黑-85S</vt:lpstr>
      <vt:lpstr>黑体</vt:lpstr>
      <vt:lpstr>微软雅黑</vt:lpstr>
      <vt:lpstr>Arial</vt:lpstr>
      <vt:lpstr>Calibri</vt:lpstr>
      <vt:lpstr>Viner Hand ITC</vt:lpstr>
      <vt:lpstr>WPS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王益民</dc:creator>
  <cp:lastModifiedBy>Zhenzhou Tang</cp:lastModifiedBy>
  <cp:revision>4</cp:revision>
  <dcterms:created xsi:type="dcterms:W3CDTF">2023-08-09T12:44:00Z</dcterms:created>
  <dcterms:modified xsi:type="dcterms:W3CDTF">2026-03-19T14:51:07Z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2052-12.1.0.17147</vt:lpwstr>
  </property>
</Properties>
</file>