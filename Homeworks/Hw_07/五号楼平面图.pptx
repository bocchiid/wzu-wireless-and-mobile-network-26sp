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3433425" cy="7556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291" y="797578"/>
            <a:ext cx="8999810" cy="25915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291" y="3846831"/>
            <a:ext cx="8999999" cy="2179278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782290" y="797577"/>
            <a:ext cx="708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4</a:t>
            </a:r>
            <a:r>
              <a:rPr lang="en-US" altLang="zh-CN" sz="1200" baseline="30000" dirty="0"/>
              <a:t>th</a:t>
            </a:r>
            <a:r>
              <a:rPr lang="en-US" altLang="zh-CN" sz="1200" dirty="0"/>
              <a:t> Floor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782290" y="3846829"/>
            <a:ext cx="7090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3</a:t>
            </a:r>
            <a:r>
              <a:rPr lang="en-US" altLang="zh-CN" sz="1200" baseline="30000" dirty="0"/>
              <a:t>rd</a:t>
            </a:r>
            <a:r>
              <a:rPr lang="en-US" altLang="zh-CN" sz="1200" dirty="0"/>
              <a:t> Floor</a:t>
            </a:r>
            <a:endParaRPr lang="zh-CN" altLang="en-US" sz="1200" dirty="0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2805430" y="429260"/>
            <a:ext cx="0" cy="63265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1742420" y="429260"/>
            <a:ext cx="0" cy="6326505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800985" y="6630670"/>
            <a:ext cx="893445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053138" y="6630670"/>
            <a:ext cx="244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83000mm</a:t>
            </a:r>
            <a:endParaRPr lang="en-US" altLang="zh-CN"/>
          </a:p>
        </p:txBody>
      </p:sp>
      <p:cxnSp>
        <p:nvCxnSpPr>
          <p:cNvPr id="25" name="直接箭头连接符 24"/>
          <p:cNvCxnSpPr/>
          <p:nvPr/>
        </p:nvCxnSpPr>
        <p:spPr>
          <a:xfrm flipV="1">
            <a:off x="2148205" y="3928745"/>
            <a:ext cx="0" cy="203517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77265" y="4762500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19275mm</a:t>
            </a:r>
            <a:endParaRPr lang="en-US" altLang="zh-CN"/>
          </a:p>
        </p:txBody>
      </p:sp>
      <p:cxnSp>
        <p:nvCxnSpPr>
          <p:cNvPr id="29" name="直接连接符 28"/>
          <p:cNvCxnSpPr/>
          <p:nvPr/>
        </p:nvCxnSpPr>
        <p:spPr>
          <a:xfrm flipH="1">
            <a:off x="1730375" y="3928745"/>
            <a:ext cx="2117090" cy="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1730375" y="5963920"/>
            <a:ext cx="1359535" cy="0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</dc:title>
  <dc:creator>Zhenzhou Tang</dc:creator>
  <cp:lastModifiedBy>Tang</cp:lastModifiedBy>
  <cp:revision>9</cp:revision>
  <dcterms:created xsi:type="dcterms:W3CDTF">2026-04-12T07:54:47Z</dcterms:created>
  <dcterms:modified xsi:type="dcterms:W3CDTF">2026-04-12T08:01:54Z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A3033E5488F54D728CEA85993DC5C143_13</vt:lpwstr>
  </property>
  <property fmtid="{D5CDD505-2E9C-101B-9397-08002B2CF9AE}" pid="3" name="KSOProductBuildVer">
    <vt:lpwstr>2052-12.1.0.25222</vt:lpwstr>
  </property>
</Properties>
</file>