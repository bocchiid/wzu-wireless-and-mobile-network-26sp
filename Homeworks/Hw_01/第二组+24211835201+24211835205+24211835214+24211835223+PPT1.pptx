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76" r:id="rId7"/>
    <p:sldId id="265" r:id="rId8"/>
    <p:sldId id="282" r:id="rId9"/>
    <p:sldId id="267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67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391" autoAdjust="0"/>
  </p:normalViewPr>
  <p:slideViewPr>
    <p:cSldViewPr snapToGrid="0">
      <p:cViewPr varScale="1">
        <p:scale>
          <a:sx n="82" d="100"/>
          <a:sy n="82" d="100"/>
        </p:scale>
        <p:origin x="466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2135689" y="4839050"/>
            <a:ext cx="7920622" cy="924513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无线与有线网络的特性差异</a:t>
            </a:r>
            <a:endParaRPr dirty="0"/>
          </a:p>
        </p:txBody>
      </p:sp>
      <p:pic>
        <p:nvPicPr>
          <p:cNvPr id="54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89096" y="5761509"/>
            <a:ext cx="836930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  <a:endParaRPr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6085204" y="3724411"/>
            <a:ext cx="5563425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规划设计差异及成因</a:t>
            </a:r>
            <a:endParaRPr dirty="0"/>
          </a:p>
        </p:txBody>
      </p:sp>
      <p:sp>
        <p:nvSpPr>
          <p:cNvPr id="70" name="矩形 78"/>
          <p:cNvSpPr/>
          <p:nvPr/>
        </p:nvSpPr>
        <p:spPr>
          <a:xfrm>
            <a:off x="6085244" y="4323706"/>
            <a:ext cx="6141329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</a:t>
            </a:r>
            <a:r>
              <a:rPr lang="zh-CN" altLang="en-US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协议设计差异及成因</a:t>
            </a:r>
            <a:endParaRPr lang="zh-CN" altLang="en-US" sz="3600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pic>
        <p:nvPicPr>
          <p:cNvPr id="72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6121100" y="2842612"/>
            <a:ext cx="5527529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</a:t>
            </a:r>
            <a:r>
              <a:rPr lang="zh-CN" altLang="en-US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体验场景差异及成因</a:t>
            </a:r>
            <a:endParaRPr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828" y="3193014"/>
            <a:ext cx="54548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体验场景差异</a:t>
            </a:r>
            <a:endParaRPr lang="en-US" altLang="zh-CN" sz="4800" b="1" dirty="0">
              <a:solidFill>
                <a:srgbClr val="044B89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及成因</a:t>
            </a:r>
            <a:endParaRPr lang="zh-CN" altLang="en-US" sz="24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体验场景差异及成因</a:t>
            </a:r>
            <a:endParaRPr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584504" y="1540758"/>
          <a:ext cx="10985456" cy="4777933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98859"/>
                <a:gridCol w="2127380"/>
                <a:gridCol w="4114800"/>
                <a:gridCol w="3144417"/>
              </a:tblGrid>
              <a:tr h="121177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体验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原因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789791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移动性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行进的车辆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必须通过网线连接网络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无法在移动中保持联网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依赖固定物理链路</a:t>
                      </a:r>
                      <a:r>
                        <a:rPr lang="en-US" altLang="zh-CN" sz="24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无线支持终端在不同基站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/AP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覆盖区间进行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漫游与切换</a:t>
                      </a:r>
                      <a:endParaRPr lang="zh-CN" altLang="en-US" sz="240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78979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在移动过程中视频电话不中断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实现无缝切换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  <a:tr h="91999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稳定性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网络游戏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极低延迟与高稳定性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游戏延迟稳定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有线拥有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专属且屏蔽的物理信道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无线电磁波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易衰落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及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同频设备干扰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导致信号质量波动 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78979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延迟抖动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游戏延迟会时不时跳动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时而不稳定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828" y="3193014"/>
            <a:ext cx="5764789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规划设计差异</a:t>
            </a:r>
            <a:endParaRPr lang="en-US" altLang="zh-CN" sz="4800" b="1" dirty="0">
              <a:solidFill>
                <a:srgbClr val="044B89">
                  <a:alpha val="10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>
                    <a:alpha val="10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及成因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规划设计差异及成因</a:t>
            </a:r>
            <a:endParaRPr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84504" y="1540758"/>
          <a:ext cx="10752190" cy="4749142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940741"/>
                <a:gridCol w="4994664"/>
                <a:gridCol w="3816785"/>
              </a:tblGrid>
              <a:tr h="11226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维度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规划设计差异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原因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762446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拓扑结构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预先布线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拓扑固定且静态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有线网络物理链路固定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而无线节点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如手机、电脑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会随时加入或离开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网络必须具备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动态发现和重新组网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的能力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149494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从经济效益层面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规划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位置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覆盖范围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数量等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同时考虑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 hoc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等组网方式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适应节点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移动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  <a:tr h="85234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频段规划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增加线缆即可提升总带宽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物理隔离避免干扰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电磁频谱是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有限公共资源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; 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开放信道易产生同频干扰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必须通过复用来解决容量问题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795804">
                <a:tc vMerge="1"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: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必须进行严格的频率复用与蜂窝规划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以避免网络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干扰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协议设计差异</a:t>
            </a:r>
            <a:endParaRPr lang="en-US" altLang="zh-CN" sz="48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及成因</a:t>
            </a:r>
            <a:endParaRPr lang="zh-CN" altLang="en-US" sz="48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三、协议设计差异及成因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84504" y="1540761"/>
          <a:ext cx="10849610" cy="5193665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537749"/>
                <a:gridCol w="1839667"/>
                <a:gridCol w="3697605"/>
                <a:gridCol w="3774440"/>
              </a:tblGrid>
              <a:tr h="7765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层级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协议设计差异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solidFill>
                            <a:srgbClr val="044B8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原因</a:t>
                      </a:r>
                      <a:endParaRPr lang="zh-CN" altLang="en-US" sz="2800" dirty="0">
                        <a:solidFill>
                          <a:srgbClr val="044B8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8337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数据链路层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有线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CSMA/CD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采用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"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碰撞检测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"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机制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边听边发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冲突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即停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无线节点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无法像有线那样可靠地边发边听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来检测冲突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且部分节点彼此不可见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必须通过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ACK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和预约机制规避碰撞 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266939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CSMA/CA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采用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"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碰撞避免</a:t>
                      </a:r>
                      <a:r>
                        <a:rPr lang="en-US" altLang="zh-CN" sz="24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"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机制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,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先听后发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ACK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确认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  <a:tr h="833765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2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传输层</a:t>
                      </a:r>
                      <a:endParaRPr lang="zh-CN" altLang="en-US" sz="28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TCP (Reno/NewReno/Cubic)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标准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TCP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假设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丢包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拥塞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"</a:t>
                      </a:r>
                      <a:endParaRPr lang="en-US" altLang="zh-CN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无线网络中大量丢包来源于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链路误码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而非拥塞，而标准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TCP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将丢包等同于拥塞，会</a:t>
                      </a:r>
                      <a:r>
                        <a:rPr lang="zh-CN" altLang="en-US" sz="24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误触发拥塞控制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，导致性能下降，因此需要对</a:t>
                      </a:r>
                      <a:r>
                        <a:rPr lang="en-US" altLang="zh-CN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TCP</a:t>
                      </a:r>
                      <a:r>
                        <a:rPr lang="zh-CN" altLang="en-US" sz="2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进行优化。</a:t>
                      </a:r>
                      <a:endParaRPr lang="zh-CN" altLang="en-US" sz="24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1111687"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改进</a:t>
                      </a:r>
                      <a:r>
                        <a:rPr lang="en-US" alt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TCP (Westwood/Vegas/Snoop/I-TCP)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改进</a:t>
                      </a:r>
                      <a:r>
                        <a:rPr lang="en-US" altLang="zh-CN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TCP</a:t>
                      </a: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通过链路层辅助、带宽估计或延迟检测来区分丢包类型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 vMerge="1"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WPS 演示</Application>
  <PresentationFormat>宽屏</PresentationFormat>
  <Paragraphs>145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黑体</vt:lpstr>
      <vt:lpstr>思源黑体 CN Normal</vt:lpstr>
      <vt:lpstr>Times New Roman</vt:lpstr>
      <vt:lpstr>Calibri</vt:lpstr>
      <vt:lpstr>等线</vt:lpstr>
      <vt:lpstr>OPPOSans H</vt:lpstr>
      <vt:lpstr>Arial Unicode MS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maths</cp:lastModifiedBy>
  <cp:revision>9</cp:revision>
  <dcterms:created xsi:type="dcterms:W3CDTF">2025-10-18T17:13:00Z</dcterms:created>
  <dcterms:modified xsi:type="dcterms:W3CDTF">2026-03-07T13:28:46Z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55393A7AB3234A6290E65F8468E01584_13</vt:lpwstr>
  </property>
  <property fmtid="{D5CDD505-2E9C-101B-9397-08002B2CF9AE}" pid="3" name="KSOProductBuildVer">
    <vt:lpwstr>2052-12.1.0.25225</vt:lpwstr>
  </property>
</Properties>
</file>