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86" r:id="rId3"/>
  </p:sldMasterIdLst>
  <p:notesMasterIdLst>
    <p:notesMasterId r:id="rId14"/>
  </p:notesMasterIdLst>
  <p:sldIdLst>
    <p:sldId id="256" r:id="rId4"/>
    <p:sldId id="257" r:id="rId5"/>
    <p:sldId id="258" r:id="rId6"/>
    <p:sldId id="276" r:id="rId7"/>
    <p:sldId id="265" r:id="rId8"/>
    <p:sldId id="282" r:id="rId9"/>
    <p:sldId id="267" r:id="rId10"/>
    <p:sldId id="285" r:id="rId11"/>
    <p:sldId id="284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65"/>
            <p14:sldId id="282"/>
            <p14:sldId id="267"/>
            <p14:sldId id="285"/>
            <p14:sldId id="284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43791"/>
    <a:srgbClr val="0265FC"/>
    <a:srgbClr val="6B8AB8"/>
    <a:srgbClr val="23346B"/>
    <a:srgbClr val="606060"/>
    <a:srgbClr val="7F7F7F"/>
    <a:srgbClr val="EAEAEA"/>
    <a:srgbClr val="8BADDA"/>
    <a:srgbClr val="FDF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6391" autoAdjust="0"/>
  </p:normalViewPr>
  <p:slideViewPr>
    <p:cSldViewPr snapToGrid="0">
      <p:cViewPr varScale="1">
        <p:scale>
          <a:sx n="82" d="100"/>
          <a:sy n="82" d="100"/>
        </p:scale>
        <p:origin x="63" y="8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2143125" y="4751705"/>
            <a:ext cx="7905115" cy="92646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移动</a:t>
            </a:r>
            <a:r>
              <a:rPr lang="en-US" altLang="zh-CN" sz="4800" dirty="0">
                <a:solidFill>
                  <a:schemeClr val="tx1">
                    <a:alpha val="100000"/>
                  </a:schemeClr>
                </a:solidFill>
              </a:rPr>
              <a:t>IP</a:t>
            </a:r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的隧道技术及其对比</a:t>
            </a:r>
          </a:p>
        </p:txBody>
      </p:sp>
      <p:pic>
        <p:nvPicPr>
          <p:cNvPr id="54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40305" y="5838190"/>
            <a:ext cx="7310755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最小封装隧道技术</a:t>
            </a:r>
            <a:endParaRPr lang="zh-CN" altLang="en-US"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0" name="矩形 78"/>
          <p:cNvSpPr/>
          <p:nvPr/>
        </p:nvSpPr>
        <p:spPr>
          <a:xfrm>
            <a:off x="5706745" y="4508500"/>
            <a:ext cx="6141085" cy="762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</a:t>
            </a:r>
            <a:r>
              <a:rPr lang="en-US" alt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GRE</a:t>
            </a:r>
            <a:r>
              <a:rPr lang="zh-CN" altLang="en-US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隧道技术</a:t>
            </a: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</a:p>
        </p:txBody>
      </p:sp>
      <p:pic>
        <p:nvPicPr>
          <p:cNvPr id="72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5706745" y="2823845"/>
            <a:ext cx="5527040" cy="814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</a:t>
            </a:r>
            <a:r>
              <a:rPr lang="en-US" alt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IP-in-IP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隧道技术</a:t>
            </a:r>
            <a:endParaRPr lang="zh-CN" altLang="en-US"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矩形 78"/>
          <p:cNvSpPr/>
          <p:nvPr/>
        </p:nvSpPr>
        <p:spPr>
          <a:xfrm>
            <a:off x="5706745" y="5197475"/>
            <a:ext cx="6141085" cy="993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四、技术对比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600" y="3192780"/>
            <a:ext cx="615315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en-US" altLang="zh-CN" sz="48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IP-in-IP</a:t>
            </a:r>
            <a:r>
              <a:rPr lang="zh-CN" altLang="en-US" sz="48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隧道技术</a:t>
            </a: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endParaRPr lang="zh-CN" altLang="en-US" sz="4800" b="1" i="0" u="none" strike="noStrike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5月28日 14_43_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675" y="3122613"/>
            <a:ext cx="8752205" cy="355155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IP-in-IP</a:t>
            </a:r>
            <a:r>
              <a:rPr lang="zh-CN" altLang="en-US" sz="36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隧道技术</a:t>
            </a:r>
            <a:endParaRPr lang="zh-CN" altLang="en-US" sz="3600" b="1" dirty="0">
              <a:solidFill>
                <a:srgbClr val="044B89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endParaRPr lang="zh-CN" altLang="en-US" sz="3600" b="1" dirty="0">
              <a:solidFill>
                <a:srgbClr val="044B89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200" y="1554480"/>
            <a:ext cx="10774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基本原理</a:t>
            </a:r>
          </a:p>
          <a:p>
            <a:pPr indent="3492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IP-in-IP(IP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是一种隧道技术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其核心思想是在原始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数据包外层再封装一个新的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从而使数据包能够通过不同网络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尤其是中间网络无法直接路由到原始目的地时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传送到目标节点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4200" y="3122613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封装过程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600" y="3192780"/>
            <a:ext cx="5772785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最小封装隧道技术</a:t>
            </a:r>
            <a:endParaRPr lang="zh-CN" altLang="en-US" sz="48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200" y="166370"/>
            <a:ext cx="7359650" cy="82169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最小封装隧道技术</a:t>
            </a:r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200" y="1554480"/>
            <a:ext cx="10656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核心概念</a:t>
            </a:r>
            <a:endParaRPr lang="en-US" altLang="zh-CN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34920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在隧道传输时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复用并修改原始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头作为外层路由头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通过插入一个较小的控制头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来保存被覆盖的原始字段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从而降低开销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4200" y="27533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封装过程</a:t>
            </a:r>
          </a:p>
        </p:txBody>
      </p:sp>
      <p:pic>
        <p:nvPicPr>
          <p:cNvPr id="5" name="图片 4" descr="ChatGPT Image 2026年5月28日 14_55_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145" y="2753360"/>
            <a:ext cx="9584690" cy="40271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en-US" altLang="zh-CN" sz="4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GRE</a:t>
            </a:r>
            <a:r>
              <a:rPr lang="zh-CN" altLang="en-US" sz="4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隧道技术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200" y="166370"/>
            <a:ext cx="7359650" cy="82169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隧道技术</a:t>
            </a:r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200" y="1554480"/>
            <a:ext cx="1065657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核心概念</a:t>
            </a:r>
            <a:endParaRPr lang="en-US" altLang="zh-CN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34920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在原始数据包外部增加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头和新的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将数据封装后通过公网进行传输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从而在两个网络之间建立一条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虚拟点到点链路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200" y="27533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封装过程</a:t>
            </a:r>
          </a:p>
        </p:txBody>
      </p:sp>
      <p:pic>
        <p:nvPicPr>
          <p:cNvPr id="6" name="图片 5" descr="ChatGPT Image 2026年5月28日 15_32_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575" y="2753360"/>
            <a:ext cx="9325610" cy="39979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6755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sz="4800" b="1" dirty="0">
                <a:solidFill>
                  <a:srgbClr val="0437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技术对比</a:t>
            </a:r>
            <a:endParaRPr lang="zh-CN" altLang="en-US" sz="4800" b="1" dirty="0">
              <a:solidFill>
                <a:srgbClr val="0437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200" y="166370"/>
            <a:ext cx="7359650" cy="82169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四、技术对比</a:t>
            </a:r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>
            <p:extLst>
              <p:ext uri="{D42A27DB-BD31-4B8C-83A1-F6EECF244321}">
                <p14:modId xmlns:p14="http://schemas.microsoft.com/office/powerpoint/2010/main" val="2900179671"/>
              </p:ext>
            </p:extLst>
          </p:nvPr>
        </p:nvGraphicFramePr>
        <p:xfrm>
          <a:off x="584201" y="1543050"/>
          <a:ext cx="10772996" cy="4747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7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IP-in-IP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隧道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最小封装隧道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GRE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隧道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封装头大小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4-16bytes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封装开销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加密</a:t>
                      </a:r>
                      <a:r>
                        <a:rPr lang="en-US" altLang="zh-CN" sz="24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4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认证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额外实现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带宽占用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实现复杂度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较复杂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传输效率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0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适用场景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普通移动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IP</a:t>
                      </a:r>
                      <a:endParaRPr lang="en-US" altLang="zh-CN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透明性好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无线移动网络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带宽受限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多协议隧道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跨网络协议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311</Words>
  <Application>Microsoft Office PowerPoint</Application>
  <PresentationFormat>宽屏</PresentationFormat>
  <Paragraphs>70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思源黑体 CN Normal</vt:lpstr>
      <vt:lpstr>微软雅黑</vt:lpstr>
      <vt:lpstr>Arial</vt:lpstr>
      <vt:lpstr>Calibri</vt:lpstr>
      <vt:lpstr>Times New Roman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id Bocchi</cp:lastModifiedBy>
  <cp:revision>26</cp:revision>
  <dcterms:created xsi:type="dcterms:W3CDTF">2026-04-02T13:08:00Z</dcterms:created>
  <dcterms:modified xsi:type="dcterms:W3CDTF">2026-05-29T12:24:24Z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3D05172B01C74B01BD5EA3719E1E8185_13</vt:lpwstr>
  </property>
  <property fmtid="{D5CDD505-2E9C-101B-9397-08002B2CF9AE}" pid="3" name="KSOProductBuildVer">
    <vt:lpwstr>2052-12.1.0.26375</vt:lpwstr>
  </property>
</Properties>
</file>